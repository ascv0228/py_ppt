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981" r:id="rId2"/>
    <p:sldId id="974" r:id="rId3"/>
    <p:sldId id="975" r:id="rId4"/>
    <p:sldId id="976" r:id="rId5"/>
    <p:sldId id="756" r:id="rId6"/>
    <p:sldId id="757" r:id="rId7"/>
    <p:sldId id="758" r:id="rId8"/>
    <p:sldId id="956" r:id="rId9"/>
    <p:sldId id="959" r:id="rId10"/>
    <p:sldId id="960" r:id="rId11"/>
    <p:sldId id="961" r:id="rId12"/>
    <p:sldId id="962" r:id="rId13"/>
    <p:sldId id="963" r:id="rId14"/>
    <p:sldId id="964" r:id="rId15"/>
    <p:sldId id="965" r:id="rId16"/>
    <p:sldId id="978" r:id="rId17"/>
    <p:sldId id="966" r:id="rId18"/>
    <p:sldId id="980" r:id="rId19"/>
    <p:sldId id="982" r:id="rId20"/>
    <p:sldId id="983" r:id="rId21"/>
    <p:sldId id="968" r:id="rId22"/>
    <p:sldId id="993" r:id="rId23"/>
    <p:sldId id="896" r:id="rId24"/>
    <p:sldId id="897" r:id="rId25"/>
    <p:sldId id="999" r:id="rId26"/>
    <p:sldId id="898" r:id="rId27"/>
    <p:sldId id="899" r:id="rId28"/>
    <p:sldId id="1000" r:id="rId29"/>
    <p:sldId id="901" r:id="rId30"/>
    <p:sldId id="903" r:id="rId31"/>
    <p:sldId id="895" r:id="rId32"/>
    <p:sldId id="905" r:id="rId33"/>
    <p:sldId id="904" r:id="rId34"/>
    <p:sldId id="910" r:id="rId35"/>
    <p:sldId id="906" r:id="rId36"/>
    <p:sldId id="911" r:id="rId37"/>
    <p:sldId id="907" r:id="rId38"/>
    <p:sldId id="912" r:id="rId39"/>
    <p:sldId id="908" r:id="rId40"/>
    <p:sldId id="909" r:id="rId41"/>
    <p:sldId id="913" r:id="rId42"/>
    <p:sldId id="914" r:id="rId43"/>
    <p:sldId id="917" r:id="rId44"/>
    <p:sldId id="918" r:id="rId45"/>
    <p:sldId id="915" r:id="rId46"/>
    <p:sldId id="920" r:id="rId47"/>
    <p:sldId id="921" r:id="rId48"/>
    <p:sldId id="922" r:id="rId49"/>
    <p:sldId id="919" r:id="rId50"/>
    <p:sldId id="923" r:id="rId51"/>
    <p:sldId id="924" r:id="rId52"/>
    <p:sldId id="925" r:id="rId53"/>
    <p:sldId id="995" r:id="rId54"/>
    <p:sldId id="997" r:id="rId55"/>
    <p:sldId id="996" r:id="rId56"/>
    <p:sldId id="926" r:id="rId57"/>
    <p:sldId id="928" r:id="rId58"/>
    <p:sldId id="929" r:id="rId59"/>
    <p:sldId id="931" r:id="rId60"/>
    <p:sldId id="932" r:id="rId61"/>
    <p:sldId id="927" r:id="rId62"/>
    <p:sldId id="933" r:id="rId63"/>
    <p:sldId id="935" r:id="rId64"/>
    <p:sldId id="936" r:id="rId65"/>
    <p:sldId id="937" r:id="rId66"/>
    <p:sldId id="934" r:id="rId67"/>
    <p:sldId id="998" r:id="rId6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AD96"/>
    <a:srgbClr val="CACACA"/>
    <a:srgbClr val="A6A6A6"/>
    <a:srgbClr val="CA6464"/>
    <a:srgbClr val="B6B67C"/>
    <a:srgbClr val="FFB7B7"/>
    <a:srgbClr val="FF9900"/>
    <a:srgbClr val="FF9797"/>
    <a:srgbClr val="006600"/>
    <a:srgbClr val="2D2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>
      <p:cViewPr varScale="1">
        <p:scale>
          <a:sx n="71" d="100"/>
          <a:sy n="71" d="100"/>
        </p:scale>
        <p:origin x="216" y="-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C2D46E8E-783B-4BEC-AFC5-779A2EE4B1DD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994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05092-2163-400C-AEFE-4B6A92D8B031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9564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05092-2163-400C-AEFE-4B6A92D8B031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389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1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media9.m4a"/><Relationship Id="rId2" Type="http://schemas.microsoft.com/office/2007/relationships/media" Target="../media/media9.m4a"/><Relationship Id="rId1" Type="http://schemas.openxmlformats.org/officeDocument/2006/relationships/tags" Target="../tags/tag1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media11.m4a"/><Relationship Id="rId2" Type="http://schemas.microsoft.com/office/2007/relationships/media" Target="../media/media11.m4a"/><Relationship Id="rId1" Type="http://schemas.openxmlformats.org/officeDocument/2006/relationships/tags" Target="../tags/tag1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media12.m4a"/><Relationship Id="rId2" Type="http://schemas.microsoft.com/office/2007/relationships/media" Target="../media/media12.m4a"/><Relationship Id="rId1" Type="http://schemas.openxmlformats.org/officeDocument/2006/relationships/tags" Target="../tags/tag1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media13.m4a"/><Relationship Id="rId2" Type="http://schemas.microsoft.com/office/2007/relationships/media" Target="../media/media13.m4a"/><Relationship Id="rId1" Type="http://schemas.openxmlformats.org/officeDocument/2006/relationships/tags" Target="../tags/tag1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media14.m4a"/><Relationship Id="rId2" Type="http://schemas.microsoft.com/office/2007/relationships/media" Target="../media/media14.m4a"/><Relationship Id="rId1" Type="http://schemas.openxmlformats.org/officeDocument/2006/relationships/tags" Target="../tags/tag1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media15.m4a"/><Relationship Id="rId2" Type="http://schemas.microsoft.com/office/2007/relationships/media" Target="../media/media15.m4a"/><Relationship Id="rId1" Type="http://schemas.openxmlformats.org/officeDocument/2006/relationships/tags" Target="../tags/tag1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media16.m4a"/><Relationship Id="rId2" Type="http://schemas.microsoft.com/office/2007/relationships/media" Target="../media/media16.m4a"/><Relationship Id="rId1" Type="http://schemas.openxmlformats.org/officeDocument/2006/relationships/tags" Target="../tags/tag20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7.m4a"/><Relationship Id="rId2" Type="http://schemas.microsoft.com/office/2007/relationships/media" Target="../media/media17.m4a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audio" Target="../media/media18.m4a"/><Relationship Id="rId2" Type="http://schemas.microsoft.com/office/2007/relationships/media" Target="../media/media18.m4a"/><Relationship Id="rId1" Type="http://schemas.openxmlformats.org/officeDocument/2006/relationships/tags" Target="../tags/tag2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audio" Target="../media/media19.m4a"/><Relationship Id="rId2" Type="http://schemas.microsoft.com/office/2007/relationships/media" Target="../media/media19.m4a"/><Relationship Id="rId1" Type="http://schemas.openxmlformats.org/officeDocument/2006/relationships/tags" Target="../tags/tag2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audio" Target="../media/media20.m4a"/><Relationship Id="rId2" Type="http://schemas.microsoft.com/office/2007/relationships/media" Target="../media/media20.m4a"/><Relationship Id="rId1" Type="http://schemas.openxmlformats.org/officeDocument/2006/relationships/tags" Target="../tags/tag2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audio" Target="../media/media21.m4a"/><Relationship Id="rId2" Type="http://schemas.microsoft.com/office/2007/relationships/media" Target="../media/media21.m4a"/><Relationship Id="rId1" Type="http://schemas.openxmlformats.org/officeDocument/2006/relationships/tags" Target="../tags/tag2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audio" Target="../media/media22.m4a"/><Relationship Id="rId2" Type="http://schemas.microsoft.com/office/2007/relationships/media" Target="../media/media22.m4a"/><Relationship Id="rId1" Type="http://schemas.openxmlformats.org/officeDocument/2006/relationships/tags" Target="../tags/tag2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audio" Target="../media/media23.m4a"/><Relationship Id="rId2" Type="http://schemas.microsoft.com/office/2007/relationships/media" Target="../media/media23.m4a"/><Relationship Id="rId1" Type="http://schemas.openxmlformats.org/officeDocument/2006/relationships/tags" Target="../tags/tag2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audio" Target="../media/media24.m4a"/><Relationship Id="rId2" Type="http://schemas.microsoft.com/office/2007/relationships/media" Target="../media/media24.m4a"/><Relationship Id="rId1" Type="http://schemas.openxmlformats.org/officeDocument/2006/relationships/tags" Target="../tags/tag2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 Concepts of OOP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Modularity (</a:t>
            </a:r>
            <a:r>
              <a:rPr lang="zh-TW" altLang="en-US" sz="2800" dirty="0"/>
              <a:t>模組化</a:t>
            </a:r>
            <a:r>
              <a:rPr lang="en-US" altLang="en-US" sz="3200" b="1" dirty="0">
                <a:solidFill>
                  <a:srgbClr val="006600"/>
                </a:solidFill>
              </a:rPr>
              <a:t>): </a:t>
            </a:r>
            <a:r>
              <a:rPr lang="en-US" altLang="en-US" sz="2800" spc="-40" dirty="0">
                <a:solidFill>
                  <a:schemeClr val="tx1"/>
                </a:solidFill>
              </a:rPr>
              <a:t>The use of small modules to achieve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>
                <a:solidFill>
                  <a:schemeClr val="tx1"/>
                </a:solidFill>
              </a:rPr>
              <a:t>subtasks that are then combined to do more.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2800" dirty="0"/>
              <a:t>封裝</a:t>
            </a:r>
            <a:r>
              <a:rPr lang="en-US" altLang="en-US" sz="3200" b="1" dirty="0">
                <a:solidFill>
                  <a:srgbClr val="006600"/>
                </a:solidFill>
              </a:rPr>
              <a:t>):</a:t>
            </a:r>
            <a:r>
              <a:rPr lang="en-US" altLang="en-US" sz="3200" spc="-30" dirty="0">
                <a:solidFill>
                  <a:srgbClr val="FF0000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The bundling of data with the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functions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300" dirty="0">
                <a:solidFill>
                  <a:schemeClr val="tx1"/>
                </a:solidFill>
              </a:rPr>
              <a:t>(</a:t>
            </a:r>
            <a:r>
              <a:rPr lang="en-US" altLang="en-US" sz="2800" i="1" spc="-30" dirty="0" err="1">
                <a:solidFill>
                  <a:schemeClr val="tx1"/>
                </a:solidFill>
              </a:rPr>
              <a:t>ie</a:t>
            </a:r>
            <a:r>
              <a:rPr lang="en-US" altLang="en-US" sz="2800" spc="-30" dirty="0">
                <a:solidFill>
                  <a:schemeClr val="tx1"/>
                </a:solidFill>
              </a:rPr>
              <a:t>,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method</a:t>
            </a:r>
            <a:r>
              <a:rPr lang="en-US" altLang="en-US" sz="2800" spc="-200" dirty="0">
                <a:solidFill>
                  <a:schemeClr val="tx1"/>
                </a:solidFill>
              </a:rPr>
              <a:t>s</a:t>
            </a:r>
            <a:r>
              <a:rPr lang="en-US" altLang="en-US" sz="2800" spc="-30" dirty="0">
                <a:solidFill>
                  <a:schemeClr val="tx1"/>
                </a:solidFill>
              </a:rPr>
              <a:t>) that operate on that dat</a:t>
            </a:r>
            <a:r>
              <a:rPr lang="en-US" altLang="en-US" sz="2800" spc="-200" dirty="0">
                <a:solidFill>
                  <a:schemeClr val="tx1"/>
                </a:solidFill>
              </a:rPr>
              <a:t>a.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Information hiding (</a:t>
            </a:r>
            <a:r>
              <a:rPr lang="zh-TW" altLang="en-US" sz="2800" dirty="0"/>
              <a:t>資訊隱藏</a:t>
            </a:r>
            <a:r>
              <a:rPr lang="en-US" altLang="en-US" sz="3200" b="1" spc="-100" dirty="0">
                <a:solidFill>
                  <a:srgbClr val="006600"/>
                </a:solidFill>
              </a:rPr>
              <a:t>)</a:t>
            </a:r>
            <a:r>
              <a:rPr lang="en-US" altLang="en-US" sz="3200" b="1" dirty="0">
                <a:solidFill>
                  <a:srgbClr val="006600"/>
                </a:solidFill>
              </a:rPr>
              <a:t>:</a:t>
            </a:r>
            <a:r>
              <a:rPr lang="en-US" altLang="en-US" sz="2400" spc="-7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T</a:t>
            </a:r>
            <a:r>
              <a:rPr lang="en-US" altLang="en-US" sz="2800" spc="-50" dirty="0">
                <a:solidFill>
                  <a:srgbClr val="000000"/>
                </a:solidFill>
              </a:rPr>
              <a:t>h</a:t>
            </a:r>
            <a:r>
              <a:rPr lang="en-US" altLang="en-US" sz="2800" dirty="0">
                <a:solidFill>
                  <a:srgbClr val="000000"/>
                </a:solidFill>
              </a:rPr>
              <a:t>e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act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spc="-60" dirty="0">
                <a:solidFill>
                  <a:srgbClr val="000000"/>
                </a:solidFill>
              </a:rPr>
              <a:t>o</a:t>
            </a:r>
            <a:r>
              <a:rPr lang="en-US" altLang="en-US" sz="2800" dirty="0">
                <a:solidFill>
                  <a:srgbClr val="000000"/>
                </a:solidFill>
              </a:rPr>
              <a:t>f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spc="-40" dirty="0">
                <a:solidFill>
                  <a:srgbClr val="000000"/>
                </a:solidFill>
              </a:rPr>
              <a:t>ma</a:t>
            </a:r>
            <a:r>
              <a:rPr lang="en-US" altLang="en-US" sz="2800" dirty="0">
                <a:solidFill>
                  <a:srgbClr val="000000"/>
                </a:solidFill>
              </a:rPr>
              <a:t>king</a:t>
            </a:r>
            <a:r>
              <a:rPr lang="en-US" altLang="en-US" sz="2800" dirty="0">
                <a:solidFill>
                  <a:schemeClr val="tx1"/>
                </a:solidFill>
              </a:rPr>
              <a:t> a class’s information (</a:t>
            </a:r>
            <a:r>
              <a:rPr lang="en-US" altLang="en-US" sz="2800" dirty="0" err="1">
                <a:solidFill>
                  <a:schemeClr val="tx1"/>
                </a:solidFill>
              </a:rPr>
              <a:t>ie</a:t>
            </a:r>
            <a:r>
              <a:rPr lang="en-US" altLang="en-US" sz="2800" dirty="0">
                <a:solidFill>
                  <a:schemeClr val="tx1"/>
                </a:solidFill>
              </a:rPr>
              <a:t>, data attributes) private.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Abstract</a:t>
            </a:r>
            <a:r>
              <a:rPr lang="en-US" altLang="en-US" sz="3200" b="1" spc="-100" dirty="0">
                <a:solidFill>
                  <a:srgbClr val="006600"/>
                </a:solidFill>
              </a:rPr>
              <a:t>io</a:t>
            </a:r>
            <a:r>
              <a:rPr lang="en-US" altLang="en-US" sz="3200" b="1" dirty="0">
                <a:solidFill>
                  <a:srgbClr val="006600"/>
                </a:solidFill>
              </a:rPr>
              <a:t>n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</a:rPr>
              <a:t>(</a:t>
            </a:r>
            <a:r>
              <a:rPr lang="zh-TW" altLang="en-US" sz="2800" spc="-60" dirty="0"/>
              <a:t>資料抽象化</a:t>
            </a:r>
            <a:r>
              <a:rPr lang="en-US" altLang="en-US" sz="3200" b="1" spc="-60" dirty="0">
                <a:solidFill>
                  <a:srgbClr val="006600"/>
                </a:solidFill>
              </a:rPr>
              <a:t>): </a:t>
            </a:r>
            <a:r>
              <a:rPr lang="en-US" altLang="en-US" sz="2800" dirty="0">
                <a:solidFill>
                  <a:schemeClr val="tx1"/>
                </a:solidFill>
              </a:rPr>
              <a:t>T</a:t>
            </a:r>
            <a:r>
              <a:rPr lang="en-US" altLang="en-US" sz="2800" spc="-40" dirty="0">
                <a:solidFill>
                  <a:schemeClr val="tx1"/>
                </a:solidFill>
              </a:rPr>
              <a:t>he</a:t>
            </a:r>
            <a:r>
              <a:rPr lang="en-US" altLang="en-US" sz="2400" spc="-4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>
                <a:solidFill>
                  <a:schemeClr val="tx1"/>
                </a:solidFill>
              </a:rPr>
              <a:t>use</a:t>
            </a:r>
            <a:r>
              <a:rPr lang="en-US" altLang="en-US" sz="2400" spc="-4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>
                <a:solidFill>
                  <a:schemeClr val="tx1"/>
                </a:solidFill>
              </a:rPr>
              <a:t>o</a:t>
            </a:r>
            <a:r>
              <a:rPr lang="en-US" altLang="en-US" sz="2800" dirty="0">
                <a:solidFill>
                  <a:schemeClr val="tx1"/>
                </a:solidFill>
              </a:rPr>
              <a:t>f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encapsulation and </a:t>
            </a:r>
            <a:r>
              <a:rPr lang="en-US" altLang="en-US" sz="2800" dirty="0">
                <a:solidFill>
                  <a:schemeClr val="tx1"/>
                </a:solidFill>
              </a:rPr>
              <a:t>info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hiding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to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simplify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100" dirty="0">
                <a:solidFill>
                  <a:schemeClr val="tx1"/>
                </a:solidFill>
              </a:rPr>
              <a:t>ho</a:t>
            </a:r>
            <a:r>
              <a:rPr lang="en-US" altLang="en-US" sz="2800" spc="-30" dirty="0">
                <a:solidFill>
                  <a:schemeClr val="tx1"/>
                </a:solidFill>
              </a:rPr>
              <a:t>w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clients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interact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with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dat</a:t>
            </a:r>
            <a:r>
              <a:rPr lang="en-US" altLang="en-US" sz="2800" spc="-80" dirty="0">
                <a:solidFill>
                  <a:schemeClr val="tx1"/>
                </a:solidFill>
              </a:rPr>
              <a:t>a</a:t>
            </a:r>
            <a:r>
              <a:rPr lang="en-US" altLang="en-US" sz="2800" spc="-3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Inheritance (</a:t>
            </a:r>
            <a:r>
              <a:rPr lang="zh-TW" altLang="en-US" sz="2800" dirty="0"/>
              <a:t>繼承</a:t>
            </a:r>
            <a:r>
              <a:rPr lang="en-US" altLang="en-US" sz="3200" b="1" dirty="0">
                <a:solidFill>
                  <a:srgbClr val="006600"/>
                </a:solidFill>
              </a:rPr>
              <a:t>): </a:t>
            </a:r>
            <a:r>
              <a:rPr lang="en-US" altLang="en-US" sz="2800" spc="-40" dirty="0">
                <a:solidFill>
                  <a:schemeClr val="tx1"/>
                </a:solidFill>
              </a:rPr>
              <a:t>Whe</a:t>
            </a:r>
            <a:r>
              <a:rPr lang="en-US" altLang="en-US" sz="2800" spc="-10" dirty="0">
                <a:solidFill>
                  <a:schemeClr val="tx1"/>
                </a:solidFill>
              </a:rPr>
              <a:t>n the</a:t>
            </a:r>
            <a:r>
              <a:rPr lang="en-US" altLang="en-US" sz="2800" dirty="0">
                <a:solidFill>
                  <a:schemeClr val="tx1"/>
                </a:solidFill>
              </a:rPr>
              <a:t> methods of a base class are accessible (</a:t>
            </a:r>
            <a:r>
              <a:rPr lang="en-US" altLang="en-US" sz="2800" i="1" dirty="0" err="1">
                <a:solidFill>
                  <a:schemeClr val="tx1"/>
                </a:solidFill>
              </a:rPr>
              <a:t>ie</a:t>
            </a:r>
            <a:r>
              <a:rPr lang="en-US" altLang="en-US" sz="2800" dirty="0">
                <a:solidFill>
                  <a:schemeClr val="tx1"/>
                </a:solidFill>
              </a:rPr>
              <a:t> inherited) by instances of the class derived from it (</a:t>
            </a:r>
            <a:r>
              <a:rPr lang="en-US" altLang="en-US" sz="2800" i="1" dirty="0" err="1">
                <a:solidFill>
                  <a:schemeClr val="tx1"/>
                </a:solidFill>
              </a:rPr>
              <a:t>ie</a:t>
            </a:r>
            <a:r>
              <a:rPr lang="en-US" altLang="en-US" sz="2800" dirty="0">
                <a:solidFill>
                  <a:schemeClr val="tx1"/>
                </a:solidFill>
              </a:rPr>
              <a:t> a derived class).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2800" dirty="0"/>
              <a:t>多型</a:t>
            </a:r>
            <a:r>
              <a:rPr lang="en-US" altLang="en-US" sz="3200" b="1" dirty="0">
                <a:solidFill>
                  <a:srgbClr val="006600"/>
                </a:solidFill>
              </a:rPr>
              <a:t>): </a:t>
            </a:r>
            <a:r>
              <a:rPr lang="en-US" altLang="en-US" sz="2800" spc="-20" dirty="0">
                <a:solidFill>
                  <a:schemeClr val="tx1"/>
                </a:solidFill>
              </a:rPr>
              <a:t>When a derived</a:t>
            </a:r>
            <a:r>
              <a:rPr lang="en-US" altLang="en-US" sz="2800" dirty="0">
                <a:solidFill>
                  <a:schemeClr val="tx1"/>
                </a:solidFill>
              </a:rPr>
              <a:t> class</a:t>
            </a:r>
            <a:r>
              <a:rPr lang="en-US" altLang="en-US" sz="2800" spc="-20" dirty="0">
                <a:solidFill>
                  <a:schemeClr val="tx1"/>
                </a:solidFill>
              </a:rPr>
              <a:t> redefines the methods it inherited</a:t>
            </a:r>
            <a:r>
              <a:rPr lang="en-US" altLang="en-US" sz="2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152400" y="838200"/>
            <a:ext cx="8991600" cy="373380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8" name="Trapezoid 7"/>
          <p:cNvSpPr>
            <a:spLocks noChangeAspect="1"/>
          </p:cNvSpPr>
          <p:nvPr/>
        </p:nvSpPr>
        <p:spPr bwMode="auto">
          <a:xfrm rot="2700000" flipH="1">
            <a:off x="6959651" y="244061"/>
            <a:ext cx="2945498" cy="935078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From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lang="en-US" sz="2800" b="0" dirty="0">
                <a:latin typeface="Arial" charset="0"/>
                <a:ea typeface="新細明體" charset="-120"/>
              </a:rPr>
              <a:t>the </a:t>
            </a: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end of</a:t>
            </a:r>
            <a:b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</a:b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 Lecture 12B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5583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534"/>
    </mc:Choice>
    <mc:Fallback xmlns="">
      <p:transition spd="slow" advTm="595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xit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" grpId="0" animBg="1"/>
      <p:bldP spid="8" grpId="0" animBg="1"/>
    </p:bldLst>
  </p:timing>
  <p:extLst>
    <p:ext uri="{3A86A75C-4F4B-4683-9AE1-C65F6400EC91}">
      <p14:laserTraceLst xmlns:p14="http://schemas.microsoft.com/office/powerpoint/2010/main">
        <p14:tracePtLst>
          <p14:tracePt t="739" x="7581900" y="844550"/>
          <p14:tracePt t="746" x="7600950" y="857250"/>
          <p14:tracePt t="762" x="7626350" y="869950"/>
          <p14:tracePt t="767" x="7658100" y="895350"/>
          <p14:tracePt t="777" x="7683500" y="914400"/>
          <p14:tracePt t="794" x="7727950" y="927100"/>
          <p14:tracePt t="811" x="7804150" y="952500"/>
          <p14:tracePt t="828" x="7842250" y="965200"/>
          <p14:tracePt t="845" x="7943850" y="984250"/>
          <p14:tracePt t="860" x="7969250" y="984250"/>
          <p14:tracePt t="877" x="8001000" y="990600"/>
          <p14:tracePt t="894" x="8051800" y="1009650"/>
          <p14:tracePt t="910" x="8083550" y="1016000"/>
          <p14:tracePt t="927" x="8089900" y="1016000"/>
          <p14:tracePt t="944" x="8115300" y="1022350"/>
          <p14:tracePt t="960" x="8140700" y="1028700"/>
          <p14:tracePt t="980" x="8153400" y="1041400"/>
          <p14:tracePt t="994" x="8166100" y="1047750"/>
          <p14:tracePt t="1010" x="8191500" y="1066800"/>
          <p14:tracePt t="1029" x="8216900" y="1098550"/>
          <p14:tracePt t="1043" x="8229600" y="1111250"/>
          <p14:tracePt t="1060" x="8255000" y="1143000"/>
          <p14:tracePt t="1077" x="8293100" y="1162050"/>
          <p14:tracePt t="1093" x="8305800" y="1187450"/>
          <p14:tracePt t="1110" x="8318500" y="1200150"/>
          <p14:tracePt t="1127" x="8362950" y="1257300"/>
          <p14:tracePt t="1143" x="8382000" y="1289050"/>
          <p14:tracePt t="1160" x="8401050" y="1320800"/>
          <p14:tracePt t="1176" x="8432800" y="1384300"/>
          <p14:tracePt t="1193" x="8470900" y="1447800"/>
          <p14:tracePt t="1210" x="8496300" y="1479550"/>
          <p14:tracePt t="1226" x="8509000" y="1492250"/>
          <p14:tracePt t="1243" x="8521700" y="1511300"/>
          <p14:tracePt t="1379" x="8515350" y="1511300"/>
          <p14:tracePt t="1407" x="8509000" y="1511300"/>
          <p14:tracePt t="1428" x="8509000" y="1504950"/>
          <p14:tracePt t="1443" x="8502650" y="1504950"/>
          <p14:tracePt t="1449" x="8496300" y="1498600"/>
          <p14:tracePt t="1463" x="8489950" y="1492250"/>
          <p14:tracePt t="1475" x="8483600" y="1479550"/>
          <p14:tracePt t="1492" x="8445500" y="1441450"/>
          <p14:tracePt t="1508" x="8407400" y="1409700"/>
          <p14:tracePt t="1525" x="8305800" y="1301750"/>
          <p14:tracePt t="1542" x="8185150" y="1187450"/>
          <p14:tracePt t="1558" x="8115300" y="1111250"/>
          <p14:tracePt t="1576" x="7994650" y="996950"/>
          <p14:tracePt t="1591" x="7893050" y="895350"/>
          <p14:tracePt t="1608" x="7867650" y="863600"/>
          <p14:tracePt t="1625" x="7823200" y="831850"/>
          <p14:tracePt t="1641" x="7810500" y="819150"/>
          <p14:tracePt t="1658" x="7804150" y="812800"/>
          <p14:tracePt t="1675" x="7797800" y="806450"/>
          <p14:tracePt t="1709" x="7797800" y="812800"/>
          <p14:tracePt t="1723" x="7797800" y="819150"/>
          <p14:tracePt t="1730" x="7804150" y="819150"/>
          <p14:tracePt t="1740" x="7810500" y="819150"/>
          <p14:tracePt t="2254" x="7791450" y="819150"/>
          <p14:tracePt t="2261" x="7753350" y="819150"/>
          <p14:tracePt t="2276" x="7708900" y="819150"/>
          <p14:tracePt t="2289" x="7658100" y="812800"/>
          <p14:tracePt t="2306" x="7550150" y="800100"/>
          <p14:tracePt t="2323" x="7499350" y="800100"/>
          <p14:tracePt t="2339" x="7366000" y="781050"/>
          <p14:tracePt t="2356" x="7226300" y="781050"/>
          <p14:tracePt t="2373" x="7061200" y="781050"/>
          <p14:tracePt t="2389" x="6985000" y="781050"/>
          <p14:tracePt t="2405" x="6819900" y="781050"/>
          <p14:tracePt t="2423" x="6756400" y="781050"/>
          <p14:tracePt t="2439" x="6604000" y="781050"/>
          <p14:tracePt t="2456" x="6464300" y="774700"/>
          <p14:tracePt t="2472" x="6369050" y="774700"/>
          <p14:tracePt t="2488" x="6343650" y="774700"/>
          <p14:tracePt t="2505" x="6324600" y="787400"/>
          <p14:tracePt t="2522" x="6337300" y="793750"/>
          <p14:tracePt t="2937" x="6318250" y="793750"/>
          <p14:tracePt t="2944" x="6267450" y="781050"/>
          <p14:tracePt t="2958" x="6229350" y="781050"/>
          <p14:tracePt t="2970" x="6184900" y="774700"/>
          <p14:tracePt t="2987" x="6108700" y="774700"/>
          <p14:tracePt t="3004" x="6064250" y="774700"/>
          <p14:tracePt t="3020" x="6000750" y="768350"/>
          <p14:tracePt t="3037" x="5892800" y="755650"/>
          <p14:tracePt t="3053" x="5842000" y="749300"/>
          <p14:tracePt t="3071" x="5695950" y="723900"/>
          <p14:tracePt t="3086" x="5518150" y="698500"/>
          <p14:tracePt t="3103" x="5422900" y="679450"/>
          <p14:tracePt t="3121" x="5207000" y="660400"/>
          <p14:tracePt t="3136" x="4991100" y="641350"/>
          <p14:tracePt t="3153" x="4889500" y="628650"/>
          <p14:tracePt t="3170" x="4686300" y="622300"/>
          <p14:tracePt t="3186" x="4483100" y="596900"/>
          <p14:tracePt t="3203" x="4394200" y="596900"/>
          <p14:tracePt t="3219" x="4248150" y="590550"/>
          <p14:tracePt t="3236" x="4197350" y="590550"/>
          <p14:tracePt t="3253" x="4000500" y="571500"/>
          <p14:tracePt t="3269" x="3949700" y="565150"/>
          <p14:tracePt t="3286" x="3892550" y="546100"/>
          <p14:tracePt t="3303" x="3822700" y="527050"/>
          <p14:tracePt t="3319" x="3778250" y="514350"/>
          <p14:tracePt t="3335" x="3765550" y="514350"/>
          <p14:tracePt t="3352" x="3759200" y="501650"/>
          <p14:tracePt t="3369" x="3752850" y="501650"/>
          <p14:tracePt t="3429" x="3746500" y="501650"/>
          <p14:tracePt t="3456" x="3746500" y="508000"/>
          <p14:tracePt t="3464" x="3746500" y="514350"/>
          <p14:tracePt t="3569" x="3746500" y="520700"/>
          <p14:tracePt t="3604" x="3746500" y="527050"/>
          <p14:tracePt t="3639" x="3752850" y="533400"/>
          <p14:tracePt t="3696" x="3759200" y="533400"/>
          <p14:tracePt t="3780" x="3765550" y="533400"/>
          <p14:tracePt t="3787" x="3771900" y="533400"/>
          <p14:tracePt t="3807" x="3784600" y="539750"/>
          <p14:tracePt t="3817" x="3790950" y="539750"/>
          <p14:tracePt t="3837" x="3803650" y="539750"/>
          <p14:tracePt t="3851" x="3829050" y="552450"/>
          <p14:tracePt t="3867" x="3848100" y="552450"/>
          <p14:tracePt t="3884" x="3905250" y="565150"/>
          <p14:tracePt t="3900" x="3975100" y="577850"/>
          <p14:tracePt t="3917" x="4032250" y="590550"/>
          <p14:tracePt t="3934" x="4146550" y="596900"/>
          <p14:tracePt t="3950" x="4279900" y="615950"/>
          <p14:tracePt t="3967" x="4356100" y="635000"/>
          <p14:tracePt t="3984" x="4552950" y="654050"/>
          <p14:tracePt t="4000" x="4756150" y="698500"/>
          <p14:tracePt t="4017" x="4870450" y="717550"/>
          <p14:tracePt t="4033" x="5130800" y="762000"/>
          <p14:tracePt t="4050" x="5359400" y="781050"/>
          <p14:tracePt t="4066" x="5461000" y="781050"/>
          <p14:tracePt t="4083" x="5664200" y="781050"/>
          <p14:tracePt t="4100" x="5842000" y="800100"/>
          <p14:tracePt t="4117" x="5969000" y="800100"/>
          <p14:tracePt t="4133" x="6026150" y="800100"/>
          <p14:tracePt t="4149" x="6076950" y="800100"/>
          <p14:tracePt t="4167" x="6178550" y="819150"/>
          <p14:tracePt t="4182" x="6203950" y="819150"/>
          <p14:tracePt t="4199" x="6229350" y="819150"/>
          <p14:tracePt t="4216" x="6267450" y="819150"/>
          <p14:tracePt t="4232" x="6318250" y="819150"/>
          <p14:tracePt t="4249" x="6330950" y="819150"/>
          <p14:tracePt t="4266" x="6381750" y="819150"/>
          <p14:tracePt t="4282" x="6426200" y="825500"/>
          <p14:tracePt t="4299" x="6483350" y="825500"/>
          <p14:tracePt t="4315" x="6515100" y="825500"/>
          <p14:tracePt t="4332" x="6540500" y="825500"/>
          <p14:tracePt t="4349" x="6610350" y="831850"/>
          <p14:tracePt t="4365" x="6635750" y="831850"/>
          <p14:tracePt t="4382" x="6724650" y="844550"/>
          <p14:tracePt t="4398" x="6832600" y="850900"/>
          <p14:tracePt t="4415" x="6915150" y="857250"/>
          <p14:tracePt t="4432" x="6940550" y="857250"/>
          <p14:tracePt t="4448" x="7010400" y="857250"/>
          <p14:tracePt t="4465" x="7054850" y="857250"/>
          <p14:tracePt t="4482" x="7092950" y="857250"/>
          <p14:tracePt t="4498" x="7099300" y="857250"/>
          <p14:tracePt t="4515" x="7124700" y="857250"/>
          <p14:tracePt t="4532" x="7150100" y="857250"/>
          <p14:tracePt t="4548" x="7156450" y="857250"/>
          <p14:tracePt t="4565" x="7181850" y="857250"/>
          <p14:tracePt t="4582" x="7207250" y="857250"/>
          <p14:tracePt t="4598" x="7219950" y="844550"/>
          <p14:tracePt t="4615" x="7232650" y="844550"/>
          <p14:tracePt t="4630" x="7258050" y="844550"/>
          <p14:tracePt t="4648" x="7270750" y="844550"/>
          <p14:tracePt t="4665" x="7289800" y="844550"/>
          <p14:tracePt t="4681" x="7308850" y="844550"/>
          <p14:tracePt t="4715" x="7315200" y="844550"/>
          <p14:tracePt t="4730" x="7321550" y="844550"/>
          <p14:tracePt t="4764" x="7327900" y="844550"/>
          <p14:tracePt t="4841" x="7334250" y="844550"/>
          <p14:tracePt t="4981" x="7340600" y="838200"/>
          <p14:tracePt t="5185" x="7334250" y="831850"/>
          <p14:tracePt t="5999" x="7315200" y="831850"/>
          <p14:tracePt t="6006" x="7296150" y="831850"/>
          <p14:tracePt t="6013" x="7277100" y="838200"/>
          <p14:tracePt t="6029" x="7245350" y="838200"/>
          <p14:tracePt t="6043" x="7226300" y="844550"/>
          <p14:tracePt t="6059" x="7162800" y="863600"/>
          <p14:tracePt t="6077" x="7105650" y="869950"/>
          <p14:tracePt t="6092" x="7067550" y="869950"/>
          <p14:tracePt t="6109" x="6991350" y="876300"/>
          <p14:tracePt t="6126" x="6870700" y="889000"/>
          <p14:tracePt t="6142" x="6807200" y="895350"/>
          <p14:tracePt t="6159" x="6673850" y="914400"/>
          <p14:tracePt t="6176" x="6559550" y="920750"/>
          <p14:tracePt t="6192" x="6502400" y="939800"/>
          <p14:tracePt t="6208" x="6407150" y="958850"/>
          <p14:tracePt t="6225" x="6311900" y="996950"/>
          <p14:tracePt t="6242" x="6267450" y="1009650"/>
          <p14:tracePt t="6259" x="6159500" y="1047750"/>
          <p14:tracePt t="6276" x="6013450" y="1085850"/>
          <p14:tracePt t="6293" x="5918200" y="1104900"/>
          <p14:tracePt t="6309" x="5727700" y="1136650"/>
          <p14:tracePt t="6325" x="5638800" y="1149350"/>
          <p14:tracePt t="6342" x="5461000" y="1155700"/>
          <p14:tracePt t="6359" x="5289550" y="1174750"/>
          <p14:tracePt t="6375" x="5207000" y="1193800"/>
          <p14:tracePt t="6393" x="5194300" y="1193800"/>
          <p14:tracePt t="6765" x="5162550" y="1187450"/>
          <p14:tracePt t="6779" x="5118100" y="1155700"/>
          <p14:tracePt t="6786" x="5080000" y="1143000"/>
          <p14:tracePt t="6800" x="5041900" y="1117600"/>
          <p14:tracePt t="6810" x="5003800" y="1098550"/>
          <p14:tracePt t="6823" x="4959350" y="1073150"/>
          <p14:tracePt t="6840" x="4870450" y="1028700"/>
          <p14:tracePt t="6857" x="4781550" y="984250"/>
          <p14:tracePt t="6873" x="4724400" y="965200"/>
          <p14:tracePt t="6890" x="4673600" y="939800"/>
          <p14:tracePt t="6907" x="4457700" y="857250"/>
          <p14:tracePt t="6923" x="4387850" y="838200"/>
          <p14:tracePt t="6941" x="4222750" y="812800"/>
          <p14:tracePt t="6956" x="4152900" y="800100"/>
          <p14:tracePt t="6973" x="4013200" y="800100"/>
          <p14:tracePt t="6990" x="3905250" y="812800"/>
          <p14:tracePt t="7006" x="3854450" y="819150"/>
          <p14:tracePt t="7023" x="3797300" y="838200"/>
          <p14:tracePt t="7039" x="3759200" y="844550"/>
          <p14:tracePt t="7056" x="3746500" y="850900"/>
          <p14:tracePt t="7072" x="3721100" y="863600"/>
          <p14:tracePt t="7089" x="3695700" y="882650"/>
          <p14:tracePt t="7106" x="3683000" y="895350"/>
          <p14:tracePt t="7123" x="3644900" y="927100"/>
          <p14:tracePt t="7139" x="3613150" y="946150"/>
          <p14:tracePt t="7156" x="3594100" y="958850"/>
          <p14:tracePt t="7173" x="3568700" y="977900"/>
          <p14:tracePt t="7189" x="3530600" y="1003300"/>
          <p14:tracePt t="7205" x="3517900" y="1009650"/>
          <p14:tracePt t="7222" x="3486150" y="1022350"/>
          <p14:tracePt t="7239" x="3473450" y="1022350"/>
          <p14:tracePt t="7255" x="3422650" y="1035050"/>
          <p14:tracePt t="7271" x="3346450" y="1066800"/>
          <p14:tracePt t="7288" x="3314700" y="1073150"/>
          <p14:tracePt t="7306" x="3263900" y="1104900"/>
          <p14:tracePt t="7321" x="3225800" y="1117600"/>
          <p14:tracePt t="7338" x="3206750" y="1130300"/>
          <p14:tracePt t="7355" x="3175000" y="1155700"/>
          <p14:tracePt t="7372" x="3149600" y="1187450"/>
          <p14:tracePt t="7388" x="3136900" y="1193800"/>
          <p14:tracePt t="7405" x="3124200" y="1219200"/>
          <p14:tracePt t="7421" x="3111500" y="1250950"/>
          <p14:tracePt t="7438" x="3111500" y="1263650"/>
          <p14:tracePt t="7455" x="3130550" y="1282700"/>
          <p14:tracePt t="7855" x="3130550" y="1314450"/>
          <p14:tracePt t="7862" x="3130550" y="1339850"/>
          <p14:tracePt t="7869" x="3136900" y="1384300"/>
          <p14:tracePt t="7886" x="3143250" y="1422400"/>
          <p14:tracePt t="7904" x="3149600" y="1543050"/>
          <p14:tracePt t="7920" x="3162300" y="1593850"/>
          <p14:tracePt t="7936" x="3155950" y="1701800"/>
          <p14:tracePt t="7954" x="3149600" y="1790700"/>
          <p14:tracePt t="7969" x="3143250" y="1847850"/>
          <p14:tracePt t="7987" x="3136900" y="1905000"/>
          <p14:tracePt t="8003" x="3136900" y="1924050"/>
          <p14:tracePt t="8019" x="3136900" y="1949450"/>
          <p14:tracePt t="8036" x="3136900" y="1974850"/>
          <p14:tracePt t="8052" x="3124200" y="1993900"/>
          <p14:tracePt t="8069" x="3124200" y="2006600"/>
          <p14:tracePt t="8086" x="3117850" y="2025650"/>
          <p14:tracePt t="8102" x="3117850" y="2038350"/>
          <p14:tracePt t="8136" x="3117850" y="2044700"/>
          <p14:tracePt t="8185" x="3111500" y="2051050"/>
          <p14:tracePt t="8667" x="3111500" y="2082800"/>
          <p14:tracePt t="8674" x="3111500" y="2146300"/>
          <p14:tracePt t="8688" x="3124200" y="2203450"/>
          <p14:tracePt t="8700" x="3130550" y="2266950"/>
          <p14:tracePt t="8717" x="3143250" y="2374900"/>
          <p14:tracePt t="8733" x="3149600" y="2413000"/>
          <p14:tracePt t="8752" x="3155950" y="2482850"/>
          <p14:tracePt t="8767" x="3162300" y="2552700"/>
          <p14:tracePt t="8783" x="3162300" y="2603500"/>
          <p14:tracePt t="8801" x="3162300" y="2692400"/>
          <p14:tracePt t="8817" x="3162300" y="2806700"/>
          <p14:tracePt t="8833" x="3162300" y="2863850"/>
          <p14:tracePt t="8850" x="3162300" y="2965450"/>
          <p14:tracePt t="8867" x="3162300" y="3016250"/>
          <p14:tracePt t="8883" x="3162300" y="3022600"/>
          <p14:tracePt t="8899" x="3162300" y="3028950"/>
          <p14:tracePt t="8997" x="3168650" y="3028950"/>
          <p14:tracePt t="9024" x="3168650" y="3035300"/>
          <p14:tracePt t="9038" x="3168650" y="3041650"/>
          <p14:tracePt t="9046" x="3168650" y="3048000"/>
          <p14:tracePt t="9067" x="3168650" y="3054350"/>
          <p14:tracePt t="9565" x="3162300" y="3067050"/>
          <p14:tracePt t="9579" x="3155950" y="3079750"/>
          <p14:tracePt t="9586" x="3136900" y="3098800"/>
          <p14:tracePt t="9601" x="3130550" y="3117850"/>
          <p14:tracePt t="9614" x="3117850" y="3149600"/>
          <p14:tracePt t="9630" x="3098800" y="3194050"/>
          <p14:tracePt t="9647" x="3079750" y="3213100"/>
          <p14:tracePt t="9664" x="3067050" y="3257550"/>
          <p14:tracePt t="9680" x="3060700" y="3289300"/>
          <p14:tracePt t="9697" x="3054350" y="3308350"/>
          <p14:tracePt t="9714" x="3028950" y="3371850"/>
          <p14:tracePt t="9730" x="3009900" y="3441700"/>
          <p14:tracePt t="9747" x="2990850" y="3498850"/>
          <p14:tracePt t="9763" x="2952750" y="3587750"/>
          <p14:tracePt t="9780" x="2921000" y="3670300"/>
          <p14:tracePt t="9797" x="2889250" y="3746500"/>
          <p14:tracePt t="9813" x="2882900" y="3765550"/>
          <p14:tracePt t="9830" x="2870200" y="3797300"/>
          <p14:tracePt t="9847" x="2851150" y="3841750"/>
          <p14:tracePt t="9863" x="2844800" y="3854450"/>
          <p14:tracePt t="9879" x="2838450" y="3860800"/>
          <p14:tracePt t="9896" x="2838450" y="3873500"/>
          <p14:tracePt t="9913" x="2838450" y="3879850"/>
          <p14:tracePt t="9946" x="2825750" y="3892550"/>
          <p14:tracePt t="9963" x="2806700" y="3905250"/>
          <p14:tracePt t="9980" x="2794000" y="3917950"/>
          <p14:tracePt t="10012" x="2787650" y="3937000"/>
          <p14:tracePt t="10030" x="2787650" y="3949700"/>
          <p14:tracePt t="11015" x="2787650" y="3962400"/>
          <p14:tracePt t="11022" x="2768600" y="3975100"/>
          <p14:tracePt t="11036" x="2762250" y="3987800"/>
          <p14:tracePt t="11045" x="2749550" y="4006850"/>
          <p14:tracePt t="11058" x="2743200" y="4038600"/>
          <p14:tracePt t="11075" x="2717800" y="4108450"/>
          <p14:tracePt t="11093" x="2692400" y="4210050"/>
          <p14:tracePt t="11109" x="2673350" y="4260850"/>
          <p14:tracePt t="11125" x="2654300" y="4368800"/>
          <p14:tracePt t="11143" x="2628900" y="4489450"/>
          <p14:tracePt t="11158" x="2622550" y="4540250"/>
          <p14:tracePt t="11175" x="2609850" y="4597400"/>
          <p14:tracePt t="11192" x="2584450" y="4718050"/>
          <p14:tracePt t="11208" x="2578100" y="4743450"/>
          <p14:tracePt t="11225" x="2571750" y="4762500"/>
          <p14:tracePt t="11241" x="2559050" y="4787900"/>
          <p14:tracePt t="11258" x="2552700" y="4806950"/>
          <p14:tracePt t="11275" x="2552700" y="4819650"/>
          <p14:tracePt t="11308" x="2552700" y="4826000"/>
          <p14:tracePt t="11332" x="2546350" y="4832350"/>
          <p14:tracePt t="11465" x="2552700" y="4832350"/>
          <p14:tracePt t="11520" x="2559050" y="4832350"/>
          <p14:tracePt t="12375" x="2565400" y="4851400"/>
          <p14:tracePt t="12389" x="2590800" y="4889500"/>
          <p14:tracePt t="12396" x="2603500" y="4921250"/>
          <p14:tracePt t="12410" x="2622550" y="4978400"/>
          <p14:tracePt t="12421" x="2641600" y="5048250"/>
          <p14:tracePt t="12439" x="2679700" y="5168900"/>
          <p14:tracePt t="12454" x="2698750" y="5232400"/>
          <p14:tracePt t="12471" x="2749550" y="5372100"/>
          <p14:tracePt t="12488" x="2787650" y="5492750"/>
          <p14:tracePt t="12504" x="2806700" y="5543550"/>
          <p14:tracePt t="12521" x="2851150" y="5645150"/>
          <p14:tracePt t="12537" x="2895600" y="5734050"/>
          <p14:tracePt t="12553" x="2901950" y="5784850"/>
          <p14:tracePt t="12570" x="2940050" y="5886450"/>
          <p14:tracePt t="12587" x="2952750" y="5956300"/>
          <p14:tracePt t="12603" x="2965450" y="5975350"/>
          <p14:tracePt t="12621" x="2978150" y="6026150"/>
          <p14:tracePt t="12637" x="2990850" y="6045200"/>
          <p14:tracePt t="12654" x="2997200" y="6070600"/>
          <p14:tracePt t="12670" x="2997200" y="6076950"/>
          <p14:tracePt t="12687" x="2997200" y="6083300"/>
          <p14:tracePt t="12726" x="2997200" y="6089650"/>
          <p14:tracePt t="12741" x="3003550" y="6102350"/>
          <p14:tracePt t="12753" x="3003550" y="6115050"/>
          <p14:tracePt t="12770" x="3003550" y="6140450"/>
          <p14:tracePt t="12786" x="3009900" y="6159500"/>
          <p14:tracePt t="12803" x="3009900" y="6197600"/>
          <p14:tracePt t="12820" x="3016250" y="6229350"/>
          <p14:tracePt t="12836" x="3022600" y="6242050"/>
          <p14:tracePt t="12853" x="3022600" y="6261100"/>
          <p14:tracePt t="12886" x="3028950" y="6261100"/>
          <p14:tracePt t="15941" x="3041650" y="6242050"/>
          <p14:tracePt t="15948" x="3054350" y="6216650"/>
          <p14:tracePt t="15962" x="3067050" y="6197600"/>
          <p14:tracePt t="15978" x="3079750" y="6159500"/>
          <p14:tracePt t="15991" x="3098800" y="6115050"/>
          <p14:tracePt t="16008" x="3136900" y="6032500"/>
          <p14:tracePt t="16025" x="3225800" y="5778500"/>
          <p14:tracePt t="16041" x="3340100" y="5314950"/>
          <p14:tracePt t="16058" x="3409950" y="4984750"/>
          <p14:tracePt t="16075" x="3505200" y="4311650"/>
          <p14:tracePt t="16091" x="3575050" y="3594100"/>
          <p14:tracePt t="16109" x="3587750" y="3282950"/>
          <p14:tracePt t="16125" x="3587750" y="2711450"/>
          <p14:tracePt t="16141" x="3581400" y="2495550"/>
          <p14:tracePt t="16160" x="3536950" y="2114550"/>
          <p14:tracePt t="16175" x="3530600" y="2038350"/>
          <p14:tracePt t="16191" x="3511550" y="1968500"/>
          <p14:tracePt t="16208" x="3460750" y="1847850"/>
          <p14:tracePt t="16224" x="3448050" y="1790700"/>
          <p14:tracePt t="16241" x="3397250" y="1695450"/>
          <p14:tracePt t="16258" x="3346450" y="1593850"/>
          <p14:tracePt t="16274" x="3308350" y="1555750"/>
          <p14:tracePt t="16291" x="3270250" y="1492250"/>
          <p14:tracePt t="16308" x="3244850" y="1460500"/>
          <p14:tracePt t="16324" x="3206750" y="1422400"/>
          <p14:tracePt t="16341" x="3206750" y="1409700"/>
          <p14:tracePt t="16357" x="3175000" y="1371600"/>
          <p14:tracePt t="16374" x="3143250" y="1320800"/>
          <p14:tracePt t="16391" x="3105150" y="1270000"/>
          <p14:tracePt t="16408" x="3079750" y="1238250"/>
          <p14:tracePt t="16424" x="3048000" y="1200150"/>
          <p14:tracePt t="16440" x="2946400" y="1117600"/>
          <p14:tracePt t="16457" x="2921000" y="1104900"/>
          <p14:tracePt t="16473" x="2882900" y="1085850"/>
          <p14:tracePt t="16490" x="2813050" y="1066800"/>
          <p14:tracePt t="16507" x="2730500" y="1066800"/>
          <p14:tracePt t="16525" x="2654300" y="1066800"/>
          <p14:tracePt t="16540" x="2609850" y="1073150"/>
          <p14:tracePt t="16556" x="2508250" y="1136650"/>
          <p14:tracePt t="16574" x="2400300" y="1231900"/>
          <p14:tracePt t="16590" x="2355850" y="1295400"/>
          <p14:tracePt t="16606" x="2273300" y="1492250"/>
          <p14:tracePt t="16623" x="2203450" y="1790700"/>
          <p14:tracePt t="16640" x="2178050" y="1962150"/>
          <p14:tracePt t="16657" x="2178050" y="2355850"/>
          <p14:tracePt t="16672" x="2228850" y="2819400"/>
          <p14:tracePt t="16689" x="2266950" y="3048000"/>
          <p14:tracePt t="16706" x="2324100" y="3225800"/>
          <p14:tracePt t="16723" x="2489200" y="3613150"/>
          <p14:tracePt t="16740" x="2546350" y="3721100"/>
          <p14:tracePt t="16757" x="2647950" y="3873500"/>
          <p14:tracePt t="16772" x="2673350" y="3930650"/>
          <p14:tracePt t="16789" x="2730500" y="3994150"/>
          <p14:tracePt t="16806" x="2787650" y="4038600"/>
          <p14:tracePt t="16822" x="2819400" y="4057650"/>
          <p14:tracePt t="16839" x="2870200" y="4076700"/>
          <p14:tracePt t="16855" x="2927350" y="4076700"/>
          <p14:tracePt t="16872" x="2952750" y="4070350"/>
          <p14:tracePt t="16889" x="3028950" y="4057650"/>
          <p14:tracePt t="16905" x="3098800" y="4025900"/>
          <p14:tracePt t="16922" x="3130550" y="4000500"/>
          <p14:tracePt t="16940" x="3213100" y="3949700"/>
          <p14:tracePt t="16955" x="3257550" y="3892550"/>
          <p14:tracePt t="16972" x="3340100" y="3740150"/>
          <p14:tracePt t="16988" x="3384550" y="3606800"/>
          <p14:tracePt t="17005" x="3473450" y="3270250"/>
          <p14:tracePt t="17022" x="3511550" y="3098800"/>
          <p14:tracePt t="17038" x="3530600" y="2717800"/>
          <p14:tracePt t="17055" x="3530600" y="2578100"/>
          <p14:tracePt t="17072" x="3505200" y="2311400"/>
          <p14:tracePt t="17088" x="3486150" y="2184400"/>
          <p14:tracePt t="17105" x="3467100" y="2082800"/>
          <p14:tracePt t="17122" x="3403600" y="1885950"/>
          <p14:tracePt t="17138" x="3346450" y="1727200"/>
          <p14:tracePt t="17154" x="3314700" y="1657350"/>
          <p14:tracePt t="17171" x="3276600" y="1562100"/>
          <p14:tracePt t="17188" x="3225800" y="1460500"/>
          <p14:tracePt t="17205" x="3200400" y="1416050"/>
          <p14:tracePt t="17221" x="3143250" y="1358900"/>
          <p14:tracePt t="17237" x="3098800" y="1320800"/>
          <p14:tracePt t="17255" x="3060700" y="1301750"/>
          <p14:tracePt t="17271" x="3041650" y="1295400"/>
          <p14:tracePt t="17287" x="2990850" y="1282700"/>
          <p14:tracePt t="17304" x="2940050" y="1244600"/>
          <p14:tracePt t="17321" x="2908300" y="1231900"/>
          <p14:tracePt t="17337" x="2882900" y="1225550"/>
          <p14:tracePt t="17354" x="2736850" y="1225550"/>
          <p14:tracePt t="17370" x="2686050" y="1238250"/>
          <p14:tracePt t="17387" x="2616200" y="1270000"/>
          <p14:tracePt t="17403" x="2476500" y="1377950"/>
          <p14:tracePt t="17420" x="2324100" y="1555750"/>
          <p14:tracePt t="17437" x="2203450" y="1803400"/>
          <p14:tracePt t="17453" x="2152650" y="1987550"/>
          <p14:tracePt t="17470" x="2101850" y="2374900"/>
          <p14:tracePt t="17487" x="2070100" y="2781300"/>
          <p14:tracePt t="17503" x="2095500" y="3022600"/>
          <p14:tracePt t="17520" x="2165350" y="3492500"/>
          <p14:tracePt t="17537" x="2247900" y="3898900"/>
          <p14:tracePt t="17553" x="2279650" y="4051300"/>
          <p14:tracePt t="17570" x="2349500" y="4330700"/>
          <p14:tracePt t="17586" x="2444750" y="4552950"/>
          <p14:tracePt t="17603" x="2489200" y="4648200"/>
          <p14:tracePt t="17620" x="2559050" y="4832350"/>
          <p14:tracePt t="17636" x="2647950" y="4959350"/>
          <p14:tracePt t="17652" x="2686050" y="5003800"/>
          <p14:tracePt t="17670" x="2743200" y="5080000"/>
          <p14:tracePt t="17686" x="2774950" y="5105400"/>
          <p14:tracePt t="17702" x="2806700" y="5124450"/>
          <p14:tracePt t="17719" x="2870200" y="5137150"/>
          <p14:tracePt t="17736" x="2921000" y="5137150"/>
          <p14:tracePt t="17752" x="2971800" y="5137150"/>
          <p14:tracePt t="17769" x="3092450" y="5118100"/>
          <p14:tracePt t="17785" x="3213100" y="5060950"/>
          <p14:tracePt t="17803" x="3333750" y="4953000"/>
          <p14:tracePt t="17819" x="3397250" y="4876800"/>
          <p14:tracePt t="17835" x="3486150" y="4718050"/>
          <p14:tracePt t="17852" x="3536950" y="4597400"/>
          <p14:tracePt t="17869" x="3644900" y="4171950"/>
          <p14:tracePt t="17885" x="3733800" y="3448050"/>
          <p14:tracePt t="17902" x="3778250" y="2762250"/>
          <p14:tracePt t="17918" x="3771900" y="2343150"/>
          <p14:tracePt t="17935" x="3746500" y="2146300"/>
          <p14:tracePt t="17952" x="3714750" y="1905000"/>
          <p14:tracePt t="17968" x="3695700" y="1797050"/>
          <p14:tracePt t="17986" x="3644900" y="1606550"/>
          <p14:tracePt t="18002" x="3594100" y="1466850"/>
          <p14:tracePt t="18018" x="3575050" y="1428750"/>
          <p14:tracePt t="18035" x="3543300" y="1327150"/>
          <p14:tracePt t="18051" x="3498850" y="1263650"/>
          <p14:tracePt t="18068" x="3492500" y="1244600"/>
          <p14:tracePt t="18085" x="3448050" y="1187450"/>
          <p14:tracePt t="18101" x="3371850" y="1143000"/>
          <p14:tracePt t="18117" x="3340100" y="1130300"/>
          <p14:tracePt t="18134" x="3257550" y="1130300"/>
          <p14:tracePt t="18151" x="3149600" y="1149350"/>
          <p14:tracePt t="18168" x="3054350" y="1193800"/>
          <p14:tracePt t="18184" x="2997200" y="1244600"/>
          <p14:tracePt t="18200" x="2882900" y="1397000"/>
          <p14:tracePt t="18218" x="2749550" y="1638300"/>
          <p14:tracePt t="18234" x="2686050" y="1803400"/>
          <p14:tracePt t="18250" x="2609850" y="2038350"/>
          <p14:tracePt t="18267" x="2406650" y="2933700"/>
          <p14:tracePt t="18284" x="2355850" y="3232150"/>
          <p14:tracePt t="18300" x="2343150" y="3498850"/>
          <p14:tracePt t="18317" x="2330450" y="3968750"/>
          <p14:tracePt t="18334" x="2317750" y="4394200"/>
          <p14:tracePt t="18351" x="2324100" y="4699000"/>
          <p14:tracePt t="18367" x="2324100" y="4870450"/>
          <p14:tracePt t="18383" x="2330450" y="5111750"/>
          <p14:tracePt t="18401" x="2355850" y="5327650"/>
          <p14:tracePt t="18416" x="2362200" y="5378450"/>
          <p14:tracePt t="18433" x="2387600" y="5441950"/>
          <p14:tracePt t="18450" x="2387600" y="5461000"/>
          <p14:tracePt t="18533" x="2387600" y="5454650"/>
          <p14:tracePt t="18653" x="2387600" y="5461000"/>
          <p14:tracePt t="18709" x="2393950" y="5461000"/>
          <p14:tracePt t="18723" x="2400300" y="5461000"/>
          <p14:tracePt t="18730" x="2413000" y="5448300"/>
          <p14:tracePt t="18744" x="2425700" y="5441950"/>
          <p14:tracePt t="18752" x="2438400" y="5429250"/>
          <p14:tracePt t="18766" x="2451100" y="5416550"/>
          <p14:tracePt t="18782" x="2489200" y="5378450"/>
          <p14:tracePt t="18799" x="2501900" y="5353050"/>
          <p14:tracePt t="18815" x="2546350" y="5308600"/>
          <p14:tracePt t="18832" x="2597150" y="5238750"/>
          <p14:tracePt t="18849" x="2635250" y="5181600"/>
          <p14:tracePt t="18866" x="2705100" y="5111750"/>
          <p14:tracePt t="18882" x="2736850" y="5080000"/>
          <p14:tracePt t="18899" x="2813050" y="5029200"/>
          <p14:tracePt t="18916" x="2844800" y="5016500"/>
          <p14:tracePt t="18931" x="2876550" y="5003800"/>
          <p14:tracePt t="18948" x="2933700" y="4997450"/>
          <p14:tracePt t="18965" x="3009900" y="4997450"/>
          <p14:tracePt t="18981" x="3041650" y="4997450"/>
          <p14:tracePt t="18998" x="3098800" y="4997450"/>
          <p14:tracePt t="19014" x="3136900" y="5010150"/>
          <p14:tracePt t="19031" x="3149600" y="5016500"/>
          <p14:tracePt t="19048" x="3168650" y="5041900"/>
          <p14:tracePt t="19065" x="3200400" y="5073650"/>
          <p14:tracePt t="19083" x="3219450" y="5111750"/>
          <p14:tracePt t="19098" x="3225800" y="5137150"/>
          <p14:tracePt t="19115" x="3232150" y="5162550"/>
          <p14:tracePt t="19131" x="3251200" y="5270500"/>
          <p14:tracePt t="19147" x="3251200" y="5334000"/>
          <p14:tracePt t="19164" x="3251200" y="5524500"/>
          <p14:tracePt t="19181" x="3238500" y="5715000"/>
          <p14:tracePt t="19198" x="3194050" y="5911850"/>
          <p14:tracePt t="19214" x="3168650" y="5994400"/>
          <p14:tracePt t="19231" x="3130550" y="6146800"/>
          <p14:tracePt t="19247" x="3098800" y="6292850"/>
          <p14:tracePt t="19264" x="3048000" y="6381750"/>
          <p14:tracePt t="19280" x="3009900" y="6426200"/>
          <p14:tracePt t="19297" x="2959100" y="6483350"/>
          <p14:tracePt t="19314" x="2921000" y="6521450"/>
          <p14:tracePt t="19330" x="2889250" y="6534150"/>
          <p14:tracePt t="19347" x="2851150" y="6540500"/>
          <p14:tracePt t="19364" x="2806700" y="6546850"/>
          <p14:tracePt t="19380" x="2774950" y="6559550"/>
          <p14:tracePt t="19396" x="2736850" y="6565900"/>
          <p14:tracePt t="19414" x="2673350" y="6578600"/>
          <p14:tracePt t="19430" x="2654300" y="6578600"/>
          <p14:tracePt t="19447" x="2641600" y="6578600"/>
          <p14:tracePt t="19463" x="2584450" y="6578600"/>
          <p14:tracePt t="19479" x="2571750" y="6578600"/>
          <p14:tracePt t="19497" x="2527300" y="6572250"/>
          <p14:tracePt t="19513" x="2514600" y="6565900"/>
          <p14:tracePt t="19530" x="2489200" y="6546850"/>
          <p14:tracePt t="19546" x="2451100" y="6502400"/>
          <p14:tracePt t="19562" x="2438400" y="6470650"/>
          <p14:tracePt t="19579" x="2406650" y="6394450"/>
          <p14:tracePt t="19595" x="2387600" y="6324600"/>
          <p14:tracePt t="19613" x="2381250" y="6280150"/>
          <p14:tracePt t="19630" x="2368550" y="6203950"/>
          <p14:tracePt t="19646" x="2381250" y="6121400"/>
          <p14:tracePt t="19662" x="2381250" y="6083300"/>
          <p14:tracePt t="19679" x="2406650" y="6007100"/>
          <p14:tracePt t="19696" x="2432050" y="5937250"/>
          <p14:tracePt t="19713" x="2457450" y="5899150"/>
          <p14:tracePt t="19729" x="2514600" y="5822950"/>
          <p14:tracePt t="19745" x="2578100" y="5753100"/>
          <p14:tracePt t="19763" x="2609850" y="5721350"/>
          <p14:tracePt t="19778" x="2667000" y="5664200"/>
          <p14:tracePt t="19795" x="2698750" y="5638800"/>
          <p14:tracePt t="19813" x="2787650" y="5588000"/>
          <p14:tracePt t="19829" x="2832100" y="5556250"/>
          <p14:tracePt t="19846" x="2889250" y="5530850"/>
          <p14:tracePt t="19862" x="3016250" y="5486400"/>
          <p14:tracePt t="19878" x="3124200" y="5448300"/>
          <p14:tracePt t="19895" x="3181350" y="5429250"/>
          <p14:tracePt t="19912" x="3263900" y="5397500"/>
          <p14:tracePt t="19928" x="3308350" y="5378450"/>
          <p14:tracePt t="19946" x="3397250" y="5334000"/>
          <p14:tracePt t="19961" x="3479800" y="5308600"/>
          <p14:tracePt t="19978" x="3511550" y="5302250"/>
          <p14:tracePt t="19995" x="3587750" y="5295900"/>
          <p14:tracePt t="20011" x="3619500" y="5283200"/>
          <p14:tracePt t="20029" x="3657600" y="5283200"/>
          <p14:tracePt t="20045" x="3702050" y="5295900"/>
          <p14:tracePt t="20061" x="3721100" y="5302250"/>
          <p14:tracePt t="20078" x="3740150" y="5314950"/>
          <p14:tracePt t="20094" x="3778250" y="5334000"/>
          <p14:tracePt t="20111" x="3797300" y="5359400"/>
          <p14:tracePt t="20128" x="3854450" y="5416550"/>
          <p14:tracePt t="20144" x="3924300" y="5492750"/>
          <p14:tracePt t="20161" x="3956050" y="5549900"/>
          <p14:tracePt t="20178" x="4019550" y="5727700"/>
          <p14:tracePt t="20194" x="4038600" y="5784850"/>
          <p14:tracePt t="20210" x="4044950" y="5924550"/>
          <p14:tracePt t="20227" x="4044950" y="6057900"/>
          <p14:tracePt t="20243" x="4025900" y="6108700"/>
          <p14:tracePt t="20260" x="3987800" y="6210300"/>
          <p14:tracePt t="20277" x="3917950" y="6299200"/>
          <p14:tracePt t="20294" x="3879850" y="6343650"/>
          <p14:tracePt t="20311" x="3816350" y="6407150"/>
          <p14:tracePt t="20327" x="3740150" y="6426200"/>
          <p14:tracePt t="20343" x="3702050" y="6438900"/>
          <p14:tracePt t="20360" x="3657600" y="6432550"/>
          <p14:tracePt t="20377" x="3543300" y="6419850"/>
          <p14:tracePt t="20393" x="3511550" y="6400800"/>
          <p14:tracePt t="20410" x="3435350" y="6362700"/>
          <p14:tracePt t="20427" x="3390900" y="6330950"/>
          <p14:tracePt t="20443" x="3321050" y="6286500"/>
          <p14:tracePt t="20460" x="3251200" y="6216650"/>
          <p14:tracePt t="20476" x="3219450" y="6191250"/>
          <p14:tracePt t="20494" x="3181350" y="6127750"/>
          <p14:tracePt t="20509" x="3155950" y="6057900"/>
          <p14:tracePt t="20526" x="3136900" y="6000750"/>
          <p14:tracePt t="20543" x="3130550" y="5886450"/>
          <p14:tracePt t="20559" x="3124200" y="5765800"/>
          <p14:tracePt t="20576" x="3124200" y="5702300"/>
          <p14:tracePt t="20593" x="3130550" y="5581650"/>
          <p14:tracePt t="20609" x="3162300" y="5448300"/>
          <p14:tracePt t="20627" x="3168650" y="5397500"/>
          <p14:tracePt t="20642" x="3194050" y="5314950"/>
          <p14:tracePt t="23141" x="3206750" y="5314950"/>
          <p14:tracePt t="23155" x="3232150" y="5314950"/>
          <p14:tracePt t="23162" x="3251200" y="5314950"/>
          <p14:tracePt t="23176" x="3270250" y="5314950"/>
          <p14:tracePt t="23184" x="3282950" y="5314950"/>
          <p14:tracePt t="23200" x="3302000" y="5314950"/>
          <p14:tracePt t="23217" x="3346450" y="5314950"/>
          <p14:tracePt t="23233" x="3384550" y="5314950"/>
          <p14:tracePt t="23250" x="3403600" y="5308600"/>
          <p14:tracePt t="23267" x="3448050" y="5302250"/>
          <p14:tracePt t="23283" x="3498850" y="5295900"/>
          <p14:tracePt t="23300" x="3517900" y="5283200"/>
          <p14:tracePt t="23317" x="3549650" y="5276850"/>
          <p14:tracePt t="23333" x="3568700" y="5276850"/>
          <p14:tracePt t="23350" x="3613150" y="5276850"/>
          <p14:tracePt t="23366" x="3651250" y="5270500"/>
          <p14:tracePt t="23382" x="3670300" y="5270500"/>
          <p14:tracePt t="23399" x="3721100" y="5270500"/>
          <p14:tracePt t="23416" x="3771900" y="5270500"/>
          <p14:tracePt t="23432" x="3797300" y="5270500"/>
          <p14:tracePt t="23450" x="3854450" y="5264150"/>
          <p14:tracePt t="23465" x="3898900" y="5257800"/>
          <p14:tracePt t="23482" x="3924300" y="5257800"/>
          <p14:tracePt t="23499" x="3987800" y="5245100"/>
          <p14:tracePt t="23516" x="4070350" y="5226050"/>
          <p14:tracePt t="23532" x="4121150" y="5226050"/>
          <p14:tracePt t="23549" x="4210050" y="5219700"/>
          <p14:tracePt t="23565" x="4292600" y="5207000"/>
          <p14:tracePt t="23582" x="4324350" y="5207000"/>
          <p14:tracePt t="23598" x="4368800" y="5213350"/>
          <p14:tracePt t="23615" x="4400550" y="5213350"/>
          <p14:tracePt t="23633" x="4445000" y="5213350"/>
          <p14:tracePt t="23649" x="4451350" y="5207000"/>
          <p14:tracePt t="23665" x="4457700" y="5207000"/>
          <p14:tracePt t="23682" x="4464050" y="5200650"/>
          <p14:tracePt t="23698" x="4464050" y="5194300"/>
          <p14:tracePt t="23715" x="4470400" y="5175250"/>
          <p14:tracePt t="23732" x="4476750" y="5162550"/>
          <p14:tracePt t="24498" x="4489450" y="5162550"/>
          <p14:tracePt t="24513" x="4521200" y="5168900"/>
          <p14:tracePt t="24519" x="4540250" y="5168900"/>
          <p14:tracePt t="24529" x="4559300" y="5168900"/>
          <p14:tracePt t="24546" x="4578350" y="5168900"/>
          <p14:tracePt t="24562" x="4622800" y="5175250"/>
          <p14:tracePt t="24578" x="4641850" y="5175250"/>
          <p14:tracePt t="24597" x="4686300" y="5181600"/>
          <p14:tracePt t="24612" x="4705350" y="5181600"/>
          <p14:tracePt t="24628" x="4718050" y="5181600"/>
          <p14:tracePt t="24646" x="4743450" y="5181600"/>
          <p14:tracePt t="24661" x="4762500" y="5181600"/>
          <p14:tracePt t="24679" x="4768850" y="5181600"/>
          <p14:tracePt t="24695" x="4781550" y="5181600"/>
          <p14:tracePt t="24731" x="4787900" y="5181600"/>
          <p14:tracePt t="24745" x="4794250" y="5181600"/>
          <p14:tracePt t="24947" x="4781550" y="5181600"/>
          <p14:tracePt t="24962" x="4768850" y="5187950"/>
          <p14:tracePt t="24969" x="4749800" y="5200650"/>
          <p14:tracePt t="24983" x="4718050" y="5207000"/>
          <p14:tracePt t="24994" x="4667250" y="5226050"/>
          <p14:tracePt t="25011" x="4546600" y="5264150"/>
          <p14:tracePt t="25027" x="4464050" y="5283200"/>
          <p14:tracePt t="25044" x="4318000" y="5321300"/>
          <p14:tracePt t="25061" x="4171950" y="5353050"/>
          <p14:tracePt t="25077" x="4108450" y="5372100"/>
          <p14:tracePt t="25094" x="4013200" y="5397500"/>
          <p14:tracePt t="25110" x="3956050" y="5429250"/>
          <p14:tracePt t="25127" x="3930650" y="5441950"/>
          <p14:tracePt t="25702" x="3937000" y="5441950"/>
          <p14:tracePt t="25710" x="3949700" y="5441950"/>
          <p14:tracePt t="25724" x="3968750" y="5441950"/>
          <p14:tracePt t="25731" x="3981450" y="5441950"/>
          <p14:tracePt t="25745" x="4000500" y="5441950"/>
          <p14:tracePt t="25759" x="4025900" y="5441950"/>
          <p14:tracePt t="25774" x="4057650" y="5441950"/>
          <p14:tracePt t="25791" x="4070350" y="5441950"/>
          <p14:tracePt t="25808" x="4108450" y="5441950"/>
          <p14:tracePt t="25825" x="4133850" y="5441950"/>
          <p14:tracePt t="25842" x="4152900" y="5441950"/>
          <p14:tracePt t="25858" x="4178300" y="5435600"/>
          <p14:tracePt t="25874" x="4210050" y="5435600"/>
          <p14:tracePt t="25891" x="4222750" y="5435600"/>
          <p14:tracePt t="25907" x="4241800" y="5435600"/>
          <p14:tracePt t="25924" x="4254500" y="5435600"/>
          <p14:tracePt t="25942" x="4273550" y="5435600"/>
          <p14:tracePt t="25958" x="4286250" y="5435600"/>
          <p14:tracePt t="25974" x="4292600" y="5435600"/>
          <p14:tracePt t="25991" x="4305300" y="5429250"/>
          <p14:tracePt t="26007" x="4311650" y="5429250"/>
          <p14:tracePt t="26024" x="4324350" y="5429250"/>
          <p14:tracePt t="26040" x="4343400" y="5422900"/>
          <p14:tracePt t="26057" x="4362450" y="5422900"/>
          <p14:tracePt t="26073" x="4362450" y="5416550"/>
          <p14:tracePt t="26090" x="4375150" y="5416550"/>
          <p14:tracePt t="26106" x="4394200" y="5416550"/>
          <p14:tracePt t="26124" x="4406900" y="5410200"/>
          <p14:tracePt t="26140" x="4413250" y="5410200"/>
          <p14:tracePt t="26157" x="4432300" y="5410200"/>
          <p14:tracePt t="26174" x="4445000" y="5410200"/>
          <p14:tracePt t="26190" x="4451350" y="5410200"/>
          <p14:tracePt t="26223" x="4476750" y="5403850"/>
          <p14:tracePt t="26239" x="4483100" y="5403850"/>
          <p14:tracePt t="26256" x="4495800" y="5403850"/>
          <p14:tracePt t="26259" x="4502150" y="5397500"/>
          <p14:tracePt t="26273" x="4514850" y="5397500"/>
          <p14:tracePt t="26290" x="4527550" y="5391150"/>
          <p14:tracePt t="26307" x="4552950" y="5391150"/>
          <p14:tracePt t="26323" x="4572000" y="5384800"/>
          <p14:tracePt t="26339" x="4616450" y="5378450"/>
          <p14:tracePt t="26357" x="4654550" y="5372100"/>
          <p14:tracePt t="26373" x="4679950" y="5359400"/>
          <p14:tracePt t="26391" x="4718050" y="5353050"/>
          <p14:tracePt t="26406" x="4743450" y="5340350"/>
          <p14:tracePt t="26423" x="4756150" y="5334000"/>
          <p14:tracePt t="26439" x="4768850" y="5327650"/>
          <p14:tracePt t="26456" x="4775200" y="5327650"/>
          <p14:tracePt t="26490" x="4781550" y="5327650"/>
          <p14:tracePt t="26531" x="4787900" y="5321300"/>
          <p14:tracePt t="26553" x="4794250" y="5314950"/>
          <p14:tracePt t="26979" x="4800600" y="5314950"/>
          <p14:tracePt t="26986" x="4826000" y="5308600"/>
          <p14:tracePt t="27000" x="4838700" y="5308600"/>
          <p14:tracePt t="27007" x="4857750" y="5308600"/>
          <p14:tracePt t="27023" x="4876800" y="5302250"/>
          <p14:tracePt t="27037" x="4908550" y="5302250"/>
          <p14:tracePt t="27053" x="4921250" y="5302250"/>
          <p14:tracePt t="27071" x="4940300" y="5295900"/>
          <p14:tracePt t="27087" x="4991100" y="5295900"/>
          <p14:tracePt t="27103" x="5041900" y="5283200"/>
          <p14:tracePt t="27120" x="5073650" y="5276850"/>
          <p14:tracePt t="27137" x="5092700" y="5276850"/>
          <p14:tracePt t="27153" x="5118100" y="5276850"/>
          <p14:tracePt t="27170" x="5137150" y="5276850"/>
          <p14:tracePt t="27186" x="5149850" y="5276850"/>
          <p14:tracePt t="27203" x="5156200" y="5276850"/>
          <p14:tracePt t="27219" x="5175250" y="5276850"/>
          <p14:tracePt t="27236" x="5181600" y="5276850"/>
          <p14:tracePt t="27254" x="5200650" y="5276850"/>
          <p14:tracePt t="27285" x="5207000" y="5276850"/>
          <p14:tracePt t="27303" x="5219700" y="5276850"/>
          <p14:tracePt t="27319" x="5226050" y="5276850"/>
          <p14:tracePt t="27352" x="5232400" y="5276850"/>
          <p14:tracePt t="27369" x="5238750" y="5276850"/>
          <p14:tracePt t="27408" x="5245100" y="5276850"/>
          <p14:tracePt t="27443" x="5251450" y="5276850"/>
          <p14:tracePt t="27457" x="5257800" y="5276850"/>
          <p14:tracePt t="27492" x="5264150" y="5270500"/>
          <p14:tracePt t="27864" x="5257800" y="5270500"/>
          <p14:tracePt t="27871" x="5251450" y="5270500"/>
          <p14:tracePt t="27886" x="5232400" y="5283200"/>
          <p14:tracePt t="27901" x="5187950" y="5314950"/>
          <p14:tracePt t="27917" x="5168900" y="5327650"/>
          <p14:tracePt t="27934" x="5124450" y="5353050"/>
          <p14:tracePt t="27950" x="5099050" y="5365750"/>
          <p14:tracePt t="27967" x="5060950" y="5391150"/>
          <p14:tracePt t="27984" x="5016500" y="5422900"/>
          <p14:tracePt t="28000" x="4991100" y="5429250"/>
          <p14:tracePt t="28017" x="4940300" y="5461000"/>
          <p14:tracePt t="28033" x="4876800" y="5486400"/>
          <p14:tracePt t="28050" x="4857750" y="5505450"/>
          <p14:tracePt t="28068" x="4781550" y="5543550"/>
          <p14:tracePt t="28083" x="4686300" y="5581650"/>
          <p14:tracePt t="28100" x="4641850" y="5594350"/>
          <p14:tracePt t="28117" x="4521200" y="5613400"/>
          <p14:tracePt t="28133" x="4375150" y="5645150"/>
          <p14:tracePt t="28150" x="4311650" y="5664200"/>
          <p14:tracePt t="28166" x="4210050" y="5695950"/>
          <p14:tracePt t="28183" x="4184650" y="5727700"/>
          <p14:tracePt t="28611" x="4178300" y="5727700"/>
          <p14:tracePt t="28625" x="4165600" y="5721350"/>
          <p14:tracePt t="28634" x="4152900" y="5708650"/>
          <p14:tracePt t="28647" x="4133850" y="5689600"/>
          <p14:tracePt t="28665" x="4095750" y="5670550"/>
          <p14:tracePt t="28682" x="4051300" y="5645150"/>
          <p14:tracePt t="28698" x="4032250" y="5626100"/>
          <p14:tracePt t="28714" x="4013200" y="5619750"/>
          <p14:tracePt t="28731" x="3968750" y="5594350"/>
          <p14:tracePt t="28747" x="3898900" y="5568950"/>
          <p14:tracePt t="28764" x="3879850" y="5562600"/>
          <p14:tracePt t="28781" x="3810000" y="5549900"/>
          <p14:tracePt t="28798" x="3752850" y="5549900"/>
          <p14:tracePt t="28815" x="3714750" y="5549900"/>
          <p14:tracePt t="28817" x="3683000" y="5549900"/>
          <p14:tracePt t="28831" x="3657600" y="5549900"/>
          <p14:tracePt t="28847" x="3613150" y="5556250"/>
          <p14:tracePt t="28865" x="3568700" y="5556250"/>
          <p14:tracePt t="28880" x="3543300" y="5556250"/>
          <p14:tracePt t="28897" x="3524250" y="5556250"/>
          <p14:tracePt t="28914" x="3505200" y="5549900"/>
          <p14:tracePt t="29560" x="3517900" y="5549900"/>
          <p14:tracePt t="29567" x="3530600" y="5549900"/>
          <p14:tracePt t="29581" x="3543300" y="5549900"/>
          <p14:tracePt t="29596" x="3562350" y="5549900"/>
          <p14:tracePt t="29628" x="3568700" y="5549900"/>
          <p14:tracePt t="29645" x="3581400" y="5549900"/>
          <p14:tracePt t="29661" x="3594100" y="5549900"/>
          <p14:tracePt t="29694" x="3600450" y="5549900"/>
          <p14:tracePt t="29711" x="3613150" y="5549900"/>
          <p14:tracePt t="29744" x="3625850" y="5549900"/>
          <p14:tracePt t="29761" x="3638550" y="5549900"/>
          <p14:tracePt t="29778" x="3644900" y="5549900"/>
          <p14:tracePt t="29794" x="3651250" y="5549900"/>
          <p14:tracePt t="29810" x="3663950" y="5549900"/>
          <p14:tracePt t="29827" x="3670300" y="5549900"/>
          <p14:tracePt t="29844" x="3683000" y="5549900"/>
          <p14:tracePt t="29863" x="3689350" y="5549900"/>
          <p14:tracePt t="29878" x="3714750" y="5549900"/>
          <p14:tracePt t="29894" x="3733800" y="5549900"/>
          <p14:tracePt t="29911" x="3778250" y="5549900"/>
          <p14:tracePt t="29927" x="3803650" y="5549900"/>
          <p14:tracePt t="29943" x="3860800" y="5556250"/>
          <p14:tracePt t="29961" x="3930650" y="5556250"/>
          <p14:tracePt t="29977" x="3956050" y="5556250"/>
          <p14:tracePt t="29994" x="4032250" y="5562600"/>
          <p14:tracePt t="30010" x="4114800" y="5568950"/>
          <p14:tracePt t="30026" x="4165600" y="5568950"/>
          <p14:tracePt t="30043" x="4235450" y="5568950"/>
          <p14:tracePt t="30060" x="4273550" y="5568950"/>
          <p14:tracePt t="30077" x="4292600" y="5568950"/>
          <p14:tracePt t="30094" x="4337050" y="5575300"/>
          <p14:tracePt t="30110" x="4362450" y="5575300"/>
          <p14:tracePt t="30126" x="4375150" y="5575300"/>
          <p14:tracePt t="30143" x="4387850" y="5575300"/>
          <p14:tracePt t="30159" x="4400550" y="5575300"/>
          <p14:tracePt t="30176" x="4406900" y="5575300"/>
          <p14:tracePt t="30209" x="4413250" y="5575300"/>
          <p14:tracePt t="30248" x="4419600" y="5575300"/>
          <p14:tracePt t="30255" x="4425950" y="5575300"/>
          <p14:tracePt t="30270" x="4425950" y="5568950"/>
          <p14:tracePt t="30278" x="4425950" y="5562600"/>
          <p14:tracePt t="30779" x="4438650" y="5562600"/>
          <p14:tracePt t="30793" x="4445000" y="5562600"/>
          <p14:tracePt t="30800" x="4457700" y="5562600"/>
          <p14:tracePt t="30814" x="4476750" y="5562600"/>
          <p14:tracePt t="30828" x="4489450" y="5568950"/>
          <p14:tracePt t="30843" x="4502150" y="5568950"/>
          <p14:tracePt t="30857" x="4514850" y="5575300"/>
          <p14:tracePt t="30874" x="4527550" y="5575300"/>
          <p14:tracePt t="30890" x="4578350" y="5581650"/>
          <p14:tracePt t="30906" x="4603750" y="5581650"/>
          <p14:tracePt t="30923" x="4635500" y="5588000"/>
          <p14:tracePt t="30941" x="4692650" y="5588000"/>
          <p14:tracePt t="30957" x="4724400" y="5600700"/>
          <p14:tracePt t="30973" x="4762500" y="5600700"/>
          <p14:tracePt t="30990" x="4775200" y="5600700"/>
          <p14:tracePt t="31007" x="4794250" y="5600700"/>
          <p14:tracePt t="31023" x="4813300" y="5600700"/>
          <p14:tracePt t="31040" x="4832350" y="5607050"/>
          <p14:tracePt t="31057" x="4838700" y="5607050"/>
          <p14:tracePt t="31073" x="4870450" y="5607050"/>
          <p14:tracePt t="31089" x="4883150" y="5607050"/>
          <p14:tracePt t="31106" x="4902200" y="5607050"/>
          <p14:tracePt t="31124" x="4927600" y="5613400"/>
          <p14:tracePt t="31139" x="4940300" y="5613400"/>
          <p14:tracePt t="31156" x="4984750" y="5613400"/>
          <p14:tracePt t="31173" x="5016500" y="5619750"/>
          <p14:tracePt t="31189" x="5067300" y="5626100"/>
          <p14:tracePt t="31206" x="5086350" y="5632450"/>
          <p14:tracePt t="31222" x="5105400" y="5632450"/>
          <p14:tracePt t="31239" x="5130800" y="5638800"/>
          <p14:tracePt t="31256" x="5143500" y="5638800"/>
          <p14:tracePt t="31272" x="5156200" y="5638800"/>
          <p14:tracePt t="31289" x="5162550" y="5638800"/>
          <p14:tracePt t="31334" x="5168900" y="5619750"/>
          <p14:tracePt t="31348" x="5175250" y="5588000"/>
          <p14:tracePt t="31362" x="5181600" y="5568950"/>
          <p14:tracePt t="32007" x="5187950" y="5568950"/>
          <p14:tracePt t="32015" x="5200650" y="5575300"/>
          <p14:tracePt t="32028" x="5219700" y="5575300"/>
          <p14:tracePt t="32037" x="5238750" y="5581650"/>
          <p14:tracePt t="32053" x="5257800" y="5588000"/>
          <p14:tracePt t="32071" x="5321300" y="5607050"/>
          <p14:tracePt t="32086" x="5378450" y="5619750"/>
          <p14:tracePt t="32103" x="5416550" y="5626100"/>
          <p14:tracePt t="32120" x="5461000" y="5632450"/>
          <p14:tracePt t="32136" x="5499100" y="5638800"/>
          <p14:tracePt t="32153" x="5511800" y="5645150"/>
          <p14:tracePt t="32170" x="5537200" y="5651500"/>
          <p14:tracePt t="32186" x="5549900" y="5651500"/>
          <p14:tracePt t="32202" x="5568950" y="5657850"/>
          <p14:tracePt t="32219" x="5588000" y="5657850"/>
          <p14:tracePt t="32235" x="5594350" y="5664200"/>
          <p14:tracePt t="32253" x="5600700" y="5664200"/>
          <p14:tracePt t="32269" x="5613400" y="5670550"/>
          <p14:tracePt t="32285" x="5619750" y="5670550"/>
          <p14:tracePt t="32303" x="5626100" y="5670550"/>
          <p14:tracePt t="32345" x="5632450" y="5670550"/>
          <p14:tracePt t="32387" x="5638800" y="5670550"/>
          <p14:tracePt t="32450" x="5645150" y="5670550"/>
          <p14:tracePt t="32485" x="5651500" y="5670550"/>
          <p14:tracePt t="32520" x="5657850" y="5670550"/>
          <p14:tracePt t="32548" x="5664200" y="5676900"/>
          <p14:tracePt t="32555" x="5670550" y="5676900"/>
          <p14:tracePt t="32576" x="5676900" y="5676900"/>
          <p14:tracePt t="32590" x="5676900" y="5683250"/>
          <p14:tracePt t="32600" x="5683250" y="5683250"/>
          <p14:tracePt t="32617" x="5689600" y="5683250"/>
          <p14:tracePt t="32634" x="5702300" y="5689600"/>
          <p14:tracePt t="32651" x="5727700" y="5689600"/>
          <p14:tracePt t="32668" x="5759450" y="5695950"/>
          <p14:tracePt t="32684" x="5772150" y="5695950"/>
          <p14:tracePt t="32701" x="5816600" y="5702300"/>
          <p14:tracePt t="32718" x="5861050" y="5708650"/>
          <p14:tracePt t="32734" x="5880100" y="5708650"/>
          <p14:tracePt t="32750" x="5899150" y="5708650"/>
          <p14:tracePt t="32767" x="5937250" y="5708650"/>
          <p14:tracePt t="32783" x="5949950" y="5708650"/>
          <p14:tracePt t="32803" x="5956300" y="5708650"/>
          <p14:tracePt t="32850" x="5956300" y="5702300"/>
          <p14:tracePt t="35154" x="5969000" y="5702300"/>
          <p14:tracePt t="35168" x="5988050" y="5702300"/>
          <p14:tracePt t="35176" x="6007100" y="5702300"/>
          <p14:tracePt t="35189" x="6032500" y="5702300"/>
          <p14:tracePt t="35196" x="6057900" y="5695950"/>
          <p14:tracePt t="35211" x="6102350" y="5689600"/>
          <p14:tracePt t="35225" x="6223000" y="5657850"/>
          <p14:tracePt t="35242" x="6286500" y="5638800"/>
          <p14:tracePt t="35259" x="6362700" y="5632450"/>
          <p14:tracePt t="35275" x="6559550" y="5581650"/>
          <p14:tracePt t="35292" x="6756400" y="5537200"/>
          <p14:tracePt t="35309" x="6959600" y="5505450"/>
          <p14:tracePt t="35324" x="7061200" y="5486400"/>
          <p14:tracePt t="35342" x="7219950" y="5448300"/>
          <p14:tracePt t="35358" x="7302500" y="5429250"/>
          <p14:tracePt t="35375" x="7461250" y="5378450"/>
          <p14:tracePt t="35391" x="7537450" y="5359400"/>
          <p14:tracePt t="35408" x="7708900" y="5327650"/>
          <p14:tracePt t="35425" x="7816850" y="5270500"/>
          <p14:tracePt t="35442" x="7905750" y="5238750"/>
          <p14:tracePt t="35457" x="7937500" y="5219700"/>
          <p14:tracePt t="35474" x="8001000" y="5168900"/>
          <p14:tracePt t="35491" x="8026400" y="5149850"/>
          <p14:tracePt t="35508" x="8096250" y="5080000"/>
          <p14:tracePt t="35524" x="8140700" y="5022850"/>
          <p14:tracePt t="35541" x="8159750" y="4997450"/>
          <p14:tracePt t="35558" x="8172450" y="4984750"/>
          <p14:tracePt t="35574" x="8191500" y="4972050"/>
          <p14:tracePt t="35590" x="8191500" y="4965700"/>
          <p14:tracePt t="35607" x="8197850" y="4965700"/>
          <p14:tracePt t="35640" x="8197850" y="4959350"/>
          <p14:tracePt t="35660" x="8191500" y="4953000"/>
          <p14:tracePt t="35674" x="8185150" y="4953000"/>
          <p14:tracePt t="35716" x="8172450" y="4953000"/>
          <p14:tracePt t="35730" x="8147050" y="4946650"/>
          <p14:tracePt t="35737" x="8128000" y="4946650"/>
          <p14:tracePt t="35751" x="8102600" y="4940300"/>
          <p14:tracePt t="35759" x="8058150" y="4940300"/>
          <p14:tracePt t="35773" x="8007350" y="4927600"/>
          <p14:tracePt t="35790" x="7937500" y="4908550"/>
          <p14:tracePt t="35807" x="7772400" y="4883150"/>
          <p14:tracePt t="35824" x="7531100" y="4838700"/>
          <p14:tracePt t="35840" x="7397750" y="4806950"/>
          <p14:tracePt t="35857" x="7010400" y="4718050"/>
          <p14:tracePt t="35873" x="6896100" y="4699000"/>
          <p14:tracePt t="35889" x="6769100" y="4673600"/>
          <p14:tracePt t="35906" x="6534150" y="4648200"/>
          <p14:tracePt t="35923" x="6305550" y="4635500"/>
          <p14:tracePt t="35942" x="6115050" y="4616450"/>
          <p14:tracePt t="35956" x="6026150" y="4616450"/>
          <p14:tracePt t="35972" x="5861050" y="4603750"/>
          <p14:tracePt t="35990" x="5727700" y="4584700"/>
          <p14:tracePt t="36006" x="5664200" y="4584700"/>
          <p14:tracePt t="36023" x="5537200" y="4578350"/>
          <p14:tracePt t="36040" x="5429250" y="4565650"/>
          <p14:tracePt t="36056" x="5391150" y="4565650"/>
          <p14:tracePt t="36072" x="5314950" y="4578350"/>
          <p14:tracePt t="36089" x="5257800" y="4584700"/>
          <p14:tracePt t="36105" x="5213350" y="4591050"/>
          <p14:tracePt t="36122" x="5181600" y="4603750"/>
          <p14:tracePt t="36139" x="5092700" y="4629150"/>
          <p14:tracePt t="36155" x="5060950" y="4635500"/>
          <p14:tracePt t="36174" x="5022850" y="4660900"/>
          <p14:tracePt t="36189" x="4984750" y="4679950"/>
          <p14:tracePt t="36205" x="4972050" y="4686300"/>
          <p14:tracePt t="36223" x="4953000" y="4705350"/>
          <p14:tracePt t="36238" x="4946650" y="4718050"/>
          <p14:tracePt t="36255" x="4933950" y="4749800"/>
          <p14:tracePt t="36272" x="4927600" y="4794250"/>
          <p14:tracePt t="36288" x="4927600" y="4813300"/>
          <p14:tracePt t="36305" x="4921250" y="4870450"/>
          <p14:tracePt t="36321" x="4927600" y="4927600"/>
          <p14:tracePt t="36819" x="4927600" y="4959350"/>
          <p14:tracePt t="36834" x="4927600" y="4984750"/>
          <p14:tracePt t="36841" x="4921250" y="5029200"/>
          <p14:tracePt t="36856" x="4921250" y="5067300"/>
          <p14:tracePt t="36869" x="4921250" y="5099050"/>
          <p14:tracePt t="36886" x="4914900" y="5156200"/>
          <p14:tracePt t="36903" x="4914900" y="5175250"/>
          <p14:tracePt t="36919" x="4908550" y="5207000"/>
          <p14:tracePt t="36936" x="4902200" y="5226050"/>
          <p14:tracePt t="36954" x="4902200" y="5232400"/>
          <p14:tracePt t="37023" x="4902200" y="5238750"/>
          <p14:tracePt t="37051" x="4902200" y="5251450"/>
          <p14:tracePt t="37065" x="4902200" y="5257800"/>
          <p14:tracePt t="37094" x="4902200" y="5264150"/>
          <p14:tracePt t="37100" x="4902200" y="5270500"/>
          <p14:tracePt t="37150" x="4902200" y="5276850"/>
          <p14:tracePt t="37688" x="4889500" y="5276850"/>
          <p14:tracePt t="37696" x="4870450" y="5276850"/>
          <p14:tracePt t="37703" x="4851400" y="5276850"/>
          <p14:tracePt t="37719" x="4838700" y="5276850"/>
          <p14:tracePt t="37733" x="4806950" y="5276850"/>
          <p14:tracePt t="37750" x="4775200" y="5276850"/>
          <p14:tracePt t="37767" x="4743450" y="5270500"/>
          <p14:tracePt t="37783" x="4718050" y="5264150"/>
          <p14:tracePt t="37799" x="4679950" y="5257800"/>
          <p14:tracePt t="37816" x="4622800" y="5245100"/>
          <p14:tracePt t="37833" x="4578350" y="5245100"/>
          <p14:tracePt t="37850" x="4502150" y="5245100"/>
          <p14:tracePt t="37866" x="4445000" y="5245100"/>
          <p14:tracePt t="37882" x="4419600" y="5245100"/>
          <p14:tracePt t="37900" x="4368800" y="5245100"/>
          <p14:tracePt t="37916" x="4318000" y="5245100"/>
          <p14:tracePt t="37933" x="4292600" y="5245100"/>
          <p14:tracePt t="37949" x="4241800" y="5257800"/>
          <p14:tracePt t="37966" x="4216400" y="5264150"/>
          <p14:tracePt t="37983" x="4159250" y="5270500"/>
          <p14:tracePt t="37999" x="4070350" y="5283200"/>
          <p14:tracePt t="38016" x="4032250" y="5283200"/>
          <p14:tracePt t="38033" x="3924300" y="5289550"/>
          <p14:tracePt t="38049" x="3810000" y="5289550"/>
          <p14:tracePt t="38065" x="3759200" y="5289550"/>
          <p14:tracePt t="38083" x="3670300" y="5289550"/>
          <p14:tracePt t="38099" x="3575050" y="5295900"/>
          <p14:tracePt t="38115" x="3530600" y="5308600"/>
          <p14:tracePt t="38132" x="3467100" y="5308600"/>
          <p14:tracePt t="38148" x="3403600" y="5308600"/>
          <p14:tracePt t="38165" x="3359150" y="5308600"/>
          <p14:tracePt t="38181" x="3282950" y="5308600"/>
          <p14:tracePt t="38198" x="3206750" y="5308600"/>
          <p14:tracePt t="38216" x="3155950" y="5308600"/>
          <p14:tracePt t="38231" x="3124200" y="5308600"/>
          <p14:tracePt t="38248" x="3105150" y="5321300"/>
          <p14:tracePt t="38831" x="3092450" y="5327650"/>
          <p14:tracePt t="38837" x="3073400" y="5340350"/>
          <p14:tracePt t="38852" x="3054350" y="5353050"/>
          <p14:tracePt t="38862" x="3028950" y="5359400"/>
          <p14:tracePt t="38880" x="2990850" y="5384800"/>
          <p14:tracePt t="38896" x="2978150" y="5397500"/>
          <p14:tracePt t="38913" x="2940050" y="5416550"/>
          <p14:tracePt t="38930" x="2901950" y="5429250"/>
          <p14:tracePt t="38946" x="2889250" y="5435600"/>
          <p14:tracePt t="38963" x="2844800" y="5461000"/>
          <p14:tracePt t="38978" x="2800350" y="5473700"/>
          <p14:tracePt t="38995" x="2781300" y="5480050"/>
          <p14:tracePt t="39012" x="2762250" y="5486400"/>
          <p14:tracePt t="39030" x="2736850" y="5499100"/>
          <p14:tracePt t="39045" x="2730500" y="5505450"/>
          <p14:tracePt t="39078" x="2724150" y="5505450"/>
          <p14:tracePt t="39203" x="2724150" y="5511800"/>
          <p14:tracePt t="39252" x="2724150" y="5518150"/>
          <p14:tracePt t="39350" x="2730500" y="5524500"/>
          <p14:tracePt t="39372" x="2736850" y="5524500"/>
          <p14:tracePt t="39379" x="2743200" y="5524500"/>
          <p14:tracePt t="39392" x="2743200" y="5530850"/>
          <p14:tracePt t="39400" x="2755900" y="5530850"/>
          <p14:tracePt t="39420" x="2774950" y="5537200"/>
          <p14:tracePt t="39430" x="2800350" y="5543550"/>
          <p14:tracePt t="39444" x="2825750" y="5549900"/>
          <p14:tracePt t="39461" x="2870200" y="5556250"/>
          <p14:tracePt t="39478" x="3016250" y="5588000"/>
          <p14:tracePt t="39494" x="3219450" y="5626100"/>
          <p14:tracePt t="39510" x="3365500" y="5664200"/>
          <p14:tracePt t="39527" x="3765550" y="5727700"/>
          <p14:tracePt t="39544" x="4254500" y="5784850"/>
          <p14:tracePt t="39562" x="4641850" y="5835650"/>
          <p14:tracePt t="39577" x="4806950" y="5848350"/>
          <p14:tracePt t="39593" x="5035550" y="5848350"/>
          <p14:tracePt t="39611" x="5175250" y="5848350"/>
          <p14:tracePt t="39627" x="5213350" y="5848350"/>
          <p14:tracePt t="39643" x="5245100" y="5848350"/>
          <p14:tracePt t="39660" x="5276850" y="5854700"/>
          <p14:tracePt t="39702" x="5270500" y="5854700"/>
          <p14:tracePt t="39716" x="5264150" y="5861050"/>
          <p14:tracePt t="39730" x="5257800" y="5861050"/>
          <p14:tracePt t="39746" x="5251450" y="5861050"/>
          <p14:tracePt t="39799" x="5245100" y="5861050"/>
          <p14:tracePt t="39842" x="5238750" y="5861050"/>
          <p14:tracePt t="39856" x="5232400" y="5861050"/>
          <p14:tracePt t="39863" x="5226050" y="5861050"/>
          <p14:tracePt t="39876" x="5219700" y="5861050"/>
          <p14:tracePt t="39893" x="5194300" y="5854700"/>
          <p14:tracePt t="39909" x="5175250" y="5854700"/>
          <p14:tracePt t="39926" x="5118100" y="5835650"/>
          <p14:tracePt t="39942" x="5016500" y="5810250"/>
          <p14:tracePt t="39959" x="4953000" y="5791200"/>
          <p14:tracePt t="39976" x="4819650" y="5753100"/>
          <p14:tracePt t="39992" x="4749800" y="5734050"/>
          <p14:tracePt t="40009" x="4616450" y="5702300"/>
          <p14:tracePt t="40026" x="4508500" y="5676900"/>
          <p14:tracePt t="40041" x="4483100" y="5670550"/>
          <p14:tracePt t="40058" x="4425950" y="5651500"/>
          <p14:tracePt t="40075" x="4381500" y="5651500"/>
          <p14:tracePt t="40092" x="4368800" y="5651500"/>
          <p14:tracePt t="40109" x="4343400" y="5651500"/>
          <p14:tracePt t="40124" x="4330700" y="5651500"/>
          <p14:tracePt t="40141" x="4324350" y="5651500"/>
          <p14:tracePt t="40159" x="4298950" y="5651500"/>
          <p14:tracePt t="40175" x="4286250" y="5651500"/>
          <p14:tracePt t="40191" x="4279900" y="5651500"/>
          <p14:tracePt t="40208" x="4273550" y="5651500"/>
          <p14:tracePt t="40224" x="4267200" y="5651500"/>
          <p14:tracePt t="40258" x="4260850" y="5651500"/>
          <p14:tracePt t="40355" x="4267200" y="5651500"/>
          <p14:tracePt t="40362" x="4273550" y="5651500"/>
          <p14:tracePt t="40383" x="4286250" y="5651500"/>
          <p14:tracePt t="40397" x="4298950" y="5651500"/>
          <p14:tracePt t="40408" x="4318000" y="5651500"/>
          <p14:tracePt t="40424" x="4349750" y="5651500"/>
          <p14:tracePt t="40440" x="4432300" y="5632450"/>
          <p14:tracePt t="40457" x="4559300" y="5626100"/>
          <p14:tracePt t="40475" x="4711700" y="5600700"/>
          <p14:tracePt t="40490" x="4787900" y="5600700"/>
          <p14:tracePt t="40507" x="4933950" y="5594350"/>
          <p14:tracePt t="40524" x="5060950" y="5575300"/>
          <p14:tracePt t="40540" x="5130800" y="5575300"/>
          <p14:tracePt t="40557" x="5181600" y="5575300"/>
          <p14:tracePt t="40574" x="5276850" y="5568950"/>
          <p14:tracePt t="40590" x="5295900" y="5568950"/>
          <p14:tracePt t="40608" x="5308600" y="5568950"/>
          <p14:tracePt t="40623" x="5321300" y="5568950"/>
          <p14:tracePt t="40640" x="5334000" y="5568950"/>
          <p14:tracePt t="40699" x="5334000" y="5562600"/>
          <p14:tracePt t="41893" x="5321300" y="5562600"/>
          <p14:tracePt t="41900" x="5308600" y="5568950"/>
          <p14:tracePt t="41914" x="5302250" y="5575300"/>
          <p14:tracePt t="41922" x="5283200" y="5581650"/>
          <p14:tracePt t="41936" x="5276850" y="5588000"/>
          <p14:tracePt t="41952" x="5245100" y="5600700"/>
          <p14:tracePt t="41968" x="5232400" y="5607050"/>
          <p14:tracePt t="41985" x="5194300" y="5613400"/>
          <p14:tracePt t="42002" x="5143500" y="5626100"/>
          <p14:tracePt t="42019" x="5080000" y="5651500"/>
          <p14:tracePt t="42035" x="5048250" y="5664200"/>
          <p14:tracePt t="42051" x="5016500" y="5683250"/>
          <p14:tracePt t="42069" x="4946650" y="5715000"/>
          <p14:tracePt t="42085" x="4914900" y="5727700"/>
          <p14:tracePt t="42102" x="4883150" y="5746750"/>
          <p14:tracePt t="42118" x="4838700" y="5772150"/>
          <p14:tracePt t="42134" x="4787900" y="5797550"/>
          <p14:tracePt t="42152" x="4775200" y="5816600"/>
          <p14:tracePt t="42168" x="4749800" y="5835650"/>
          <p14:tracePt t="42184" x="4730750" y="5861050"/>
          <p14:tracePt t="42202" x="4730750" y="5873750"/>
          <p14:tracePt t="42219" x="4730750" y="5905500"/>
          <p14:tracePt t="42725" x="4711700" y="5918200"/>
          <p14:tracePt t="42732" x="4699000" y="5930900"/>
          <p14:tracePt t="42746" x="4686300" y="5937250"/>
          <p14:tracePt t="42753" x="4679950" y="5943600"/>
          <p14:tracePt t="42769" x="4679950" y="5949950"/>
          <p14:tracePt t="42782" x="4673600" y="5956300"/>
          <p14:tracePt t="42816" x="4660900" y="5962650"/>
          <p14:tracePt t="42832" x="4641850" y="5969000"/>
          <p14:tracePt t="42849" x="4603750" y="5969000"/>
          <p14:tracePt t="42866" x="4552950" y="5981700"/>
          <p14:tracePt t="42882" x="4521200" y="5988050"/>
          <p14:tracePt t="42899" x="4464050" y="6000750"/>
          <p14:tracePt t="42915" x="4406900" y="6007100"/>
          <p14:tracePt t="42932" x="4375150" y="6019800"/>
          <p14:tracePt t="42949" x="4292600" y="6026150"/>
          <p14:tracePt t="42965" x="4178300" y="6032500"/>
          <p14:tracePt t="42982" x="4102100" y="6032500"/>
          <p14:tracePt t="42999" x="3937000" y="6032500"/>
          <p14:tracePt t="43015" x="3771900" y="6032500"/>
          <p14:tracePt t="43032" x="3689350" y="6045200"/>
          <p14:tracePt t="43049" x="3486150" y="6064250"/>
          <p14:tracePt t="43065" x="3308350" y="6096000"/>
          <p14:tracePt t="43081" x="3225800" y="6115050"/>
          <p14:tracePt t="43098" x="3092450" y="6153150"/>
          <p14:tracePt t="43115" x="3048000" y="6172200"/>
          <p14:tracePt t="43133" x="2978150" y="6178550"/>
          <p14:tracePt t="43147" x="2959100" y="6178550"/>
          <p14:tracePt t="43164" x="2946400" y="6178550"/>
          <p14:tracePt t="43182" x="2946400" y="6159500"/>
          <p14:tracePt t="43859" x="2952750" y="6159500"/>
          <p14:tracePt t="43866" x="2959100" y="6159500"/>
          <p14:tracePt t="43881" x="2971800" y="6159500"/>
          <p14:tracePt t="43901" x="2984500" y="6159500"/>
          <p14:tracePt t="43911" x="3003550" y="6159500"/>
          <p14:tracePt t="43929" x="3016250" y="6159500"/>
          <p14:tracePt t="43945" x="3060700" y="6159500"/>
          <p14:tracePt t="43962" x="3098800" y="6165850"/>
          <p14:tracePt t="43979" x="3168650" y="6172200"/>
          <p14:tracePt t="43995" x="3213100" y="6191250"/>
          <p14:tracePt t="44011" x="3295650" y="6203950"/>
          <p14:tracePt t="44028" x="3390900" y="6223000"/>
          <p14:tracePt t="44044" x="3441700" y="6229350"/>
          <p14:tracePt t="44062" x="3536950" y="6242050"/>
          <p14:tracePt t="44078" x="3606800" y="6254750"/>
          <p14:tracePt t="44094" x="3644900" y="6254750"/>
          <p14:tracePt t="44112" x="3740150" y="6273800"/>
          <p14:tracePt t="44128" x="3848100" y="6280150"/>
          <p14:tracePt t="44144" x="3898900" y="6292850"/>
          <p14:tracePt t="44161" x="3994150" y="6299200"/>
          <p14:tracePt t="44178" x="4032250" y="6299200"/>
          <p14:tracePt t="44194" x="4076700" y="6299200"/>
          <p14:tracePt t="44211" x="4114800" y="6299200"/>
          <p14:tracePt t="44228" x="4121150" y="6299200"/>
          <p14:tracePt t="44244" x="4146550" y="6299200"/>
          <p14:tracePt t="44260" x="4165600" y="6299200"/>
          <p14:tracePt t="44277" x="4171950" y="6299200"/>
          <p14:tracePt t="44294" x="4178300" y="6299200"/>
          <p14:tracePt t="44407" x="4178300" y="6305550"/>
          <p14:tracePt t="45633" x="4171950" y="6311900"/>
          <p14:tracePt t="45647" x="4165600" y="6318250"/>
          <p14:tracePt t="45654" x="4159250" y="6318250"/>
          <p14:tracePt t="45661" x="4159250" y="6324600"/>
          <p14:tracePt t="45675" x="4152900" y="6330950"/>
          <p14:tracePt t="45690" x="4146550" y="6337300"/>
          <p14:tracePt t="45705" x="4140200" y="6350000"/>
          <p14:tracePt t="45723" x="4133850" y="6350000"/>
          <p14:tracePt t="45739" x="4127500" y="6356350"/>
          <p14:tracePt t="45755" x="4121150" y="6362700"/>
          <p14:tracePt t="45788" x="4121150" y="6369050"/>
          <p14:tracePt t="45805" x="4108450" y="6381750"/>
          <p14:tracePt t="45838" x="4102100" y="6381750"/>
          <p14:tracePt t="45855" x="4102100" y="6388100"/>
          <p14:tracePt t="45872" x="4089400" y="6394450"/>
          <p14:tracePt t="45914" x="4083050" y="6394450"/>
          <p14:tracePt t="45942" x="4076700" y="6394450"/>
          <p14:tracePt t="45963" x="4070350" y="6400800"/>
          <p14:tracePt t="45984" x="4064000" y="6400800"/>
          <p14:tracePt t="45998" x="4057650" y="6400800"/>
          <p14:tracePt t="46007" x="4057650" y="6407150"/>
          <p14:tracePt t="46022" x="4051300" y="6407150"/>
          <p14:tracePt t="46038" x="4044950" y="6407150"/>
          <p14:tracePt t="46054" x="4032250" y="6413500"/>
          <p14:tracePt t="46071" x="4019550" y="6413500"/>
          <p14:tracePt t="46088" x="3994150" y="6413500"/>
          <p14:tracePt t="46104" x="3962400" y="6419850"/>
          <p14:tracePt t="46121" x="3943350" y="6419850"/>
          <p14:tracePt t="46139" x="3898900" y="6426200"/>
          <p14:tracePt t="46154" x="3867150" y="6426200"/>
          <p14:tracePt t="46171" x="3841750" y="6426200"/>
          <p14:tracePt t="46188" x="3784600" y="6426200"/>
          <p14:tracePt t="46204" x="3733800" y="6426200"/>
          <p14:tracePt t="46221" x="3714750" y="6426200"/>
          <p14:tracePt t="46237" x="3663950" y="6426200"/>
          <p14:tracePt t="46254" x="3644900" y="6432550"/>
          <p14:tracePt t="46270" x="3619500" y="6432550"/>
          <p14:tracePt t="46287" x="3600450" y="6432550"/>
          <p14:tracePt t="46303" x="3594100" y="6438900"/>
          <p14:tracePt t="46321" x="3587750" y="6438900"/>
          <p14:tracePt t="46336" x="3581400" y="6438900"/>
          <p14:tracePt t="46353" x="3575050" y="6438900"/>
          <p14:tracePt t="46664" x="3581400" y="6438900"/>
          <p14:tracePt t="46679" x="3594100" y="6438900"/>
          <p14:tracePt t="46700" x="3613150" y="6438900"/>
          <p14:tracePt t="46707" x="3638550" y="6438900"/>
          <p14:tracePt t="46719" x="3657600" y="6438900"/>
          <p14:tracePt t="46736" x="3721100" y="6438900"/>
          <p14:tracePt t="46752" x="3759200" y="6438900"/>
          <p14:tracePt t="46769" x="3816350" y="6438900"/>
          <p14:tracePt t="46785" x="3930650" y="6445250"/>
          <p14:tracePt t="46802" x="3975100" y="6445250"/>
          <p14:tracePt t="46819" x="4000500" y="6445250"/>
          <p14:tracePt t="46835" x="4051300" y="6445250"/>
          <p14:tracePt t="46852" x="4089400" y="6445250"/>
          <p14:tracePt t="46869" x="4108450" y="6445250"/>
          <p14:tracePt t="46885" x="4133850" y="6445250"/>
          <p14:tracePt t="46901" x="4159250" y="6445250"/>
          <p14:tracePt t="46918" x="4165600" y="6438900"/>
          <p14:tracePt t="46935" x="4171950" y="6438900"/>
          <p14:tracePt t="46969" x="4178300" y="6438900"/>
          <p14:tracePt t="47009" x="4184650" y="6438900"/>
          <p14:tracePt t="47122" x="4191000" y="6438900"/>
          <p14:tracePt t="47136" x="4197350" y="6438900"/>
          <p14:tracePt t="47150" x="4203700" y="6438900"/>
          <p14:tracePt t="47171" x="4210050" y="6438900"/>
          <p14:tracePt t="47178" x="4216400" y="6438900"/>
          <p14:tracePt t="47192" x="4222750" y="6438900"/>
          <p14:tracePt t="47200" x="4235450" y="6438900"/>
          <p14:tracePt t="47217" x="4260850" y="6438900"/>
          <p14:tracePt t="47234" x="4318000" y="6438900"/>
          <p14:tracePt t="47250" x="4394200" y="6438900"/>
          <p14:tracePt t="47267" x="4457700" y="6438900"/>
          <p14:tracePt t="47284" x="4578350" y="6426200"/>
          <p14:tracePt t="47300" x="4692650" y="6407150"/>
          <p14:tracePt t="47317" x="4743450" y="6407150"/>
          <p14:tracePt t="47334" x="4819650" y="6394450"/>
          <p14:tracePt t="47350" x="4876800" y="6388100"/>
          <p14:tracePt t="47367" x="4908550" y="6388100"/>
          <p14:tracePt t="47383" x="4921250" y="6388100"/>
          <p14:tracePt t="47400" x="4933950" y="6388100"/>
          <p14:tracePt t="47418" x="4946650" y="6388100"/>
          <p14:tracePt t="47459" x="4953000" y="6388100"/>
          <p14:tracePt t="47473" x="4953000" y="6394450"/>
          <p14:tracePt t="47482" x="4959350" y="6394450"/>
          <p14:tracePt t="47499" x="4965700" y="6394450"/>
          <p14:tracePt t="57006" x="4914900" y="6356350"/>
          <p14:tracePt t="57020" x="4857750" y="6286500"/>
          <p14:tracePt t="57027" x="4794250" y="6229350"/>
          <p14:tracePt t="57041" x="4711700" y="6165850"/>
          <p14:tracePt t="57049" x="4629150" y="6102350"/>
          <p14:tracePt t="57066" x="4533900" y="6032500"/>
          <p14:tracePt t="57084" x="4362450" y="5905500"/>
          <p14:tracePt t="57100" x="4171950" y="5778500"/>
          <p14:tracePt t="57117" x="4076700" y="5727700"/>
          <p14:tracePt t="57120" x="3968750" y="5670550"/>
          <p14:tracePt t="57134" x="3892550" y="5632450"/>
          <p14:tracePt t="57149" x="3740150" y="5575300"/>
          <p14:tracePt t="57166" x="3689350" y="5556250"/>
          <p14:tracePt t="57182" x="3613150" y="5530850"/>
          <p14:tracePt t="57199" x="3594100" y="5524500"/>
          <p14:tracePt t="57218" x="3556000" y="5524500"/>
          <p14:tracePt t="57232" x="3549650" y="5518150"/>
          <p14:tracePt t="57266" x="3536950" y="5505450"/>
          <p14:tracePt t="57282" x="3511550" y="5486400"/>
          <p14:tracePt t="57315" x="3486150" y="5467350"/>
          <p14:tracePt t="57333" x="3454400" y="5454650"/>
          <p14:tracePt t="57349" x="3441700" y="5441950"/>
          <p14:tracePt t="57365" x="3422650" y="5422900"/>
          <p14:tracePt t="57382" x="3403600" y="5397500"/>
          <p14:tracePt t="57399" x="3384550" y="5384800"/>
          <p14:tracePt t="57415" x="3384550" y="5378450"/>
          <p14:tracePt t="57432" x="3378200" y="5365750"/>
          <p14:tracePt t="57540" x="3384550" y="5365750"/>
          <p14:tracePt t="57554" x="3390900" y="5372100"/>
          <p14:tracePt t="57561" x="3397250" y="5378450"/>
          <p14:tracePt t="57568" x="3403600" y="5378450"/>
          <p14:tracePt t="57584" x="3409950" y="5384800"/>
          <p14:tracePt t="57598" x="3422650" y="5391150"/>
          <p14:tracePt t="57614" x="3435350" y="5410200"/>
          <p14:tracePt t="57632" x="3473450" y="5441950"/>
          <p14:tracePt t="57647" x="3486150" y="5467350"/>
          <p14:tracePt t="57664" x="3511550" y="5486400"/>
          <p14:tracePt t="57681" x="3556000" y="5549900"/>
          <p14:tracePt t="57697" x="3606800" y="5619750"/>
          <p14:tracePt t="57714" x="3632200" y="5651500"/>
          <p14:tracePt t="57730" x="3695700" y="5753100"/>
          <p14:tracePt t="57747" x="3721100" y="5784850"/>
          <p14:tracePt t="57765" x="3771900" y="5873750"/>
          <p14:tracePt t="57780" x="3803650" y="5930900"/>
          <p14:tracePt t="57797" x="3873500" y="6051550"/>
          <p14:tracePt t="57814" x="3949700" y="6191250"/>
          <p14:tracePt t="57830" x="3975100" y="6248400"/>
          <p14:tracePt t="57847" x="4025900" y="6324600"/>
          <p14:tracePt t="57864" x="4057650" y="6369050"/>
          <p14:tracePt t="57880" x="4070350" y="6381750"/>
          <p14:tracePt t="57897" x="4076700" y="6388100"/>
          <p14:tracePt t="57913" x="4083050" y="6388100"/>
          <p14:tracePt t="58024" x="4089400" y="6381750"/>
          <p14:tracePt t="58046" x="4089400" y="6375400"/>
          <p14:tracePt t="58052" x="4089400" y="6369050"/>
          <p14:tracePt t="58062" x="4089400" y="6362700"/>
          <p14:tracePt t="58080" x="4089400" y="6356350"/>
          <p14:tracePt t="58096" x="4095750" y="635000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991600" cy="46482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600" b="1" dirty="0">
                <a:solidFill>
                  <a:srgbClr val="006600"/>
                </a:solidFill>
              </a:rPr>
              <a:t>Inheritance (</a:t>
            </a:r>
            <a:r>
              <a:rPr lang="zh-TW" altLang="en-US" sz="3200" dirty="0"/>
              <a:t>繼承</a:t>
            </a:r>
            <a:r>
              <a:rPr lang="en-US" altLang="en-US" sz="3600" b="1" dirty="0">
                <a:solidFill>
                  <a:srgbClr val="006600"/>
                </a:solidFill>
              </a:rPr>
              <a:t>): </a:t>
            </a:r>
            <a:r>
              <a:rPr lang="en-US" altLang="en-US" sz="3200" spc="-40" dirty="0">
                <a:solidFill>
                  <a:schemeClr val="tx1"/>
                </a:solidFill>
              </a:rPr>
              <a:t>Whe</a:t>
            </a:r>
            <a:r>
              <a:rPr lang="en-US" altLang="en-US" sz="3200" spc="-10" dirty="0">
                <a:solidFill>
                  <a:schemeClr val="tx1"/>
                </a:solidFill>
              </a:rPr>
              <a:t>n the</a:t>
            </a:r>
            <a:r>
              <a:rPr lang="en-US" altLang="en-US" sz="3200" dirty="0">
                <a:solidFill>
                  <a:schemeClr val="tx1"/>
                </a:solidFill>
              </a:rPr>
              <a:t> methods of a base class are accessible (</a:t>
            </a:r>
            <a:r>
              <a:rPr lang="en-US" altLang="en-US" sz="3200" i="1" dirty="0" err="1">
                <a:solidFill>
                  <a:schemeClr val="tx1"/>
                </a:solidFill>
              </a:rPr>
              <a:t>ie</a:t>
            </a:r>
            <a:r>
              <a:rPr lang="en-US" altLang="en-US" sz="3200" dirty="0">
                <a:solidFill>
                  <a:schemeClr val="tx1"/>
                </a:solidFill>
              </a:rPr>
              <a:t> inherited) by instances of the class derived from it.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6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3200" dirty="0"/>
              <a:t>多型</a:t>
            </a:r>
            <a:r>
              <a:rPr lang="en-US" altLang="en-US" sz="3600" b="1" dirty="0">
                <a:solidFill>
                  <a:srgbClr val="006600"/>
                </a:solidFill>
              </a:rPr>
              <a:t>): </a:t>
            </a:r>
            <a:r>
              <a:rPr lang="en-US" altLang="en-US" sz="3200" spc="-20" dirty="0">
                <a:solidFill>
                  <a:schemeClr val="tx1"/>
                </a:solidFill>
              </a:rPr>
              <a:t>When a derived</a:t>
            </a:r>
            <a:r>
              <a:rPr lang="en-US" altLang="en-US" sz="3200" dirty="0">
                <a:solidFill>
                  <a:schemeClr val="tx1"/>
                </a:solidFill>
              </a:rPr>
              <a:t> class</a:t>
            </a:r>
            <a:r>
              <a:rPr lang="en-US" altLang="en-US" sz="3200" spc="-20" dirty="0">
                <a:solidFill>
                  <a:schemeClr val="tx1"/>
                </a:solidFill>
              </a:rPr>
              <a:t> redefines the methods it inherited</a:t>
            </a:r>
            <a:r>
              <a:rPr lang="en-US" altLang="en-US" sz="3200" dirty="0">
                <a:solidFill>
                  <a:schemeClr val="tx1"/>
                </a:solidFill>
              </a:rPr>
              <a:t>.</a:t>
            </a:r>
          </a:p>
          <a:p>
            <a:pPr indent="0" eaLnBrk="1" hangingPunct="1">
              <a:lnSpc>
                <a:spcPct val="96000"/>
              </a:lnSpc>
              <a:buClr>
                <a:schemeClr val="bg1"/>
              </a:buClr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Consider a base class “shape”, with derived classes “circle”, “rectangle”, and “triangle”: </a:t>
            </a:r>
          </a:p>
          <a:p>
            <a:pPr lvl="1" eaLnBrk="1" hangingPunct="1">
              <a:lnSpc>
                <a:spcPct val="96000"/>
              </a:lnSpc>
            </a:pPr>
            <a:r>
              <a:rPr lang="en-US" altLang="en-US" sz="3000" dirty="0">
                <a:solidFill>
                  <a:srgbClr val="FF0000"/>
                </a:solidFill>
              </a:rPr>
              <a:t>Polymorphism lets you define different methods to calculate the area() for each derived class.</a:t>
            </a:r>
            <a:br>
              <a:rPr lang="en-US" altLang="en-US" sz="3000" dirty="0">
                <a:solidFill>
                  <a:srgbClr val="FF0000"/>
                </a:solidFill>
              </a:rPr>
            </a:br>
            <a:r>
              <a:rPr lang="en-US" altLang="en-US" sz="3000" dirty="0">
                <a:solidFill>
                  <a:srgbClr val="FF0000"/>
                </a:solidFill>
              </a:rPr>
              <a:t>(</a:t>
            </a:r>
            <a:r>
              <a:rPr lang="en-US" altLang="en-US" sz="3000" dirty="0" err="1">
                <a:solidFill>
                  <a:srgbClr val="FF0000"/>
                </a:solidFill>
              </a:rPr>
              <a:t>i</a:t>
            </a:r>
            <a:r>
              <a:rPr lang="en-US" altLang="en-US" sz="3000" spc="-200" dirty="0" err="1">
                <a:solidFill>
                  <a:srgbClr val="FF0000"/>
                </a:solidFill>
              </a:rPr>
              <a:t>e</a:t>
            </a:r>
            <a:r>
              <a:rPr lang="en-US" altLang="en-US" sz="3000" dirty="0">
                <a:solidFill>
                  <a:srgbClr val="FF0000"/>
                </a:solidFill>
              </a:rPr>
              <a:t>, circle</a:t>
            </a:r>
            <a:r>
              <a:rPr lang="en-US" altLang="en-US" sz="3000" spc="-200" dirty="0">
                <a:solidFill>
                  <a:srgbClr val="FF0000"/>
                </a:solidFill>
              </a:rPr>
              <a:t>s: </a:t>
            </a:r>
            <a:r>
              <a:rPr lang="en-US" altLang="en-US" sz="3000" i="1" spc="100" dirty="0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  <a:r>
              <a:rPr lang="en-US" altLang="en-US" sz="3000" i="1" spc="100" dirty="0">
                <a:solidFill>
                  <a:srgbClr val="FF0000"/>
                </a:solidFill>
              </a:rPr>
              <a:t>r</a:t>
            </a:r>
            <a:r>
              <a:rPr lang="en-US" altLang="en-US" sz="3000" i="1" spc="-600" baseline="30000" dirty="0">
                <a:solidFill>
                  <a:srgbClr val="FF0000"/>
                </a:solidFill>
              </a:rPr>
              <a:t>2</a:t>
            </a:r>
            <a:r>
              <a:rPr lang="en-US" altLang="en-US" sz="3000" dirty="0">
                <a:solidFill>
                  <a:srgbClr val="FF0000"/>
                </a:solidFill>
              </a:rPr>
              <a:t>, rectangle</a:t>
            </a:r>
            <a:r>
              <a:rPr lang="en-US" altLang="en-US" sz="3000" spc="-200" dirty="0">
                <a:solidFill>
                  <a:srgbClr val="FF0000"/>
                </a:solidFill>
              </a:rPr>
              <a:t>s:</a:t>
            </a:r>
            <a:r>
              <a:rPr lang="en-US" altLang="en-US" sz="3000" dirty="0">
                <a:solidFill>
                  <a:srgbClr val="FF0000"/>
                </a:solidFill>
              </a:rPr>
              <a:t> </a:t>
            </a:r>
            <a:r>
              <a:rPr lang="en-US" altLang="en-US" sz="3000" i="1" spc="-500" dirty="0" err="1">
                <a:solidFill>
                  <a:srgbClr val="FF0000"/>
                </a:solidFill>
              </a:rPr>
              <a:t>b</a:t>
            </a:r>
            <a:r>
              <a:rPr lang="en-US" altLang="en-US" sz="3000" spc="-500" dirty="0" err="1">
                <a:solidFill>
                  <a:srgbClr val="FF0000"/>
                </a:solidFill>
              </a:rPr>
              <a:t>×</a:t>
            </a:r>
            <a:r>
              <a:rPr lang="en-US" altLang="en-US" sz="3000" i="1" spc="-200" dirty="0" err="1">
                <a:solidFill>
                  <a:srgbClr val="FF0000"/>
                </a:solidFill>
              </a:rPr>
              <a:t>h</a:t>
            </a:r>
            <a:r>
              <a:rPr lang="en-US" altLang="en-US" sz="3000" dirty="0">
                <a:solidFill>
                  <a:srgbClr val="FF0000"/>
                </a:solidFill>
              </a:rPr>
              <a:t>, triangle</a:t>
            </a:r>
            <a:r>
              <a:rPr lang="en-US" altLang="en-US" sz="3000" spc="-200" dirty="0">
                <a:solidFill>
                  <a:srgbClr val="FF0000"/>
                </a:solidFill>
              </a:rPr>
              <a:t>s: </a:t>
            </a:r>
            <a:r>
              <a:rPr lang="en-US" altLang="en-US" sz="3000" spc="-200" dirty="0">
                <a:solidFill>
                  <a:srgbClr val="FF0000"/>
                </a:solidFill>
                <a:latin typeface="Arial Narrow" panose="020B0606020202030204" pitchFamily="34" charset="0"/>
              </a:rPr>
              <a:t>½ </a:t>
            </a:r>
            <a:r>
              <a:rPr lang="en-US" altLang="en-US" sz="3000" i="1" spc="-500" dirty="0" err="1">
                <a:solidFill>
                  <a:srgbClr val="FF0000"/>
                </a:solidFill>
              </a:rPr>
              <a:t>b</a:t>
            </a:r>
            <a:r>
              <a:rPr lang="en-US" altLang="en-US" sz="3000" spc="-500" dirty="0" err="1">
                <a:solidFill>
                  <a:srgbClr val="FF0000"/>
                </a:solidFill>
              </a:rPr>
              <a:t>×</a:t>
            </a:r>
            <a:r>
              <a:rPr lang="en-US" altLang="en-US" sz="3000" i="1" dirty="0" err="1">
                <a:solidFill>
                  <a:srgbClr val="FF0000"/>
                </a:solidFill>
              </a:rPr>
              <a:t>h</a:t>
            </a:r>
            <a:r>
              <a:rPr lang="en-US" altLang="en-US" sz="3000" dirty="0">
                <a:solidFill>
                  <a:srgbClr val="FF0000"/>
                </a:solidFill>
              </a:rPr>
              <a:t>)</a:t>
            </a:r>
          </a:p>
          <a:p>
            <a:pPr lvl="2" eaLnBrk="1" hangingPunct="1">
              <a:lnSpc>
                <a:spcPct val="96000"/>
              </a:lnSpc>
            </a:pPr>
            <a:r>
              <a:rPr lang="en-US" altLang="en-US" sz="2800" dirty="0">
                <a:solidFill>
                  <a:srgbClr val="FF0000"/>
                </a:solidFill>
              </a:rPr>
              <a:t>No matter what shape an object is, applying the area() method will return the correct result.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 Concepts of OOP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45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819"/>
    </mc:Choice>
    <mc:Fallback xmlns="">
      <p:transition spd="slow" advTm="1588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26" x="4095750" y="6330950"/>
          <p14:tracePt t="1139" x="4102100" y="6299200"/>
          <p14:tracePt t="1146" x="4102100" y="6261100"/>
          <p14:tracePt t="1161" x="4108450" y="6210300"/>
          <p14:tracePt t="1169" x="4121150" y="6153150"/>
          <p14:tracePt t="1186" x="4127500" y="6076950"/>
          <p14:tracePt t="1204" x="4140200" y="5911850"/>
          <p14:tracePt t="1219" x="4171950" y="5702300"/>
          <p14:tracePt t="1236" x="4191000" y="5588000"/>
          <p14:tracePt t="1253" x="4210050" y="5359400"/>
          <p14:tracePt t="1270" x="4229100" y="5092700"/>
          <p14:tracePt t="1285" x="4241800" y="4978400"/>
          <p14:tracePt t="1303" x="4254500" y="4749800"/>
          <p14:tracePt t="1319" x="4260850" y="4533900"/>
          <p14:tracePt t="1337" x="4260850" y="4343400"/>
          <p14:tracePt t="1352" x="4248150" y="4267200"/>
          <p14:tracePt t="1369" x="4241800" y="4178300"/>
          <p14:tracePt t="1386" x="4216400" y="3867150"/>
          <p14:tracePt t="1402" x="4210050" y="3765550"/>
          <p14:tracePt t="1419" x="4210050" y="3663950"/>
          <p14:tracePt t="1436" x="4191000" y="3448050"/>
          <p14:tracePt t="1452" x="4165600" y="3244850"/>
          <p14:tracePt t="1471" x="4146550" y="3067050"/>
          <p14:tracePt t="1485" x="4127500" y="2971800"/>
          <p14:tracePt t="1502" x="4108450" y="2844800"/>
          <p14:tracePt t="1519" x="4102100" y="2711450"/>
          <p14:tracePt t="1535" x="4102100" y="2622550"/>
          <p14:tracePt t="1552" x="4076700" y="2444750"/>
          <p14:tracePt t="1569" x="4051300" y="2273300"/>
          <p14:tracePt t="1585" x="4038600" y="2197100"/>
          <p14:tracePt t="1602" x="4019550" y="2076450"/>
          <p14:tracePt t="1619" x="3994150" y="1968500"/>
          <p14:tracePt t="1635" x="3987800" y="1930400"/>
          <p14:tracePt t="1652" x="3975100" y="1885950"/>
          <p14:tracePt t="1667" x="3962400" y="1816100"/>
          <p14:tracePt t="1685" x="3962400" y="1797050"/>
          <p14:tracePt t="1702" x="3956050" y="1771650"/>
          <p14:tracePt t="1718" x="3956050" y="1765300"/>
          <p14:tracePt t="1734" x="3949700" y="1727200"/>
          <p14:tracePt t="1752" x="3937000" y="1682750"/>
          <p14:tracePt t="1768" x="3924300" y="1663700"/>
          <p14:tracePt t="1784" x="3898900" y="1600200"/>
          <p14:tracePt t="1801" x="3867150" y="1530350"/>
          <p14:tracePt t="1817" x="3848100" y="1498600"/>
          <p14:tracePt t="1835" x="3829050" y="1435100"/>
          <p14:tracePt t="1851" x="3803650" y="1397000"/>
          <p14:tracePt t="1867" x="3790950" y="1377950"/>
          <p14:tracePt t="1885" x="3784600" y="1352550"/>
          <p14:tracePt t="1901" x="3778250" y="1339850"/>
          <p14:tracePt t="2080" x="3778250" y="1346200"/>
          <p14:tracePt t="2123" x="3778250" y="1352550"/>
          <p14:tracePt t="2144" x="3778250" y="1365250"/>
          <p14:tracePt t="2151" x="3778250" y="1371600"/>
          <p14:tracePt t="2172" x="3784600" y="1384300"/>
          <p14:tracePt t="2179" x="3803650" y="1403350"/>
          <p14:tracePt t="2193" x="3822700" y="1422400"/>
          <p14:tracePt t="2202" x="3848100" y="1466850"/>
          <p14:tracePt t="2216" x="3886200" y="1517650"/>
          <p14:tracePt t="2232" x="3975100" y="1631950"/>
          <p14:tracePt t="2250" x="4083050" y="1746250"/>
          <p14:tracePt t="2266" x="4140200" y="1809750"/>
          <p14:tracePt t="2283" x="4191000" y="1879600"/>
          <p14:tracePt t="2300" x="4387850" y="2025650"/>
          <p14:tracePt t="2316" x="4457700" y="2063750"/>
          <p14:tracePt t="2332" x="4527550" y="2108200"/>
          <p14:tracePt t="2349" x="4641850" y="2159000"/>
          <p14:tracePt t="2366" x="4724400" y="2178050"/>
          <p14:tracePt t="2383" x="4806950" y="2197100"/>
          <p14:tracePt t="2399" x="4845050" y="2197100"/>
          <p14:tracePt t="2415" x="4914900" y="2190750"/>
          <p14:tracePt t="2433" x="4965700" y="2184400"/>
          <p14:tracePt t="2449" x="4991100" y="2178050"/>
          <p14:tracePt t="2465" x="5035550" y="2171700"/>
          <p14:tracePt t="2482" x="5067300" y="2165350"/>
          <p14:tracePt t="2499" x="5086350" y="2159000"/>
          <p14:tracePt t="2515" x="5111750" y="2139950"/>
          <p14:tracePt t="2531" x="5130800" y="2127250"/>
          <p14:tracePt t="2548" x="5137150" y="2114550"/>
          <p14:tracePt t="2566" x="5156200" y="2095500"/>
          <p14:tracePt t="2581" x="5168900" y="2076450"/>
          <p14:tracePt t="2598" x="5175250" y="2070100"/>
          <p14:tracePt t="2615" x="5181600" y="2044700"/>
          <p14:tracePt t="2632" x="5187950" y="2032000"/>
          <p14:tracePt t="2648" x="5200650" y="2012950"/>
          <p14:tracePt t="2665" x="5207000" y="1993900"/>
          <p14:tracePt t="2681" x="5207000" y="1987550"/>
          <p14:tracePt t="2698" x="5213350" y="1962150"/>
          <p14:tracePt t="2714" x="5219700" y="1936750"/>
          <p14:tracePt t="2732" x="5226050" y="1905000"/>
          <p14:tracePt t="2749" x="5232400" y="1847850"/>
          <p14:tracePt t="2764" x="5238750" y="1765300"/>
          <p14:tracePt t="2781" x="5238750" y="1727200"/>
          <p14:tracePt t="2798" x="5238750" y="1689100"/>
          <p14:tracePt t="2814" x="5238750" y="1663700"/>
          <p14:tracePt t="2833" x="5238750" y="1657350"/>
          <p14:tracePt t="2931" x="5238750" y="1663700"/>
          <p14:tracePt t="2952" x="5238750" y="1670050"/>
          <p14:tracePt t="2966" x="5238750" y="1676400"/>
          <p14:tracePt t="2974" x="5232400" y="1676400"/>
          <p14:tracePt t="2995" x="5219700" y="1689100"/>
          <p14:tracePt t="3023" x="5213350" y="1689100"/>
          <p14:tracePt t="3036" x="5207000" y="1695450"/>
          <p14:tracePt t="3043" x="5200650" y="1701800"/>
          <p14:tracePt t="3058" x="5194300" y="1708150"/>
          <p14:tracePt t="3066" x="5187950" y="1720850"/>
          <p14:tracePt t="3080" x="5168900" y="1733550"/>
          <p14:tracePt t="3096" x="5124450" y="1778000"/>
          <p14:tracePt t="3114" x="5092700" y="1822450"/>
          <p14:tracePt t="3129" x="5067300" y="1847850"/>
          <p14:tracePt t="3146" x="5010150" y="1905000"/>
          <p14:tracePt t="3163" x="4953000" y="1981200"/>
          <p14:tracePt t="3180" x="4921250" y="2025650"/>
          <p14:tracePt t="3183" x="4895850" y="2057400"/>
          <p14:tracePt t="3199" x="4883150" y="2089150"/>
          <p14:tracePt t="3213" x="4845050" y="2152650"/>
          <p14:tracePt t="3229" x="4832350" y="2184400"/>
          <p14:tracePt t="3246" x="4819650" y="2216150"/>
          <p14:tracePt t="3263" x="4800600" y="2266950"/>
          <p14:tracePt t="3279" x="4775200" y="2317750"/>
          <p14:tracePt t="3296" x="4768850" y="2355850"/>
          <p14:tracePt t="3312" x="4743450" y="2419350"/>
          <p14:tracePt t="3329" x="4730750" y="2476500"/>
          <p14:tracePt t="3346" x="4718050" y="2514600"/>
          <p14:tracePt t="3362" x="4711700" y="2540000"/>
          <p14:tracePt t="3379" x="4692650" y="2571750"/>
          <p14:tracePt t="3396" x="4692650" y="2597150"/>
          <p14:tracePt t="3412" x="4692650" y="2616200"/>
          <p14:tracePt t="3429" x="4699000" y="2635250"/>
          <p14:tracePt t="3445" x="4699000" y="2647950"/>
          <p14:tracePt t="3859" x="4692650" y="2647950"/>
          <p14:tracePt t="3866" x="4673600" y="2647950"/>
          <p14:tracePt t="3880" x="4654550" y="2654300"/>
          <p14:tracePt t="3894" x="4635500" y="2660650"/>
          <p14:tracePt t="3910" x="4591050" y="2667000"/>
          <p14:tracePt t="3927" x="4572000" y="2673350"/>
          <p14:tracePt t="3944" x="4533900" y="2692400"/>
          <p14:tracePt t="3960" x="4495800" y="2711450"/>
          <p14:tracePt t="3977" x="4464050" y="2724150"/>
          <p14:tracePt t="3993" x="4413250" y="2749550"/>
          <p14:tracePt t="4010" x="4337050" y="2787650"/>
          <p14:tracePt t="4027" x="4260850" y="2819400"/>
          <p14:tracePt t="4043" x="4203700" y="2851150"/>
          <p14:tracePt t="4060" x="4127500" y="2889250"/>
          <p14:tracePt t="4077" x="4032250" y="2940050"/>
          <p14:tracePt t="4093" x="3987800" y="2952750"/>
          <p14:tracePt t="4110" x="3943350" y="2990850"/>
          <p14:tracePt t="4126" x="3746500" y="3111500"/>
          <p14:tracePt t="4143" x="3676650" y="3168650"/>
          <p14:tracePt t="4159" x="3498850" y="3314700"/>
          <p14:tracePt t="4176" x="3352800" y="3460750"/>
          <p14:tracePt t="4193" x="3295650" y="3517900"/>
          <p14:tracePt t="4211" x="3263900" y="3581400"/>
          <p14:tracePt t="4808" x="3251200" y="3581400"/>
          <p14:tracePt t="4822" x="3219450" y="3594100"/>
          <p14:tracePt t="4829" x="3187700" y="3600450"/>
          <p14:tracePt t="4844" x="3162300" y="3606800"/>
          <p14:tracePt t="4858" x="3130550" y="3613150"/>
          <p14:tracePt t="4874" x="3060700" y="3632200"/>
          <p14:tracePt t="4890" x="3028950" y="3644900"/>
          <p14:tracePt t="4907" x="2952750" y="3663950"/>
          <p14:tracePt t="4923" x="2921000" y="3676650"/>
          <p14:tracePt t="4940" x="2901950" y="3689350"/>
          <p14:tracePt t="4956" x="2838450" y="3702050"/>
          <p14:tracePt t="4973" x="2768600" y="3727450"/>
          <p14:tracePt t="4992" x="2660650" y="3765550"/>
          <p14:tracePt t="5007" x="2603500" y="3784600"/>
          <p14:tracePt t="5023" x="2476500" y="3841750"/>
          <p14:tracePt t="5040" x="2387600" y="3892550"/>
          <p14:tracePt t="5056" x="2368550" y="3905250"/>
          <p14:tracePt t="5073" x="2349500" y="3943350"/>
          <p14:tracePt t="6064" x="2362200" y="3943350"/>
          <p14:tracePt t="6078" x="2381250" y="3943350"/>
          <p14:tracePt t="6084" x="2406650" y="3943350"/>
          <p14:tracePt t="6098" x="2425700" y="3943350"/>
          <p14:tracePt t="6106" x="2451100" y="3943350"/>
          <p14:tracePt t="6120" x="2482850" y="3943350"/>
          <p14:tracePt t="6137" x="2546350" y="3943350"/>
          <p14:tracePt t="6152" x="2578100" y="3943350"/>
          <p14:tracePt t="6170" x="2603500" y="3943350"/>
          <p14:tracePt t="6186" x="2711450" y="3943350"/>
          <p14:tracePt t="6202" x="2730500" y="3943350"/>
          <p14:tracePt t="6206" x="2768600" y="3943350"/>
          <p14:tracePt t="6220" x="2794000" y="3943350"/>
          <p14:tracePt t="6236" x="2825750" y="3943350"/>
          <p14:tracePt t="6252" x="2921000" y="3930650"/>
          <p14:tracePt t="6269" x="2997200" y="3930650"/>
          <p14:tracePt t="6285" x="3048000" y="3924300"/>
          <p14:tracePt t="6302" x="3130550" y="3917950"/>
          <p14:tracePt t="6319" x="3225800" y="3917950"/>
          <p14:tracePt t="6335" x="3263900" y="3917950"/>
          <p14:tracePt t="6352" x="3314700" y="3917950"/>
          <p14:tracePt t="6369" x="3365500" y="3911600"/>
          <p14:tracePt t="6384" x="3384550" y="3911600"/>
          <p14:tracePt t="6402" x="3416300" y="3905250"/>
          <p14:tracePt t="6419" x="3435350" y="3905250"/>
          <p14:tracePt t="6436" x="3448050" y="3905250"/>
          <p14:tracePt t="6468" x="3454400" y="3905250"/>
          <p14:tracePt t="6506" x="3454400" y="3898900"/>
          <p14:tracePt t="6556" x="3454400" y="3892550"/>
          <p14:tracePt t="7141" x="3479800" y="3892550"/>
          <p14:tracePt t="7148" x="3498850" y="3892550"/>
          <p14:tracePt t="7162" x="3511550" y="3892550"/>
          <p14:tracePt t="7169" x="3530600" y="3892550"/>
          <p14:tracePt t="7185" x="3549650" y="3892550"/>
          <p14:tracePt t="7199" x="3587750" y="3898900"/>
          <p14:tracePt t="7216" x="3606800" y="3898900"/>
          <p14:tracePt t="7233" x="3638550" y="3898900"/>
          <p14:tracePt t="7249" x="3657600" y="3898900"/>
          <p14:tracePt t="7266" x="3708400" y="3898900"/>
          <p14:tracePt t="7282" x="3765550" y="3898900"/>
          <p14:tracePt t="7299" x="3803650" y="3898900"/>
          <p14:tracePt t="7316" x="3860800" y="3898900"/>
          <p14:tracePt t="7331" x="3917950" y="3898900"/>
          <p14:tracePt t="7349" x="3956050" y="3898900"/>
          <p14:tracePt t="7366" x="4000500" y="3898900"/>
          <p14:tracePt t="7381" x="4057650" y="3898900"/>
          <p14:tracePt t="7398" x="4089400" y="3898900"/>
          <p14:tracePt t="7415" x="4146550" y="3892550"/>
          <p14:tracePt t="7431" x="4197350" y="3892550"/>
          <p14:tracePt t="7448" x="4216400" y="3892550"/>
          <p14:tracePt t="7465" x="4254500" y="3886200"/>
          <p14:tracePt t="7481" x="4279900" y="3886200"/>
          <p14:tracePt t="7498" x="4298950" y="3886200"/>
          <p14:tracePt t="7514" x="4318000" y="3879850"/>
          <p14:tracePt t="7531" x="4324350" y="3879850"/>
          <p14:tracePt t="7548" x="4337050" y="3879850"/>
          <p14:tracePt t="7660" x="4337050" y="3873500"/>
          <p14:tracePt t="8083" x="4324350" y="3873500"/>
          <p14:tracePt t="8090" x="4311650" y="3873500"/>
          <p14:tracePt t="8104" x="4305300" y="3873500"/>
          <p14:tracePt t="8112" x="4286250" y="3873500"/>
          <p14:tracePt t="8129" x="4273550" y="3873500"/>
          <p14:tracePt t="8146" x="4254500" y="3873500"/>
          <p14:tracePt t="8162" x="4216400" y="3873500"/>
          <p14:tracePt t="8179" x="4203700" y="3873500"/>
          <p14:tracePt t="8196" x="4171950" y="3879850"/>
          <p14:tracePt t="8212" x="4146550" y="3879850"/>
          <p14:tracePt t="8229" x="4089400" y="3886200"/>
          <p14:tracePt t="8245" x="3981450" y="3905250"/>
          <p14:tracePt t="8262" x="3937000" y="3911600"/>
          <p14:tracePt t="8279" x="3829050" y="3930650"/>
          <p14:tracePt t="8295" x="3721100" y="3956050"/>
          <p14:tracePt t="8312" x="3670300" y="3968750"/>
          <p14:tracePt t="8329" x="3575050" y="3994150"/>
          <p14:tracePt t="8345" x="3473450" y="4025900"/>
          <p14:tracePt t="8361" x="3435350" y="4038600"/>
          <p14:tracePt t="8379" x="3371850" y="4057650"/>
          <p14:tracePt t="8395" x="3314700" y="4083050"/>
          <p14:tracePt t="8411" x="3289300" y="4089400"/>
          <p14:tracePt t="8428" x="3238500" y="4108450"/>
          <p14:tracePt t="8445" x="3181350" y="4127500"/>
          <p14:tracePt t="8462" x="3155950" y="4133850"/>
          <p14:tracePt t="8478" x="3092450" y="4140200"/>
          <p14:tracePt t="8494" x="3035300" y="4152900"/>
          <p14:tracePt t="8512" x="3022600" y="4171950"/>
          <p14:tracePt t="9355" x="3028950" y="4171950"/>
          <p14:tracePt t="9370" x="3035300" y="4171950"/>
          <p14:tracePt t="9398" x="3041650" y="4178300"/>
          <p14:tracePt t="9405" x="3048000" y="4178300"/>
          <p14:tracePt t="9419" x="3060700" y="4178300"/>
          <p14:tracePt t="9427" x="3067050" y="4178300"/>
          <p14:tracePt t="9442" x="3079750" y="4178300"/>
          <p14:tracePt t="9458" x="3098800" y="4184650"/>
          <p14:tracePt t="9475" x="3162300" y="4191000"/>
          <p14:tracePt t="9491" x="3187700" y="4191000"/>
          <p14:tracePt t="9508" x="3206750" y="4203700"/>
          <p14:tracePt t="9525" x="3251200" y="4203700"/>
          <p14:tracePt t="9542" x="3302000" y="4203700"/>
          <p14:tracePt t="9558" x="3308350" y="4203700"/>
          <p14:tracePt t="9574" x="3346450" y="4203700"/>
          <p14:tracePt t="9590" x="3365500" y="4203700"/>
          <p14:tracePt t="9607" x="3371850" y="4203700"/>
          <p14:tracePt t="9624" x="3384550" y="4203700"/>
          <p14:tracePt t="9641" x="3390900" y="4203700"/>
          <p14:tracePt t="10452" x="3397250" y="4203700"/>
          <p14:tracePt t="10481" x="3403600" y="4203700"/>
          <p14:tracePt t="10502" x="3409950" y="4203700"/>
          <p14:tracePt t="10509" x="3422650" y="4203700"/>
          <p14:tracePt t="10524" x="3429000" y="4210050"/>
          <p14:tracePt t="10537" x="3435350" y="4210050"/>
          <p14:tracePt t="10554" x="3460750" y="4216400"/>
          <p14:tracePt t="10570" x="3467100" y="4222750"/>
          <p14:tracePt t="10587" x="3505200" y="4222750"/>
          <p14:tracePt t="10604" x="3562350" y="4241800"/>
          <p14:tracePt t="10621" x="3632200" y="4248150"/>
          <p14:tracePt t="10637" x="3670300" y="4248150"/>
          <p14:tracePt t="10653" x="3759200" y="4248150"/>
          <p14:tracePt t="10671" x="3860800" y="4248150"/>
          <p14:tracePt t="10687" x="3905250" y="4248150"/>
          <p14:tracePt t="10703" x="3943350" y="4254500"/>
          <p14:tracePt t="10707" x="3981450" y="4254500"/>
          <p14:tracePt t="10720" x="4051300" y="4254500"/>
          <p14:tracePt t="10737" x="4089400" y="4254500"/>
          <p14:tracePt t="10753" x="4114800" y="4248150"/>
          <p14:tracePt t="10770" x="4171950" y="4241800"/>
          <p14:tracePt t="10786" x="4210050" y="4229100"/>
          <p14:tracePt t="10804" x="4241800" y="4222750"/>
          <p14:tracePt t="10820" x="4254500" y="4222750"/>
          <p14:tracePt t="10836" x="4267200" y="4222750"/>
          <p14:tracePt t="10853" x="4279900" y="4222750"/>
          <p14:tracePt t="10870" x="4286250" y="4216400"/>
          <p14:tracePt t="10886" x="4292600" y="4216400"/>
          <p14:tracePt t="11091" x="4298950" y="4216400"/>
          <p14:tracePt t="11106" x="4305300" y="4216400"/>
          <p14:tracePt t="11113" x="4318000" y="4216400"/>
          <p14:tracePt t="11127" x="4337050" y="4222750"/>
          <p14:tracePt t="11135" x="4368800" y="4229100"/>
          <p14:tracePt t="11152" x="4400550" y="4235450"/>
          <p14:tracePt t="11169" x="4502150" y="4254500"/>
          <p14:tracePt t="11185" x="4584700" y="4260850"/>
          <p14:tracePt t="11202" x="4673600" y="4279900"/>
          <p14:tracePt t="11219" x="4902200" y="4305300"/>
          <p14:tracePt t="11221" x="5048250" y="4324350"/>
          <p14:tracePt t="11235" x="5232400" y="4337050"/>
          <p14:tracePt t="11252" x="5397500" y="4349750"/>
          <p14:tracePt t="11268" x="5975350" y="4400550"/>
          <p14:tracePt t="11285" x="6140450" y="4425950"/>
          <p14:tracePt t="11302" x="6280150" y="4438650"/>
          <p14:tracePt t="11318" x="6553200" y="4470400"/>
          <p14:tracePt t="11334" x="6781800" y="4489450"/>
          <p14:tracePt t="11352" x="6972300" y="4489450"/>
          <p14:tracePt t="11368" x="7048500" y="4489450"/>
          <p14:tracePt t="11384" x="7175500" y="4489450"/>
          <p14:tracePt t="11401" x="7258050" y="4489450"/>
          <p14:tracePt t="11418" x="7277100" y="4483100"/>
          <p14:tracePt t="11434" x="7327900" y="4476750"/>
          <p14:tracePt t="11450" x="7346950" y="4470400"/>
          <p14:tracePt t="11467" x="7359650" y="4464050"/>
          <p14:tracePt t="11501" x="7366000" y="4457700"/>
          <p14:tracePt t="11640" x="7366000" y="4464050"/>
          <p14:tracePt t="17544" x="7359650" y="4464050"/>
          <p14:tracePt t="17558" x="7353300" y="4464050"/>
          <p14:tracePt t="17566" x="7346950" y="4464050"/>
          <p14:tracePt t="17580" x="7334250" y="4464050"/>
          <p14:tracePt t="17596" x="7321550" y="4464050"/>
          <p14:tracePt t="17613" x="7302500" y="4457700"/>
          <p14:tracePt t="17630" x="7270750" y="4445000"/>
          <p14:tracePt t="17646" x="7245350" y="4438650"/>
          <p14:tracePt t="17663" x="7207250" y="4425950"/>
          <p14:tracePt t="17679" x="7181850" y="4413250"/>
          <p14:tracePt t="17696" x="7175500" y="4413250"/>
          <p14:tracePt t="17713" x="7156450" y="4400550"/>
          <p14:tracePt t="17729" x="7150100" y="4400550"/>
          <p14:tracePt t="17762" x="7143750" y="4394200"/>
          <p14:tracePt t="17804" x="7137400" y="4394200"/>
          <p14:tracePt t="17923" x="7143750" y="4394200"/>
          <p14:tracePt t="17952" x="7150100" y="4394200"/>
          <p14:tracePt t="18287" x="7112000" y="4387850"/>
          <p14:tracePt t="18301" x="7067550" y="4362450"/>
          <p14:tracePt t="18308" x="7004050" y="4343400"/>
          <p14:tracePt t="18322" x="6934200" y="4311650"/>
          <p14:tracePt t="18330" x="6851650" y="4279900"/>
          <p14:tracePt t="18344" x="6788150" y="4273550"/>
          <p14:tracePt t="18360" x="6667500" y="4254500"/>
          <p14:tracePt t="18377" x="6604000" y="4254500"/>
          <p14:tracePt t="18393" x="6508750" y="4235450"/>
          <p14:tracePt t="18410" x="6438900" y="4229100"/>
          <p14:tracePt t="18427" x="6381750" y="4222750"/>
          <p14:tracePt t="18443" x="6343650" y="4216400"/>
          <p14:tracePt t="18459" x="6318250" y="4216400"/>
          <p14:tracePt t="18477" x="6229350" y="4197350"/>
          <p14:tracePt t="18493" x="6197600" y="4191000"/>
          <p14:tracePt t="18510" x="6153150" y="4184650"/>
          <p14:tracePt t="18526" x="6096000" y="4159250"/>
          <p14:tracePt t="18543" x="6032500" y="4133850"/>
          <p14:tracePt t="18560" x="6013450" y="4121150"/>
          <p14:tracePt t="18576" x="5981700" y="4108450"/>
          <p14:tracePt t="18593" x="5949950" y="4095750"/>
          <p14:tracePt t="18611" x="5924550" y="4083050"/>
          <p14:tracePt t="18626" x="5924550" y="4076700"/>
          <p14:tracePt t="18643" x="5905500" y="4070350"/>
          <p14:tracePt t="18659" x="5886450" y="4064000"/>
          <p14:tracePt t="18676" x="5880100" y="4064000"/>
          <p14:tracePt t="18693" x="5867400" y="4057650"/>
          <p14:tracePt t="18709" x="5861050" y="4057650"/>
          <p14:tracePt t="18726" x="5854700" y="4057650"/>
          <p14:tracePt t="18744" x="5842000" y="4057650"/>
          <p14:tracePt t="18759" x="5835650" y="4057650"/>
          <p14:tracePt t="18795" x="5835650" y="4051300"/>
          <p14:tracePt t="18933" x="5842000" y="4051300"/>
          <p14:tracePt t="18940" x="5848350" y="4051300"/>
          <p14:tracePt t="18954" x="5854700" y="4051300"/>
          <p14:tracePt t="18962" x="5867400" y="4057650"/>
          <p14:tracePt t="18975" x="5873750" y="4057650"/>
          <p14:tracePt t="18991" x="5911850" y="4083050"/>
          <p14:tracePt t="19009" x="5943600" y="4095750"/>
          <p14:tracePt t="19025" x="6038850" y="4133850"/>
          <p14:tracePt t="19041" x="6172200" y="4178300"/>
          <p14:tracePt t="19059" x="6242050" y="4216400"/>
          <p14:tracePt t="19075" x="6407150" y="4286250"/>
          <p14:tracePt t="19091" x="6496050" y="4318000"/>
          <p14:tracePt t="19107" x="6667500" y="4381500"/>
          <p14:tracePt t="19124" x="6807200" y="4451350"/>
          <p14:tracePt t="19141" x="6858000" y="4470400"/>
          <p14:tracePt t="19158" x="6959600" y="4514850"/>
          <p14:tracePt t="19174" x="7023100" y="4533900"/>
          <p14:tracePt t="19191" x="7042150" y="4540250"/>
          <p14:tracePt t="19207" x="7067550" y="4552950"/>
          <p14:tracePt t="19224" x="7092950" y="4559300"/>
          <p14:tracePt t="19241" x="7099300" y="4565650"/>
          <p14:tracePt t="19258" x="7112000" y="4565650"/>
          <p14:tracePt t="19275" x="7124700" y="4578350"/>
          <p14:tracePt t="19347" x="7131050" y="4578350"/>
          <p14:tracePt t="19362" x="7131050" y="4572000"/>
          <p14:tracePt t="20660" x="7112000" y="4572000"/>
          <p14:tracePt t="20667" x="7080250" y="4572000"/>
          <p14:tracePt t="20674" x="7042150" y="4572000"/>
          <p14:tracePt t="20689" x="7004050" y="4572000"/>
          <p14:tracePt t="20703" x="6953250" y="4578350"/>
          <p14:tracePt t="20719" x="6877050" y="4578350"/>
          <p14:tracePt t="20735" x="6832600" y="4584700"/>
          <p14:tracePt t="20752" x="6724650" y="4591050"/>
          <p14:tracePt t="20769" x="6572250" y="4591050"/>
          <p14:tracePt t="20785" x="6496050" y="4591050"/>
          <p14:tracePt t="20802" x="6305550" y="4591050"/>
          <p14:tracePt t="20818" x="6083300" y="4591050"/>
          <p14:tracePt t="20836" x="5829300" y="4591050"/>
          <p14:tracePt t="20851" x="5676900" y="4591050"/>
          <p14:tracePt t="20869" x="5537200" y="4591050"/>
          <p14:tracePt t="20872" x="5410200" y="4591050"/>
          <p14:tracePt t="20886" x="5181600" y="4591050"/>
          <p14:tracePt t="20901" x="5054600" y="4591050"/>
          <p14:tracePt t="20918" x="4940300" y="4603750"/>
          <p14:tracePt t="21522" x="4883150" y="4622800"/>
          <p14:tracePt t="21529" x="4819650" y="4641850"/>
          <p14:tracePt t="21543" x="4724400" y="4660900"/>
          <p14:tracePt t="21552" x="4635500" y="4692650"/>
          <p14:tracePt t="21566" x="4514850" y="4730750"/>
          <p14:tracePt t="21582" x="4305300" y="4806950"/>
          <p14:tracePt t="21600" x="4102100" y="4870450"/>
          <p14:tracePt t="21615" x="3981450" y="4908550"/>
          <p14:tracePt t="21632" x="3733800" y="4997450"/>
          <p14:tracePt t="21649" x="3441700" y="5060950"/>
          <p14:tracePt t="21665" x="3314700" y="5086350"/>
          <p14:tracePt t="21682" x="3136900" y="5080000"/>
          <p14:tracePt t="21698" x="3060700" y="5086350"/>
          <p14:tracePt t="30915" x="3060700" y="5124450"/>
          <p14:tracePt t="30929" x="3067050" y="5181600"/>
          <p14:tracePt t="30936" x="3067050" y="5232400"/>
          <p14:tracePt t="30953" x="3086100" y="5283200"/>
          <p14:tracePt t="30966" x="3098800" y="5365750"/>
          <p14:tracePt t="30983" x="3105150" y="5384800"/>
          <p14:tracePt t="30987" x="3111500" y="5416550"/>
          <p14:tracePt t="31001" x="3117850" y="5429250"/>
          <p14:tracePt t="31016" x="3117850" y="5448300"/>
          <p14:tracePt t="31033" x="3130550" y="5467350"/>
          <p14:tracePt t="31050" x="3130550" y="5473700"/>
          <p14:tracePt t="31084" x="3136900" y="5480050"/>
          <p14:tracePt t="31245" x="3143250" y="5480050"/>
          <p14:tracePt t="31308" x="3149600" y="5480050"/>
          <p14:tracePt t="31357" x="3155950" y="5486400"/>
          <p14:tracePt t="31385" x="3162300" y="5492750"/>
          <p14:tracePt t="31400" x="3168650" y="5492750"/>
          <p14:tracePt t="31407" x="3175000" y="5492750"/>
          <p14:tracePt t="31448" x="3187700" y="5499100"/>
          <p14:tracePt t="31456" x="3194050" y="5499100"/>
          <p14:tracePt t="31477" x="3200400" y="5505450"/>
          <p14:tracePt t="31491" x="3206750" y="5505450"/>
          <p14:tracePt t="31512" x="3213100" y="5505450"/>
          <p14:tracePt t="31519" x="3219450" y="5505450"/>
          <p14:tracePt t="31540" x="3219450" y="5511800"/>
          <p14:tracePt t="31548" x="3225800" y="5511800"/>
          <p14:tracePt t="31564" x="3232150" y="5511800"/>
          <p14:tracePt t="31589" x="3238500" y="5511800"/>
          <p14:tracePt t="31597" x="3244850" y="5511800"/>
          <p14:tracePt t="31618" x="3251200" y="5518150"/>
          <p14:tracePt t="31688" x="3257550" y="5518150"/>
          <p14:tracePt t="31723" x="3263900" y="5524500"/>
          <p14:tracePt t="31731" x="3270250" y="5524500"/>
          <p14:tracePt t="31757" x="3276600" y="5524500"/>
          <p14:tracePt t="31772" x="3282950" y="5524500"/>
          <p14:tracePt t="31807" x="3289300" y="5524500"/>
          <p14:tracePt t="31849" x="3295650" y="5524500"/>
          <p14:tracePt t="31898" x="3302000" y="5524500"/>
          <p14:tracePt t="31933" x="3308350" y="5524500"/>
          <p14:tracePt t="31968" x="3314700" y="5524500"/>
          <p14:tracePt t="32004" x="3321050" y="5524500"/>
          <p14:tracePt t="32031" x="3327400" y="5524500"/>
          <p14:tracePt t="32081" x="3340100" y="5524500"/>
          <p14:tracePt t="32102" x="3346450" y="5524500"/>
          <p14:tracePt t="32123" x="3352800" y="5524500"/>
          <p14:tracePt t="32131" x="3359150" y="5524500"/>
          <p14:tracePt t="32151" x="3365500" y="5518150"/>
          <p14:tracePt t="32158" x="3378200" y="5518150"/>
          <p14:tracePt t="32172" x="3390900" y="5511800"/>
          <p14:tracePt t="32182" x="3409950" y="5511800"/>
          <p14:tracePt t="32195" x="3435350" y="5511800"/>
          <p14:tracePt t="32213" x="3467100" y="5505450"/>
          <p14:tracePt t="32229" x="3625850" y="5467350"/>
          <p14:tracePt t="32246" x="3695700" y="5448300"/>
          <p14:tracePt t="32263" x="3771900" y="5429250"/>
          <p14:tracePt t="32279" x="3917950" y="5391150"/>
          <p14:tracePt t="32295" x="4051300" y="5359400"/>
          <p14:tracePt t="32313" x="4108450" y="5353050"/>
          <p14:tracePt t="32329" x="4197350" y="5334000"/>
          <p14:tracePt t="32345" x="4248150" y="5327650"/>
          <p14:tracePt t="32363" x="4279900" y="5327650"/>
          <p14:tracePt t="32378" x="4286250" y="5321300"/>
          <p14:tracePt t="32395" x="4305300" y="5321300"/>
          <p14:tracePt t="32412" x="4318000" y="5308600"/>
          <p14:tracePt t="32428" x="4330700" y="5302250"/>
          <p14:tracePt t="32445" x="4337050" y="5302250"/>
          <p14:tracePt t="32972" x="4362450" y="5302250"/>
          <p14:tracePt t="32993" x="4381500" y="5308600"/>
          <p14:tracePt t="33007" x="4394200" y="5308600"/>
          <p14:tracePt t="33014" x="4406900" y="5308600"/>
          <p14:tracePt t="33029" x="4419600" y="5314950"/>
          <p14:tracePt t="33042" x="4451350" y="5314950"/>
          <p14:tracePt t="33060" x="4464050" y="5321300"/>
          <p14:tracePt t="33077" x="4476750" y="5321300"/>
          <p14:tracePt t="33093" x="4508500" y="5327650"/>
          <p14:tracePt t="33109" x="4540250" y="5340350"/>
          <p14:tracePt t="33127" x="4603750" y="5353050"/>
          <p14:tracePt t="33142" x="4654550" y="5365750"/>
          <p14:tracePt t="33159" x="4730750" y="5391150"/>
          <p14:tracePt t="33176" x="4800600" y="5403850"/>
          <p14:tracePt t="33192" x="4826000" y="5410200"/>
          <p14:tracePt t="33209" x="4870450" y="5422900"/>
          <p14:tracePt t="33226" x="4902200" y="5441950"/>
          <p14:tracePt t="33242" x="4914900" y="5441950"/>
          <p14:tracePt t="33259" x="4933950" y="5448300"/>
          <p14:tracePt t="33275" x="4953000" y="5454650"/>
          <p14:tracePt t="33292" x="4959350" y="5454650"/>
          <p14:tracePt t="33310" x="4972050" y="5454650"/>
          <p14:tracePt t="33325" x="4984750" y="5454650"/>
          <p14:tracePt t="33342" x="4991100" y="5454650"/>
          <p14:tracePt t="33359" x="5003800" y="5454650"/>
          <p14:tracePt t="33392" x="5022850" y="5454650"/>
          <p14:tracePt t="33408" x="5041900" y="5461000"/>
          <p14:tracePt t="33425" x="5054600" y="5461000"/>
          <p14:tracePt t="33442" x="5086350" y="5461000"/>
          <p14:tracePt t="33458" x="5124450" y="5480050"/>
          <p14:tracePt t="33475" x="5149850" y="5480050"/>
          <p14:tracePt t="33492" x="5200650" y="5492750"/>
          <p14:tracePt t="33508" x="5238750" y="5505450"/>
          <p14:tracePt t="33525" x="5257800" y="5511800"/>
          <p14:tracePt t="33528" x="5289550" y="5518150"/>
          <p14:tracePt t="33541" x="5321300" y="5518150"/>
          <p14:tracePt t="33558" x="5353050" y="5530850"/>
          <p14:tracePt t="33574" x="5372100" y="5530850"/>
          <p14:tracePt t="33591" x="5397500" y="5549900"/>
          <p14:tracePt t="33607" x="5422900" y="5562600"/>
          <p14:tracePt t="33625" x="5441950" y="5562600"/>
          <p14:tracePt t="33641" x="5448300" y="5562600"/>
          <p14:tracePt t="33657" x="5454650" y="5562600"/>
          <p14:tracePt t="33675" x="5461000" y="5562600"/>
          <p14:tracePt t="33738" x="5467350" y="5562600"/>
          <p14:tracePt t="33758" x="5480050" y="5568950"/>
          <p14:tracePt t="34180" x="5480050" y="5575300"/>
          <p14:tracePt t="34187" x="5480050" y="5600700"/>
          <p14:tracePt t="34201" x="5473700" y="5613400"/>
          <p14:tracePt t="34208" x="5467350" y="5626100"/>
          <p14:tracePt t="34225" x="5461000" y="5645150"/>
          <p14:tracePt t="34239" x="5448300" y="5664200"/>
          <p14:tracePt t="34255" x="5441950" y="5670550"/>
          <p14:tracePt t="34272" x="5435600" y="5683250"/>
          <p14:tracePt t="34289" x="5429250" y="5689600"/>
          <p14:tracePt t="34305" x="5422900" y="5695950"/>
          <p14:tracePt t="34322" x="5422900" y="5702300"/>
          <p14:tracePt t="34587" x="5429250" y="5702300"/>
          <p14:tracePt t="34622" x="5435600" y="5702300"/>
          <p14:tracePt t="34629" x="5441950" y="5702300"/>
          <p14:tracePt t="34644" x="5448300" y="5702300"/>
          <p14:tracePt t="34654" x="5454650" y="5702300"/>
          <p14:tracePt t="34673" x="5454650" y="5695950"/>
          <p14:tracePt t="34687" x="5461000" y="5695950"/>
          <p14:tracePt t="34704" x="5486400" y="5689600"/>
          <p14:tracePt t="34721" x="5492750" y="5689600"/>
          <p14:tracePt t="34737" x="5511800" y="5689600"/>
          <p14:tracePt t="34753" x="5524500" y="5689600"/>
          <p14:tracePt t="34771" x="5537200" y="5689600"/>
          <p14:tracePt t="34804" x="5543550" y="5689600"/>
          <p14:tracePt t="34840" x="5549900" y="5683250"/>
          <p14:tracePt t="34903" x="5556250" y="5683250"/>
          <p14:tracePt t="34939" x="5562600" y="5683250"/>
          <p14:tracePt t="35002" x="5568950" y="5683250"/>
          <p14:tracePt t="35079" x="5575300" y="5683250"/>
          <p14:tracePt t="35100" x="5581650" y="5683250"/>
          <p14:tracePt t="35114" x="5588000" y="5683250"/>
          <p14:tracePt t="35122" x="5594350" y="5683250"/>
          <p14:tracePt t="35149" x="5607050" y="5683250"/>
          <p14:tracePt t="35163" x="5613400" y="5683250"/>
          <p14:tracePt t="35172" x="5626100" y="5683250"/>
          <p14:tracePt t="35186" x="5638800" y="5683250"/>
          <p14:tracePt t="35203" x="5657850" y="5683250"/>
          <p14:tracePt t="35220" x="5695950" y="5683250"/>
          <p14:tracePt t="35235" x="5708650" y="5689600"/>
          <p14:tracePt t="35252" x="5721350" y="5689600"/>
          <p14:tracePt t="35269" x="5740400" y="5689600"/>
          <p14:tracePt t="35301" x="5746750" y="5689600"/>
          <p14:tracePt t="35353" x="5753100" y="5689600"/>
          <p14:tracePt t="35381" x="5759450" y="5689600"/>
          <p14:tracePt t="35416" x="5765800" y="5689600"/>
          <p14:tracePt t="35430" x="5772150" y="5689600"/>
          <p14:tracePt t="35444" x="5778500" y="5689600"/>
          <p14:tracePt t="35466" x="5784850" y="5689600"/>
          <p14:tracePt t="35473" x="5791200" y="5689600"/>
          <p14:tracePt t="35494" x="5797550" y="5689600"/>
          <p14:tracePt t="35502" x="5803900" y="5689600"/>
          <p14:tracePt t="35518" x="5810250" y="5695950"/>
          <p14:tracePt t="35534" x="5816600" y="5695950"/>
          <p14:tracePt t="35551" x="5829300" y="5695950"/>
          <p14:tracePt t="35568" x="5848350" y="5695950"/>
          <p14:tracePt t="35585" x="5873750" y="5702300"/>
          <p14:tracePt t="35601" x="5880100" y="5702300"/>
          <p14:tracePt t="35618" x="5886450" y="5702300"/>
          <p14:tracePt t="35635" x="5899150" y="5708650"/>
          <p14:tracePt t="35676" x="5905500" y="5708650"/>
          <p14:tracePt t="35711" x="5911850" y="5708650"/>
          <p14:tracePt t="35754" x="5918200" y="5708650"/>
          <p14:tracePt t="36258" x="5930900" y="5708650"/>
          <p14:tracePt t="36266" x="5962650" y="5708650"/>
          <p14:tracePt t="36279" x="5994400" y="5721350"/>
          <p14:tracePt t="36286" x="6032500" y="5727700"/>
          <p14:tracePt t="36298" x="6083300" y="5734050"/>
          <p14:tracePt t="36315" x="6178550" y="5746750"/>
          <p14:tracePt t="36332" x="6223000" y="5753100"/>
          <p14:tracePt t="36349" x="6261100" y="5759450"/>
          <p14:tracePt t="36365" x="6394450" y="5778500"/>
          <p14:tracePt t="36381" x="6470650" y="5784850"/>
          <p14:tracePt t="36399" x="6629400" y="5784850"/>
          <p14:tracePt t="36415" x="6718300" y="5784850"/>
          <p14:tracePt t="36431" x="6858000" y="5784850"/>
          <p14:tracePt t="36448" x="6972300" y="5784850"/>
          <p14:tracePt t="36465" x="7010400" y="5784850"/>
          <p14:tracePt t="36481" x="7067550" y="5784850"/>
          <p14:tracePt t="36498" x="7112000" y="5784850"/>
          <p14:tracePt t="36515" x="7124700" y="5784850"/>
          <p14:tracePt t="36531" x="7150100" y="5778500"/>
          <p14:tracePt t="36548" x="7156450" y="5778500"/>
          <p14:tracePt t="36581" x="7162800" y="5772150"/>
          <p14:tracePt t="36617" x="7169150" y="5772150"/>
          <p14:tracePt t="36623" x="7175500" y="5772150"/>
          <p14:tracePt t="37197" x="7188200" y="5772150"/>
          <p14:tracePt t="37211" x="7213600" y="5772150"/>
          <p14:tracePt t="37218" x="7226300" y="5772150"/>
          <p14:tracePt t="37232" x="7258050" y="5765800"/>
          <p14:tracePt t="37246" x="7277100" y="5765800"/>
          <p14:tracePt t="37262" x="7327900" y="5759450"/>
          <p14:tracePt t="37278" x="7353300" y="5759450"/>
          <p14:tracePt t="37295" x="7404100" y="5759450"/>
          <p14:tracePt t="37312" x="7435850" y="5753100"/>
          <p14:tracePt t="37328" x="7461250" y="5753100"/>
          <p14:tracePt t="37345" x="7505700" y="5746750"/>
          <p14:tracePt t="37361" x="7537450" y="5746750"/>
          <p14:tracePt t="37378" x="7562850" y="5746750"/>
          <p14:tracePt t="37395" x="7594600" y="5746750"/>
          <p14:tracePt t="37411" x="7620000" y="5746750"/>
          <p14:tracePt t="37429" x="7632700" y="5746750"/>
          <p14:tracePt t="37444" x="7639050" y="5746750"/>
          <p14:tracePt t="37462" x="7645400" y="5746750"/>
          <p14:tracePt t="37478" x="7658100" y="5746750"/>
          <p14:tracePt t="37494" x="7664450" y="5746750"/>
          <p14:tracePt t="37511" x="7670800" y="5746750"/>
          <p14:tracePt t="37544" x="7677150" y="5746750"/>
          <p14:tracePt t="37569" x="7683500" y="5746750"/>
          <p14:tracePt t="37590" x="7689850" y="5746750"/>
          <p14:tracePt t="37611" x="7696200" y="5753100"/>
          <p14:tracePt t="37618" x="7702550" y="5753100"/>
          <p14:tracePt t="37653" x="7708900" y="5753100"/>
          <p14:tracePt t="37662" x="7715250" y="5753100"/>
          <p14:tracePt t="37674" x="7721600" y="5759450"/>
          <p14:tracePt t="37682" x="7727950" y="5759450"/>
          <p14:tracePt t="37693" x="7740650" y="5759450"/>
          <p14:tracePt t="37710" x="7766050" y="5759450"/>
          <p14:tracePt t="37727" x="7785100" y="5759450"/>
          <p14:tracePt t="37744" x="7797800" y="5759450"/>
          <p14:tracePt t="37760" x="7848600" y="5778500"/>
          <p14:tracePt t="37776" x="7867650" y="5778500"/>
          <p14:tracePt t="37794" x="7886700" y="5778500"/>
          <p14:tracePt t="37810" x="7899400" y="5778500"/>
          <p14:tracePt t="37826" x="7912100" y="5778500"/>
          <p14:tracePt t="37844" x="7918450" y="5778500"/>
          <p14:tracePt t="37871" x="7924800" y="5778500"/>
          <p14:tracePt t="37948" x="7931150" y="5778500"/>
          <p14:tracePt t="38414" x="7937500" y="5778500"/>
          <p14:tracePt t="38422" x="7950200" y="5778500"/>
          <p14:tracePt t="38436" x="7969250" y="5778500"/>
          <p14:tracePt t="38444" x="7988300" y="5791200"/>
          <p14:tracePt t="38458" x="8013700" y="5791200"/>
          <p14:tracePt t="38474" x="8058150" y="5797550"/>
          <p14:tracePt t="38491" x="8089900" y="5797550"/>
          <p14:tracePt t="38507" x="8140700" y="5797550"/>
          <p14:tracePt t="38524" x="8159750" y="5797550"/>
          <p14:tracePt t="38542" x="8229600" y="5803900"/>
          <p14:tracePt t="38557" x="8248650" y="5803900"/>
          <p14:tracePt t="38574" x="8267700" y="5803900"/>
          <p14:tracePt t="38577" x="8286750" y="5810250"/>
          <p14:tracePt t="38591" x="8312150" y="5810250"/>
          <p14:tracePt t="38607" x="8343900" y="5810250"/>
          <p14:tracePt t="38624" x="8350250" y="5810250"/>
          <p14:tracePt t="38640" x="8362950" y="5816600"/>
          <p14:tracePt t="38657" x="8375650" y="5816600"/>
          <p14:tracePt t="38674" x="8382000" y="5816600"/>
          <p14:tracePt t="38690" x="8394700" y="5816600"/>
          <p14:tracePt t="38706" x="8401050" y="5816600"/>
          <p14:tracePt t="38724" x="8407400" y="5822950"/>
          <p14:tracePt t="38740" x="8413750" y="5822950"/>
          <p14:tracePt t="38757" x="8420100" y="5822950"/>
          <p14:tracePt t="38774" x="8432800" y="5822950"/>
          <p14:tracePt t="38790" x="8439150" y="5822950"/>
          <p14:tracePt t="38823" x="8458200" y="5822950"/>
          <p14:tracePt t="38839" x="8464550" y="5822950"/>
          <p14:tracePt t="38856" x="8470900" y="5822950"/>
          <p14:tracePt t="38873" x="8477250" y="5822950"/>
          <p14:tracePt t="38984" x="8477250" y="5816600"/>
          <p14:tracePt t="39033" x="8470900" y="5816600"/>
          <p14:tracePt t="39047" x="8470900" y="5810250"/>
          <p14:tracePt t="39055" x="8464550" y="5810250"/>
          <p14:tracePt t="39068" x="8458200" y="5810250"/>
          <p14:tracePt t="39075" x="8451850" y="5803900"/>
          <p14:tracePt t="39091" x="8445500" y="5803900"/>
          <p14:tracePt t="39105" x="8426450" y="5797550"/>
          <p14:tracePt t="39122" x="8394700" y="5791200"/>
          <p14:tracePt t="39139" x="8299450" y="5765800"/>
          <p14:tracePt t="39155" x="8229600" y="5746750"/>
          <p14:tracePt t="39172" x="8045450" y="5676900"/>
          <p14:tracePt t="39189" x="7823200" y="5588000"/>
          <p14:tracePt t="39205" x="7708900" y="5543550"/>
          <p14:tracePt t="39221" x="7454900" y="5448300"/>
          <p14:tracePt t="39238" x="7169150" y="5365750"/>
          <p14:tracePt t="39255" x="7035800" y="5321300"/>
          <p14:tracePt t="39272" x="6762750" y="5257800"/>
          <p14:tracePt t="39288" x="6534150" y="5213350"/>
          <p14:tracePt t="39305" x="6432550" y="5194300"/>
          <p14:tracePt t="39322" x="6235700" y="5175250"/>
          <p14:tracePt t="39338" x="6134100" y="5175250"/>
          <p14:tracePt t="39800" x="6096000" y="5162550"/>
          <p14:tracePt t="39807" x="6038850" y="5156200"/>
          <p14:tracePt t="39822" x="5988050" y="5143500"/>
          <p14:tracePt t="39836" x="5937250" y="5143500"/>
          <p14:tracePt t="39852" x="5829300" y="5143500"/>
          <p14:tracePt t="39870" x="5765800" y="5143500"/>
          <p14:tracePt t="39886" x="5638800" y="5143500"/>
          <p14:tracePt t="39903" x="5486400" y="5149850"/>
          <p14:tracePt t="39920" x="5327650" y="5168900"/>
          <p14:tracePt t="39936" x="5251450" y="5168900"/>
          <p14:tracePt t="39953" x="5105400" y="5219700"/>
          <p14:tracePt t="39969" x="4933950" y="5245100"/>
          <p14:tracePt t="39985" x="4845050" y="5276850"/>
          <p14:tracePt t="40002" x="4660900" y="5327650"/>
          <p14:tracePt t="40019" x="4470400" y="5372100"/>
          <p14:tracePt t="40035" x="4337050" y="5403850"/>
          <p14:tracePt t="40053" x="4057650" y="5416550"/>
          <p14:tracePt t="40069" x="3740150" y="5422900"/>
          <p14:tracePt t="40085" x="3581400" y="5422900"/>
          <p14:tracePt t="40102" x="3225800" y="5410200"/>
          <p14:tracePt t="40119" x="3048000" y="5416550"/>
          <p14:tracePt t="40135" x="2965450" y="5416550"/>
          <p14:tracePt t="40764" x="2946400" y="5416550"/>
          <p14:tracePt t="40770" x="2927350" y="5429250"/>
          <p14:tracePt t="40785" x="2901950" y="5454650"/>
          <p14:tracePt t="40799" x="2882900" y="5473700"/>
          <p14:tracePt t="40816" x="2838450" y="5518150"/>
          <p14:tracePt t="40833" x="2819400" y="5537200"/>
          <p14:tracePt t="40849" x="2794000" y="5568950"/>
          <p14:tracePt t="40866" x="2774950" y="5581650"/>
          <p14:tracePt t="40883" x="2768600" y="5594350"/>
          <p14:tracePt t="40899" x="2768600" y="5600700"/>
          <p14:tracePt t="40916" x="2762250" y="5600700"/>
          <p14:tracePt t="40949" x="2755900" y="5607050"/>
          <p14:tracePt t="41030" x="2755900" y="5613400"/>
          <p14:tracePt t="41094" x="2762250" y="5619750"/>
          <p14:tracePt t="41100" x="2762250" y="5626100"/>
          <p14:tracePt t="41122" x="2768600" y="5626100"/>
          <p14:tracePt t="41143" x="2774950" y="5626100"/>
          <p14:tracePt t="41164" x="2781300" y="5626100"/>
          <p14:tracePt t="41171" x="2781300" y="5632450"/>
          <p14:tracePt t="41192" x="2794000" y="5632450"/>
          <p14:tracePt t="41213" x="2800350" y="5638800"/>
          <p14:tracePt t="41234" x="2806700" y="5645150"/>
          <p14:tracePt t="41241" x="2819400" y="5645150"/>
          <p14:tracePt t="41255" x="2832100" y="5645150"/>
          <p14:tracePt t="41264" x="2863850" y="5651500"/>
          <p14:tracePt t="41280" x="2889250" y="5657850"/>
          <p14:tracePt t="41298" x="2971800" y="5676900"/>
          <p14:tracePt t="41314" x="3130550" y="5702300"/>
          <p14:tracePt t="41331" x="3219450" y="5715000"/>
          <p14:tracePt t="41347" x="3473450" y="5727700"/>
          <p14:tracePt t="41363" x="3613150" y="5727700"/>
          <p14:tracePt t="41381" x="4057650" y="5727700"/>
          <p14:tracePt t="41397" x="4216400" y="5727700"/>
          <p14:tracePt t="41414" x="4375150" y="5727700"/>
          <p14:tracePt t="41431" x="4648200" y="5734050"/>
          <p14:tracePt t="41447" x="4965700" y="5746750"/>
          <p14:tracePt t="41464" x="5105400" y="5746750"/>
          <p14:tracePt t="41480" x="5384800" y="5746750"/>
          <p14:tracePt t="41497" x="5651500" y="5746750"/>
          <p14:tracePt t="41514" x="5778500" y="5746750"/>
          <p14:tracePt t="41530" x="6007100" y="5734050"/>
          <p14:tracePt t="41547" x="6108700" y="5721350"/>
          <p14:tracePt t="41564" x="6324600" y="5721350"/>
          <p14:tracePt t="41580" x="6457950" y="5721350"/>
          <p14:tracePt t="41597" x="6692900" y="5702300"/>
          <p14:tracePt t="41614" x="6870700" y="5683250"/>
          <p14:tracePt t="41630" x="6959600" y="5670550"/>
          <p14:tracePt t="41646" x="7118350" y="5651500"/>
          <p14:tracePt t="41650" x="7181850" y="5645150"/>
          <p14:tracePt t="41665" x="7245350" y="5632450"/>
          <p14:tracePt t="41680" x="7334250" y="5607050"/>
          <p14:tracePt t="41696" x="7372350" y="5600700"/>
          <p14:tracePt t="41713" x="7423150" y="5588000"/>
          <p14:tracePt t="41729" x="7473950" y="5581650"/>
          <p14:tracePt t="41747" x="7512050" y="5581650"/>
          <p14:tracePt t="41763" x="7531100" y="5575300"/>
          <p14:tracePt t="41779" x="7575550" y="5568950"/>
          <p14:tracePt t="41796" x="7594600" y="5568950"/>
          <p14:tracePt t="41812" x="7626350" y="5549900"/>
          <p14:tracePt t="41829" x="7639050" y="5549900"/>
          <p14:tracePt t="41846" x="7677150" y="5543550"/>
          <p14:tracePt t="41862" x="7683500" y="5543550"/>
          <p14:tracePt t="41880" x="7696200" y="5543550"/>
          <p14:tracePt t="41896" x="7715250" y="5537200"/>
          <p14:tracePt t="41931" x="7715250" y="5530850"/>
          <p14:tracePt t="41958" x="7715250" y="5524500"/>
          <p14:tracePt t="41980" x="7708900" y="5524500"/>
          <p14:tracePt t="41993" x="7702550" y="5518150"/>
          <p14:tracePt t="42007" x="7683500" y="5511800"/>
          <p14:tracePt t="42015" x="7658100" y="5505450"/>
          <p14:tracePt t="42030" x="7613650" y="5480050"/>
          <p14:tracePt t="42045" x="7531100" y="5461000"/>
          <p14:tracePt t="42062" x="7283450" y="5384800"/>
          <p14:tracePt t="42078" x="7099300" y="5334000"/>
          <p14:tracePt t="42095" x="6667500" y="5232400"/>
          <p14:tracePt t="42113" x="6089650" y="5124450"/>
          <p14:tracePt t="42128" x="5784850" y="5060950"/>
          <p14:tracePt t="42145" x="5168900" y="4978400"/>
          <p14:tracePt t="42162" x="4584700" y="4933950"/>
          <p14:tracePt t="42178" x="4337050" y="4902200"/>
          <p14:tracePt t="42195" x="3854450" y="4876800"/>
          <p14:tracePt t="42211" x="3460750" y="4883150"/>
          <p14:tracePt t="42228" x="3130550" y="4908550"/>
          <p14:tracePt t="42244" x="2965450" y="4914900"/>
          <p14:tracePt t="42261" x="2711450" y="4953000"/>
          <p14:tracePt t="42278" x="2584450" y="4972050"/>
          <p14:tracePt t="42295" x="2254250" y="5022850"/>
          <p14:tracePt t="42311" x="2152650" y="5035550"/>
          <p14:tracePt t="42328" x="2044700" y="5067300"/>
          <p14:tracePt t="42345" x="1708150" y="5168900"/>
          <p14:tracePt t="42360" x="1631950" y="5181600"/>
          <p14:tracePt t="42378" x="1574800" y="5187950"/>
          <p14:tracePt t="42394" x="1555750" y="5200650"/>
          <p14:tracePt t="45981" x="1562100" y="5200650"/>
          <p14:tracePt t="45988" x="1574800" y="5200650"/>
          <p14:tracePt t="46001" x="1587500" y="5200650"/>
          <p14:tracePt t="46015" x="1600200" y="5200650"/>
          <p14:tracePt t="46031" x="1631950" y="5207000"/>
          <p14:tracePt t="46049" x="1651000" y="5207000"/>
          <p14:tracePt t="46065" x="1701800" y="5200650"/>
          <p14:tracePt t="46081" x="1720850" y="5194300"/>
          <p14:tracePt t="46098" x="1784350" y="5162550"/>
          <p14:tracePt t="46115" x="1860550" y="5130800"/>
          <p14:tracePt t="46131" x="1892300" y="5105400"/>
          <p14:tracePt t="46147" x="1955800" y="5067300"/>
          <p14:tracePt t="46164" x="2012950" y="5016500"/>
          <p14:tracePt t="46181" x="2032000" y="4997450"/>
          <p14:tracePt t="46198" x="2127250" y="4902200"/>
          <p14:tracePt t="46214" x="2152650" y="4870450"/>
          <p14:tracePt t="46230" x="2178050" y="4838700"/>
          <p14:tracePt t="46248" x="2228850" y="4794250"/>
          <p14:tracePt t="46264" x="2273300" y="4749800"/>
          <p14:tracePt t="46280" x="2292350" y="4718050"/>
          <p14:tracePt t="46297" x="2343150" y="4616450"/>
          <p14:tracePt t="46314" x="2413000" y="4464050"/>
          <p14:tracePt t="46330" x="2444750" y="4387850"/>
          <p14:tracePt t="46347" x="2476500" y="4216400"/>
          <p14:tracePt t="46364" x="2514600" y="4095750"/>
          <p14:tracePt t="46381" x="2520950" y="4038600"/>
          <p14:tracePt t="46396" x="2520950" y="4025900"/>
          <p14:tracePt t="46413" x="2527300" y="4006850"/>
          <p14:tracePt t="46431" x="2527300" y="4000500"/>
          <p14:tracePt t="46463" x="2533650" y="3994150"/>
          <p14:tracePt t="46500" x="2533650" y="3987800"/>
          <p14:tracePt t="46508" x="2533650" y="3975100"/>
          <p14:tracePt t="46522" x="2533650" y="3943350"/>
          <p14:tracePt t="47135" x="2546350" y="3943350"/>
          <p14:tracePt t="47142" x="2559050" y="3943350"/>
          <p14:tracePt t="47156" x="2565400" y="3943350"/>
          <p14:tracePt t="47164" x="2584450" y="3949700"/>
          <p14:tracePt t="47178" x="2597150" y="3949700"/>
          <p14:tracePt t="47194" x="2609850" y="3949700"/>
          <p14:tracePt t="47210" x="2641600" y="3949700"/>
          <p14:tracePt t="47227" x="2673350" y="3956050"/>
          <p14:tracePt t="47244" x="2686050" y="3956050"/>
          <p14:tracePt t="47261" x="2724150" y="3962400"/>
          <p14:tracePt t="47277" x="2768600" y="3975100"/>
          <p14:tracePt t="47293" x="2794000" y="3981450"/>
          <p14:tracePt t="47311" x="2870200" y="3987800"/>
          <p14:tracePt t="47327" x="2940050" y="3994150"/>
          <p14:tracePt t="47343" x="2978150" y="3994150"/>
          <p14:tracePt t="47360" x="3054350" y="3994150"/>
          <p14:tracePt t="47376" x="3124200" y="3994150"/>
          <p14:tracePt t="47393" x="3143250" y="3994150"/>
          <p14:tracePt t="47410" x="3200400" y="3994150"/>
          <p14:tracePt t="47426" x="3244850" y="3994150"/>
          <p14:tracePt t="47444" x="3270250" y="3987800"/>
          <p14:tracePt t="47460" x="3282950" y="3987800"/>
          <p14:tracePt t="47476" x="3302000" y="3987800"/>
          <p14:tracePt t="47493" x="3321050" y="3981450"/>
          <p14:tracePt t="47511" x="3327400" y="3981450"/>
          <p14:tracePt t="47526" x="3333750" y="3981450"/>
          <p14:tracePt t="47543" x="3340100" y="3981450"/>
          <p14:tracePt t="47559" x="3346450" y="3981450"/>
          <p14:tracePt t="47612" x="3352800" y="3981450"/>
          <p14:tracePt t="48046" x="3384550" y="3994150"/>
          <p14:tracePt t="48060" x="3429000" y="4013200"/>
          <p14:tracePt t="48067" x="3498850" y="4044950"/>
          <p14:tracePt t="48081" x="3562350" y="4064000"/>
          <p14:tracePt t="48090" x="3606800" y="4076700"/>
          <p14:tracePt t="48107" x="3663950" y="4089400"/>
          <p14:tracePt t="48124" x="3740150" y="4095750"/>
          <p14:tracePt t="48141" x="3835400" y="4095750"/>
          <p14:tracePt t="48157" x="3873500" y="4102100"/>
          <p14:tracePt t="48174" x="4019550" y="4102100"/>
          <p14:tracePt t="48190" x="4171950" y="4102100"/>
          <p14:tracePt t="48208" x="4349750" y="4102100"/>
          <p14:tracePt t="48224" x="4451350" y="4102100"/>
          <p14:tracePt t="48240" x="4603750" y="4102100"/>
          <p14:tracePt t="48257" x="4743450" y="4089400"/>
          <p14:tracePt t="48273" x="4800600" y="4089400"/>
          <p14:tracePt t="48290" x="4864100" y="4089400"/>
          <p14:tracePt t="48307" x="4978400" y="4089400"/>
          <p14:tracePt t="48324" x="5010150" y="4083050"/>
          <p14:tracePt t="48341" x="5035550" y="4083050"/>
          <p14:tracePt t="48356" x="5060950" y="4076700"/>
          <p14:tracePt t="48373" x="5080000" y="4070350"/>
          <p14:tracePt t="48390" x="5086350" y="4070350"/>
          <p14:tracePt t="49285" x="5099050" y="4070350"/>
          <p14:tracePt t="49292" x="5111750" y="4064000"/>
          <p14:tracePt t="49303" x="5130800" y="4057650"/>
          <p14:tracePt t="49322" x="5175250" y="4051300"/>
          <p14:tracePt t="49336" x="5194300" y="4051300"/>
          <p14:tracePt t="49353" x="5213350" y="4044950"/>
          <p14:tracePt t="49370" x="5314950" y="4019550"/>
          <p14:tracePt t="49386" x="5346700" y="4013200"/>
          <p14:tracePt t="49403" x="5372100" y="4006850"/>
          <p14:tracePt t="49420" x="5441950" y="3987800"/>
          <p14:tracePt t="49436" x="5505450" y="3975100"/>
          <p14:tracePt t="49454" x="5537200" y="3962400"/>
          <p14:tracePt t="49469" x="5556250" y="3956050"/>
          <p14:tracePt t="49486" x="5581650" y="3949700"/>
          <p14:tracePt t="49503" x="5600700" y="3943350"/>
          <p14:tracePt t="49520" x="5607050" y="3937000"/>
          <p14:tracePt t="49536" x="5613400" y="3937000"/>
          <p14:tracePt t="49573" x="5619750" y="3930650"/>
          <p14:tracePt t="49643" x="5626100" y="3930650"/>
          <p14:tracePt t="54814" x="5607050" y="3930650"/>
          <p14:tracePt t="54821" x="5568950" y="3930650"/>
          <p14:tracePt t="54837" x="5524500" y="3930650"/>
          <p14:tracePt t="54850" x="5486400" y="3930650"/>
          <p14:tracePt t="54867" x="5397500" y="3930650"/>
          <p14:tracePt t="54884" x="5302250" y="3937000"/>
          <p14:tracePt t="54901" x="5276850" y="3937000"/>
          <p14:tracePt t="54917" x="5219700" y="3937000"/>
          <p14:tracePt t="54934" x="5168900" y="3930650"/>
          <p14:tracePt t="54950" x="5137150" y="3930650"/>
          <p14:tracePt t="54967" x="5092700" y="3924300"/>
          <p14:tracePt t="54984" x="5048250" y="3917950"/>
          <p14:tracePt t="55000" x="5035550" y="3917950"/>
          <p14:tracePt t="55017" x="5010150" y="3917950"/>
          <p14:tracePt t="55033" x="4997450" y="3917950"/>
          <p14:tracePt t="55050" x="4991100" y="3911600"/>
          <p14:tracePt t="55067" x="4984750" y="3911600"/>
          <p14:tracePt t="55103" x="4978400" y="3905250"/>
          <p14:tracePt t="55151" x="4978400" y="3898900"/>
          <p14:tracePt t="55165" x="4984750" y="3898900"/>
          <p14:tracePt t="55172" x="4991100" y="3898900"/>
          <p14:tracePt t="55193" x="4997450" y="3898900"/>
          <p14:tracePt t="55214" x="5003800" y="3898900"/>
          <p14:tracePt t="55221" x="5010150" y="3898900"/>
          <p14:tracePt t="55236" x="5022850" y="3898900"/>
          <p14:tracePt t="55250" x="5029200" y="3898900"/>
          <p14:tracePt t="55266" x="5060950" y="3892550"/>
          <p14:tracePt t="55283" x="5073650" y="3892550"/>
          <p14:tracePt t="55300" x="5111750" y="3873500"/>
          <p14:tracePt t="55316" x="5156200" y="3867150"/>
          <p14:tracePt t="55332" x="5168900" y="3860800"/>
          <p14:tracePt t="55349" x="5200650" y="3848100"/>
          <p14:tracePt t="55366" x="5219700" y="3829050"/>
          <p14:tracePt t="55383" x="5232400" y="3822700"/>
          <p14:tracePt t="55399" x="5238750" y="3816350"/>
          <p14:tracePt t="55416" x="5238750" y="3810000"/>
          <p14:tracePt t="55481" x="5232400" y="3803650"/>
          <p14:tracePt t="55516" x="5226050" y="3797300"/>
          <p14:tracePt t="55615" x="5232400" y="3803650"/>
          <p14:tracePt t="55636" x="5238750" y="3803650"/>
          <p14:tracePt t="55650" x="5245100" y="3803650"/>
          <p14:tracePt t="55671" x="5257800" y="3803650"/>
          <p14:tracePt t="55699" x="5264150" y="3803650"/>
          <p14:tracePt t="55706" x="5270500" y="3803650"/>
          <p14:tracePt t="55720" x="5289550" y="3803650"/>
          <p14:tracePt t="55730" x="5302250" y="3803650"/>
          <p14:tracePt t="55748" x="5353050" y="3803650"/>
          <p14:tracePt t="55764" x="5410200" y="3790950"/>
          <p14:tracePt t="55781" x="5441950" y="3784600"/>
          <p14:tracePt t="55798" x="5499100" y="3778250"/>
          <p14:tracePt t="55814" x="5518150" y="3771900"/>
          <p14:tracePt t="55831" x="5562600" y="3759200"/>
          <p14:tracePt t="55847" x="5562600" y="3752850"/>
          <p14:tracePt t="55864" x="5568950" y="3752850"/>
          <p14:tracePt t="55917" x="5549900" y="3752850"/>
          <p14:tracePt t="55932" x="5524500" y="3746500"/>
          <p14:tracePt t="55938" x="5505450" y="3746500"/>
          <p14:tracePt t="55951" x="5467350" y="3740150"/>
          <p14:tracePt t="55963" x="5403850" y="3727450"/>
          <p14:tracePt t="55981" x="5245100" y="3708400"/>
          <p14:tracePt t="55997" x="5067300" y="3689350"/>
          <p14:tracePt t="56013" x="4953000" y="3676650"/>
          <p14:tracePt t="56030" x="4749800" y="3670300"/>
          <p14:tracePt t="56046" x="4559300" y="3657600"/>
          <p14:tracePt t="56063" x="4457700" y="3657600"/>
          <p14:tracePt t="56080" x="4292600" y="3657600"/>
          <p14:tracePt t="56096" x="4216400" y="3657600"/>
          <p14:tracePt t="56114" x="4044950" y="3670300"/>
          <p14:tracePt t="56130" x="4000500" y="3676650"/>
          <p14:tracePt t="56146" x="3949700" y="3676650"/>
          <p14:tracePt t="56163" x="3867150" y="3695700"/>
          <p14:tracePt t="56179" x="3784600" y="3702050"/>
          <p14:tracePt t="56196" x="3746500" y="3702050"/>
          <p14:tracePt t="56213" x="3676650" y="3721100"/>
          <p14:tracePt t="56229" x="3594100" y="3727450"/>
          <p14:tracePt t="56246" x="3543300" y="3733800"/>
          <p14:tracePt t="56250" x="3492500" y="3746500"/>
          <p14:tracePt t="56263" x="3435350" y="3752850"/>
          <p14:tracePt t="56279" x="3327400" y="3790950"/>
          <p14:tracePt t="56296" x="3181350" y="3829050"/>
          <p14:tracePt t="56313" x="3098800" y="3848100"/>
          <p14:tracePt t="56329" x="2959100" y="3879850"/>
          <p14:tracePt t="56346" x="2825750" y="3905250"/>
          <p14:tracePt t="56362" x="2768600" y="3924300"/>
          <p14:tracePt t="56379" x="2730500" y="3924300"/>
          <p14:tracePt t="56396" x="2667000" y="3930650"/>
          <p14:tracePt t="56413" x="2654300" y="3930650"/>
          <p14:tracePt t="56428" x="2647950" y="3930650"/>
          <p14:tracePt t="56445" x="2641600" y="3924300"/>
          <p14:tracePt t="56462" x="2628900" y="3924300"/>
          <p14:tracePt t="56479" x="2616200" y="3917950"/>
          <p14:tracePt t="56495" x="2609850" y="3917950"/>
          <p14:tracePt t="56512" x="2603500" y="3917950"/>
          <p14:tracePt t="56529" x="2571750" y="3917950"/>
          <p14:tracePt t="56545" x="2559050" y="3917950"/>
          <p14:tracePt t="56562" x="2533650" y="3911600"/>
          <p14:tracePt t="56578" x="2501900" y="3905250"/>
          <p14:tracePt t="56595" x="2489200" y="3905250"/>
          <p14:tracePt t="56613" x="2463800" y="3905250"/>
          <p14:tracePt t="56628" x="2444750" y="3905250"/>
          <p14:tracePt t="56662" x="2438400" y="3905250"/>
          <p14:tracePt t="56718" x="2438400" y="3911600"/>
          <p14:tracePt t="56732" x="2444750" y="3911600"/>
          <p14:tracePt t="56739" x="2451100" y="3911600"/>
          <p14:tracePt t="56747" x="2457450" y="3911600"/>
          <p14:tracePt t="56760" x="2463800" y="3911600"/>
          <p14:tracePt t="56781" x="2482850" y="3917950"/>
          <p14:tracePt t="56794" x="2508250" y="3917950"/>
          <p14:tracePt t="56810" x="2546350" y="3924300"/>
          <p14:tracePt t="56827" x="2578100" y="3924300"/>
          <p14:tracePt t="56845" x="2635250" y="3930650"/>
          <p14:tracePt t="56861" x="2679700" y="3937000"/>
          <p14:tracePt t="56877" x="2705100" y="3937000"/>
          <p14:tracePt t="56894" x="2724150" y="3943350"/>
          <p14:tracePt t="56910" x="2736850" y="3943350"/>
          <p14:tracePt t="56944" x="2743200" y="3943350"/>
          <p14:tracePt t="56971" x="2749550" y="3943350"/>
          <p14:tracePt t="57013" x="2755900" y="3943350"/>
          <p14:tracePt t="57041" x="2762250" y="3949700"/>
          <p14:tracePt t="57062" x="2768600" y="3949700"/>
          <p14:tracePt t="57069" x="2774950" y="3956050"/>
          <p14:tracePt t="57083" x="2781300" y="3956050"/>
          <p14:tracePt t="57092" x="2794000" y="3956050"/>
          <p14:tracePt t="57110" x="2813050" y="3956050"/>
          <p14:tracePt t="57126" x="2863850" y="3956050"/>
          <p14:tracePt t="57143" x="2940050" y="3956050"/>
          <p14:tracePt t="57161" x="2978150" y="3956050"/>
          <p14:tracePt t="57176" x="3060700" y="3956050"/>
          <p14:tracePt t="57192" x="3117850" y="3956050"/>
          <p14:tracePt t="57210" x="3136900" y="3956050"/>
          <p14:tracePt t="57226" x="3162300" y="3956050"/>
          <p14:tracePt t="57242" x="3175000" y="3956050"/>
          <p14:tracePt t="57276" x="3168650" y="3956050"/>
          <p14:tracePt t="57292" x="3162300" y="3956050"/>
          <p14:tracePt t="57309" x="3136900" y="3956050"/>
          <p14:tracePt t="57325" x="3124200" y="3956050"/>
          <p14:tracePt t="57344" x="3060700" y="3968750"/>
          <p14:tracePt t="57359" x="3022600" y="3975100"/>
          <p14:tracePt t="57375" x="2927350" y="3994150"/>
          <p14:tracePt t="57394" x="2832100" y="4019550"/>
          <p14:tracePt t="57409" x="2787650" y="4032250"/>
          <p14:tracePt t="57425" x="2705100" y="4064000"/>
          <p14:tracePt t="57442" x="2641600" y="4095750"/>
          <p14:tracePt t="57459" x="2616200" y="4114800"/>
          <p14:tracePt t="57475" x="2584450" y="4140200"/>
          <p14:tracePt t="57492" x="2559050" y="4159250"/>
          <p14:tracePt t="57508" x="2552700" y="4171950"/>
          <p14:tracePt t="57525" x="2546350" y="4178300"/>
          <p14:tracePt t="57541" x="2546350" y="4184650"/>
          <p14:tracePt t="57730" x="2546350" y="4178300"/>
          <p14:tracePt t="57835" x="2546350" y="4171950"/>
          <p14:tracePt t="57842" x="2552700" y="4171950"/>
          <p14:tracePt t="57857" x="2559050" y="4165600"/>
          <p14:tracePt t="57863" x="2565400" y="4165600"/>
          <p14:tracePt t="57873" x="2571750" y="4165600"/>
          <p14:tracePt t="57890" x="2578100" y="4152900"/>
          <p14:tracePt t="57906" x="2597150" y="4133850"/>
          <p14:tracePt t="57923" x="2616200" y="4121150"/>
          <p14:tracePt t="57941" x="2686050" y="4057650"/>
          <p14:tracePt t="57957" x="2705100" y="4038600"/>
          <p14:tracePt t="57973" x="2724150" y="4013200"/>
          <p14:tracePt t="57990" x="2787650" y="3994150"/>
          <p14:tracePt t="58006" x="2832100" y="3962400"/>
          <p14:tracePt t="58023" x="2863850" y="3949700"/>
          <p14:tracePt t="58040" x="2901950" y="3937000"/>
          <p14:tracePt t="58056" x="2927350" y="3930650"/>
          <p14:tracePt t="58074" x="2940050" y="3930650"/>
          <p14:tracePt t="58090" x="2946400" y="3930650"/>
          <p14:tracePt t="58187" x="2952750" y="3930650"/>
          <p14:tracePt t="58355" x="2959100" y="3930650"/>
          <p14:tracePt t="58376" x="2965450" y="3930650"/>
          <p14:tracePt t="58383" x="2971800" y="3930650"/>
          <p14:tracePt t="58397" x="2978150" y="3930650"/>
          <p14:tracePt t="58406" x="2984500" y="3930650"/>
          <p14:tracePt t="58425" x="2990850" y="3930650"/>
          <p14:tracePt t="58453" x="2997200" y="3930650"/>
          <p14:tracePt t="58502" x="3003550" y="3930650"/>
          <p14:tracePt t="58538" x="3009900" y="3930650"/>
          <p14:tracePt t="58608" x="3009900" y="3937000"/>
          <p14:tracePt t="58664" x="3016250" y="3943350"/>
          <p14:tracePt t="58706" x="3022600" y="3943350"/>
          <p14:tracePt t="58735" x="3028950" y="3943350"/>
          <p14:tracePt t="58776" x="3035300" y="3943350"/>
          <p14:tracePt t="58784" x="3041650" y="3943350"/>
          <p14:tracePt t="58798" x="3048000" y="3943350"/>
          <p14:tracePt t="58806" x="3054350" y="3943350"/>
          <p14:tracePt t="58820" x="3060700" y="3943350"/>
          <p14:tracePt t="58840" x="3067050" y="3943350"/>
          <p14:tracePt t="58855" x="3098800" y="3943350"/>
          <p14:tracePt t="58870" x="3111500" y="3943350"/>
          <p14:tracePt t="58887" x="3130550" y="3943350"/>
          <p14:tracePt t="58903" x="3168650" y="3943350"/>
          <p14:tracePt t="58920" x="3200400" y="3943350"/>
          <p14:tracePt t="58937" x="3219450" y="3937000"/>
          <p14:tracePt t="58953" x="3251200" y="3930650"/>
          <p14:tracePt t="58969" x="3276600" y="3930650"/>
          <p14:tracePt t="58987" x="3302000" y="3924300"/>
          <p14:tracePt t="59003" x="3314700" y="3924300"/>
          <p14:tracePt t="59019" x="3340100" y="3924300"/>
          <p14:tracePt t="59037" x="3371850" y="3924300"/>
          <p14:tracePt t="59053" x="3384550" y="3924300"/>
          <p14:tracePt t="59070" x="3409950" y="3924300"/>
          <p14:tracePt t="59086" x="3429000" y="3924300"/>
          <p14:tracePt t="59119" x="3435350" y="3924300"/>
          <p14:tracePt t="59136" x="3448050" y="3924300"/>
          <p14:tracePt t="59172" x="3454400" y="3924300"/>
          <p14:tracePt t="59339" x="3460750" y="3924300"/>
          <p14:tracePt t="59360" x="3467100" y="3924300"/>
          <p14:tracePt t="59367" x="3467100" y="3917950"/>
          <p14:tracePt t="59388" x="3473450" y="3911600"/>
          <p14:tracePt t="59409" x="3479800" y="3911600"/>
          <p14:tracePt t="59437" x="3486150" y="3905250"/>
          <p14:tracePt t="59472" x="3492500" y="3898900"/>
          <p14:tracePt t="59486" x="3498850" y="3898900"/>
          <p14:tracePt t="59507" x="3505200" y="3898900"/>
          <p14:tracePt t="59549" x="3505200" y="3905250"/>
          <p14:tracePt t="59557" x="3511550" y="3905250"/>
          <p14:tracePt t="59578" x="3511550" y="3911600"/>
          <p14:tracePt t="59599" x="3517900" y="3917950"/>
          <p14:tracePt t="59627" x="3524250" y="3924300"/>
          <p14:tracePt t="59669" x="3530600" y="3930650"/>
          <p14:tracePt t="59690" x="3530600" y="3937000"/>
          <p14:tracePt t="59732" x="3530600" y="3943350"/>
          <p14:tracePt t="59809" x="3536950" y="3943350"/>
          <p14:tracePt t="59838" x="3536950" y="3937000"/>
          <p14:tracePt t="59859" x="3536950" y="3930650"/>
          <p14:tracePt t="59880" x="3536950" y="3924300"/>
          <p14:tracePt t="59894" x="3536950" y="3917950"/>
          <p14:tracePt t="59902" x="3536950" y="3911600"/>
          <p14:tracePt t="59916" x="3543300" y="3898900"/>
          <p14:tracePt t="59933" x="3543300" y="3873500"/>
          <p14:tracePt t="59950" x="3549650" y="3860800"/>
          <p14:tracePt t="59967" x="3549650" y="3835400"/>
          <p14:tracePt t="59983" x="3549650" y="3822700"/>
          <p14:tracePt t="60000" x="3549650" y="3816350"/>
          <p14:tracePt t="60016" x="3549650" y="3810000"/>
          <p14:tracePt t="60049" x="3530600" y="3810000"/>
          <p14:tracePt t="60066" x="3517900" y="3816350"/>
          <p14:tracePt t="60083" x="3486150" y="3829050"/>
          <p14:tracePt t="60100" x="3467100" y="3841750"/>
          <p14:tracePt t="60116" x="3422650" y="3886200"/>
          <p14:tracePt t="60133" x="3403600" y="3905250"/>
          <p14:tracePt t="60149" x="3378200" y="3962400"/>
          <p14:tracePt t="60166" x="3359150" y="4013200"/>
          <p14:tracePt t="60182" x="3359150" y="4044950"/>
          <p14:tracePt t="60199" x="3371850" y="4057650"/>
          <p14:tracePt t="60216" x="3397250" y="4076700"/>
          <p14:tracePt t="60232" x="3429000" y="4095750"/>
          <p14:tracePt t="60249" x="3435350" y="4102100"/>
          <p14:tracePt t="60252" x="3448050" y="4108450"/>
          <p14:tracePt t="60266" x="3460750" y="4108450"/>
          <p14:tracePt t="60282" x="3473450" y="4108450"/>
          <p14:tracePt t="60298" x="3479800" y="4108450"/>
          <p14:tracePt t="60316" x="3492500" y="4108450"/>
          <p14:tracePt t="60332" x="3505200" y="4108450"/>
          <p14:tracePt t="60349" x="3505200" y="4102100"/>
          <p14:tracePt t="60366" x="3517900" y="4095750"/>
          <p14:tracePt t="60382" x="3524250" y="4089400"/>
          <p14:tracePt t="60398" x="3536950" y="4070350"/>
          <p14:tracePt t="60415" x="3562350" y="4044950"/>
          <p14:tracePt t="60431" x="3575050" y="4025900"/>
          <p14:tracePt t="60449" x="3619500" y="3994150"/>
          <p14:tracePt t="60464" x="3676650" y="3943350"/>
          <p14:tracePt t="60482" x="3695700" y="3930650"/>
          <p14:tracePt t="60499" x="3746500" y="3892550"/>
          <p14:tracePt t="60514" x="3790950" y="3867150"/>
          <p14:tracePt t="60531" x="3810000" y="3860800"/>
          <p14:tracePt t="60548" x="3854450" y="3841750"/>
          <p14:tracePt t="60564" x="3879850" y="3841750"/>
          <p14:tracePt t="60582" x="3892550" y="3841750"/>
          <p14:tracePt t="60598" x="3911600" y="3841750"/>
          <p14:tracePt t="60614" x="3917950" y="3860800"/>
          <p14:tracePt t="60631" x="3917950" y="3873500"/>
          <p14:tracePt t="60647" x="3917950" y="3879850"/>
          <p14:tracePt t="60664" x="3917950" y="3886200"/>
          <p14:tracePt t="60681" x="3898900" y="3898900"/>
          <p14:tracePt t="60697" x="3898900" y="3905250"/>
          <p14:tracePt t="60714" x="3892550" y="3911600"/>
          <p14:tracePt t="60731" x="3886200" y="3924300"/>
          <p14:tracePt t="60763" x="3879850" y="3930650"/>
          <p14:tracePt t="60856" x="3886200" y="3930650"/>
          <p14:tracePt t="60864" x="3892550" y="3930650"/>
          <p14:tracePt t="60885" x="3898900" y="3930650"/>
          <p14:tracePt t="60892" x="3905250" y="3930650"/>
          <p14:tracePt t="60905" x="3911600" y="3930650"/>
          <p14:tracePt t="60914" x="3924300" y="3924300"/>
          <p14:tracePt t="60934" x="3937000" y="3924300"/>
          <p14:tracePt t="60949" x="3962400" y="3911600"/>
          <p14:tracePt t="60963" x="3994150" y="3905250"/>
          <p14:tracePt t="60980" x="4013200" y="3898900"/>
          <p14:tracePt t="60998" x="4038600" y="3886200"/>
          <p14:tracePt t="61013" x="4051300" y="3873500"/>
          <p14:tracePt t="61029" x="4070350" y="3860800"/>
          <p14:tracePt t="61046" x="4083050" y="3854450"/>
          <p14:tracePt t="61063" x="4089400" y="3848100"/>
          <p14:tracePt t="61079" x="4095750" y="3848100"/>
          <p14:tracePt t="61097" x="4102100" y="3848100"/>
          <p14:tracePt t="61116" x="4108450" y="3848100"/>
          <p14:tracePt t="61130" x="4108450" y="3854450"/>
          <p14:tracePt t="61145" x="4114800" y="3860800"/>
          <p14:tracePt t="61179" x="4127500" y="3867150"/>
          <p14:tracePt t="61195" x="4133850" y="3873500"/>
          <p14:tracePt t="61212" x="4140200" y="3873500"/>
          <p14:tracePt t="61229" x="4165600" y="3886200"/>
          <p14:tracePt t="61245" x="4178300" y="3898900"/>
          <p14:tracePt t="61262" x="4191000" y="3905250"/>
          <p14:tracePt t="61265" x="4197350" y="3911600"/>
          <p14:tracePt t="61279" x="4210050" y="3911600"/>
          <p14:tracePt t="61295" x="4216400" y="3917950"/>
          <p14:tracePt t="61312" x="4222750" y="3924300"/>
          <p14:tracePt t="61475" x="4216400" y="3924300"/>
          <p14:tracePt t="61517" x="4210050" y="3924300"/>
          <p14:tracePt t="61921" x="4222750" y="3924300"/>
          <p14:tracePt t="61928" x="4241800" y="3924300"/>
          <p14:tracePt t="61936" x="4279900" y="3924300"/>
          <p14:tracePt t="61950" x="4324350" y="3930650"/>
          <p14:tracePt t="61959" x="4362450" y="3930650"/>
          <p14:tracePt t="61976" x="4413250" y="3930650"/>
          <p14:tracePt t="61993" x="4483100" y="3930650"/>
          <p14:tracePt t="62009" x="4521200" y="3930650"/>
          <p14:tracePt t="62027" x="4565650" y="3917950"/>
          <p14:tracePt t="62043" x="4572000" y="3917950"/>
          <p14:tracePt t="62059" x="4578350" y="3911600"/>
          <p14:tracePt t="62076" x="4584700" y="3911600"/>
          <p14:tracePt t="62112" x="4584700" y="3905250"/>
          <p14:tracePt t="62188" x="4584700" y="3898900"/>
          <p14:tracePt t="62399" x="4578350" y="3898900"/>
          <p14:tracePt t="62469" x="4572000" y="3905250"/>
          <p14:tracePt t="62554" x="4565650" y="3905250"/>
          <p14:tracePt t="62884" x="4565650" y="3911600"/>
          <p14:tracePt t="62912" x="4572000" y="3911600"/>
          <p14:tracePt t="62933" x="4584700" y="3911600"/>
          <p14:tracePt t="62941" x="4584700" y="3917950"/>
          <p14:tracePt t="62954" x="4591050" y="3917950"/>
          <p14:tracePt t="62961" x="4603750" y="3917950"/>
          <p14:tracePt t="62976" x="4616450" y="3924300"/>
          <p14:tracePt t="62990" x="4635500" y="3924300"/>
          <p14:tracePt t="63006" x="4692650" y="3924300"/>
          <p14:tracePt t="63022" x="4730750" y="3930650"/>
          <p14:tracePt t="63039" x="4794250" y="3937000"/>
          <p14:tracePt t="63056" x="4838700" y="3937000"/>
          <p14:tracePt t="63072" x="4857750" y="3937000"/>
          <p14:tracePt t="63089" x="4883150" y="3943350"/>
          <p14:tracePt t="63105" x="4895850" y="3943350"/>
          <p14:tracePt t="63124" x="4902200" y="3949700"/>
          <p14:tracePt t="63173" x="4908550" y="3949700"/>
          <p14:tracePt t="63200" x="4914900" y="3949700"/>
          <p14:tracePt t="63214" x="4921250" y="3949700"/>
          <p14:tracePt t="63242" x="4927600" y="3949700"/>
          <p14:tracePt t="63256" x="4933950" y="3949700"/>
          <p14:tracePt t="63270" x="4946650" y="3949700"/>
          <p14:tracePt t="63278" x="4959350" y="3949700"/>
          <p14:tracePt t="63292" x="4972050" y="3956050"/>
          <p14:tracePt t="63308" x="4991100" y="3956050"/>
          <p14:tracePt t="63321" x="5010150" y="3962400"/>
          <p14:tracePt t="63338" x="5035550" y="3968750"/>
          <p14:tracePt t="63355" x="5073650" y="3975100"/>
          <p14:tracePt t="63371" x="5092700" y="3981450"/>
          <p14:tracePt t="63388" x="5118100" y="3987800"/>
          <p14:tracePt t="63405" x="5124450" y="3987800"/>
          <p14:tracePt t="63421" x="5137150" y="3987800"/>
          <p14:tracePt t="63438" x="5143500" y="3987800"/>
          <p14:tracePt t="64385" x="5149850" y="3987800"/>
          <p14:tracePt t="64399" x="5156200" y="3987800"/>
          <p14:tracePt t="64420" x="5162550" y="3987800"/>
          <p14:tracePt t="64456" x="5168900" y="3987800"/>
          <p14:tracePt t="64477" x="5175250" y="3987800"/>
          <p14:tracePt t="64491" x="5181600" y="3987800"/>
          <p14:tracePt t="64505" x="5187950" y="3987800"/>
          <p14:tracePt t="64526" x="5194300" y="3981450"/>
          <p14:tracePt t="64547" x="5200650" y="3981450"/>
          <p14:tracePt t="64561" x="5200650" y="3975100"/>
          <p14:tracePt t="64575" x="5207000" y="3968750"/>
          <p14:tracePt t="64596" x="5213350" y="3968750"/>
          <p14:tracePt t="64618" x="5219700" y="3962400"/>
          <p14:tracePt t="64638" x="5226050" y="3956050"/>
          <p14:tracePt t="64645" x="5232400" y="3956050"/>
          <p14:tracePt t="64687" x="5238750" y="3956050"/>
          <p14:tracePt t="64702" x="5245100" y="3956050"/>
          <p14:tracePt t="64709" x="5251450" y="3949700"/>
          <p14:tracePt t="64730" x="5257800" y="3949700"/>
          <p14:tracePt t="64736" x="5257800" y="3943350"/>
          <p14:tracePt t="64758" x="5264150" y="3943350"/>
          <p14:tracePt t="64779" x="5276850" y="3943350"/>
          <p14:tracePt t="64786" x="5276850" y="3937000"/>
          <p14:tracePt t="64821" x="5283200" y="3930650"/>
          <p14:tracePt t="64828" x="5289550" y="3930650"/>
          <p14:tracePt t="64842" x="5295900" y="3930650"/>
          <p14:tracePt t="64856" x="5302250" y="3924300"/>
          <p14:tracePt t="64877" x="5308600" y="3924300"/>
          <p14:tracePt t="64899" x="5314950" y="3924300"/>
          <p14:tracePt t="64926" x="5321300" y="3924300"/>
          <p14:tracePt t="64947" x="5321300" y="3917950"/>
          <p14:tracePt t="64961" x="5327650" y="3917950"/>
          <p14:tracePt t="64969" x="5334000" y="3917950"/>
          <p14:tracePt t="64990" x="5340350" y="3917950"/>
          <p14:tracePt t="65032" x="5346700" y="3917950"/>
          <p14:tracePt t="65067" x="5353050" y="3917950"/>
          <p14:tracePt t="65137" x="5346700" y="3917950"/>
          <p14:tracePt t="65158" x="5340350" y="3917950"/>
          <p14:tracePt t="65172" x="5334000" y="3917950"/>
          <p14:tracePt t="65179" x="5327650" y="3917950"/>
          <p14:tracePt t="65193" x="5321300" y="3917950"/>
          <p14:tracePt t="65202" x="5314950" y="3917950"/>
          <p14:tracePt t="65215" x="5302250" y="3917950"/>
          <p14:tracePt t="65231" x="5251450" y="3911600"/>
          <p14:tracePt t="65248" x="5213350" y="3911600"/>
          <p14:tracePt t="65265" x="5130800" y="3905250"/>
          <p14:tracePt t="65282" x="5035550" y="3886200"/>
          <p14:tracePt t="65299" x="4940300" y="3879850"/>
          <p14:tracePt t="65315" x="4883150" y="3867150"/>
          <p14:tracePt t="65332" x="4864100" y="3860800"/>
          <p14:tracePt t="65348" x="4832350" y="3860800"/>
          <p14:tracePt t="65365" x="4826000" y="3854450"/>
          <p14:tracePt t="65382" x="4813300" y="3854450"/>
          <p14:tracePt t="65398" x="4800600" y="3854450"/>
          <p14:tracePt t="65431" x="4794250" y="3854450"/>
          <p14:tracePt t="65535" x="4800600" y="3854450"/>
          <p14:tracePt t="65550" x="4806950" y="3854450"/>
          <p14:tracePt t="65556" x="4813300" y="3854450"/>
          <p14:tracePt t="65571" x="4826000" y="3854450"/>
          <p14:tracePt t="65580" x="4838700" y="3854450"/>
          <p14:tracePt t="65597" x="4857750" y="3860800"/>
          <p14:tracePt t="65613" x="4914900" y="3867150"/>
          <p14:tracePt t="65630" x="4984750" y="3873500"/>
          <p14:tracePt t="65647" x="5041900" y="3879850"/>
          <p14:tracePt t="65663" x="5111750" y="3898900"/>
          <p14:tracePt t="65680" x="5175250" y="3898900"/>
          <p14:tracePt t="65697" x="5226050" y="3905250"/>
          <p14:tracePt t="65713" x="5245100" y="3905250"/>
          <p14:tracePt t="65730" x="5270500" y="3905250"/>
          <p14:tracePt t="65747" x="5283200" y="3905250"/>
          <p14:tracePt t="65859" x="5283200" y="3911600"/>
          <p14:tracePt t="65957" x="5276850" y="3911600"/>
          <p14:tracePt t="66020" x="5270500" y="3911600"/>
          <p14:tracePt t="66091" x="5270500" y="3917950"/>
          <p14:tracePt t="66133" x="5276850" y="3924300"/>
          <p14:tracePt t="66140" x="5283200" y="3924300"/>
          <p14:tracePt t="66162" x="5295900" y="3924300"/>
          <p14:tracePt t="66168" x="5302250" y="3924300"/>
          <p14:tracePt t="66182" x="5314950" y="3930650"/>
          <p14:tracePt t="66195" x="5327650" y="3930650"/>
          <p14:tracePt t="66211" x="5378450" y="3930650"/>
          <p14:tracePt t="66228" x="5397500" y="3930650"/>
          <p14:tracePt t="66245" x="5448300" y="3930650"/>
          <p14:tracePt t="66261" x="5499100" y="3930650"/>
          <p14:tracePt t="66278" x="5518150" y="3930650"/>
          <p14:tracePt t="66295" x="5543550" y="3930650"/>
          <p14:tracePt t="66311" x="5568950" y="3930650"/>
          <p14:tracePt t="66328" x="5575300" y="3930650"/>
          <p14:tracePt t="66583" x="5581650" y="3930650"/>
          <p14:tracePt t="66632" x="5588000" y="3924300"/>
          <p14:tracePt t="66660" x="5594350" y="3924300"/>
          <p14:tracePt t="66695" x="5600700" y="3924300"/>
          <p14:tracePt t="66821" x="5594350" y="3924300"/>
          <p14:tracePt t="66850" x="5588000" y="3924300"/>
          <p14:tracePt t="66871" x="5588000" y="3930650"/>
          <p14:tracePt t="66885" x="5588000" y="3937000"/>
          <p14:tracePt t="66893" x="5588000" y="3943350"/>
          <p14:tracePt t="66913" x="5588000" y="3949700"/>
          <p14:tracePt t="66920" x="5588000" y="3956050"/>
          <p14:tracePt t="66942" x="5588000" y="3962400"/>
          <p14:tracePt t="66955" x="5588000" y="3975100"/>
          <p14:tracePt t="66969" x="5600700" y="3987800"/>
          <p14:tracePt t="66978" x="5607050" y="4000500"/>
          <p14:tracePt t="66992" x="5619750" y="4006850"/>
          <p14:tracePt t="67009" x="5645150" y="4025900"/>
          <p14:tracePt t="67026" x="5676900" y="4057650"/>
          <p14:tracePt t="67042" x="5702300" y="4064000"/>
          <p14:tracePt t="67059" x="5721350" y="4083050"/>
          <p14:tracePt t="67075" x="5753100" y="4095750"/>
          <p14:tracePt t="67092" x="5778500" y="4102100"/>
          <p14:tracePt t="67125" x="5791200" y="4102100"/>
          <p14:tracePt t="67194" x="5791200" y="4095750"/>
          <p14:tracePt t="67236" x="5791200" y="4089400"/>
          <p14:tracePt t="67271" x="5784850" y="4083050"/>
          <p14:tracePt t="67285" x="5784850" y="4076700"/>
          <p14:tracePt t="67299" x="5778500" y="4070350"/>
          <p14:tracePt t="67308" x="5772150" y="4064000"/>
          <p14:tracePt t="67324" x="5765800" y="4051300"/>
          <p14:tracePt t="67341" x="5753100" y="4025900"/>
          <p14:tracePt t="67357" x="5734050" y="3956050"/>
          <p14:tracePt t="67374" x="5727700" y="3911600"/>
          <p14:tracePt t="67391" x="5715000" y="3841750"/>
          <p14:tracePt t="67407" x="5715000" y="3797300"/>
          <p14:tracePt t="67424" x="5715000" y="3771900"/>
          <p14:tracePt t="67441" x="5721350" y="3746500"/>
          <p14:tracePt t="67457" x="5734050" y="3740150"/>
          <p14:tracePt t="67474" x="5746750" y="3733800"/>
          <p14:tracePt t="67490" x="5784850" y="3727450"/>
          <p14:tracePt t="67507" x="5791200" y="3727450"/>
          <p14:tracePt t="67524" x="5822950" y="3727450"/>
          <p14:tracePt t="67540" x="5835650" y="3727450"/>
          <p14:tracePt t="67557" x="5848350" y="3727450"/>
          <p14:tracePt t="67574" x="5854700" y="3727450"/>
          <p14:tracePt t="67606" x="5854700" y="3733800"/>
          <p14:tracePt t="67763" x="5848350" y="3733800"/>
          <p14:tracePt t="67784" x="5842000" y="3740150"/>
          <p14:tracePt t="67799" x="5842000" y="3746500"/>
          <p14:tracePt t="67813" x="5835650" y="3752850"/>
          <p14:tracePt t="67827" x="5835650" y="3759200"/>
          <p14:tracePt t="67834" x="5829300" y="3759200"/>
          <p14:tracePt t="67848" x="5822950" y="3778250"/>
          <p14:tracePt t="67856" x="5822950" y="3790950"/>
          <p14:tracePt t="67872" x="5816600" y="3816350"/>
          <p14:tracePt t="67890" x="5803900" y="3867150"/>
          <p14:tracePt t="67906" x="5803900" y="3911600"/>
          <p14:tracePt t="67922" x="5803900" y="3930650"/>
          <p14:tracePt t="67939" x="5803900" y="3968750"/>
          <p14:tracePt t="67955" x="5803900" y="3975100"/>
          <p14:tracePt t="67972" x="5803900" y="3987800"/>
          <p14:tracePt t="67989" x="5803900" y="4000500"/>
          <p14:tracePt t="68030" x="5803900" y="4006850"/>
          <p14:tracePt t="68080" x="5810250" y="4006850"/>
          <p14:tracePt t="68171" x="5816600" y="4013200"/>
          <p14:tracePt t="68347" x="5810250" y="4006850"/>
          <p14:tracePt t="68452" x="5816600" y="4006850"/>
          <p14:tracePt t="68459" x="5816600" y="4000500"/>
          <p14:tracePt t="68470" x="5829300" y="4000500"/>
          <p14:tracePt t="68487" x="5848350" y="4000500"/>
          <p14:tracePt t="68503" x="5861050" y="4000500"/>
          <p14:tracePt t="68520" x="5880100" y="4000500"/>
          <p14:tracePt t="68538" x="5943600" y="3987800"/>
          <p14:tracePt t="68553" x="5969000" y="3987800"/>
          <p14:tracePt t="68570" x="5994400" y="3987800"/>
          <p14:tracePt t="68586" x="6013450" y="3987800"/>
          <p14:tracePt t="68603" x="6032500" y="3987800"/>
          <p14:tracePt t="68621" x="6038850" y="3987800"/>
          <p14:tracePt t="68671" x="6045200" y="3987800"/>
          <p14:tracePt t="68740" x="6051550" y="3987800"/>
          <p14:tracePt t="68810" x="6057900" y="3987800"/>
          <p14:tracePt t="68860" x="6064250" y="3987800"/>
          <p14:tracePt t="68874" x="6070600" y="3987800"/>
          <p14:tracePt t="68888" x="6076950" y="3994150"/>
          <p14:tracePt t="68903" x="6083300" y="3994150"/>
          <p14:tracePt t="68909" x="6089650" y="3994150"/>
          <p14:tracePt t="68923" x="6096000" y="3994150"/>
          <p14:tracePt t="68935" x="6102350" y="3994150"/>
          <p14:tracePt t="68952" x="6127750" y="4000500"/>
          <p14:tracePt t="68969" x="6153150" y="4000500"/>
          <p14:tracePt t="68986" x="6178550" y="4013200"/>
          <p14:tracePt t="69002" x="6210300" y="4019550"/>
          <p14:tracePt t="69019" x="6223000" y="4019550"/>
          <p14:tracePt t="69035" x="6229350" y="4019550"/>
          <p14:tracePt t="69052" x="6242050" y="4019550"/>
          <p14:tracePt t="69085" x="6248400" y="4019550"/>
          <p14:tracePt t="69101" x="6261100" y="4019550"/>
          <p14:tracePt t="69140" x="6267450" y="4019550"/>
          <p14:tracePt t="69162" x="6273800" y="4019550"/>
          <p14:tracePt t="69189" x="6286500" y="4025900"/>
          <p14:tracePt t="69211" x="6292850" y="4025900"/>
          <p14:tracePt t="69225" x="6305550" y="4025900"/>
          <p14:tracePt t="69232" x="6311900" y="4025900"/>
          <p14:tracePt t="69238" x="6318250" y="4025900"/>
          <p14:tracePt t="69254" x="6330950" y="4025900"/>
          <p14:tracePt t="69267" x="6356350" y="4025900"/>
          <p14:tracePt t="69285" x="6388100" y="4025900"/>
          <p14:tracePt t="69301" x="6400800" y="4025900"/>
          <p14:tracePt t="69317" x="6426200" y="4025900"/>
          <p14:tracePt t="69334" x="6438900" y="4013200"/>
          <p14:tracePt t="69352" x="6457950" y="4013200"/>
          <p14:tracePt t="69384" x="6470650" y="4013200"/>
          <p14:tracePt t="69401" x="6477000" y="4013200"/>
          <p14:tracePt t="69434" x="6483350" y="4013200"/>
          <p14:tracePt t="69450" x="6489700" y="4013200"/>
          <p14:tracePt t="69466" x="6496050" y="4013200"/>
          <p14:tracePt t="69484" x="6502400" y="4006850"/>
          <p14:tracePt t="69500" x="6527800" y="4006850"/>
          <p14:tracePt t="69516" x="6553200" y="4000500"/>
          <p14:tracePt t="69534" x="6591300" y="4000500"/>
          <p14:tracePt t="69550" x="6610350" y="3994150"/>
          <p14:tracePt t="69567" x="6648450" y="3987800"/>
          <p14:tracePt t="69584" x="6667500" y="3987800"/>
          <p14:tracePt t="69600" x="6673850" y="3981450"/>
          <p14:tracePt t="69617" x="6680200" y="3981450"/>
          <p14:tracePt t="69653" x="6686550" y="3975100"/>
          <p14:tracePt t="69724" x="6692900" y="3975100"/>
          <p14:tracePt t="69751" x="6699250" y="3975100"/>
          <p14:tracePt t="69773" x="6705600" y="3975100"/>
          <p14:tracePt t="69801" x="6711950" y="3975100"/>
          <p14:tracePt t="69815" x="6724650" y="3975100"/>
          <p14:tracePt t="69822" x="6731000" y="3975100"/>
          <p14:tracePt t="69836" x="6737350" y="3975100"/>
          <p14:tracePt t="69849" x="6750050" y="3975100"/>
          <p14:tracePt t="69865" x="6762750" y="3975100"/>
          <p14:tracePt t="69882" x="6775450" y="3975100"/>
          <p14:tracePt t="69899" x="6794500" y="3975100"/>
          <p14:tracePt t="69915" x="6807200" y="3975100"/>
          <p14:tracePt t="69949" x="6813550" y="3981450"/>
          <p14:tracePt t="70068" x="6819900" y="3981450"/>
          <p14:tracePt t="70614" x="6832600" y="3981450"/>
          <p14:tracePt t="70628" x="6864350" y="3987800"/>
          <p14:tracePt t="70635" x="6889750" y="3987800"/>
          <p14:tracePt t="70649" x="6921500" y="3987800"/>
          <p14:tracePt t="70663" x="6946900" y="3987800"/>
          <p14:tracePt t="70679" x="7016750" y="3987800"/>
          <p14:tracePt t="70696" x="7035800" y="3987800"/>
          <p14:tracePt t="70713" x="7073900" y="3987800"/>
          <p14:tracePt t="70729" x="7086600" y="3987800"/>
          <p14:tracePt t="70839" x="7092950" y="3987800"/>
          <p14:tracePt t="70866" x="7099300" y="3987800"/>
          <p14:tracePt t="70888" x="7105650" y="3987800"/>
          <p14:tracePt t="70909" x="7112000" y="3987800"/>
          <p14:tracePt t="70930" x="7118350" y="3987800"/>
          <p14:tracePt t="70958" x="7124700" y="3987800"/>
          <p14:tracePt t="70965" x="7131050" y="3987800"/>
          <p14:tracePt t="71007" x="7137400" y="3987800"/>
          <p14:tracePt t="71035" x="7143750" y="3987800"/>
          <p14:tracePt t="71078" x="7150100" y="3987800"/>
          <p14:tracePt t="71106" x="7156450" y="3987800"/>
          <p14:tracePt t="71127" x="7162800" y="3987800"/>
          <p14:tracePt t="71169" x="7175500" y="3987800"/>
          <p14:tracePt t="71197" x="7181850" y="3987800"/>
          <p14:tracePt t="71218" x="7188200" y="3987800"/>
          <p14:tracePt t="71239" x="7194550" y="3987800"/>
          <p14:tracePt t="71260" x="7200900" y="3987800"/>
          <p14:tracePt t="71267" x="7207250" y="3987800"/>
          <p14:tracePt t="71309" x="7219950" y="3987800"/>
          <p14:tracePt t="71337" x="7226300" y="3987800"/>
          <p14:tracePt t="71358" x="7232650" y="3987800"/>
          <p14:tracePt t="71408" x="7239000" y="3987800"/>
          <p14:tracePt t="71429" x="7245350" y="3987800"/>
          <p14:tracePt t="71456" x="7251700" y="3987800"/>
          <p14:tracePt t="71478" x="7258050" y="3987800"/>
          <p14:tracePt t="71520" x="7264400" y="3987800"/>
          <p14:tracePt t="71548" x="7270750" y="3987800"/>
          <p14:tracePt t="71590" x="7277100" y="3987800"/>
          <p14:tracePt t="71597" x="7283450" y="3987800"/>
          <p14:tracePt t="71619" x="7289800" y="3987800"/>
          <p14:tracePt t="71640" x="7296150" y="3987800"/>
          <p14:tracePt t="71654" x="7302500" y="3987800"/>
          <p14:tracePt t="71662" x="7308850" y="3987800"/>
          <p14:tracePt t="71682" x="7315200" y="3987800"/>
          <p14:tracePt t="71703" x="7321550" y="3987800"/>
          <p14:tracePt t="71724" x="7327900" y="3987800"/>
          <p14:tracePt t="71738" x="7334250" y="3987800"/>
          <p14:tracePt t="71780" x="7340600" y="3987800"/>
          <p14:tracePt t="71865" x="7346950" y="3987800"/>
          <p14:tracePt t="71872" x="7353300" y="3987800"/>
          <p14:tracePt t="71878" x="7359650" y="3987800"/>
          <p14:tracePt t="71899" x="7366000" y="3987800"/>
          <p14:tracePt t="71914" x="7372350" y="3987800"/>
          <p14:tracePt t="71925" x="7378700" y="3987800"/>
          <p14:tracePt t="71949" x="7385050" y="3987800"/>
          <p14:tracePt t="71963" x="7391400" y="3987800"/>
          <p14:tracePt t="71984" x="7397750" y="3987800"/>
          <p14:tracePt t="71993" x="7404100" y="3987800"/>
          <p14:tracePt t="72008" x="7410450" y="3987800"/>
          <p14:tracePt t="72025" x="7416800" y="3987800"/>
          <p14:tracePt t="72042" x="7423150" y="3987800"/>
          <p14:tracePt t="72058" x="7429500" y="3987800"/>
          <p14:tracePt t="72076" x="7442200" y="3987800"/>
          <p14:tracePt t="72092" x="7467600" y="3987800"/>
          <p14:tracePt t="72108" x="7486650" y="3987800"/>
          <p14:tracePt t="72125" x="7524750" y="3981450"/>
          <p14:tracePt t="72141" x="7543800" y="3981450"/>
          <p14:tracePt t="72157" x="7588250" y="3981450"/>
          <p14:tracePt t="72174" x="7620000" y="3981450"/>
          <p14:tracePt t="72191" x="7632700" y="3981450"/>
          <p14:tracePt t="72207" x="7658100" y="3981450"/>
          <p14:tracePt t="72224" x="7670800" y="3981450"/>
          <p14:tracePt t="72241" x="7677150" y="3981450"/>
          <p14:tracePt t="72258" x="7683500" y="3981450"/>
          <p14:tracePt t="72274" x="7696200" y="3981450"/>
          <p14:tracePt t="72291" x="7708900" y="3981450"/>
          <p14:tracePt t="72308" x="7715250" y="3981450"/>
          <p14:tracePt t="72324" x="7740650" y="3981450"/>
          <p14:tracePt t="72340" x="7753350" y="3981450"/>
          <p14:tracePt t="72357" x="7785100" y="3981450"/>
          <p14:tracePt t="72374" x="7835900" y="3981450"/>
          <p14:tracePt t="72390" x="7854950" y="3981450"/>
          <p14:tracePt t="72407" x="7886700" y="3981450"/>
          <p14:tracePt t="72423" x="7899400" y="3981450"/>
          <p14:tracePt t="72441" x="7924800" y="3987800"/>
          <p14:tracePt t="72546" x="7918450" y="3987800"/>
          <p14:tracePt t="72602" x="7924800" y="3987800"/>
          <p14:tracePt t="72624" x="7931150" y="3987800"/>
          <p14:tracePt t="72645" x="7937500" y="3981450"/>
          <p14:tracePt t="72651" x="7937500" y="3975100"/>
          <p14:tracePt t="72674" x="7943850" y="3975100"/>
          <p14:tracePt t="72694" x="7943850" y="3968750"/>
          <p14:tracePt t="72722" x="7950200" y="3968750"/>
          <p14:tracePt t="72764" x="7956550" y="3968750"/>
          <p14:tracePt t="72792" x="7962900" y="3968750"/>
          <p14:tracePt t="72827" x="7969250" y="3968750"/>
          <p14:tracePt t="72855" x="7975600" y="3981450"/>
          <p14:tracePt t="72884" x="7975600" y="3987800"/>
          <p14:tracePt t="72897" x="7975600" y="3994150"/>
          <p14:tracePt t="72906" x="7975600" y="4000500"/>
          <p14:tracePt t="72933" x="7969250" y="4006850"/>
          <p14:tracePt t="72954" x="7962900" y="4013200"/>
          <p14:tracePt t="72968" x="7956550" y="4013200"/>
          <p14:tracePt t="72975" x="7956550" y="4019550"/>
          <p14:tracePt t="72991" x="7950200" y="4019550"/>
          <p14:tracePt t="73004" x="7950200" y="4025900"/>
          <p14:tracePt t="73021" x="7943850" y="4025900"/>
          <p14:tracePt t="73038" x="7937500" y="4032250"/>
          <p14:tracePt t="73054" x="7931150" y="4038600"/>
          <p14:tracePt t="73071" x="7924800" y="4044950"/>
          <p14:tracePt t="73088" x="7918450" y="4044950"/>
          <p14:tracePt t="73120" x="7912100" y="4051300"/>
          <p14:tracePt t="73165" x="7905750" y="4051300"/>
          <p14:tracePt t="73199" x="7899400" y="4051300"/>
          <p14:tracePt t="73214" x="7893050" y="4051300"/>
          <p14:tracePt t="73227" x="7886700" y="4051300"/>
          <p14:tracePt t="73235" x="7874000" y="4051300"/>
          <p14:tracePt t="73249" x="7874000" y="4044950"/>
          <p14:tracePt t="73257" x="7854950" y="4032250"/>
          <p14:tracePt t="73271" x="7829550" y="4025900"/>
          <p14:tracePt t="73287" x="7734300" y="3981450"/>
          <p14:tracePt t="73304" x="7658100" y="3962400"/>
          <p14:tracePt t="73320" x="7461250" y="3879850"/>
          <p14:tracePt t="73337" x="7340600" y="3848100"/>
          <p14:tracePt t="73354" x="6915150" y="3695700"/>
          <p14:tracePt t="73370" x="6762750" y="3663950"/>
          <p14:tracePt t="73387" x="6648450" y="3619500"/>
          <p14:tracePt t="73404" x="6400800" y="3543300"/>
          <p14:tracePt t="73420" x="6203950" y="3505200"/>
          <p14:tracePt t="73437" x="6127750" y="3486150"/>
          <p14:tracePt t="73453" x="6007100" y="3467100"/>
          <p14:tracePt t="73470" x="5937250" y="3454400"/>
          <p14:tracePt t="73486" x="5905500" y="3454400"/>
          <p14:tracePt t="73503" x="5873750" y="3454400"/>
          <p14:tracePt t="73520" x="5854700" y="3473450"/>
          <p14:tracePt t="73537" x="5848350" y="3511550"/>
          <p14:tracePt t="74036" x="5835650" y="3517900"/>
          <p14:tracePt t="74051" x="5816600" y="3524250"/>
          <p14:tracePt t="74058" x="5772150" y="3543300"/>
          <p14:tracePt t="74072" x="5746750" y="3549650"/>
          <p14:tracePt t="74084" x="5702300" y="3568700"/>
          <p14:tracePt t="74101" x="5594350" y="3594100"/>
          <p14:tracePt t="74117" x="5549900" y="3613150"/>
          <p14:tracePt t="74135" x="5454650" y="3644900"/>
          <p14:tracePt t="74151" x="5353050" y="3670300"/>
          <p14:tracePt t="74167" x="5302250" y="3689350"/>
          <p14:tracePt t="74184" x="5245100" y="3708400"/>
          <p14:tracePt t="74200" x="5219700" y="3714750"/>
          <p14:tracePt t="74218" x="5207000" y="3714750"/>
          <p14:tracePt t="74233" x="5187950" y="3721100"/>
          <p14:tracePt t="74250" x="5175250" y="3721100"/>
          <p14:tracePt t="74267" x="5168900" y="3721100"/>
          <p14:tracePt t="74283" x="5162550" y="3727450"/>
          <p14:tracePt t="74300" x="5156200" y="3727450"/>
          <p14:tracePt t="74317" x="5149850" y="3733800"/>
          <p14:tracePt t="74333" x="5149850" y="3740150"/>
          <p14:tracePt t="74350" x="5143500" y="3752850"/>
          <p14:tracePt t="74367" x="5143500" y="3759200"/>
          <p14:tracePt t="75254" x="5130800" y="3759200"/>
          <p14:tracePt t="75261" x="5111750" y="3771900"/>
          <p14:tracePt t="75275" x="5080000" y="3778250"/>
          <p14:tracePt t="75283" x="5060950" y="3784600"/>
          <p14:tracePt t="75297" x="5041900" y="3790950"/>
          <p14:tracePt t="75313" x="5016500" y="3797300"/>
          <p14:tracePt t="75330" x="4984750" y="3810000"/>
          <p14:tracePt t="75347" x="4959350" y="3816350"/>
          <p14:tracePt t="75363" x="4946650" y="3816350"/>
          <p14:tracePt t="75380" x="4940300" y="3822700"/>
          <p14:tracePt t="75397" x="4933950" y="3829050"/>
          <p14:tracePt t="75413" x="4927600" y="3835400"/>
          <p14:tracePt t="75430" x="4921250" y="3835400"/>
          <p14:tracePt t="75465" x="4914900" y="3835400"/>
          <p14:tracePt t="75556" x="4908550" y="3835400"/>
          <p14:tracePt t="75564" x="4902200" y="3835400"/>
          <p14:tracePt t="75577" x="4895850" y="3835400"/>
          <p14:tracePt t="75584" x="4883150" y="3835400"/>
          <p14:tracePt t="75599" x="4870450" y="3835400"/>
          <p14:tracePt t="75613" x="4826000" y="3835400"/>
          <p14:tracePt t="75629" x="4787900" y="3835400"/>
          <p14:tracePt t="75645" x="4737100" y="3841750"/>
          <p14:tracePt t="75663" x="4597400" y="3841750"/>
          <p14:tracePt t="75679" x="4419600" y="3848100"/>
          <p14:tracePt t="75696" x="4305300" y="3860800"/>
          <p14:tracePt t="75712" x="4102100" y="3873500"/>
          <p14:tracePt t="75729" x="3930650" y="3892550"/>
          <p14:tracePt t="75746" x="3803650" y="3898900"/>
          <p14:tracePt t="75762" x="3765550" y="3898900"/>
          <p14:tracePt t="75779" x="3721100" y="3898900"/>
          <p14:tracePt t="76155" x="3708400" y="3898900"/>
          <p14:tracePt t="76169" x="3695700" y="3905250"/>
          <p14:tracePt t="76177" x="3676650" y="3911600"/>
          <p14:tracePt t="76190" x="3657600" y="3924300"/>
          <p14:tracePt t="76197" x="3625850" y="3937000"/>
          <p14:tracePt t="76210" x="3606800" y="3943350"/>
          <p14:tracePt t="76227" x="3556000" y="3962400"/>
          <p14:tracePt t="76243" x="3530600" y="3981450"/>
          <p14:tracePt t="76261" x="3492500" y="4000500"/>
          <p14:tracePt t="76276" x="3454400" y="4025900"/>
          <p14:tracePt t="76293" x="3435350" y="4044950"/>
          <p14:tracePt t="76311" x="3390900" y="4057650"/>
          <p14:tracePt t="76327" x="3378200" y="4064000"/>
          <p14:tracePt t="76343" x="3346450" y="4076700"/>
          <p14:tracePt t="76360" x="3302000" y="4095750"/>
          <p14:tracePt t="76376" x="3282950" y="4102100"/>
          <p14:tracePt t="76379" x="3270250" y="4108450"/>
          <p14:tracePt t="76393" x="3251200" y="4127500"/>
          <p14:tracePt t="76409" x="3219450" y="4140200"/>
          <p14:tracePt t="76426" x="3206750" y="4140200"/>
          <p14:tracePt t="76443" x="3187700" y="4140200"/>
          <p14:tracePt t="76459" x="3175000" y="4140200"/>
          <p14:tracePt t="76493" x="3168650" y="4140200"/>
          <p14:tracePt t="76509" x="3162300" y="4140200"/>
          <p14:tracePt t="76543" x="3155950" y="4133850"/>
          <p14:tracePt t="76640" x="3155950" y="4140200"/>
          <p14:tracePt t="76710" x="3155950" y="4146550"/>
          <p14:tracePt t="76788" x="3155950" y="4152900"/>
          <p14:tracePt t="76810" x="3162300" y="4159250"/>
          <p14:tracePt t="76823" x="3168650" y="4159250"/>
          <p14:tracePt t="76830" x="3168650" y="4165600"/>
          <p14:tracePt t="76841" x="3175000" y="4165600"/>
          <p14:tracePt t="76858" x="3194050" y="4184650"/>
          <p14:tracePt t="76874" x="3206750" y="4191000"/>
          <p14:tracePt t="76891" x="3225800" y="4197350"/>
          <p14:tracePt t="76908" x="3327400" y="4235450"/>
          <p14:tracePt t="76924" x="3371850" y="4254500"/>
          <p14:tracePt t="76941" x="3409950" y="4260850"/>
          <p14:tracePt t="76957" x="3492500" y="4279900"/>
          <p14:tracePt t="76974" x="3575050" y="4286250"/>
          <p14:tracePt t="76992" x="3683000" y="4292600"/>
          <p14:tracePt t="77007" x="3721100" y="4305300"/>
          <p14:tracePt t="77024" x="3816350" y="4311650"/>
          <p14:tracePt t="77041" x="3911600" y="4330700"/>
          <p14:tracePt t="77057" x="3975100" y="4337050"/>
          <p14:tracePt t="77074" x="4095750" y="4356100"/>
          <p14:tracePt t="77091" x="4229100" y="4375150"/>
          <p14:tracePt t="77107" x="4292600" y="4387850"/>
          <p14:tracePt t="77124" x="4406900" y="4387850"/>
          <p14:tracePt t="77140" x="4464050" y="4387850"/>
          <p14:tracePt t="77157" x="4476750" y="4387850"/>
          <p14:tracePt t="77174" x="4489450" y="4387850"/>
          <p14:tracePt t="77190" x="4495800" y="4387850"/>
          <p14:tracePt t="77252" x="4495800" y="4394200"/>
          <p14:tracePt t="77279" x="4489450" y="4400550"/>
          <p14:tracePt t="77294" x="4489450" y="4406900"/>
          <p14:tracePt t="77301" x="4483100" y="4419600"/>
          <p14:tracePt t="77315" x="4483100" y="4438650"/>
          <p14:tracePt t="77323" x="4476750" y="4489450"/>
          <p14:tracePt t="77339" x="4464050" y="4565650"/>
          <p14:tracePt t="77357" x="4457700" y="4806950"/>
          <p14:tracePt t="77373" x="4445000" y="5187950"/>
          <p14:tracePt t="77389" x="4445000" y="5372100"/>
          <p14:tracePt t="77392" x="4445000" y="5556250"/>
          <p14:tracePt t="77406" x="4445000" y="5695950"/>
          <p14:tracePt t="77423" x="4457700" y="5886450"/>
          <p14:tracePt t="77439" x="4464050" y="5943600"/>
          <p14:tracePt t="77456" x="4476750" y="5981700"/>
          <p14:tracePt t="77472" x="4489450" y="6000750"/>
          <p14:tracePt t="77505" x="4502150" y="6000750"/>
          <p14:tracePt t="77522" x="4508500" y="6000750"/>
          <p14:tracePt t="77540" x="4527550" y="6000750"/>
          <p14:tracePt t="77555" x="4533900" y="6000750"/>
          <p14:tracePt t="77572" x="4540250" y="6000750"/>
          <p14:tracePt t="77589" x="4559300" y="5994400"/>
          <p14:tracePt t="77605" x="4597400" y="5988050"/>
          <p14:tracePt t="77622" x="4622800" y="5981700"/>
          <p14:tracePt t="77639" x="4679950" y="5975350"/>
          <p14:tracePt t="77655" x="4756150" y="5969000"/>
          <p14:tracePt t="77672" x="4800600" y="5956300"/>
          <p14:tracePt t="77688" x="4870450" y="5943600"/>
          <p14:tracePt t="77705" x="4965700" y="5924550"/>
          <p14:tracePt t="77723" x="5073650" y="5918200"/>
          <p14:tracePt t="77738" x="5124450" y="5905500"/>
          <p14:tracePt t="77755" x="5251450" y="5899150"/>
          <p14:tracePt t="77772" x="5384800" y="5880100"/>
          <p14:tracePt t="77788" x="5448300" y="5880100"/>
          <p14:tracePt t="77805" x="5511800" y="5880100"/>
          <p14:tracePt t="77821" x="5734050" y="5880100"/>
          <p14:tracePt t="77838" x="5810250" y="5892800"/>
          <p14:tracePt t="77855" x="5880100" y="5899150"/>
          <p14:tracePt t="77871" x="6007100" y="5930900"/>
          <p14:tracePt t="77888" x="6140450" y="5937250"/>
          <p14:tracePt t="77905" x="6203950" y="5937250"/>
          <p14:tracePt t="77921" x="6286500" y="5937250"/>
          <p14:tracePt t="77937" x="6350000" y="5937250"/>
          <p14:tracePt t="77955" x="6394450" y="5930900"/>
          <p14:tracePt t="77970" x="6407150" y="5924550"/>
          <p14:tracePt t="77987" x="6419850" y="5918200"/>
          <p14:tracePt t="78004" x="6438900" y="5905500"/>
          <p14:tracePt t="78020" x="6464300" y="5886450"/>
          <p14:tracePt t="78037" x="6502400" y="5810250"/>
          <p14:tracePt t="78054" x="6527800" y="5778500"/>
          <p14:tracePt t="78545" x="6546850" y="5778500"/>
          <p14:tracePt t="78558" x="6572250" y="5778500"/>
          <p14:tracePt t="78565" x="6591300" y="5778500"/>
          <p14:tracePt t="78580" x="6616700" y="5778500"/>
          <p14:tracePt t="78588" x="6648450" y="5778500"/>
          <p14:tracePt t="78602" x="6686550" y="5784850"/>
          <p14:tracePt t="78619" x="6762750" y="5784850"/>
          <p14:tracePt t="78636" x="6832600" y="5791200"/>
          <p14:tracePt t="78652" x="6851650" y="5791200"/>
          <p14:tracePt t="78668" x="6902450" y="5791200"/>
          <p14:tracePt t="78686" x="6927850" y="5791200"/>
          <p14:tracePt t="78702" x="6934200" y="5791200"/>
          <p14:tracePt t="78718" x="6946900" y="5791200"/>
          <p14:tracePt t="78798" x="6940550" y="5784850"/>
          <p14:tracePt t="78819" x="6934200" y="5784850"/>
          <p14:tracePt t="78826" x="6927850" y="5784850"/>
          <p14:tracePt t="78868" x="6921500" y="5784850"/>
          <p14:tracePt t="78875" x="6915150" y="5784850"/>
          <p14:tracePt t="78910" x="6915150" y="5778500"/>
          <p14:tracePt t="78917" x="6915150" y="5772150"/>
          <p14:tracePt t="78931" x="6908800" y="5772150"/>
          <p14:tracePt t="78938" x="6902450" y="5765800"/>
          <p14:tracePt t="78951" x="6902450" y="5759450"/>
          <p14:tracePt t="78967" x="6889750" y="5734050"/>
          <p14:tracePt t="78984" x="6883400" y="5708650"/>
          <p14:tracePt t="79002" x="6845300" y="5619750"/>
          <p14:tracePt t="79017" x="6807200" y="5486400"/>
          <p14:tracePt t="79034" x="6781800" y="5416550"/>
          <p14:tracePt t="79051" x="6750050" y="5276850"/>
          <p14:tracePt t="79067" x="6743700" y="5194300"/>
          <p14:tracePt t="79084" x="6731000" y="5067300"/>
          <p14:tracePt t="79101" x="6737350" y="4984750"/>
          <p14:tracePt t="79117" x="6743700" y="4946650"/>
          <p14:tracePt t="79133" x="6769100" y="4857750"/>
          <p14:tracePt t="79150" x="6800850" y="4787900"/>
          <p14:tracePt t="79167" x="6807200" y="4756150"/>
          <p14:tracePt t="79184" x="6819900" y="4711700"/>
          <p14:tracePt t="79200" x="6838950" y="4673600"/>
          <p14:tracePt t="79217" x="6845300" y="4660900"/>
          <p14:tracePt t="79234" x="6851650" y="4641850"/>
          <p14:tracePt t="79249" x="6858000" y="4622800"/>
          <p14:tracePt t="79283" x="6858000" y="4616450"/>
          <p14:tracePt t="79300" x="6858000" y="4610100"/>
          <p14:tracePt t="79319" x="6858000" y="4603750"/>
          <p14:tracePt t="79339" x="6858000" y="4597400"/>
          <p14:tracePt t="79360" x="6858000" y="4591050"/>
          <p14:tracePt t="79369" x="6851650" y="4591050"/>
          <p14:tracePt t="79382" x="6845300" y="4591050"/>
          <p14:tracePt t="79399" x="6845300" y="4584700"/>
          <p14:tracePt t="79416" x="6826250" y="4572000"/>
          <p14:tracePt t="79432" x="6794500" y="4533900"/>
          <p14:tracePt t="79449" x="6756400" y="4508500"/>
          <p14:tracePt t="79466" x="6686550" y="4425950"/>
          <p14:tracePt t="79482" x="6572250" y="4330700"/>
          <p14:tracePt t="79499" x="6502400" y="4279900"/>
          <p14:tracePt t="79515" x="6375400" y="4184650"/>
          <p14:tracePt t="79533" x="6235700" y="4095750"/>
          <p14:tracePt t="79550" x="6096000" y="4006850"/>
          <p14:tracePt t="79565" x="6038850" y="3968750"/>
          <p14:tracePt t="79582" x="5937250" y="3898900"/>
          <p14:tracePt t="79599" x="5861050" y="3860800"/>
          <p14:tracePt t="79615" x="5835650" y="3854450"/>
          <p14:tracePt t="79632" x="5816600" y="3835400"/>
          <p14:tracePt t="79649" x="5772150" y="3810000"/>
          <p14:tracePt t="79665" x="5753100" y="3803650"/>
          <p14:tracePt t="79682" x="5740400" y="3797300"/>
          <p14:tracePt t="79698" x="5715000" y="3790950"/>
          <p14:tracePt t="79715" x="5695950" y="3784600"/>
          <p14:tracePt t="79732" x="5670550" y="3778250"/>
          <p14:tracePt t="79748" x="5651500" y="3771900"/>
          <p14:tracePt t="79765" x="5613400" y="3765550"/>
          <p14:tracePt t="79782" x="5562600" y="3765550"/>
          <p14:tracePt t="79798" x="5537200" y="3765550"/>
          <p14:tracePt t="79814" x="5486400" y="3759200"/>
          <p14:tracePt t="79831" x="5435600" y="3759200"/>
          <p14:tracePt t="79848" x="5416550" y="3759200"/>
          <p14:tracePt t="79864" x="5378450" y="3759200"/>
          <p14:tracePt t="79881" x="5346700" y="3759200"/>
          <p14:tracePt t="79897" x="5340350" y="3759200"/>
          <p14:tracePt t="79915" x="5327650" y="3759200"/>
          <p14:tracePt t="79931" x="5314950" y="3771900"/>
          <p14:tracePt t="79947" x="5314950" y="3778250"/>
          <p14:tracePt t="79964" x="5314950" y="3790950"/>
          <p14:tracePt t="81178" x="5276850" y="3765550"/>
          <p14:tracePt t="81185" x="5232400" y="3740150"/>
          <p14:tracePt t="81199" x="5187950" y="3708400"/>
          <p14:tracePt t="81209" x="5130800" y="3695700"/>
          <p14:tracePt t="81229" x="4984750" y="3651250"/>
          <p14:tracePt t="81243" x="4902200" y="3632200"/>
          <p14:tracePt t="81260" x="4787900" y="3606800"/>
          <p14:tracePt t="81277" x="4718050" y="3600450"/>
          <p14:tracePt t="81293" x="4705350" y="3600450"/>
          <p14:tracePt t="81309" x="4686300" y="3606800"/>
          <p14:tracePt t="81326" x="4679950" y="3606800"/>
          <p14:tracePt t="81359" x="4673600" y="3613150"/>
          <p14:tracePt t="81376" x="4660900" y="3657600"/>
          <p14:tracePt t="81392" x="4654550" y="3683000"/>
          <p14:tracePt t="81410" x="4648200" y="3740150"/>
          <p14:tracePt t="81425" x="4641850" y="3759200"/>
          <p14:tracePt t="82048" x="4654550" y="3765550"/>
          <p14:tracePt t="82062" x="4692650" y="3771900"/>
          <p14:tracePt t="82069" x="4724400" y="3784600"/>
          <p14:tracePt t="82083" x="4762500" y="3790950"/>
          <p14:tracePt t="82092" x="4806950" y="3797300"/>
          <p14:tracePt t="82106" x="4857750" y="3810000"/>
          <p14:tracePt t="82123" x="4953000" y="3816350"/>
          <p14:tracePt t="82140" x="5041900" y="3816350"/>
          <p14:tracePt t="82157" x="5092700" y="3816350"/>
          <p14:tracePt t="82174" x="5187950" y="3822700"/>
          <p14:tracePt t="82190" x="5270500" y="3822700"/>
          <p14:tracePt t="82206" x="5295900" y="3822700"/>
          <p14:tracePt t="82224" x="5340350" y="3822700"/>
          <p14:tracePt t="82239" x="5372100" y="3816350"/>
          <p14:tracePt t="82256" x="5391150" y="3816350"/>
          <p14:tracePt t="82273" x="5429250" y="3803650"/>
          <p14:tracePt t="82289" x="5441950" y="3797300"/>
          <p14:tracePt t="82305" x="5467350" y="3784600"/>
          <p14:tracePt t="82322" x="5480050" y="3778250"/>
          <p14:tracePt t="82339" x="5486400" y="3778250"/>
          <p14:tracePt t="82356" x="5492750" y="3778250"/>
          <p14:tracePt t="82373" x="5492750" y="3771900"/>
          <p14:tracePt t="82389" x="5492750" y="3765550"/>
          <p14:tracePt t="82406" x="5492750" y="3759200"/>
          <p14:tracePt t="82448" x="5492750" y="3752850"/>
          <p14:tracePt t="82484" x="5492750" y="3746500"/>
          <p14:tracePt t="82511" x="5492750" y="3740150"/>
          <p14:tracePt t="82519" x="5492750" y="3733800"/>
          <p14:tracePt t="82533" x="5486400" y="3727450"/>
          <p14:tracePt t="82541" x="5480050" y="3721100"/>
          <p14:tracePt t="82556" x="5473700" y="3721100"/>
          <p14:tracePt t="82571" x="5461000" y="3714750"/>
          <p14:tracePt t="82589" x="5429250" y="3689350"/>
          <p14:tracePt t="82605" x="5384800" y="3663950"/>
          <p14:tracePt t="82622" x="5346700" y="3644900"/>
          <p14:tracePt t="82638" x="5251450" y="3619500"/>
          <p14:tracePt t="82655" x="5156200" y="3600450"/>
          <p14:tracePt t="82671" x="5105400" y="3600450"/>
          <p14:tracePt t="82688" x="5022850" y="3600450"/>
          <p14:tracePt t="82705" x="4972050" y="3613150"/>
          <p14:tracePt t="82721" x="4953000" y="3619500"/>
          <p14:tracePt t="82738" x="4921250" y="3632200"/>
          <p14:tracePt t="82754" x="4895850" y="3644900"/>
          <p14:tracePt t="82772" x="4883150" y="3657600"/>
          <p14:tracePt t="82787" x="4876800" y="3663950"/>
          <p14:tracePt t="82804" x="4870450" y="3663950"/>
          <p14:tracePt t="82821" x="4870450" y="3670300"/>
          <p14:tracePt t="82854" x="4864100" y="3676650"/>
          <p14:tracePt t="82870" x="4864100" y="3683000"/>
          <p14:tracePt t="82887" x="4870450" y="3689350"/>
          <p14:tracePt t="82906" x="4876800" y="3689350"/>
          <p14:tracePt t="82920" x="4883150" y="3689350"/>
          <p14:tracePt t="82937" x="4895850" y="3695700"/>
          <p14:tracePt t="82955" x="4921250" y="3702050"/>
          <p14:tracePt t="82970" x="4940300" y="3702050"/>
          <p14:tracePt t="82987" x="5035550" y="3714750"/>
          <p14:tracePt t="83004" x="5175250" y="3733800"/>
          <p14:tracePt t="83020" x="5257800" y="3733800"/>
          <p14:tracePt t="83037" x="5397500" y="3746500"/>
          <p14:tracePt t="83053" x="5511800" y="3746500"/>
          <p14:tracePt t="83070" x="5562600" y="3746500"/>
          <p14:tracePt t="83087" x="5619750" y="3746500"/>
          <p14:tracePt t="83103" x="5657850" y="3733800"/>
          <p14:tracePt t="83120" x="5670550" y="3727450"/>
          <p14:tracePt t="83137" x="5676900" y="3714750"/>
          <p14:tracePt t="83153" x="5683250" y="3708400"/>
          <p14:tracePt t="83169" x="5689600" y="3695700"/>
          <p14:tracePt t="83187" x="5689600" y="3689350"/>
          <p14:tracePt t="83264" x="5683250" y="3683000"/>
          <p14:tracePt t="83285" x="5670550" y="3683000"/>
          <p14:tracePt t="83292" x="5664200" y="3676650"/>
          <p14:tracePt t="83305" x="5645150" y="3676650"/>
          <p14:tracePt t="83320" x="5607050" y="3670300"/>
          <p14:tracePt t="83336" x="5499100" y="3657600"/>
          <p14:tracePt t="83352" x="5422900" y="3651250"/>
          <p14:tracePt t="83369" x="5245100" y="3651250"/>
          <p14:tracePt t="83385" x="5067300" y="3663950"/>
          <p14:tracePt t="83402" x="4978400" y="3676650"/>
          <p14:tracePt t="83419" x="4794250" y="3714750"/>
          <p14:tracePt t="83435" x="4648200" y="3765550"/>
          <p14:tracePt t="83451" x="4591050" y="3778250"/>
          <p14:tracePt t="83469" x="4527550" y="3829050"/>
          <p14:tracePt t="83485" x="4521200" y="3841750"/>
          <p14:tracePt t="83502" x="4502150" y="3898900"/>
          <p14:tracePt t="83518" x="4502150" y="3911600"/>
          <p14:tracePt t="83535" x="4508500" y="3924300"/>
          <p14:tracePt t="83552" x="4546600" y="3937000"/>
          <p14:tracePt t="83568" x="4591050" y="3937000"/>
          <p14:tracePt t="83585" x="4622800" y="3943350"/>
          <p14:tracePt t="83601" x="4699000" y="3943350"/>
          <p14:tracePt t="83618" x="4806950" y="3943350"/>
          <p14:tracePt t="83635" x="4883150" y="3943350"/>
          <p14:tracePt t="83651" x="5048250" y="3924300"/>
          <p14:tracePt t="83668" x="5207000" y="3892550"/>
          <p14:tracePt t="83685" x="5314950" y="3867150"/>
          <p14:tracePt t="83701" x="5346700" y="3848100"/>
          <p14:tracePt t="83718" x="5391150" y="3822700"/>
          <p14:tracePt t="83735" x="5410200" y="3810000"/>
          <p14:tracePt t="83751" x="5422900" y="3803650"/>
          <p14:tracePt t="83767" x="5429250" y="3797300"/>
          <p14:tracePt t="83785" x="5429250" y="3771900"/>
          <p14:tracePt t="83800" x="5429250" y="3765550"/>
          <p14:tracePt t="83817" x="5429250" y="3759200"/>
          <p14:tracePt t="83834" x="5429250" y="3752850"/>
          <p14:tracePt t="83850" x="5416550" y="3746500"/>
          <p14:tracePt t="83870" x="5403850" y="3746500"/>
          <p14:tracePt t="83884" x="5391150" y="3740150"/>
          <p14:tracePt t="83900" x="5346700" y="3727450"/>
          <p14:tracePt t="83918" x="5289550" y="3721100"/>
          <p14:tracePt t="83933" x="5238750" y="3721100"/>
          <p14:tracePt t="83950" x="5143500" y="3708400"/>
          <p14:tracePt t="83967" x="5054600" y="3708400"/>
          <p14:tracePt t="83983" x="5003800" y="3714750"/>
          <p14:tracePt t="84000" x="4914900" y="3740150"/>
          <p14:tracePt t="84016" x="4851400" y="3771900"/>
          <p14:tracePt t="84033" x="4832350" y="3778250"/>
          <p14:tracePt t="84051" x="4813300" y="3790950"/>
          <p14:tracePt t="84066" x="4800600" y="3822700"/>
          <p14:tracePt t="84083" x="4800600" y="3835400"/>
          <p14:tracePt t="84100" x="4800600" y="3848100"/>
          <p14:tracePt t="85054" x="4813300" y="3848100"/>
          <p14:tracePt t="85061" x="4826000" y="3854450"/>
          <p14:tracePt t="85068" x="4851400" y="3854450"/>
          <p14:tracePt t="85083" x="4870450" y="3860800"/>
          <p14:tracePt t="85097" x="4895850" y="3860800"/>
          <p14:tracePt t="85112" x="4959350" y="3873500"/>
          <p14:tracePt t="85129" x="4997450" y="3873500"/>
          <p14:tracePt t="85146" x="5086350" y="3873500"/>
          <p14:tracePt t="85162" x="5181600" y="3873500"/>
          <p14:tracePt t="85179" x="5232400" y="3867150"/>
          <p14:tracePt t="85195" x="5327650" y="3848100"/>
          <p14:tracePt t="85212" x="5397500" y="3841750"/>
          <p14:tracePt t="85230" x="5461000" y="3816350"/>
          <p14:tracePt t="85246" x="5492750" y="3797300"/>
          <p14:tracePt t="85263" x="5511800" y="3784600"/>
          <p14:tracePt t="85280" x="5568950" y="3765550"/>
          <p14:tracePt t="85295" x="5575300" y="3759200"/>
          <p14:tracePt t="85312" x="5588000" y="3752850"/>
          <p14:tracePt t="85329" x="5588000" y="3746500"/>
          <p14:tracePt t="85345" x="5600700" y="3746500"/>
          <p14:tracePt t="85419" x="5600700" y="3752850"/>
          <p14:tracePt t="85440" x="5600700" y="3759200"/>
          <p14:tracePt t="85461" x="5594350" y="3765550"/>
          <p14:tracePt t="85815" x="5651500" y="3765550"/>
          <p14:tracePt t="85822" x="5689600" y="3765550"/>
          <p14:tracePt t="85836" x="5727700" y="3765550"/>
          <p14:tracePt t="85844" x="5765800" y="3765550"/>
          <p14:tracePt t="85860" x="5810250" y="3765550"/>
          <p14:tracePt t="85877" x="5886450" y="3765550"/>
          <p14:tracePt t="85894" x="5956300" y="3765550"/>
          <p14:tracePt t="85911" x="5981700" y="3765550"/>
          <p14:tracePt t="85928" x="6026150" y="3759200"/>
          <p14:tracePt t="85943" x="6051550" y="3759200"/>
          <p14:tracePt t="85960" x="6064250" y="3746500"/>
          <p14:tracePt t="85977" x="6070600" y="3746500"/>
          <p14:tracePt t="86285" x="6070600" y="3740150"/>
          <p14:tracePt t="86376" x="6076950" y="3746500"/>
          <p14:tracePt t="86384" x="6076950" y="3752850"/>
          <p14:tracePt t="86397" x="6083300" y="3759200"/>
          <p14:tracePt t="86408" x="6089650" y="3765550"/>
          <p14:tracePt t="86426" x="6115050" y="3771900"/>
          <p14:tracePt t="86442" x="6134100" y="3784600"/>
          <p14:tracePt t="86458" x="6184900" y="3816350"/>
          <p14:tracePt t="86475" x="6261100" y="3848100"/>
          <p14:tracePt t="86491" x="6292850" y="3854450"/>
          <p14:tracePt t="86508" x="6362700" y="3873500"/>
          <p14:tracePt t="86525" x="6413500" y="3879850"/>
          <p14:tracePt t="86541" x="6438900" y="3879850"/>
          <p14:tracePt t="86558" x="6457950" y="3879850"/>
          <p14:tracePt t="86562" x="6470650" y="3873500"/>
          <p14:tracePt t="86574" x="6508750" y="3867150"/>
          <p14:tracePt t="86591" x="6521450" y="3867150"/>
          <p14:tracePt t="86608" x="6546850" y="3854450"/>
          <p14:tracePt t="86640" x="6572250" y="3854450"/>
          <p14:tracePt t="86658" x="6597650" y="3854450"/>
          <p14:tracePt t="86674" x="6604000" y="3854450"/>
          <p14:tracePt t="86691" x="6635750" y="3854450"/>
          <p14:tracePt t="86707" x="6673850" y="3848100"/>
          <p14:tracePt t="86724" x="6699250" y="3841750"/>
          <p14:tracePt t="86741" x="6750050" y="3835400"/>
          <p14:tracePt t="86757" x="6794500" y="3829050"/>
          <p14:tracePt t="86773" x="6819900" y="3822700"/>
          <p14:tracePt t="86791" x="6845300" y="3816350"/>
          <p14:tracePt t="86807" x="6851650" y="3810000"/>
          <p14:tracePt t="86841" x="6858000" y="3810000"/>
          <p14:tracePt t="86857" x="6864350" y="3803650"/>
          <p14:tracePt t="86966" x="6864350" y="3810000"/>
          <p14:tracePt t="113179" x="6845300" y="3810000"/>
          <p14:tracePt t="113186" x="6819900" y="3803650"/>
          <p14:tracePt t="113199" x="6788150" y="3803650"/>
          <p14:tracePt t="113216" x="6724650" y="3790950"/>
          <p14:tracePt t="113232" x="6686550" y="3771900"/>
          <p14:tracePt t="113250" x="6623050" y="3759200"/>
          <p14:tracePt t="113266" x="6584950" y="3759200"/>
          <p14:tracePt t="113282" x="6540500" y="3759200"/>
          <p14:tracePt t="113299" x="6496050" y="3746500"/>
          <p14:tracePt t="113316" x="6470650" y="3733800"/>
          <p14:tracePt t="113332" x="6438900" y="3733800"/>
          <p14:tracePt t="113349" x="6400800" y="3721100"/>
          <p14:tracePt t="113365" x="6350000" y="3708400"/>
          <p14:tracePt t="113383" x="6292850" y="3695700"/>
          <p14:tracePt t="113399" x="6203950" y="3689350"/>
          <p14:tracePt t="113414" x="6134100" y="3663950"/>
          <p14:tracePt t="113418" x="6089650" y="3663950"/>
          <p14:tracePt t="113432" x="6026150" y="3651250"/>
          <p14:tracePt t="113448" x="5956300" y="3651250"/>
          <p14:tracePt t="113464" x="5886450" y="3644900"/>
          <p14:tracePt t="113482" x="5778500" y="3638550"/>
          <p14:tracePt t="113498" x="5708650" y="3625850"/>
          <p14:tracePt t="113514" x="5638800" y="3600450"/>
          <p14:tracePt t="113531" x="5562600" y="3575050"/>
          <p14:tracePt t="113548" x="5524500" y="3575050"/>
          <p14:tracePt t="113565" x="5492750" y="3587750"/>
          <p14:tracePt t="113581" x="5486400" y="3587750"/>
          <p14:tracePt t="114122" x="5480050" y="3594100"/>
          <p14:tracePt t="114130" x="5473700" y="3606800"/>
          <p14:tracePt t="114136" x="5461000" y="3613150"/>
          <p14:tracePt t="114145" x="5448300" y="3625850"/>
          <p14:tracePt t="114162" x="5429250" y="3638550"/>
          <p14:tracePt t="114179" x="5397500" y="3651250"/>
          <p14:tracePt t="114195" x="5384800" y="3663950"/>
          <p14:tracePt t="114212" x="5372100" y="3683000"/>
          <p14:tracePt t="114229" x="5359400" y="3695700"/>
          <p14:tracePt t="114245" x="5353050" y="3708400"/>
          <p14:tracePt t="114263" x="5340350" y="3714750"/>
          <p14:tracePt t="114279" x="5334000" y="3721100"/>
          <p14:tracePt t="114347" x="5334000" y="3727450"/>
          <p14:tracePt t="114375" x="5334000" y="3733800"/>
          <p14:tracePt t="114396" x="5340350" y="3740150"/>
          <p14:tracePt t="114410" x="5346700" y="3740150"/>
          <p14:tracePt t="114417" x="5365750" y="3746500"/>
          <p14:tracePt t="114428" x="5372100" y="3746500"/>
          <p14:tracePt t="114446" x="5416550" y="3752850"/>
          <p14:tracePt t="114461" x="5461000" y="3752850"/>
          <p14:tracePt t="114478" x="5518150" y="3752850"/>
          <p14:tracePt t="114495" x="5619750" y="3746500"/>
          <p14:tracePt t="114511" x="5702300" y="3733800"/>
          <p14:tracePt t="114528" x="5759450" y="3727450"/>
          <p14:tracePt t="114544" x="5822950" y="3714750"/>
          <p14:tracePt t="114561" x="5848350" y="3702050"/>
          <p14:tracePt t="114578" x="5867400" y="3695700"/>
          <p14:tracePt t="114594" x="5880100" y="3683000"/>
          <p14:tracePt t="114629" x="5873750" y="3683000"/>
          <p14:tracePt t="114642" x="5867400" y="3683000"/>
          <p14:tracePt t="114649" x="5861050" y="3683000"/>
          <p14:tracePt t="114670" x="5854700" y="3683000"/>
          <p14:tracePt t="114680" x="5842000" y="3683000"/>
          <p14:tracePt t="114693" x="5835650" y="3683000"/>
          <p14:tracePt t="114711" x="5810250" y="3676650"/>
          <p14:tracePt t="114727" x="5746750" y="3663950"/>
          <p14:tracePt t="114743" x="5695950" y="3663950"/>
          <p14:tracePt t="114761" x="5594350" y="3663950"/>
          <p14:tracePt t="114776" x="5524500" y="3663950"/>
          <p14:tracePt t="114793" x="5467350" y="3670300"/>
          <p14:tracePt t="114811" x="5365750" y="3702050"/>
          <p14:tracePt t="114826" x="5321300" y="3721100"/>
          <p14:tracePt t="114843" x="5295900" y="3740150"/>
          <p14:tracePt t="114860" x="5270500" y="3759200"/>
          <p14:tracePt t="114893" x="5264150" y="3759200"/>
          <p14:tracePt t="114922" x="5264150" y="3765550"/>
          <p14:tracePt t="114958" x="5264150" y="3771900"/>
          <p14:tracePt t="114972" x="5270500" y="3771900"/>
          <p14:tracePt t="114979" x="5276850" y="3771900"/>
          <p14:tracePt t="114996" x="5283200" y="3771900"/>
          <p14:tracePt t="115009" x="5302250" y="3778250"/>
          <p14:tracePt t="115025" x="5314950" y="3778250"/>
          <p14:tracePt t="115043" x="5353050" y="3778250"/>
          <p14:tracePt t="115059" x="5397500" y="3784600"/>
          <p14:tracePt t="115076" x="5435600" y="3784600"/>
          <p14:tracePt t="115092" x="5499100" y="3790950"/>
          <p14:tracePt t="115109" x="5556250" y="3790950"/>
          <p14:tracePt t="115127" x="5638800" y="3790950"/>
          <p14:tracePt t="115142" x="5683250" y="3790950"/>
          <p14:tracePt t="115159" x="5727700" y="3790950"/>
          <p14:tracePt t="115176" x="5778500" y="3784600"/>
          <p14:tracePt t="115192" x="5797550" y="3784600"/>
          <p14:tracePt t="115209" x="5816600" y="3784600"/>
          <p14:tracePt t="115225" x="5829300" y="3784600"/>
          <p14:tracePt t="115242" x="5835650" y="3784600"/>
          <p14:tracePt t="115288" x="5829300" y="3784600"/>
          <p14:tracePt t="115323" x="5822950" y="3784600"/>
          <p14:tracePt t="115372" x="5816600" y="3784600"/>
          <p14:tracePt t="115414" x="5810250" y="3784600"/>
          <p14:tracePt t="115499" x="5810250" y="3790950"/>
          <p14:tracePt t="115513" x="5803900" y="3797300"/>
          <p14:tracePt t="115520" x="5803900" y="3803650"/>
          <p14:tracePt t="115534" x="5797550" y="3803650"/>
          <p14:tracePt t="115555" x="5791200" y="3816350"/>
          <p14:tracePt t="115562" x="5784850" y="3822700"/>
          <p14:tracePt t="115574" x="5778500" y="3835400"/>
          <p14:tracePt t="115591" x="5759450" y="3860800"/>
          <p14:tracePt t="115608" x="5759450" y="3873500"/>
          <p14:tracePt t="115624" x="5753100" y="3886200"/>
          <p14:tracePt t="115640" x="5746750" y="3898900"/>
          <p14:tracePt t="115657" x="5746750" y="3905250"/>
          <p14:tracePt t="115674" x="5746750" y="3911600"/>
          <p14:tracePt t="115702" x="5746750" y="3917950"/>
          <p14:tracePt t="115710" x="5753100" y="3924300"/>
          <p14:tracePt t="115731" x="5759450" y="3924300"/>
          <p14:tracePt t="115740" x="5765800" y="3924300"/>
          <p14:tracePt t="115757" x="5784850" y="3924300"/>
          <p14:tracePt t="115774" x="5829300" y="3930650"/>
          <p14:tracePt t="115790" x="5880100" y="3930650"/>
          <p14:tracePt t="115806" x="5937250" y="3937000"/>
          <p14:tracePt t="115823" x="6026150" y="3937000"/>
          <p14:tracePt t="115840" x="6102350" y="3937000"/>
          <p14:tracePt t="115858" x="6191250" y="3943350"/>
          <p14:tracePt t="115873" x="6242050" y="3943350"/>
          <p14:tracePt t="115890" x="6292850" y="3943350"/>
          <p14:tracePt t="115907" x="6369050" y="3943350"/>
          <p14:tracePt t="115923" x="6400800" y="3943350"/>
          <p14:tracePt t="115940" x="6438900" y="3943350"/>
          <p14:tracePt t="115943" x="6464300" y="3937000"/>
          <p14:tracePt t="115956" x="6489700" y="3930650"/>
          <p14:tracePt t="115972" x="6502400" y="3930650"/>
          <p14:tracePt t="115990" x="6515100" y="3930650"/>
          <p14:tracePt t="116006" x="6527800" y="3924300"/>
          <p14:tracePt t="116023" x="6534150" y="3924300"/>
          <p14:tracePt t="116040" x="6540500" y="3924300"/>
          <p14:tracePt t="116131" x="6546850" y="3924300"/>
          <p14:tracePt t="116937" x="6553200" y="3924300"/>
          <p14:tracePt t="116944" x="6572250" y="3917950"/>
          <p14:tracePt t="116952" x="6584950" y="3911600"/>
          <p14:tracePt t="116969" x="6629400" y="3892550"/>
          <p14:tracePt t="116986" x="6680200" y="3879850"/>
          <p14:tracePt t="117003" x="6718300" y="3867150"/>
          <p14:tracePt t="117020" x="6750050" y="3848100"/>
          <p14:tracePt t="117036" x="6794500" y="3829050"/>
          <p14:tracePt t="117052" x="6819900" y="3829050"/>
          <p14:tracePt t="117070" x="6832600" y="3829050"/>
          <p14:tracePt t="117085" x="6851650" y="3822700"/>
          <p14:tracePt t="117103" x="6858000" y="3816350"/>
          <p14:tracePt t="117135" x="6864350" y="3816350"/>
          <p14:tracePt t="117170" x="6870700" y="3816350"/>
          <p14:tracePt t="117217" x="6877050" y="3816350"/>
          <p14:tracePt t="117225" x="6883400" y="3816350"/>
          <p14:tracePt t="117246" x="6889750" y="3816350"/>
          <p14:tracePt t="118251" x="6877050" y="3822700"/>
          <p14:tracePt t="118258" x="6864350" y="3829050"/>
          <p14:tracePt t="118267" x="6851650" y="3835400"/>
          <p14:tracePt t="118281" x="6826250" y="3841750"/>
          <p14:tracePt t="118298" x="6775450" y="3860800"/>
          <p14:tracePt t="118315" x="6680200" y="3898900"/>
          <p14:tracePt t="118331" x="6597650" y="3917950"/>
          <p14:tracePt t="118348" x="6502400" y="3943350"/>
          <p14:tracePt t="118365" x="6375400" y="3975100"/>
          <p14:tracePt t="118381" x="6318250" y="3994150"/>
          <p14:tracePt t="118398" x="6254750" y="4006850"/>
          <p14:tracePt t="118414" x="6184900" y="4025900"/>
          <p14:tracePt t="118431" x="6165850" y="4038600"/>
          <p14:tracePt t="118448" x="6153150" y="4057650"/>
          <p14:tracePt t="118932" x="6127750" y="4057650"/>
          <p14:tracePt t="118939" x="6089650" y="4057650"/>
          <p14:tracePt t="118948" x="6038850" y="4057650"/>
          <p14:tracePt t="118962" x="5918200" y="4038600"/>
          <p14:tracePt t="118979" x="5791200" y="4025900"/>
          <p14:tracePt t="118982" x="5740400" y="4025900"/>
          <p14:tracePt t="118996" x="5683250" y="4019550"/>
          <p14:tracePt t="119012" x="5480050" y="4006850"/>
          <p14:tracePt t="119029" x="5334000" y="3987800"/>
          <p14:tracePt t="119045" x="5092700" y="3968750"/>
          <p14:tracePt t="119062" x="4927600" y="3962400"/>
          <p14:tracePt t="119079" x="4756150" y="3949700"/>
          <p14:tracePt t="119095" x="4540250" y="3924300"/>
          <p14:tracePt t="119112" x="4381500" y="3911600"/>
          <p14:tracePt t="119129" x="4191000" y="3892550"/>
          <p14:tracePt t="119145" x="4095750" y="3886200"/>
          <p14:tracePt t="119162" x="4013200" y="3886200"/>
          <p14:tracePt t="119178" x="3943350" y="3937000"/>
          <p14:tracePt t="119651" x="3905250" y="3949700"/>
          <p14:tracePt t="119658" x="3860800" y="3962400"/>
          <p14:tracePt t="119665" x="3829050" y="3981450"/>
          <p14:tracePt t="119676" x="3797300" y="3987800"/>
          <p14:tracePt t="119693" x="3651250" y="4013200"/>
          <p14:tracePt t="119710" x="3568700" y="4032250"/>
          <p14:tracePt t="119726" x="3498850" y="4051300"/>
          <p14:tracePt t="119744" x="3416300" y="4070350"/>
          <p14:tracePt t="119760" x="3384550" y="4083050"/>
          <p14:tracePt t="119777" x="3359150" y="4095750"/>
          <p14:tracePt t="119793" x="3327400" y="4108450"/>
          <p14:tracePt t="119809" x="3314700" y="4114800"/>
          <p14:tracePt t="119826" x="3308350" y="4121150"/>
          <p14:tracePt t="119843" x="3295650" y="4133850"/>
          <p14:tracePt t="119876" x="3295650" y="4140200"/>
          <p14:tracePt t="119918" x="3302000" y="4140200"/>
          <p14:tracePt t="119932" x="3314700" y="4140200"/>
          <p14:tracePt t="119939" x="3321050" y="4140200"/>
          <p14:tracePt t="119946" x="3327400" y="4140200"/>
          <p14:tracePt t="119960" x="3352800" y="4146550"/>
          <p14:tracePt t="119977" x="3390900" y="4146550"/>
          <p14:tracePt t="119992" x="3435350" y="4159250"/>
          <p14:tracePt t="119995" x="3460750" y="4159250"/>
          <p14:tracePt t="120009" x="3556000" y="4178300"/>
          <p14:tracePt t="120025" x="3644900" y="4184650"/>
          <p14:tracePt t="120042" x="3765550" y="4191000"/>
          <p14:tracePt t="120059" x="3949700" y="4203700"/>
          <p14:tracePt t="120076" x="4051300" y="4210050"/>
          <p14:tracePt t="120092" x="4171950" y="4222750"/>
          <p14:tracePt t="120109" x="4311650" y="4222750"/>
          <p14:tracePt t="120125" x="4381500" y="4222750"/>
          <p14:tracePt t="120143" x="4457700" y="4222750"/>
          <p14:tracePt t="120158" x="4476750" y="4222750"/>
          <p14:tracePt t="120325" x="4483100" y="4222750"/>
          <p14:tracePt t="120339" x="4489450" y="4222750"/>
          <p14:tracePt t="120345" x="4495800" y="4222750"/>
          <p14:tracePt t="120358" x="4502150" y="4222750"/>
          <p14:tracePt t="120375" x="4527550" y="4235450"/>
          <p14:tracePt t="120391" x="4565650" y="4241800"/>
          <p14:tracePt t="120408" x="4603750" y="4260850"/>
          <p14:tracePt t="120424" x="4718050" y="4292600"/>
          <p14:tracePt t="120440" x="4813300" y="4318000"/>
          <p14:tracePt t="120457" x="4921250" y="4356100"/>
          <p14:tracePt t="120473" x="5060950" y="4387850"/>
          <p14:tracePt t="120490" x="5156200" y="4419600"/>
          <p14:tracePt t="120509" x="5295900" y="4451350"/>
          <p14:tracePt t="120524" x="5391150" y="4470400"/>
          <p14:tracePt t="120540" x="5448300" y="4483100"/>
          <p14:tracePt t="120557" x="5511800" y="4489450"/>
          <p14:tracePt t="120573" x="5537200" y="4495800"/>
          <p14:tracePt t="120590" x="5549900" y="4495800"/>
          <p14:tracePt t="120607" x="5549900" y="4489450"/>
          <p14:tracePt t="120623" x="5562600" y="4483100"/>
          <p14:tracePt t="120640" x="5575300" y="4451350"/>
          <p14:tracePt t="120656" x="5575300" y="4419600"/>
          <p14:tracePt t="121077" x="5594350" y="4419600"/>
          <p14:tracePt t="121083" x="5632450" y="4419600"/>
          <p14:tracePt t="121092" x="5670550" y="4419600"/>
          <p14:tracePt t="121105" x="5765800" y="4419600"/>
          <p14:tracePt t="121121" x="5886450" y="4438650"/>
          <p14:tracePt t="121138" x="6007100" y="4457700"/>
          <p14:tracePt t="121155" x="6203950" y="4483100"/>
          <p14:tracePt t="121171" x="6318250" y="4483100"/>
          <p14:tracePt t="121188" x="6400800" y="4508500"/>
          <p14:tracePt t="121204" x="6508750" y="4527550"/>
          <p14:tracePt t="121221" x="6553200" y="4527550"/>
          <p14:tracePt t="121239" x="6597650" y="4527550"/>
          <p14:tracePt t="121255" x="6610350" y="4527550"/>
          <p14:tracePt t="121271" x="6616700" y="4527550"/>
          <p14:tracePt t="121288" x="6623050" y="4521200"/>
          <p14:tracePt t="121304" x="6629400" y="4514850"/>
          <p14:tracePt t="121365" x="6629400" y="4508500"/>
          <p14:tracePt t="121575" x="6623050" y="4508500"/>
          <p14:tracePt t="121583" x="6616700" y="4502150"/>
          <p14:tracePt t="121589" x="6610350" y="4502150"/>
          <p14:tracePt t="121604" x="6578600" y="4489450"/>
          <p14:tracePt t="121620" x="6521450" y="4476750"/>
          <p14:tracePt t="121636" x="6451600" y="4457700"/>
          <p14:tracePt t="121653" x="6280150" y="4432300"/>
          <p14:tracePt t="121670" x="6146800" y="4413250"/>
          <p14:tracePt t="121686" x="6032500" y="4394200"/>
          <p14:tracePt t="121703" x="5848350" y="4375150"/>
          <p14:tracePt t="121719" x="5753100" y="4375150"/>
          <p14:tracePt t="121737" x="5619750" y="4387850"/>
          <p14:tracePt t="121752" x="5556250" y="4406900"/>
          <p14:tracePt t="121769" x="5499100" y="4419600"/>
          <p14:tracePt t="121787" x="5435600" y="4457700"/>
          <p14:tracePt t="121803" x="5422900" y="4470400"/>
          <p14:tracePt t="122244" x="5416550" y="4495800"/>
          <p14:tracePt t="122252" x="5403850" y="4565650"/>
          <p14:tracePt t="122258" x="5384800" y="4641850"/>
          <p14:tracePt t="122267" x="5378450" y="4705350"/>
          <p14:tracePt t="122284" x="5346700" y="4864100"/>
          <p14:tracePt t="122301" x="5276850" y="5080000"/>
          <p14:tracePt t="122317" x="5232400" y="5162550"/>
          <p14:tracePt t="122334" x="5168900" y="5270500"/>
          <p14:tracePt t="122351" x="5086350" y="5365750"/>
          <p14:tracePt t="122367" x="5029200" y="5435600"/>
          <p14:tracePt t="122385" x="4914900" y="5530850"/>
          <p14:tracePt t="122400" x="4857750" y="5568950"/>
          <p14:tracePt t="122417" x="4813300" y="5600700"/>
          <p14:tracePt t="122434" x="4768850" y="5638800"/>
          <p14:tracePt t="122450" x="4749800" y="5651500"/>
          <p14:tracePt t="122466" x="4737100" y="5670550"/>
          <p14:tracePt t="122484" x="4730750" y="5670550"/>
          <p14:tracePt t="122500" x="4724400" y="5676900"/>
          <p14:tracePt t="122533" x="4730750" y="5683250"/>
          <p14:tracePt t="122553" x="4743450" y="5683250"/>
          <p14:tracePt t="122574" x="4756150" y="5683250"/>
          <p14:tracePt t="122583" x="4762500" y="5683250"/>
          <p14:tracePt t="122600" x="4787900" y="5689600"/>
          <p14:tracePt t="122617" x="4857750" y="5708650"/>
          <p14:tracePt t="122633" x="4927600" y="5734050"/>
          <p14:tracePt t="122649" x="5048250" y="5765800"/>
          <p14:tracePt t="122666" x="5283200" y="5810250"/>
          <p14:tracePt t="122683" x="5454650" y="5835650"/>
          <p14:tracePt t="122701" x="5721350" y="5867400"/>
          <p14:tracePt t="122715" x="5886450" y="5867400"/>
          <p14:tracePt t="122732" x="6019800" y="5880100"/>
          <p14:tracePt t="122750" x="6153150" y="5873750"/>
          <p14:tracePt t="122766" x="6210300" y="5873750"/>
          <p14:tracePt t="122782" x="6254750" y="5873750"/>
          <p14:tracePt t="122800" x="6286500" y="5873750"/>
          <p14:tracePt t="122815" x="6292850" y="5873750"/>
          <p14:tracePt t="122897" x="6299200" y="5873750"/>
          <p14:tracePt t="122911" x="6292850" y="5861050"/>
          <p14:tracePt t="122918" x="6261100" y="5835650"/>
          <p14:tracePt t="122933" x="6223000" y="5810250"/>
          <p14:tracePt t="122948" x="6146800" y="5765800"/>
          <p14:tracePt t="122965" x="6032500" y="5740400"/>
          <p14:tracePt t="122982" x="5797550" y="5670550"/>
          <p14:tracePt t="122999" x="5613400" y="5607050"/>
          <p14:tracePt t="123015" x="5403850" y="5556250"/>
          <p14:tracePt t="123032" x="5092700" y="5473700"/>
          <p14:tracePt t="123048" x="4889500" y="5441950"/>
          <p14:tracePt t="123051" x="4787900" y="5429250"/>
          <p14:tracePt t="123064" x="4686300" y="5422900"/>
          <p14:tracePt t="123081" x="4464050" y="5416550"/>
          <p14:tracePt t="123098" x="4349750" y="5416550"/>
          <p14:tracePt t="126115" x="4337050" y="5416550"/>
          <p14:tracePt t="126122" x="4318000" y="5416550"/>
          <p14:tracePt t="126128" x="4292600" y="5410200"/>
          <p14:tracePt t="126138" x="4267200" y="5397500"/>
          <p14:tracePt t="126154" x="4216400" y="5372100"/>
          <p14:tracePt t="126172" x="4070350" y="5289550"/>
          <p14:tracePt t="126188" x="3930650" y="5213350"/>
          <p14:tracePt t="126205" x="3790950" y="5111750"/>
          <p14:tracePt t="126221" x="3556000" y="4978400"/>
          <p14:tracePt t="126237" x="3397250" y="4895850"/>
          <p14:tracePt t="126254" x="3251200" y="4838700"/>
          <p14:tracePt t="126271" x="3035300" y="4768850"/>
          <p14:tracePt t="126287" x="2927350" y="4737100"/>
          <p14:tracePt t="126304" x="2857500" y="4737100"/>
          <p14:tracePt t="126320" x="2755900" y="4737100"/>
          <p14:tracePt t="126337" x="2724150" y="4743450"/>
          <p14:tracePt t="126356" x="2686050" y="4756150"/>
          <p14:tracePt t="126371" x="2667000" y="4756150"/>
          <p14:tracePt t="126387" x="2660650" y="4768850"/>
          <p14:tracePt t="126403" x="2654300" y="4768850"/>
          <p14:tracePt t="126420" x="2647950" y="4775200"/>
          <p14:tracePt t="126578" x="2641600" y="4775200"/>
          <p14:tracePt t="126599" x="2635250" y="4781550"/>
          <p14:tracePt t="126655" x="2635250" y="4787900"/>
          <p14:tracePt t="127222" x="2660650" y="4781550"/>
          <p14:tracePt t="127229" x="2711450" y="4749800"/>
          <p14:tracePt t="127243" x="2794000" y="4711700"/>
          <p14:tracePt t="127253" x="2889250" y="4648200"/>
          <p14:tracePt t="127267" x="3028950" y="4565650"/>
          <p14:tracePt t="127284" x="3371850" y="4318000"/>
          <p14:tracePt t="127301" x="3797300" y="4019550"/>
          <p14:tracePt t="127317" x="3987800" y="3841750"/>
          <p14:tracePt t="127335" x="4165600" y="3663950"/>
          <p14:tracePt t="127350" x="4470400" y="3289300"/>
          <p14:tracePt t="127367" x="4578350" y="3016250"/>
          <p14:tracePt t="127384" x="4749800" y="2279650"/>
          <p14:tracePt t="127400" x="4768850" y="1498600"/>
          <p14:tracePt t="127417" x="4762500" y="1206500"/>
          <p14:tracePt t="127434" x="4692650" y="812800"/>
          <p14:tracePt t="127450" x="4667250" y="755650"/>
          <p14:tracePt t="127466" x="4610100" y="704850"/>
          <p14:tracePt t="127483" x="4552950" y="698500"/>
          <p14:tracePt t="127500" x="4502150" y="717550"/>
          <p14:tracePt t="127517" x="4375150" y="774700"/>
          <p14:tracePt t="127533" x="4248150" y="876300"/>
          <p14:tracePt t="127550" x="4178300" y="933450"/>
          <p14:tracePt t="127567" x="4044950" y="1092200"/>
          <p14:tracePt t="127583" x="3924300" y="1231900"/>
          <p14:tracePt t="127599" x="3873500" y="1314450"/>
          <p14:tracePt t="127616" x="3759200" y="1492250"/>
          <p14:tracePt t="127632" x="3657600" y="1644650"/>
          <p14:tracePt t="127649" x="3619500" y="1708150"/>
          <p14:tracePt t="127666" x="3536950" y="1847850"/>
          <p14:tracePt t="127682" x="3486150" y="1917700"/>
          <p14:tracePt t="127700" x="3409950" y="2070100"/>
          <p14:tracePt t="127716" x="3321050" y="2222500"/>
          <p14:tracePt t="127733" x="3270250" y="2292350"/>
          <p14:tracePt t="127749" x="3155950" y="2444750"/>
          <p14:tracePt t="127766" x="3022600" y="2571750"/>
          <p14:tracePt t="127782" x="2965450" y="2647950"/>
          <p14:tracePt t="127799" x="2863850" y="2774950"/>
          <p14:tracePt t="127815" x="2762250" y="2914650"/>
          <p14:tracePt t="127832" x="2724150" y="2984500"/>
          <p14:tracePt t="127848" x="2647950" y="3117850"/>
          <p14:tracePt t="127865" x="2584450" y="3219450"/>
          <p14:tracePt t="127883" x="2540000" y="3289300"/>
          <p14:tracePt t="127898" x="2527300" y="3302000"/>
          <p14:tracePt t="127915" x="2520950" y="3308350"/>
          <p14:tracePt t="127932" x="2533650" y="3321050"/>
          <p14:tracePt t="127948" x="2559050" y="3321050"/>
          <p14:tracePt t="127965" x="2590800" y="3327400"/>
          <p14:tracePt t="127981" x="2686050" y="3346450"/>
          <p14:tracePt t="127998" x="2730500" y="3352800"/>
          <p14:tracePt t="128015" x="2768600" y="3359150"/>
          <p14:tracePt t="128031" x="2838450" y="3365500"/>
          <p14:tracePt t="128048" x="2959100" y="3378200"/>
          <p14:tracePt t="128065" x="3124200" y="3390900"/>
          <p14:tracePt t="128081" x="3225800" y="3384550"/>
          <p14:tracePt t="128097" x="3543300" y="3359150"/>
          <p14:tracePt t="128115" x="4038600" y="3289300"/>
          <p14:tracePt t="128131" x="4318000" y="3213100"/>
          <p14:tracePt t="128147" x="4584700" y="3117850"/>
          <p14:tracePt t="128164" x="5099050" y="2901950"/>
          <p14:tracePt t="128181" x="5613400" y="2559050"/>
          <p14:tracePt t="128198" x="5975350" y="2241550"/>
          <p14:tracePt t="128214" x="6127750" y="2070100"/>
          <p14:tracePt t="128230" x="6146800" y="2051050"/>
          <p14:tracePt t="128248" x="6153150" y="2032000"/>
          <p14:tracePt t="128283" x="6159500" y="2032000"/>
          <p14:tracePt t="128303" x="6165850" y="2038350"/>
          <p14:tracePt t="128317" x="6165850" y="2044700"/>
          <p14:tracePt t="128330" x="6146800" y="2051050"/>
          <p14:tracePt t="128347" x="6115050" y="2095500"/>
          <p14:tracePt t="128363" x="6096000" y="2127250"/>
          <p14:tracePt t="128380" x="6045200" y="2190750"/>
          <p14:tracePt t="128397" x="5988050" y="2247900"/>
          <p14:tracePt t="128413" x="5924550" y="2292350"/>
          <p14:tracePt t="128431" x="5880100" y="2317750"/>
          <p14:tracePt t="128446" x="5727700" y="2419350"/>
          <p14:tracePt t="128463" x="5670550" y="2470150"/>
          <p14:tracePt t="128479" x="5537200" y="2533650"/>
          <p14:tracePt t="128496" x="5435600" y="2578100"/>
          <p14:tracePt t="128513" x="5391150" y="2597150"/>
          <p14:tracePt t="128529" x="5283200" y="2641600"/>
          <p14:tracePt t="128546" x="5175250" y="2717800"/>
          <p14:tracePt t="128564" x="5048250" y="2819400"/>
          <p14:tracePt t="128579" x="5003800" y="2844800"/>
          <p14:tracePt t="128596" x="4959350" y="2882900"/>
          <p14:tracePt t="128613" x="4889500" y="2952750"/>
          <p14:tracePt t="128629" x="4870450" y="2959100"/>
          <p14:tracePt t="128646" x="4864100" y="2965450"/>
          <p14:tracePt t="128662" x="4857750" y="2971800"/>
          <p14:tracePt t="128679" x="4851400" y="2984500"/>
          <p14:tracePt t="128696" x="4851400" y="2990850"/>
          <p14:tracePt t="128712" x="4857750" y="2997200"/>
          <p14:tracePt t="128729" x="4876800" y="3003550"/>
          <p14:tracePt t="128746" x="4914900" y="3016250"/>
          <p14:tracePt t="128762" x="4933950" y="3016250"/>
          <p14:tracePt t="128779" x="5016500" y="3041650"/>
          <p14:tracePt t="128796" x="5137150" y="3060700"/>
          <p14:tracePt t="128812" x="5200650" y="3067050"/>
          <p14:tracePt t="128828" x="5289550" y="3079750"/>
          <p14:tracePt t="128845" x="5461000" y="3073400"/>
          <p14:tracePt t="128862" x="5562600" y="3054350"/>
          <p14:tracePt t="128879" x="5810250" y="3003550"/>
          <p14:tracePt t="128895" x="5873750" y="2984500"/>
          <p14:tracePt t="128911" x="5949950" y="2940050"/>
          <p14:tracePt t="128928" x="5988050" y="2921000"/>
          <p14:tracePt t="128945" x="5994400" y="2921000"/>
          <p14:tracePt t="128961" x="6000750" y="2914650"/>
          <p14:tracePt t="128978" x="6007100" y="2908300"/>
          <p14:tracePt t="129075" x="6000750" y="2908300"/>
          <p14:tracePt t="129089" x="5988050" y="2908300"/>
          <p14:tracePt t="129097" x="5962650" y="2914650"/>
          <p14:tracePt t="129114" x="5937250" y="2914650"/>
          <p14:tracePt t="129127" x="5899150" y="2914650"/>
          <p14:tracePt t="129144" x="5778500" y="2933700"/>
          <p14:tracePt t="129161" x="5619750" y="2978150"/>
          <p14:tracePt t="129178" x="5441950" y="3016250"/>
          <p14:tracePt t="129193" x="5359400" y="3035300"/>
          <p14:tracePt t="129210" x="5213350" y="3086100"/>
          <p14:tracePt t="129227" x="5149850" y="3105150"/>
          <p14:tracePt t="129244" x="4972050" y="3149600"/>
          <p14:tracePt t="129260" x="4940300" y="3155950"/>
          <p14:tracePt t="129277" x="4927600" y="3162300"/>
          <p14:tracePt t="129294" x="4908550" y="3175000"/>
          <p14:tracePt t="129310" x="4902200" y="3175000"/>
          <p14:tracePt t="129356" x="4902200" y="3181350"/>
          <p14:tracePt t="129377" x="4921250" y="3181350"/>
          <p14:tracePt t="129384" x="4953000" y="3181350"/>
          <p14:tracePt t="129393" x="4978400" y="3181350"/>
          <p14:tracePt t="129410" x="5029200" y="3175000"/>
          <p14:tracePt t="129427" x="5162550" y="3143250"/>
          <p14:tracePt t="129443" x="5264150" y="3111500"/>
          <p14:tracePt t="129459" x="5480050" y="3009900"/>
          <p14:tracePt t="129476" x="5721350" y="2889250"/>
          <p14:tracePt t="129493" x="5905500" y="2774950"/>
          <p14:tracePt t="129510" x="5975350" y="2730500"/>
          <p14:tracePt t="129526" x="6026150" y="2705100"/>
          <p14:tracePt t="129542" x="6045200" y="2692400"/>
          <p14:tracePt t="129560" x="6045200" y="2686050"/>
          <p14:tracePt t="129651" x="6051550" y="2686050"/>
          <p14:tracePt t="129658" x="6051550" y="2692400"/>
          <p14:tracePt t="129686" x="6045200" y="2698750"/>
          <p14:tracePt t="129700" x="6026150" y="2705100"/>
          <p14:tracePt t="129707" x="6007100" y="2711450"/>
          <p14:tracePt t="129721" x="5981700" y="2724150"/>
          <p14:tracePt t="129735" x="5930900" y="2743200"/>
          <p14:tracePt t="129745" x="5880100" y="2768600"/>
          <p14:tracePt t="129759" x="5740400" y="2857500"/>
          <p14:tracePt t="129775" x="5645150" y="2908300"/>
          <p14:tracePt t="129793" x="5492750" y="3035300"/>
          <p14:tracePt t="129808" x="5346700" y="3175000"/>
          <p14:tracePt t="129825" x="5308600" y="3244850"/>
          <p14:tracePt t="129842" x="5238750" y="3397250"/>
          <p14:tracePt t="129858" x="5226050" y="3460750"/>
          <p14:tracePt t="129875" x="5219700" y="3581400"/>
          <p14:tracePt t="129891" x="5251450" y="3714750"/>
          <p14:tracePt t="129908" x="5270500" y="3778250"/>
          <p14:tracePt t="129925" x="5314950" y="3905250"/>
          <p14:tracePt t="129942" x="5353050" y="4013200"/>
          <p14:tracePt t="129958" x="5372100" y="4057650"/>
          <p14:tracePt t="129975" x="5391150" y="4095750"/>
          <p14:tracePt t="129991" x="5410200" y="4114800"/>
          <p14:tracePt t="130008" x="5416550" y="4121150"/>
          <p14:tracePt t="130024" x="5435600" y="4127500"/>
          <p14:tracePt t="130142" x="5435600" y="4121150"/>
          <p14:tracePt t="130178" x="5441950" y="4121150"/>
          <p14:tracePt t="130899" x="5403850" y="4121150"/>
          <p14:tracePt t="130913" x="5365750" y="4121150"/>
          <p14:tracePt t="130922" x="5314950" y="4121150"/>
          <p14:tracePt t="130934" x="5276850" y="4121150"/>
          <p14:tracePt t="130941" x="5219700" y="4121150"/>
          <p14:tracePt t="130957" x="5194300" y="4121150"/>
          <p14:tracePt t="130971" x="5137150" y="4121150"/>
          <p14:tracePt t="130988" x="5105400" y="4121150"/>
          <p14:tracePt t="131007" x="5041900" y="4121150"/>
          <p14:tracePt t="131021" x="5010150" y="4121150"/>
          <p14:tracePt t="131037" x="4946650" y="4121150"/>
          <p14:tracePt t="131056" x="4864100" y="4127500"/>
          <p14:tracePt t="131070" x="4813300" y="4133850"/>
          <p14:tracePt t="131088" x="4705350" y="4152900"/>
          <p14:tracePt t="131105" x="4584700" y="4184650"/>
          <p14:tracePt t="131120" x="4514850" y="4191000"/>
          <p14:tracePt t="131137" x="4394200" y="4229100"/>
          <p14:tracePt t="131154" x="4298950" y="4254500"/>
          <p14:tracePt t="131170" x="4241800" y="4273550"/>
          <p14:tracePt t="131187" x="4165600" y="4318000"/>
          <p14:tracePt t="131203" x="4146550" y="4337050"/>
          <p14:tracePt t="131220" x="4146550" y="4356100"/>
          <p14:tracePt t="131237" x="4159250" y="4394200"/>
          <p14:tracePt t="131595" x="4102100" y="4406900"/>
          <p14:tracePt t="131603" x="4025900" y="4413250"/>
          <p14:tracePt t="131616" x="3949700" y="4413250"/>
          <p14:tracePt t="131623" x="3848100" y="4425950"/>
          <p14:tracePt t="131639" x="3746500" y="4432300"/>
          <p14:tracePt t="131652" x="3632200" y="4445000"/>
          <p14:tracePt t="131669" x="3390900" y="4476750"/>
          <p14:tracePt t="131685" x="3270250" y="4489450"/>
          <p14:tracePt t="131702" x="3079750" y="4508500"/>
          <p14:tracePt t="131719" x="2914650" y="4540250"/>
          <p14:tracePt t="131735" x="2819400" y="4565650"/>
          <p14:tracePt t="131752" x="2673350" y="4629150"/>
          <p14:tracePt t="131768" x="2546350" y="4718050"/>
          <p14:tracePt t="131785" x="2476500" y="4819650"/>
          <p14:tracePt t="131801" x="2463800" y="4851400"/>
          <p14:tracePt t="131818" x="2463800" y="4889500"/>
          <p14:tracePt t="132219" x="2451100" y="4959350"/>
          <p14:tracePt t="132225" x="2444750" y="5035550"/>
          <p14:tracePt t="132240" x="2425700" y="5099050"/>
          <p14:tracePt t="132249" x="2406650" y="5168900"/>
          <p14:tracePt t="132266" x="2393950" y="5232400"/>
          <p14:tracePt t="132283" x="2387600" y="5353050"/>
          <p14:tracePt t="132299" x="2393950" y="5422900"/>
          <p14:tracePt t="132317" x="2400300" y="5461000"/>
          <p14:tracePt t="132333" x="2400300" y="5467350"/>
          <p14:tracePt t="132349" x="2413000" y="5473700"/>
          <p14:tracePt t="132367" x="2425700" y="5486400"/>
          <p14:tracePt t="132383" x="2425700" y="5492750"/>
          <p14:tracePt t="132400" x="2432050" y="5492750"/>
          <p14:tracePt t="132416" x="2444750" y="5511800"/>
          <p14:tracePt t="132432" x="2457450" y="5518150"/>
          <p14:tracePt t="132449" x="2470150" y="5524500"/>
          <p14:tracePt t="132466" x="2495550" y="5537200"/>
          <p14:tracePt t="132482" x="2520950" y="5549900"/>
          <p14:tracePt t="132500" x="2540000" y="5562600"/>
          <p14:tracePt t="132515" x="2552700" y="5575300"/>
          <p14:tracePt t="132532" x="2590800" y="5588000"/>
          <p14:tracePt t="132549" x="2635250" y="5619750"/>
          <p14:tracePt t="132565" x="2660650" y="5632450"/>
          <p14:tracePt t="132582" x="2724150" y="5664200"/>
          <p14:tracePt t="132599" x="2787650" y="5702300"/>
          <p14:tracePt t="132615" x="2832100" y="5721350"/>
          <p14:tracePt t="132632" x="2908300" y="5765800"/>
          <p14:tracePt t="132648" x="2997200" y="5797550"/>
          <p14:tracePt t="132665" x="3028950" y="5810250"/>
          <p14:tracePt t="132682" x="3111500" y="5829300"/>
          <p14:tracePt t="132698" x="3187700" y="5835650"/>
          <p14:tracePt t="132715" x="3219450" y="5835650"/>
          <p14:tracePt t="132732" x="3276600" y="5829300"/>
          <p14:tracePt t="132748" x="3302000" y="5816600"/>
          <p14:tracePt t="132765" x="3333750" y="5797550"/>
          <p14:tracePt t="132781" x="3340100" y="5753100"/>
          <p14:tracePt t="132797" x="3340100" y="5727700"/>
          <p14:tracePt t="132814" x="3340100" y="5657850"/>
          <p14:tracePt t="132831" x="3327400" y="5600700"/>
          <p14:tracePt t="132848" x="3308350" y="5575300"/>
          <p14:tracePt t="132865" x="3263900" y="5530850"/>
          <p14:tracePt t="132880" x="3225800" y="5511800"/>
          <p14:tracePt t="132897" x="3194050" y="5505450"/>
          <p14:tracePt t="132915" x="3143250" y="5505450"/>
          <p14:tracePt t="132931" x="3105150" y="5518150"/>
          <p14:tracePt t="132947" x="3073400" y="5543550"/>
          <p14:tracePt t="132964" x="3022600" y="5607050"/>
          <p14:tracePt t="132980" x="2990850" y="5695950"/>
          <p14:tracePt t="132997" x="2971800" y="5734050"/>
          <p14:tracePt t="133014" x="2965450" y="5797550"/>
          <p14:tracePt t="133030" x="2965450" y="5816600"/>
          <p14:tracePt t="133049" x="2978150" y="5854700"/>
          <p14:tracePt t="133063" x="2990850" y="5861050"/>
          <p14:tracePt t="133080" x="3003550" y="5867400"/>
          <p14:tracePt t="133097" x="3035300" y="5873750"/>
          <p14:tracePt t="133113" x="3060700" y="5873750"/>
          <p14:tracePt t="133130" x="3079750" y="5873750"/>
          <p14:tracePt t="133147" x="3124200" y="5854700"/>
          <p14:tracePt t="133163" x="3168650" y="5816600"/>
          <p14:tracePt t="133180" x="3187700" y="5803900"/>
          <p14:tracePt t="133196" x="3219450" y="5765800"/>
          <p14:tracePt t="133213" x="3225800" y="5734050"/>
          <p14:tracePt t="133231" x="3225800" y="5702300"/>
          <p14:tracePt t="133246" x="3225800" y="5683250"/>
          <p14:tracePt t="133263" x="3200400" y="5638800"/>
          <p14:tracePt t="133280" x="3175000" y="5588000"/>
          <p14:tracePt t="133296" x="3143250" y="5562600"/>
          <p14:tracePt t="133313" x="3117850" y="5543550"/>
          <p14:tracePt t="133330" x="3003550" y="5499100"/>
          <p14:tracePt t="133346" x="2959100" y="5492750"/>
          <p14:tracePt t="133362" x="2921000" y="5492750"/>
          <p14:tracePt t="133379" x="2838450" y="5492750"/>
          <p14:tracePt t="133396" x="2768600" y="5518150"/>
          <p14:tracePt t="133413" x="2749550" y="5537200"/>
          <p14:tracePt t="133429" x="2717800" y="5562600"/>
          <p14:tracePt t="133446" x="2711450" y="5588000"/>
          <p14:tracePt t="133463" x="2717800" y="5600700"/>
          <p14:tracePt t="133479" x="2724150" y="5613400"/>
          <p14:tracePt t="133495" x="2749550" y="5638800"/>
          <p14:tracePt t="133512" x="2794000" y="5651500"/>
          <p14:tracePt t="133528" x="2825750" y="5664200"/>
          <p14:tracePt t="133545" x="2908300" y="5683250"/>
          <p14:tracePt t="133561" x="2997200" y="5683250"/>
          <p14:tracePt t="133578" x="3041650" y="5676900"/>
          <p14:tracePt t="133596" x="3124200" y="5651500"/>
          <p14:tracePt t="133612" x="3187700" y="5632450"/>
          <p14:tracePt t="133628" x="3206750" y="5607050"/>
          <p14:tracePt t="133645" x="3244850" y="5575300"/>
          <p14:tracePt t="133662" x="3263900" y="5556250"/>
          <p14:tracePt t="133678" x="3282950" y="5524500"/>
          <p14:tracePt t="133695" x="3289300" y="5492750"/>
          <p14:tracePt t="133711" x="3289300" y="5473700"/>
          <p14:tracePt t="133728" x="3289300" y="5461000"/>
          <p14:tracePt t="133744" x="3270250" y="5416550"/>
          <p14:tracePt t="133761" x="3257550" y="5410200"/>
          <p14:tracePt t="133779" x="3225800" y="5391150"/>
          <p14:tracePt t="133794" x="3175000" y="5378450"/>
          <p14:tracePt t="133811" x="3143250" y="5378450"/>
          <p14:tracePt t="133828" x="3086100" y="5378450"/>
          <p14:tracePt t="133844" x="3035300" y="5397500"/>
          <p14:tracePt t="133861" x="3016250" y="5410200"/>
          <p14:tracePt t="133878" x="2990850" y="5441950"/>
          <p14:tracePt t="133894" x="2971800" y="5486400"/>
          <p14:tracePt t="133911" x="2965450" y="5524500"/>
          <p14:tracePt t="133927" x="2965450" y="5626100"/>
          <p14:tracePt t="133944" x="2978150" y="5683250"/>
          <p14:tracePt t="133961" x="3028950" y="5835650"/>
          <p14:tracePt t="133978" x="3060700" y="5880100"/>
          <p14:tracePt t="133994" x="3092450" y="5911850"/>
          <p14:tracePt t="134011" x="3155950" y="5943600"/>
          <p14:tracePt t="134027" x="3213100" y="5943600"/>
          <p14:tracePt t="134044" x="3238500" y="5943600"/>
          <p14:tracePt t="134060" x="3289300" y="5924550"/>
          <p14:tracePt t="134077" x="3333750" y="5892800"/>
          <p14:tracePt t="134093" x="3352800" y="5880100"/>
          <p14:tracePt t="134110" x="3371850" y="5829300"/>
          <p14:tracePt t="134126" x="3384550" y="5759450"/>
          <p14:tracePt t="134144" x="3397250" y="5689600"/>
          <p14:tracePt t="134159" x="3397250" y="5664200"/>
          <p14:tracePt t="134177" x="3397250" y="5594350"/>
          <p14:tracePt t="134194" x="3384550" y="5556250"/>
          <p14:tracePt t="134210" x="3371850" y="5537200"/>
          <p14:tracePt t="134226" x="3359150" y="5524500"/>
          <p14:tracePt t="134243" x="3295650" y="5505450"/>
          <p14:tracePt t="134259" x="3263900" y="5505450"/>
          <p14:tracePt t="134277" x="3225800" y="5505450"/>
          <p14:tracePt t="134293" x="3117850" y="5524500"/>
          <p14:tracePt t="134309" x="3009900" y="5562600"/>
          <p14:tracePt t="134326" x="2895600" y="5626100"/>
          <p14:tracePt t="134342" x="2838450" y="5676900"/>
          <p14:tracePt t="134359" x="2743200" y="5797550"/>
          <p14:tracePt t="134377" x="2686050" y="5918200"/>
          <p14:tracePt t="134392" x="2673350" y="5975350"/>
          <p14:tracePt t="134409" x="2679700" y="6064250"/>
          <p14:tracePt t="134425" x="2705100" y="6121400"/>
          <p14:tracePt t="134442" x="2736850" y="6134100"/>
          <p14:tracePt t="134459" x="2800350" y="6153150"/>
          <p14:tracePt t="134475" x="2876550" y="6165850"/>
          <p14:tracePt t="134492" x="2908300" y="6165850"/>
          <p14:tracePt t="134509" x="2978150" y="6146800"/>
          <p14:tracePt t="134525" x="3041650" y="6108700"/>
          <p14:tracePt t="134542" x="3067050" y="6096000"/>
          <p14:tracePt t="134559" x="3111500" y="6057900"/>
          <p14:tracePt t="134575" x="3124200" y="6038850"/>
          <p14:tracePt t="134592" x="3143250" y="5994400"/>
          <p14:tracePt t="134609" x="3155950" y="5943600"/>
          <p14:tracePt t="134625" x="3155950" y="5918200"/>
          <p14:tracePt t="134641" x="3168650" y="5867400"/>
          <p14:tracePt t="134658" x="3162300" y="5810250"/>
          <p14:tracePt t="134675" x="3155950" y="5778500"/>
          <p14:tracePt t="134692" x="3143250" y="5715000"/>
          <p14:tracePt t="134708" x="3111500" y="5683250"/>
          <p14:tracePt t="134725" x="3092450" y="5676900"/>
          <p14:tracePt t="134741" x="3054350" y="5651500"/>
          <p14:tracePt t="134758" x="2990850" y="5638800"/>
          <p14:tracePt t="134774" x="2952750" y="5638800"/>
          <p14:tracePt t="134791" x="2895600" y="5657850"/>
          <p14:tracePt t="134808" x="2838450" y="5676900"/>
          <p14:tracePt t="134825" x="2825750" y="5689600"/>
          <p14:tracePt t="134840" x="2813050" y="5727700"/>
          <p14:tracePt t="134857" x="2813050" y="5740400"/>
          <p14:tracePt t="134875" x="2832100" y="5784850"/>
          <p14:tracePt t="134891" x="2857500" y="5810250"/>
          <p14:tracePt t="134907" x="2889250" y="5829300"/>
          <p14:tracePt t="134925" x="2940050" y="5867400"/>
          <p14:tracePt t="134940" x="3003550" y="5892800"/>
          <p14:tracePt t="134957" x="3041650" y="5892800"/>
          <p14:tracePt t="134974" x="3105150" y="5892800"/>
          <p14:tracePt t="134990" x="3181350" y="5873750"/>
          <p14:tracePt t="135008" x="3213100" y="5861050"/>
          <p14:tracePt t="135023" x="3276600" y="5829300"/>
          <p14:tracePt t="135040" x="3308350" y="5784850"/>
          <p14:tracePt t="135058" x="3340100" y="5734050"/>
          <p14:tracePt t="135073" x="3359150" y="5702300"/>
          <p14:tracePt t="135090" x="3365500" y="5670550"/>
          <p14:tracePt t="135107" x="3378200" y="5632450"/>
          <p14:tracePt t="135123" x="3378200" y="5588000"/>
          <p14:tracePt t="135140" x="3378200" y="5568950"/>
          <p14:tracePt t="135157" x="3359150" y="5524500"/>
          <p14:tracePt t="135173" x="3352800" y="5511800"/>
          <p14:tracePt t="135190" x="3340100" y="5499100"/>
          <p14:tracePt t="135206" x="3302000" y="5480050"/>
          <p14:tracePt t="135223" x="3270250" y="5467350"/>
          <p14:tracePt t="135240" x="3238500" y="5467350"/>
          <p14:tracePt t="135256" x="3194050" y="5467350"/>
          <p14:tracePt t="135272" x="3149600" y="5480050"/>
          <p14:tracePt t="135290" x="3054350" y="5543550"/>
          <p14:tracePt t="135306" x="3016250" y="5588000"/>
          <p14:tracePt t="135322" x="2971800" y="5664200"/>
          <p14:tracePt t="135339" x="2946400" y="5746750"/>
          <p14:tracePt t="135355" x="2940050" y="5803900"/>
          <p14:tracePt t="135373" x="2940050" y="5892800"/>
          <p14:tracePt t="135389" x="2946400" y="5956300"/>
          <p14:tracePt t="135405" x="2965450" y="5975350"/>
          <p14:tracePt t="135423" x="2990850" y="6007100"/>
          <p14:tracePt t="135439" x="3022600" y="6019800"/>
          <p14:tracePt t="135455" x="3041650" y="6019800"/>
          <p14:tracePt t="135472" x="3067050" y="6019800"/>
          <p14:tracePt t="135489" x="3105150" y="6000750"/>
          <p14:tracePt t="135505" x="3149600" y="5975350"/>
          <p14:tracePt t="135522" x="3175000" y="5949950"/>
          <p14:tracePt t="135538" x="3187700" y="5924550"/>
          <p14:tracePt t="135555" x="3213100" y="5886450"/>
          <p14:tracePt t="135571" x="3225800" y="5835650"/>
          <p14:tracePt t="135588" x="3232150" y="5810250"/>
          <p14:tracePt t="135606" x="3238500" y="5753100"/>
          <p14:tracePt t="135621" x="3238500" y="5727700"/>
          <p14:tracePt t="135638" x="3232150" y="5676900"/>
          <p14:tracePt t="135655" x="3213100" y="5632450"/>
          <p14:tracePt t="135671" x="3175000" y="5600700"/>
          <p14:tracePt t="135688" x="3155950" y="5588000"/>
          <p14:tracePt t="135705" x="3105150" y="5562600"/>
          <p14:tracePt t="135721" x="3060700" y="5549900"/>
          <p14:tracePt t="135738" x="3041650" y="5549900"/>
          <p14:tracePt t="135754" x="3009900" y="5549900"/>
          <p14:tracePt t="135771" x="2984500" y="5556250"/>
          <p14:tracePt t="135788" x="2965450" y="5575300"/>
          <p14:tracePt t="135804" x="2946400" y="5588000"/>
          <p14:tracePt t="135821" x="2946400" y="5600700"/>
          <p14:tracePt t="135838" x="2946400" y="5607050"/>
          <p14:tracePt t="135854" x="2946400" y="5626100"/>
          <p14:tracePt t="135871" x="2946400" y="5638800"/>
          <p14:tracePt t="135887" x="2952750" y="5657850"/>
          <p14:tracePt t="135904" x="2971800" y="5670550"/>
          <p14:tracePt t="135921" x="2978150" y="5683250"/>
          <p14:tracePt t="135937" x="3009900" y="5702300"/>
          <p14:tracePt t="135953" x="3060700" y="5715000"/>
          <p14:tracePt t="135971" x="3111500" y="5734050"/>
          <p14:tracePt t="135987" x="3143250" y="5734050"/>
          <p14:tracePt t="136003" x="3200400" y="5721350"/>
          <p14:tracePt t="136020" x="3232150" y="5715000"/>
          <p14:tracePt t="136036" x="3251200" y="5702300"/>
          <p14:tracePt t="136053" x="3295650" y="5664200"/>
          <p14:tracePt t="136070" x="3321050" y="5626100"/>
          <p14:tracePt t="136086" x="3333750" y="5588000"/>
          <p14:tracePt t="136104" x="3333750" y="5575300"/>
          <p14:tracePt t="136120" x="3340100" y="5549900"/>
          <p14:tracePt t="136136" x="3333750" y="5511800"/>
          <p14:tracePt t="136154" x="3314700" y="5473700"/>
          <p14:tracePt t="136169" x="3302000" y="5454650"/>
          <p14:tracePt t="136186" x="3257550" y="5416550"/>
          <p14:tracePt t="136203" x="3194050" y="5384800"/>
          <p14:tracePt t="136219" x="3162300" y="5372100"/>
          <p14:tracePt t="136236" x="3086100" y="5372100"/>
          <p14:tracePt t="136252" x="3016250" y="5372100"/>
          <p14:tracePt t="136269" x="2978150" y="5384800"/>
          <p14:tracePt t="136287" x="2908300" y="5429250"/>
          <p14:tracePt t="136302" x="2832100" y="5486400"/>
          <p14:tracePt t="136319" x="2806700" y="5518150"/>
          <p14:tracePt t="136336" x="2768600" y="5562600"/>
          <p14:tracePt t="136352" x="2755900" y="5594350"/>
          <p14:tracePt t="136369" x="2755900" y="5607050"/>
          <p14:tracePt t="136386" x="2768600" y="5632450"/>
          <p14:tracePt t="136402" x="2768600" y="5638800"/>
          <p14:tracePt t="136419" x="2787650" y="5657850"/>
          <p14:tracePt t="136435" x="2806700" y="5670550"/>
          <p14:tracePt t="136452" x="2813050" y="5670550"/>
          <p14:tracePt t="136470" x="2825750" y="5683250"/>
          <p14:tracePt t="136485" x="2844800" y="5683250"/>
          <p14:tracePt t="136502" x="2857500" y="5683250"/>
          <p14:tracePt t="136519" x="2876550" y="5683250"/>
          <p14:tracePt t="136551" x="2901950" y="5683250"/>
          <p14:tracePt t="136569" x="2927350" y="5676900"/>
          <p14:tracePt t="136585" x="2940050" y="5670550"/>
          <p14:tracePt t="136601" x="2984500" y="5651500"/>
          <p14:tracePt t="136619" x="3028950" y="5619750"/>
          <p14:tracePt t="136635" x="3060700" y="5588000"/>
          <p14:tracePt t="136652" x="3079750" y="5562600"/>
          <p14:tracePt t="136668" x="3098800" y="5524500"/>
          <p14:tracePt t="136684" x="3105150" y="5492750"/>
          <p14:tracePt t="136701" x="3111500" y="5422900"/>
          <p14:tracePt t="136718" x="3105150" y="5391150"/>
          <p14:tracePt t="136735" x="3098800" y="5372100"/>
          <p14:tracePt t="136751" x="3060700" y="5334000"/>
          <p14:tracePt t="136768" x="3028950" y="5302250"/>
          <p14:tracePt t="136784" x="2997200" y="5295900"/>
          <p14:tracePt t="136801" x="2933700" y="5276850"/>
          <p14:tracePt t="136817" x="2876550" y="5283200"/>
          <p14:tracePt t="136835" x="2851150" y="5289550"/>
          <p14:tracePt t="136850" x="2774950" y="5308600"/>
          <p14:tracePt t="136867" x="2724150" y="5346700"/>
          <p14:tracePt t="136885" x="2686050" y="5403850"/>
          <p14:tracePt t="136900" x="2667000" y="5422900"/>
          <p14:tracePt t="136917" x="2660650" y="5461000"/>
          <p14:tracePt t="136934" x="2660650" y="5480050"/>
          <p14:tracePt t="136950" x="2660650" y="5486400"/>
          <p14:tracePt t="136967" x="2660650" y="5492750"/>
          <p14:tracePt t="136984" x="2660650" y="5499100"/>
          <p14:tracePt t="137074" x="2667000" y="5499100"/>
          <p14:tracePt t="137095" x="2673350" y="5499100"/>
          <p14:tracePt t="137725" x="2679700" y="5499100"/>
          <p14:tracePt t="137739" x="2686050" y="5499100"/>
          <p14:tracePt t="137747" x="2698750" y="5499100"/>
          <p14:tracePt t="137761" x="2705100" y="5499100"/>
          <p14:tracePt t="137767" x="2711450" y="5492750"/>
          <p14:tracePt t="137784" x="2717800" y="5486400"/>
          <p14:tracePt t="137797" x="2730500" y="5486400"/>
          <p14:tracePt t="137813" x="2736850" y="5480050"/>
          <p14:tracePt t="137831" x="2749550" y="5467350"/>
          <p14:tracePt t="137847" x="2749550" y="5461000"/>
          <p14:tracePt t="137864" x="2755900" y="5454650"/>
          <p14:tracePt t="137880" x="2762250" y="5448300"/>
          <p14:tracePt t="137964" x="2768600" y="5435600"/>
          <p14:tracePt t="138091" x="2774950" y="5429250"/>
          <p14:tracePt t="138147" x="2781300" y="5435600"/>
          <p14:tracePt t="138196" x="2787650" y="5435600"/>
          <p14:tracePt t="138252" x="2794000" y="5435600"/>
          <p14:tracePt t="138259" x="2800350" y="5435600"/>
          <p14:tracePt t="138280" x="2806700" y="5435600"/>
          <p14:tracePt t="138301" x="2813050" y="5429250"/>
          <p14:tracePt t="138323" x="2819400" y="5422900"/>
          <p14:tracePt t="138330" x="2825750" y="5422900"/>
          <p14:tracePt t="138344" x="2825750" y="5416550"/>
          <p14:tracePt t="138350" x="2838450" y="5403850"/>
          <p14:tracePt t="138362" x="2844800" y="5391150"/>
          <p14:tracePt t="138379" x="2876550" y="5365750"/>
          <p14:tracePt t="138395" x="2895600" y="5340350"/>
          <p14:tracePt t="138412" x="2914650" y="5314950"/>
          <p14:tracePt t="138429" x="2971800" y="5238750"/>
          <p14:tracePt t="138445" x="2984500" y="5213350"/>
          <p14:tracePt t="138462" x="2997200" y="5200650"/>
          <p14:tracePt t="138478" x="3028950" y="5168900"/>
          <p14:tracePt t="138495" x="3035300" y="5156200"/>
          <p14:tracePt t="138512" x="3041650" y="5149850"/>
          <p14:tracePt t="138611" x="3035300" y="5149850"/>
          <p14:tracePt t="138632" x="3028950" y="5149850"/>
          <p14:tracePt t="138638" x="3022600" y="5156200"/>
          <p14:tracePt t="138661" x="3016250" y="5162550"/>
          <p14:tracePt t="138674" x="3009900" y="5162550"/>
          <p14:tracePt t="138681" x="2997200" y="5168900"/>
          <p14:tracePt t="138696" x="2978150" y="5181600"/>
          <p14:tracePt t="138711" x="2914650" y="5200650"/>
          <p14:tracePt t="138727" x="2889250" y="5219700"/>
          <p14:tracePt t="138745" x="2774950" y="5276850"/>
          <p14:tracePt t="138760" x="2647950" y="5334000"/>
          <p14:tracePt t="138777" x="2584450" y="5353050"/>
          <p14:tracePt t="138794" x="2482850" y="5403850"/>
          <p14:tracePt t="138810" x="2381250" y="5441950"/>
          <p14:tracePt t="138827" x="2349500" y="5461000"/>
          <p14:tracePt t="138844" x="2336800" y="5467350"/>
          <p14:tracePt t="149102" x="2343150" y="5467350"/>
          <p14:tracePt t="149109" x="2349500" y="5467350"/>
          <p14:tracePt t="149116" x="2355850" y="5467350"/>
          <p14:tracePt t="149130" x="2362200" y="5467350"/>
          <p14:tracePt t="149141" x="2368550" y="5467350"/>
          <p14:tracePt t="149160" x="2381250" y="5467350"/>
          <p14:tracePt t="149174" x="2400300" y="5480050"/>
          <p14:tracePt t="149191" x="2425700" y="5499100"/>
          <p14:tracePt t="149209" x="2482850" y="5537200"/>
          <p14:tracePt t="149224" x="2533650" y="5562600"/>
          <p14:tracePt t="149241" x="2597150" y="5594350"/>
          <p14:tracePt t="149258" x="2679700" y="5632450"/>
          <p14:tracePt t="149274" x="2736850" y="5651500"/>
          <p14:tracePt t="149291" x="2781300" y="5664200"/>
          <p14:tracePt t="149307" x="2832100" y="5676900"/>
          <p14:tracePt t="149324" x="2857500" y="5676900"/>
          <p14:tracePt t="149341" x="2914650" y="5689600"/>
          <p14:tracePt t="149357" x="2946400" y="5695950"/>
          <p14:tracePt t="149374" x="2959100" y="5702300"/>
          <p14:tracePt t="149391" x="2971800" y="5715000"/>
          <p14:tracePt t="149407" x="2978150" y="5715000"/>
          <p14:tracePt t="149424" x="2984500" y="5715000"/>
          <p14:tracePt t="149457" x="2990850" y="5715000"/>
          <p14:tracePt t="149566" x="2997200" y="5715000"/>
          <p14:tracePt t="149707" x="3003550" y="5708650"/>
          <p14:tracePt t="149742" x="3009900" y="5708650"/>
          <p14:tracePt t="149770" x="3016250" y="5702300"/>
          <p14:tracePt t="149805" x="3022600" y="5702300"/>
          <p14:tracePt t="149812" x="3028950" y="5702300"/>
          <p14:tracePt t="149822" x="3035300" y="5702300"/>
          <p14:tracePt t="149841" x="3041650" y="5702300"/>
          <p14:tracePt t="149855" x="3060700" y="5695950"/>
          <p14:tracePt t="149872" x="3079750" y="5695950"/>
          <p14:tracePt t="149890" x="3263900" y="5683250"/>
          <p14:tracePt t="149905" x="3365500" y="5683250"/>
          <p14:tracePt t="149922" x="3492500" y="5683250"/>
          <p14:tracePt t="149939" x="3803650" y="5683250"/>
          <p14:tracePt t="149955" x="3987800" y="5683250"/>
          <p14:tracePt t="149972" x="4191000" y="5683250"/>
          <p14:tracePt t="149989" x="4591050" y="5689600"/>
          <p14:tracePt t="150005" x="4762500" y="5715000"/>
          <p14:tracePt t="150022" x="4902200" y="5721350"/>
          <p14:tracePt t="150038" x="5092700" y="5740400"/>
          <p14:tracePt t="150055" x="5194300" y="5740400"/>
          <p14:tracePt t="150072" x="5238750" y="5740400"/>
          <p14:tracePt t="150088" x="5251450" y="5734050"/>
          <p14:tracePt t="150104" x="5270500" y="5708650"/>
          <p14:tracePt t="150122" x="5289550" y="5664200"/>
          <p14:tracePt t="150665" x="5327650" y="5664200"/>
          <p14:tracePt t="150672" x="5365750" y="5664200"/>
          <p14:tracePt t="150688" x="5410200" y="5664200"/>
          <p14:tracePt t="150703" x="5461000" y="5657850"/>
          <p14:tracePt t="150719" x="5588000" y="5651500"/>
          <p14:tracePt t="150736" x="5721350" y="5638800"/>
          <p14:tracePt t="150752" x="5810250" y="5638800"/>
          <p14:tracePt t="150770" x="5962650" y="5645150"/>
          <p14:tracePt t="150786" x="6108700" y="5664200"/>
          <p14:tracePt t="150802" x="6184900" y="5683250"/>
          <p14:tracePt t="150819" x="6330950" y="5708650"/>
          <p14:tracePt t="150835" x="6464300" y="5740400"/>
          <p14:tracePt t="150852" x="6527800" y="5746750"/>
          <p14:tracePt t="150871" x="6629400" y="5784850"/>
          <p14:tracePt t="150885" x="6654800" y="5791200"/>
          <p14:tracePt t="150902" x="6724650" y="5810250"/>
          <p14:tracePt t="150919" x="6769100" y="5816600"/>
          <p14:tracePt t="150935" x="6794500" y="5822950"/>
          <p14:tracePt t="150952" x="6858000" y="5829300"/>
          <p14:tracePt t="150968" x="6902450" y="5829300"/>
          <p14:tracePt t="150985" x="6934200" y="5835650"/>
          <p14:tracePt t="151002" x="6953250" y="5835650"/>
          <p14:tracePt t="151018" x="6985000" y="5842000"/>
          <p14:tracePt t="151035" x="6997700" y="5842000"/>
          <p14:tracePt t="151052" x="7010400" y="5848350"/>
          <p14:tracePt t="151068" x="7016750" y="5848350"/>
          <p14:tracePt t="151101" x="7023100" y="5848350"/>
          <p14:tracePt t="151121" x="7029450" y="5848350"/>
          <p14:tracePt t="151164" x="7023100" y="5842000"/>
          <p14:tracePt t="151178" x="7010400" y="5835650"/>
          <p14:tracePt t="151187" x="6985000" y="5829300"/>
          <p14:tracePt t="151201" x="6965950" y="5816600"/>
          <p14:tracePt t="151217" x="6845300" y="5778500"/>
          <p14:tracePt t="151234" x="6686550" y="5734050"/>
          <p14:tracePt t="151250" x="6470650" y="5689600"/>
          <p14:tracePt t="151267" x="6356350" y="5670550"/>
          <p14:tracePt t="151284" x="6127750" y="5651500"/>
          <p14:tracePt t="151300" x="5861050" y="5626100"/>
          <p14:tracePt t="151318" x="5734050" y="5619750"/>
          <p14:tracePt t="151334" x="5480050" y="5607050"/>
          <p14:tracePt t="151350" x="5238750" y="5607050"/>
          <p14:tracePt t="151367" x="5010150" y="5600700"/>
          <p14:tracePt t="151383" x="4933950" y="5600700"/>
          <p14:tracePt t="151400" x="4781550" y="5607050"/>
          <p14:tracePt t="151417" x="4686300" y="5626100"/>
          <p14:tracePt t="151433" x="4641850" y="5632450"/>
          <p14:tracePt t="151450" x="4572000" y="5651500"/>
          <p14:tracePt t="151467" x="4533900" y="5670550"/>
          <p14:tracePt t="151483" x="4508500" y="5683250"/>
          <p14:tracePt t="151501" x="4502150" y="5708650"/>
          <p14:tracePt t="151516" x="4508500" y="5727700"/>
          <p14:tracePt t="151964" x="4476750" y="5721350"/>
          <p14:tracePt t="151972" x="4432300" y="5689600"/>
          <p14:tracePt t="151986" x="4387850" y="5664200"/>
          <p14:tracePt t="151998" x="4330700" y="5645150"/>
          <p14:tracePt t="152015" x="4229100" y="5594350"/>
          <p14:tracePt t="152031" x="4152900" y="5575300"/>
          <p14:tracePt t="152048" x="4019550" y="5537200"/>
          <p14:tracePt t="152064" x="3848100" y="5486400"/>
          <p14:tracePt t="152081" x="3765550" y="5461000"/>
          <p14:tracePt t="152098" x="3625850" y="5435600"/>
          <p14:tracePt t="152114" x="3492500" y="5403850"/>
          <p14:tracePt t="152131" x="3409950" y="5384800"/>
          <p14:tracePt t="152148" x="3282950" y="5365750"/>
          <p14:tracePt t="152164" x="3225800" y="5359400"/>
          <p14:tracePt t="152181" x="3143250" y="5340350"/>
          <p14:tracePt t="152198" x="3098800" y="5340350"/>
          <p14:tracePt t="152215" x="3079750" y="5340350"/>
          <p14:tracePt t="152230" x="3073400" y="5340350"/>
          <p14:tracePt t="152247" x="3054350" y="5346700"/>
          <p14:tracePt t="152263" x="3041650" y="5346700"/>
          <p14:tracePt t="152282" x="3028950" y="5353050"/>
          <p14:tracePt t="152297" x="3016250" y="5353050"/>
          <p14:tracePt t="152314" x="3009900" y="5353050"/>
          <p14:tracePt t="152331" x="2997200" y="5353050"/>
          <p14:tracePt t="152347" x="2997200" y="5359400"/>
          <p14:tracePt t="152363" x="2990850" y="5359400"/>
          <p14:tracePt t="152415" x="2984500" y="5359400"/>
          <p14:tracePt t="152548" x="2990850" y="5359400"/>
          <p14:tracePt t="152555" x="2997200" y="5365750"/>
          <p14:tracePt t="152569" x="3009900" y="5365750"/>
          <p14:tracePt t="152579" x="3009900" y="5372100"/>
          <p14:tracePt t="152596" x="3028950" y="5372100"/>
          <p14:tracePt t="152612" x="3092450" y="5378450"/>
          <p14:tracePt t="152629" x="3206750" y="5397500"/>
          <p14:tracePt t="152646" x="3378200" y="5403850"/>
          <p14:tracePt t="152662" x="3479800" y="5416550"/>
          <p14:tracePt t="152679" x="3695700" y="5429250"/>
          <p14:tracePt t="152696" x="3898900" y="5448300"/>
          <p14:tracePt t="152712" x="3987800" y="5454650"/>
          <p14:tracePt t="152729" x="4076700" y="5467350"/>
          <p14:tracePt t="152746" x="4298950" y="5492750"/>
          <p14:tracePt t="152762" x="4356100" y="5505450"/>
          <p14:tracePt t="152778" x="4394200" y="5505450"/>
          <p14:tracePt t="152795" x="4464050" y="5511800"/>
          <p14:tracePt t="152812" x="4495800" y="5518150"/>
          <p14:tracePt t="152830" x="4508500" y="5518150"/>
          <p14:tracePt t="152845" x="4508500" y="5524500"/>
          <p14:tracePt t="152862" x="4514850" y="5524500"/>
          <p14:tracePt t="152881" x="4521200" y="5524500"/>
          <p14:tracePt t="152906" x="4527550" y="5524500"/>
          <p14:tracePt t="152929" x="4533900" y="5524500"/>
          <p14:tracePt t="152942" x="4540250" y="5524500"/>
          <p14:tracePt t="152955" x="4552950" y="5524500"/>
          <p14:tracePt t="152969" x="4572000" y="5524500"/>
          <p14:tracePt t="152978" x="4591050" y="5524500"/>
          <p14:tracePt t="152995" x="4622800" y="5524500"/>
          <p14:tracePt t="153013" x="4724400" y="5549900"/>
          <p14:tracePt t="153028" x="4895850" y="5581650"/>
          <p14:tracePt t="153044" x="4984750" y="5600700"/>
          <p14:tracePt t="153062" x="5181600" y="5645150"/>
          <p14:tracePt t="153078" x="5295900" y="5676900"/>
          <p14:tracePt t="153094" x="5499100" y="5715000"/>
          <p14:tracePt t="153112" x="5695950" y="5746750"/>
          <p14:tracePt t="153128" x="5784850" y="5765800"/>
          <p14:tracePt t="153145" x="5930900" y="5797550"/>
          <p14:tracePt t="153160" x="6026150" y="5810250"/>
          <p14:tracePt t="153177" x="6064250" y="5822950"/>
          <p14:tracePt t="153195" x="6108700" y="5835650"/>
          <p14:tracePt t="153210" x="6121400" y="5835650"/>
          <p14:tracePt t="153227" x="6127750" y="5835650"/>
          <p14:tracePt t="153244" x="6134100" y="5842000"/>
          <p14:tracePt t="153261" x="6140450" y="5842000"/>
          <p14:tracePt t="153300" x="6146800" y="5842000"/>
          <p14:tracePt t="153314" x="6159500" y="5842000"/>
          <p14:tracePt t="153328" x="6165850" y="5842000"/>
          <p14:tracePt t="153335" x="6178550" y="5842000"/>
          <p14:tracePt t="153349" x="6191250" y="5842000"/>
          <p14:tracePt t="153364" x="6210300" y="5842000"/>
          <p14:tracePt t="153379" x="6223000" y="5842000"/>
          <p14:tracePt t="153393" x="6248400" y="5842000"/>
          <p14:tracePt t="153410" x="6318250" y="5848350"/>
          <p14:tracePt t="153427" x="6413500" y="5854700"/>
          <p14:tracePt t="153443" x="6527800" y="5867400"/>
          <p14:tracePt t="153460" x="6591300" y="5867400"/>
          <p14:tracePt t="153477" x="6718300" y="5861050"/>
          <p14:tracePt t="153493" x="6775450" y="5861050"/>
          <p14:tracePt t="153510" x="6870700" y="5848350"/>
          <p14:tracePt t="153526" x="6915150" y="5829300"/>
          <p14:tracePt t="153543" x="6927850" y="5829300"/>
          <p14:tracePt t="153560" x="6940550" y="5829300"/>
          <p14:tracePt t="153592" x="6940550" y="5822950"/>
          <p14:tracePt t="153611" x="6946900" y="5816600"/>
          <p14:tracePt t="153644" x="6953250" y="5816600"/>
          <p14:tracePt t="153651" x="6959600" y="5816600"/>
          <p14:tracePt t="153679" x="6959600" y="5810250"/>
          <p14:tracePt t="153700" x="6959600" y="5803900"/>
          <p14:tracePt t="153714" x="6959600" y="5797550"/>
          <p14:tracePt t="153721" x="6953250" y="5797550"/>
          <p14:tracePt t="153729" x="6940550" y="5791200"/>
          <p14:tracePt t="153745" x="6921500" y="5778500"/>
          <p14:tracePt t="153759" x="6889750" y="5765800"/>
          <p14:tracePt t="153775" x="6794500" y="5727700"/>
          <p14:tracePt t="153792" x="6616700" y="5657850"/>
          <p14:tracePt t="153809" x="6515100" y="5626100"/>
          <p14:tracePt t="153825" x="6223000" y="5562600"/>
          <p14:tracePt t="153842" x="5835650" y="5524500"/>
          <p14:tracePt t="153858" x="5619750" y="5492750"/>
          <p14:tracePt t="153876" x="5187950" y="5467350"/>
          <p14:tracePt t="153891" x="4813300" y="5454650"/>
          <p14:tracePt t="153908" x="4629150" y="5461000"/>
          <p14:tracePt t="153925" x="4349750" y="5473700"/>
          <p14:tracePt t="153942" x="4095750" y="5480050"/>
          <p14:tracePt t="153958" x="3981450" y="5492750"/>
          <p14:tracePt t="153975" x="3790950" y="5492750"/>
          <p14:tracePt t="153991" x="3625850" y="5499100"/>
          <p14:tracePt t="154008" x="3575050" y="5499100"/>
          <p14:tracePt t="154025" x="3511550" y="554355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Polymorphism</a:t>
            </a:r>
          </a:p>
        </p:txBody>
      </p:sp>
      <p:sp>
        <p:nvSpPr>
          <p:cNvPr id="44034" name="Rectangle 1027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839200" cy="586740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Polymorphism is the idea of generic code that </a:t>
            </a:r>
            <a:r>
              <a:rPr lang="en-US" altLang="en-US" sz="3200" spc="-130" dirty="0">
                <a:solidFill>
                  <a:schemeClr val="tx1"/>
                </a:solidFill>
              </a:rPr>
              <a:t>w</a:t>
            </a:r>
            <a:r>
              <a:rPr lang="en-US" altLang="en-US" sz="3200" spc="-60" dirty="0">
                <a:solidFill>
                  <a:schemeClr val="tx1"/>
                </a:solidFill>
              </a:rPr>
              <a:t>or</a:t>
            </a:r>
            <a:r>
              <a:rPr lang="en-US" altLang="en-US" sz="3200" spc="-130" dirty="0">
                <a:solidFill>
                  <a:schemeClr val="tx1"/>
                </a:solidFill>
              </a:rPr>
              <a:t>k</a:t>
            </a:r>
            <a:r>
              <a:rPr lang="en-US" altLang="en-US" sz="3200" spc="-60" dirty="0">
                <a:solidFill>
                  <a:schemeClr val="tx1"/>
                </a:solidFill>
              </a:rPr>
              <a:t>s</a:t>
            </a:r>
            <a:r>
              <a:rPr lang="en-US" altLang="en-US" sz="2800" spc="-60" dirty="0">
                <a:solidFill>
                  <a:schemeClr val="tx1"/>
                </a:solidFill>
              </a:rPr>
              <a:t> </a:t>
            </a:r>
            <a:r>
              <a:rPr lang="en-US" altLang="en-US" sz="3200" spc="-60" dirty="0">
                <a:solidFill>
                  <a:schemeClr val="tx1"/>
                </a:solidFill>
              </a:rPr>
              <a:t>the</a:t>
            </a:r>
            <a:r>
              <a:rPr lang="en-US" altLang="en-US" sz="2800" spc="-60" dirty="0">
                <a:solidFill>
                  <a:schemeClr val="tx1"/>
                </a:solidFill>
              </a:rPr>
              <a:t> </a:t>
            </a:r>
            <a:r>
              <a:rPr lang="en-US" altLang="en-US" sz="3200" spc="-60" dirty="0">
                <a:solidFill>
                  <a:schemeClr val="tx1"/>
                </a:solidFill>
              </a:rPr>
              <a:t>same</a:t>
            </a:r>
            <a:r>
              <a:rPr lang="en-US" altLang="en-US" sz="2800" spc="-130" dirty="0">
                <a:solidFill>
                  <a:schemeClr val="tx1"/>
                </a:solidFill>
              </a:rPr>
              <a:t> </a:t>
            </a:r>
            <a:r>
              <a:rPr lang="en-US" altLang="en-US" sz="3200" spc="-130" dirty="0">
                <a:solidFill>
                  <a:schemeClr val="tx1"/>
                </a:solidFill>
              </a:rPr>
              <a:t>way on</a:t>
            </a:r>
            <a:r>
              <a:rPr lang="en-US" altLang="en-US" sz="2800" spc="-130" dirty="0">
                <a:solidFill>
                  <a:schemeClr val="tx1"/>
                </a:solidFill>
              </a:rPr>
              <a:t> </a:t>
            </a:r>
            <a:r>
              <a:rPr lang="en-US" altLang="en-US" sz="3200" spc="-60" dirty="0">
                <a:solidFill>
                  <a:schemeClr val="tx1"/>
                </a:solidFill>
              </a:rPr>
              <a:t>different types</a:t>
            </a:r>
            <a:r>
              <a:rPr lang="en-US" altLang="en-US" sz="2800" spc="-60" dirty="0">
                <a:solidFill>
                  <a:schemeClr val="tx1"/>
                </a:solidFill>
              </a:rPr>
              <a:t> </a:t>
            </a:r>
            <a:r>
              <a:rPr lang="en-US" altLang="en-US" sz="3200" spc="-110" dirty="0">
                <a:solidFill>
                  <a:schemeClr val="tx1"/>
                </a:solidFill>
              </a:rPr>
              <a:t>o</a:t>
            </a:r>
            <a:r>
              <a:rPr lang="en-US" altLang="en-US" sz="3200" spc="-60" dirty="0">
                <a:solidFill>
                  <a:schemeClr val="tx1"/>
                </a:solidFill>
              </a:rPr>
              <a:t>f</a:t>
            </a:r>
            <a:r>
              <a:rPr lang="en-US" altLang="en-US" sz="2800" spc="-60" dirty="0">
                <a:solidFill>
                  <a:schemeClr val="tx1"/>
                </a:solidFill>
              </a:rPr>
              <a:t> </a:t>
            </a:r>
            <a:r>
              <a:rPr lang="en-US" altLang="en-US" sz="3200" spc="-60" dirty="0">
                <a:solidFill>
                  <a:schemeClr val="tx1"/>
                </a:solidFill>
              </a:rPr>
              <a:t>o</a:t>
            </a:r>
            <a:r>
              <a:rPr lang="en-US" altLang="en-US" sz="3200" spc="-110" dirty="0">
                <a:solidFill>
                  <a:schemeClr val="tx1"/>
                </a:solidFill>
              </a:rPr>
              <a:t>bj</a:t>
            </a:r>
            <a:r>
              <a:rPr lang="en-US" altLang="en-US" sz="3200" spc="-60" dirty="0">
                <a:solidFill>
                  <a:schemeClr val="tx1"/>
                </a:solidFill>
              </a:rPr>
              <a:t>ects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Polymorphism is aided by </a:t>
            </a:r>
            <a:r>
              <a:rPr lang="en-US" altLang="en-US" sz="3200" b="1" dirty="0">
                <a:solidFill>
                  <a:srgbClr val="006600"/>
                </a:solidFill>
              </a:rPr>
              <a:t>modularity</a:t>
            </a:r>
            <a:r>
              <a:rPr lang="en-US" altLang="en-US" sz="3200" dirty="0">
                <a:solidFill>
                  <a:schemeClr val="tx1"/>
                </a:solidFill>
              </a:rPr>
              <a:t>, since methods like __</a:t>
            </a:r>
            <a:r>
              <a:rPr lang="en-US" altLang="en-US" sz="3200" dirty="0" err="1">
                <a:solidFill>
                  <a:schemeClr val="tx1"/>
                </a:solidFill>
              </a:rPr>
              <a:t>gt</a:t>
            </a:r>
            <a:r>
              <a:rPr lang="en-US" altLang="en-US" sz="3200" dirty="0">
                <a:solidFill>
                  <a:schemeClr val="tx1"/>
                </a:solidFill>
              </a:rPr>
              <a:t>__() can be designed for each class.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Polymorphism is also aided by </a:t>
            </a:r>
            <a:r>
              <a:rPr lang="en-US" altLang="en-US" sz="3200" b="1" dirty="0">
                <a:solidFill>
                  <a:srgbClr val="006600"/>
                </a:solidFill>
              </a:rPr>
              <a:t>inheritance</a:t>
            </a:r>
            <a:r>
              <a:rPr lang="en-US" altLang="en-US" sz="3200" dirty="0">
                <a:solidFill>
                  <a:schemeClr val="tx1"/>
                </a:solidFill>
              </a:rPr>
              <a:t>, since the base class’s methods like __</a:t>
            </a:r>
            <a:r>
              <a:rPr lang="en-US" altLang="en-US" sz="3200" dirty="0" err="1">
                <a:solidFill>
                  <a:schemeClr val="tx1"/>
                </a:solidFill>
              </a:rPr>
              <a:t>gt</a:t>
            </a:r>
            <a:r>
              <a:rPr lang="en-US" altLang="en-US" sz="3200" dirty="0">
                <a:solidFill>
                  <a:schemeClr val="tx1"/>
                </a:solidFill>
              </a:rPr>
              <a:t>__() can be inherited.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But they can be redefined if you want to.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24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596"/>
    </mc:Choice>
    <mc:Fallback xmlns="">
      <p:transition spd="slow" advTm="36596"/>
    </mc:Fallback>
  </mc:AlternateContent>
  <p:extLst>
    <p:ext uri="{3A86A75C-4F4B-4683-9AE1-C65F6400EC91}">
      <p14:laserTraceLst xmlns:p14="http://schemas.microsoft.com/office/powerpoint/2010/main">
        <p14:tracePtLst>
          <p14:tracePt t="3955" x="3511550" y="5537200"/>
          <p14:tracePt t="3962" x="3524250" y="5518150"/>
          <p14:tracePt t="3975" x="3530600" y="5492750"/>
          <p14:tracePt t="3991" x="3568700" y="5416550"/>
          <p14:tracePt t="4009" x="3600450" y="5340350"/>
          <p14:tracePt t="4026" x="3657600" y="5162550"/>
          <p14:tracePt t="4042" x="3695700" y="5003800"/>
          <p14:tracePt t="4058" x="3727450" y="4845050"/>
          <p14:tracePt t="4075" x="3771900" y="4578350"/>
          <p14:tracePt t="4091" x="3803650" y="4451350"/>
          <p14:tracePt t="4108" x="3810000" y="4311650"/>
          <p14:tracePt t="4125" x="3829050" y="4140200"/>
          <p14:tracePt t="4141" x="3829050" y="4013200"/>
          <p14:tracePt t="4158" x="3829050" y="3975100"/>
          <p14:tracePt t="4174" x="3829050" y="3905250"/>
          <p14:tracePt t="4191" x="3822700" y="3867150"/>
          <p14:tracePt t="4208" x="3816350" y="3829050"/>
          <p14:tracePt t="4224" x="3816350" y="3790950"/>
          <p14:tracePt t="4241" x="3816350" y="3771900"/>
          <p14:tracePt t="4258" x="3816350" y="3695700"/>
          <p14:tracePt t="4274" x="3797300" y="3562350"/>
          <p14:tracePt t="4291" x="3797300" y="3473450"/>
          <p14:tracePt t="4307" x="3790950" y="3257550"/>
          <p14:tracePt t="4323" x="3790950" y="3143250"/>
          <p14:tracePt t="4340" x="3759200" y="2901950"/>
          <p14:tracePt t="4357" x="3733800" y="2635250"/>
          <p14:tracePt t="4374" x="3714750" y="2495550"/>
          <p14:tracePt t="4391" x="3657600" y="2190750"/>
          <p14:tracePt t="4407" x="3581400" y="1987550"/>
          <p14:tracePt t="4423" x="3562350" y="1917700"/>
          <p14:tracePt t="4441" x="3524250" y="1841500"/>
          <p14:tracePt t="4457" x="3492500" y="1803400"/>
          <p14:tracePt t="4473" x="3492500" y="1784350"/>
          <p14:tracePt t="4490" x="3479800" y="1758950"/>
          <p14:tracePt t="4506" x="3460750" y="1733550"/>
          <p14:tracePt t="4524" x="3454400" y="1727200"/>
          <p14:tracePt t="4539" x="3429000" y="1701800"/>
          <p14:tracePt t="4556" x="3416300" y="1695450"/>
          <p14:tracePt t="4573" x="3378200" y="1651000"/>
          <p14:tracePt t="4589" x="3359150" y="1638300"/>
          <p14:tracePt t="4606" x="3308350" y="1600200"/>
          <p14:tracePt t="4623" x="3244850" y="1562100"/>
          <p14:tracePt t="4639" x="3181350" y="1530350"/>
          <p14:tracePt t="4656" x="3162300" y="1517650"/>
          <p14:tracePt t="4672" x="3117850" y="1498600"/>
          <p14:tracePt t="4689" x="3067050" y="1485900"/>
          <p14:tracePt t="4707" x="3035300" y="1485900"/>
          <p14:tracePt t="4722" x="3022600" y="1485900"/>
          <p14:tracePt t="4739" x="2990850" y="1485900"/>
          <p14:tracePt t="4757" x="2965450" y="1498600"/>
          <p14:tracePt t="4773" x="2959100" y="1498600"/>
          <p14:tracePt t="4789" x="2952750" y="1504950"/>
          <p14:tracePt t="4806" x="2946400" y="1511300"/>
          <p14:tracePt t="4822" x="2940050" y="1517650"/>
          <p14:tracePt t="4839" x="2940050" y="1524000"/>
          <p14:tracePt t="4856" x="2952750" y="1543050"/>
          <p14:tracePt t="4872" x="2965450" y="1549400"/>
          <p14:tracePt t="4889" x="2984500" y="1555750"/>
          <p14:tracePt t="4905" x="3060700" y="1587500"/>
          <p14:tracePt t="4922" x="3175000" y="1644650"/>
          <p14:tracePt t="4939" x="3251200" y="1689100"/>
          <p14:tracePt t="4955" x="3441700" y="1778000"/>
          <p14:tracePt t="4972" x="3651250" y="1860550"/>
          <p14:tracePt t="4989" x="3848100" y="1924050"/>
          <p14:tracePt t="5005" x="3949700" y="1955800"/>
          <p14:tracePt t="5022" x="4133850" y="1987550"/>
          <p14:tracePt t="5038" x="4311650" y="1987550"/>
          <p14:tracePt t="5055" x="4387850" y="1981200"/>
          <p14:tracePt t="5072" x="4508500" y="1955800"/>
          <p14:tracePt t="5088" x="4591050" y="1924050"/>
          <p14:tracePt t="5104" x="4622800" y="1911350"/>
          <p14:tracePt t="5122" x="4660900" y="1879600"/>
          <p14:tracePt t="5138" x="4686300" y="1841500"/>
          <p14:tracePt t="5154" x="4692650" y="1816100"/>
          <p14:tracePt t="5171" x="4718050" y="1765300"/>
          <p14:tracePt t="5188" x="4730750" y="1714500"/>
          <p14:tracePt t="5640" x="4756150" y="1714500"/>
          <p14:tracePt t="5647" x="4787900" y="1714500"/>
          <p14:tracePt t="5661" x="4813300" y="1714500"/>
          <p14:tracePt t="5670" x="4857750" y="1733550"/>
          <p14:tracePt t="5686" x="4895850" y="1739900"/>
          <p14:tracePt t="5703" x="4991100" y="1746250"/>
          <p14:tracePt t="5719" x="5092700" y="1758950"/>
          <p14:tracePt t="5735" x="5162550" y="1758950"/>
          <p14:tracePt t="5753" x="5289550" y="1771650"/>
          <p14:tracePt t="5768" x="5448300" y="1797050"/>
          <p14:tracePt t="5785" x="5524500" y="1803400"/>
          <p14:tracePt t="5802" x="5664200" y="1803400"/>
          <p14:tracePt t="5819" x="5740400" y="1803400"/>
          <p14:tracePt t="5836" x="5880100" y="1803400"/>
          <p14:tracePt t="5852" x="5994400" y="1803400"/>
          <p14:tracePt t="5868" x="6051550" y="1809750"/>
          <p14:tracePt t="5886" x="6140450" y="1809750"/>
          <p14:tracePt t="5902" x="6197600" y="1809750"/>
          <p14:tracePt t="5919" x="6229350" y="1803400"/>
          <p14:tracePt t="5936" x="6273800" y="1797050"/>
          <p14:tracePt t="5951" x="6305550" y="1797050"/>
          <p14:tracePt t="5968" x="6318250" y="1797050"/>
          <p14:tracePt t="5985" x="6343650" y="1803400"/>
          <p14:tracePt t="6001" x="6369050" y="1809750"/>
          <p14:tracePt t="6018" x="6381750" y="1816100"/>
          <p14:tracePt t="6035" x="6407150" y="1816100"/>
          <p14:tracePt t="6051" x="6419850" y="1816100"/>
          <p14:tracePt t="6068" x="6426200" y="1816100"/>
          <p14:tracePt t="6084" x="6445250" y="1816100"/>
          <p14:tracePt t="6101" x="6451600" y="1816100"/>
          <p14:tracePt t="6119" x="6470650" y="1816100"/>
          <p14:tracePt t="6135" x="6477000" y="1816100"/>
          <p14:tracePt t="6151" x="6483350" y="1809750"/>
          <p14:tracePt t="6168" x="6496050" y="1809750"/>
          <p14:tracePt t="6184" x="6496050" y="1803400"/>
          <p14:tracePt t="6201" x="6502400" y="1803400"/>
          <p14:tracePt t="6218" x="6508750" y="1803400"/>
          <p14:tracePt t="6245" x="6515100" y="1803400"/>
          <p14:tracePt t="6321" x="6521450" y="1797050"/>
          <p14:tracePt t="6581" x="6515100" y="1797050"/>
          <p14:tracePt t="6610" x="6508750" y="1797050"/>
          <p14:tracePt t="6645" x="6502400" y="1797050"/>
          <p14:tracePt t="6679" x="6496050" y="1797050"/>
          <p14:tracePt t="6693" x="6489700" y="1797050"/>
          <p14:tracePt t="6715" x="6483350" y="1797050"/>
          <p14:tracePt t="6721" x="6477000" y="1797050"/>
          <p14:tracePt t="6736" x="6470650" y="1797050"/>
          <p14:tracePt t="6750" x="6457950" y="1797050"/>
          <p14:tracePt t="6766" x="6426200" y="1797050"/>
          <p14:tracePt t="6783" x="6400800" y="1797050"/>
          <p14:tracePt t="6799" x="6318250" y="1809750"/>
          <p14:tracePt t="6815" x="6191250" y="1816100"/>
          <p14:tracePt t="6832" x="6115050" y="1816100"/>
          <p14:tracePt t="6849" x="5937250" y="1828800"/>
          <p14:tracePt t="6866" x="5715000" y="1847850"/>
          <p14:tracePt t="6882" x="5588000" y="1866900"/>
          <p14:tracePt t="6899" x="5346700" y="1911350"/>
          <p14:tracePt t="6915" x="5080000" y="2000250"/>
          <p14:tracePt t="6932" x="4914900" y="2063750"/>
          <p14:tracePt t="6949" x="4616450" y="2171700"/>
          <p14:tracePt t="6965" x="4273550" y="2343150"/>
          <p14:tracePt t="6982" x="3962400" y="2533650"/>
          <p14:tracePt t="6998" x="3829050" y="2635250"/>
          <p14:tracePt t="7015" x="3632200" y="2781300"/>
          <p14:tracePt t="7032" x="3498850" y="2882900"/>
          <p14:tracePt t="7048" x="3479800" y="2901950"/>
          <p14:tracePt t="7777" x="3467100" y="2895600"/>
          <p14:tracePt t="7798" x="3460750" y="2889250"/>
          <p14:tracePt t="7805" x="3454400" y="2889250"/>
          <p14:tracePt t="7854" x="3429000" y="2882900"/>
          <p14:tracePt t="7869" x="3422650" y="2882900"/>
          <p14:tracePt t="7889" x="3416300" y="2882900"/>
          <p14:tracePt t="7917" x="3409950" y="2882900"/>
          <p14:tracePt t="7924" x="3403600" y="2882900"/>
          <p14:tracePt t="8156" x="3409950" y="2882900"/>
          <p14:tracePt t="8170" x="3416300" y="2876550"/>
          <p14:tracePt t="8192" x="3422650" y="2870200"/>
          <p14:tracePt t="8198" x="3429000" y="2863850"/>
          <p14:tracePt t="8214" x="3441700" y="2857500"/>
          <p14:tracePt t="8227" x="3460750" y="2851150"/>
          <p14:tracePt t="8243" x="3498850" y="2838450"/>
          <p14:tracePt t="8260" x="3524250" y="2819400"/>
          <p14:tracePt t="8263" x="3568700" y="2806700"/>
          <p14:tracePt t="8277" x="3600450" y="2787650"/>
          <p14:tracePt t="8293" x="3689350" y="2755900"/>
          <p14:tracePt t="8311" x="3746500" y="2743200"/>
          <p14:tracePt t="8326" x="3778250" y="2730500"/>
          <p14:tracePt t="8343" x="3835400" y="2724150"/>
          <p14:tracePt t="8361" x="3886200" y="2717800"/>
          <p14:tracePt t="8376" x="3905250" y="2717800"/>
          <p14:tracePt t="8393" x="3937000" y="2711450"/>
          <p14:tracePt t="8410" x="3962400" y="2711450"/>
          <p14:tracePt t="8426" x="3968750" y="2711450"/>
          <p14:tracePt t="8443" x="3975100" y="2705100"/>
          <p14:tracePt t="8459" x="3981450" y="2705100"/>
          <p14:tracePt t="8476" x="3987800" y="2705100"/>
          <p14:tracePt t="8494" x="3994150" y="2705100"/>
          <p14:tracePt t="8509" x="4000500" y="2705100"/>
          <p14:tracePt t="8526" x="4006850" y="2705100"/>
          <p14:tracePt t="8974" x="4013200" y="2705100"/>
          <p14:tracePt t="8980" x="4025900" y="2705100"/>
          <p14:tracePt t="8994" x="4038600" y="2705100"/>
          <p14:tracePt t="9008" x="4051300" y="2705100"/>
          <p14:tracePt t="9024" x="4089400" y="2705100"/>
          <p14:tracePt t="9041" x="4114800" y="2698750"/>
          <p14:tracePt t="9058" x="4171950" y="2698750"/>
          <p14:tracePt t="9074" x="4254500" y="2711450"/>
          <p14:tracePt t="9091" x="4305300" y="2711450"/>
          <p14:tracePt t="9107" x="4406900" y="2711450"/>
          <p14:tracePt t="9124" x="4508500" y="2717800"/>
          <p14:tracePt t="9142" x="4616450" y="2717800"/>
          <p14:tracePt t="9157" x="4679950" y="2717800"/>
          <p14:tracePt t="9174" x="4768850" y="2724150"/>
          <p14:tracePt t="9190" x="4813300" y="2724150"/>
          <p14:tracePt t="9207" x="4876800" y="2724150"/>
          <p14:tracePt t="9223" x="4933950" y="2730500"/>
          <p14:tracePt t="9241" x="4984750" y="2743200"/>
          <p14:tracePt t="9257" x="5003800" y="2743200"/>
          <p14:tracePt t="9273" x="5029200" y="2743200"/>
          <p14:tracePt t="9290" x="5080000" y="2749550"/>
          <p14:tracePt t="9307" x="5092700" y="2749550"/>
          <p14:tracePt t="9323" x="5111750" y="2749550"/>
          <p14:tracePt t="9339" x="5130800" y="2749550"/>
          <p14:tracePt t="9356" x="5156200" y="2749550"/>
          <p14:tracePt t="9374" x="5181600" y="2749550"/>
          <p14:tracePt t="9406" x="5200650" y="2749550"/>
          <p14:tracePt t="9424" x="5219700" y="2749550"/>
          <p14:tracePt t="9439" x="5226050" y="2749550"/>
          <p14:tracePt t="9475" x="5232400" y="2749550"/>
          <p14:tracePt t="9493" x="5238750" y="2749550"/>
          <p14:tracePt t="9529" x="5245100" y="2749550"/>
          <p14:tracePt t="9550" x="5251450" y="2743200"/>
          <p14:tracePt t="10368" x="5238750" y="2743200"/>
          <p14:tracePt t="10374" x="5200650" y="2755900"/>
          <p14:tracePt t="10390" x="5162550" y="2781300"/>
          <p14:tracePt t="10403" x="5124450" y="2800350"/>
          <p14:tracePt t="10419" x="5035550" y="2825750"/>
          <p14:tracePt t="10436" x="4991100" y="2844800"/>
          <p14:tracePt t="10453" x="4876800" y="2870200"/>
          <p14:tracePt t="10469" x="4692650" y="2921000"/>
          <p14:tracePt t="10488" x="4483100" y="2965450"/>
          <p14:tracePt t="10503" x="4368800" y="2971800"/>
          <p14:tracePt t="10519" x="4127500" y="2997200"/>
          <p14:tracePt t="10536" x="3873500" y="2997200"/>
          <p14:tracePt t="10552" x="3771900" y="2997200"/>
          <p14:tracePt t="10569" x="3663950" y="2990850"/>
          <p14:tracePt t="11096" x="3651250" y="2990850"/>
          <p14:tracePt t="11110" x="3644900" y="2997200"/>
          <p14:tracePt t="11118" x="3625850" y="3016250"/>
          <p14:tracePt t="11131" x="3619500" y="3028950"/>
          <p14:tracePt t="11138" x="3606800" y="3041650"/>
          <p14:tracePt t="11153" x="3594100" y="3060700"/>
          <p14:tracePt t="11167" x="3575050" y="3086100"/>
          <p14:tracePt t="11183" x="3575050" y="3098800"/>
          <p14:tracePt t="11200" x="3562350" y="3111500"/>
          <p14:tracePt t="11216" x="3562350" y="3124200"/>
          <p14:tracePt t="11233" x="3556000" y="3124200"/>
          <p14:tracePt t="11251" x="3556000" y="3130550"/>
          <p14:tracePt t="11279" x="3549650" y="3136900"/>
          <p14:tracePt t="11307" x="3549650" y="3143250"/>
          <p14:tracePt t="11342" x="3549650" y="3149600"/>
          <p14:tracePt t="11391" x="3549650" y="3155950"/>
          <p14:tracePt t="11419" x="3556000" y="3155950"/>
          <p14:tracePt t="11651" x="3562350" y="3155950"/>
          <p14:tracePt t="11658" x="3568700" y="3155950"/>
          <p14:tracePt t="11692" x="3575050" y="3155950"/>
          <p14:tracePt t="11700" x="3581400" y="3155950"/>
          <p14:tracePt t="11714" x="3587750" y="3155950"/>
          <p14:tracePt t="11721" x="3600450" y="3155950"/>
          <p14:tracePt t="11731" x="3613150" y="3168650"/>
          <p14:tracePt t="11748" x="3625850" y="3168650"/>
          <p14:tracePt t="11764" x="3663950" y="3175000"/>
          <p14:tracePt t="11781" x="3695700" y="3181350"/>
          <p14:tracePt t="11799" x="3790950" y="3187700"/>
          <p14:tracePt t="11815" x="3829050" y="3187700"/>
          <p14:tracePt t="11831" x="3860800" y="3187700"/>
          <p14:tracePt t="11848" x="3917950" y="3187700"/>
          <p14:tracePt t="11864" x="3962400" y="3187700"/>
          <p14:tracePt t="11881" x="3987800" y="3187700"/>
          <p14:tracePt t="11898" x="4013200" y="3187700"/>
          <p14:tracePt t="11914" x="4019550" y="3187700"/>
          <p14:tracePt t="11931" x="4025900" y="3187700"/>
          <p14:tracePt t="11947" x="4032250" y="3187700"/>
          <p14:tracePt t="11964" x="4038600" y="3187700"/>
          <p14:tracePt t="12234" x="4025900" y="3187700"/>
          <p14:tracePt t="12241" x="4019550" y="3194050"/>
          <p14:tracePt t="12254" x="4013200" y="3200400"/>
          <p14:tracePt t="12263" x="3987800" y="3206750"/>
          <p14:tracePt t="12279" x="3956050" y="3219450"/>
          <p14:tracePt t="12297" x="3905250" y="3238500"/>
          <p14:tracePt t="12313" x="3835400" y="3282950"/>
          <p14:tracePt t="12329" x="3797300" y="3308350"/>
          <p14:tracePt t="12347" x="3714750" y="3340100"/>
          <p14:tracePt t="12363" x="3638550" y="3384550"/>
          <p14:tracePt t="12379" x="3606800" y="3397250"/>
          <p14:tracePt t="12396" x="3556000" y="3429000"/>
          <p14:tracePt t="12412" x="3543300" y="3441700"/>
          <p14:tracePt t="12429" x="3511550" y="3460750"/>
          <p14:tracePt t="12445" x="3505200" y="3473450"/>
          <p14:tracePt t="12462" x="3498850" y="3479800"/>
          <p14:tracePt t="12480" x="3498850" y="3492500"/>
          <p14:tracePt t="12495" x="3505200" y="3498850"/>
          <p14:tracePt t="12953" x="3498850" y="3505200"/>
          <p14:tracePt t="12967" x="3473450" y="3511550"/>
          <p14:tracePt t="12973" x="3467100" y="3511550"/>
          <p14:tracePt t="12988" x="3448050" y="3517900"/>
          <p14:tracePt t="12997" x="3429000" y="3517900"/>
          <p14:tracePt t="13010" x="3409950" y="3530600"/>
          <p14:tracePt t="13028" x="3378200" y="3536950"/>
          <p14:tracePt t="13044" x="3333750" y="3549650"/>
          <p14:tracePt t="13060" x="3314700" y="3556000"/>
          <p14:tracePt t="13077" x="3295650" y="3562350"/>
          <p14:tracePt t="13093" x="3213100" y="3581400"/>
          <p14:tracePt t="13110" x="3181350" y="3600450"/>
          <p14:tracePt t="13128" x="3130550" y="3619500"/>
          <p14:tracePt t="13144" x="3117850" y="3632200"/>
          <p14:tracePt t="16228" x="3124200" y="3632200"/>
          <p14:tracePt t="16235" x="3130550" y="3632200"/>
          <p14:tracePt t="16251" x="3143250" y="3632200"/>
          <p14:tracePt t="16256" x="3149600" y="3632200"/>
          <p14:tracePt t="16270" x="3162300" y="3632200"/>
          <p14:tracePt t="16283" x="3187700" y="3644900"/>
          <p14:tracePt t="16299" x="3219450" y="3638550"/>
          <p14:tracePt t="16316" x="3238500" y="3638550"/>
          <p14:tracePt t="16333" x="3270250" y="3638550"/>
          <p14:tracePt t="16349" x="3295650" y="3632200"/>
          <p14:tracePt t="16365" x="3302000" y="3632200"/>
          <p14:tracePt t="16383" x="3333750" y="3619500"/>
          <p14:tracePt t="16399" x="3352800" y="3613150"/>
          <p14:tracePt t="16415" x="3365500" y="3606800"/>
          <p14:tracePt t="16419" x="3378200" y="3600450"/>
          <p14:tracePt t="16432" x="3390900" y="3594100"/>
          <p14:tracePt t="16448" x="3416300" y="3562350"/>
          <p14:tracePt t="16465" x="3441700" y="3549650"/>
          <p14:tracePt t="16482" x="3479800" y="3486150"/>
          <p14:tracePt t="16498" x="3536950" y="3384550"/>
          <p14:tracePt t="16515" x="3562350" y="3327400"/>
          <p14:tracePt t="16531" x="3613150" y="3168650"/>
          <p14:tracePt t="16548" x="3632200" y="3079750"/>
          <p14:tracePt t="16566" x="3683000" y="2806700"/>
          <p14:tracePt t="16581" x="3683000" y="2705100"/>
          <p14:tracePt t="16598" x="3689350" y="2616200"/>
          <p14:tracePt t="16615" x="3689350" y="2476500"/>
          <p14:tracePt t="16632" x="3689350" y="2406650"/>
          <p14:tracePt t="16648" x="3689350" y="2393950"/>
          <p14:tracePt t="16664" x="3689350" y="2381250"/>
          <p14:tracePt t="16720" x="3676650" y="2368550"/>
          <p14:tracePt t="16727" x="3670300" y="2355850"/>
          <p14:tracePt t="16734" x="3670300" y="2336800"/>
          <p14:tracePt t="16751" x="3663950" y="2324100"/>
          <p14:tracePt t="17274" x="3651250" y="2343150"/>
          <p14:tracePt t="17281" x="3644900" y="2362200"/>
          <p14:tracePt t="17295" x="3632200" y="2381250"/>
          <p14:tracePt t="17302" x="3619500" y="2393950"/>
          <p14:tracePt t="17312" x="3600450" y="2419350"/>
          <p14:tracePt t="17329" x="3594100" y="2444750"/>
          <p14:tracePt t="17346" x="3568700" y="2482850"/>
          <p14:tracePt t="17362" x="3562350" y="2508250"/>
          <p14:tracePt t="17380" x="3517900" y="2578100"/>
          <p14:tracePt t="17395" x="3498850" y="2609850"/>
          <p14:tracePt t="17412" x="3479800" y="2628900"/>
          <p14:tracePt t="17415" x="3467100" y="2660650"/>
          <p14:tracePt t="17429" x="3441700" y="2692400"/>
          <p14:tracePt t="17445" x="3390900" y="2749550"/>
          <p14:tracePt t="17462" x="3378200" y="2781300"/>
          <p14:tracePt t="17479" x="3327400" y="2844800"/>
          <p14:tracePt t="17495" x="3289300" y="2901950"/>
          <p14:tracePt t="17512" x="3263900" y="2933700"/>
          <p14:tracePt t="17528" x="3225800" y="2984500"/>
          <p14:tracePt t="17545" x="3213100" y="3028950"/>
          <p14:tracePt t="17562" x="3200400" y="3067050"/>
          <p14:tracePt t="17579" x="3200400" y="3092450"/>
          <p14:tracePt t="17594" x="3200400" y="3117850"/>
          <p14:tracePt t="17612" x="3232150" y="3124200"/>
          <p14:tracePt t="18031" x="3238500" y="3130550"/>
          <p14:tracePt t="18045" x="3244850" y="3130550"/>
          <p14:tracePt t="18053" x="3251200" y="3136900"/>
          <p14:tracePt t="18067" x="3263900" y="3143250"/>
          <p14:tracePt t="18076" x="3276600" y="3149600"/>
          <p14:tracePt t="18093" x="3289300" y="3155950"/>
          <p14:tracePt t="18110" x="3321050" y="3168650"/>
          <p14:tracePt t="18126" x="3371850" y="3181350"/>
          <p14:tracePt t="18145" x="3422650" y="3194050"/>
          <p14:tracePt t="18159" x="3454400" y="3200400"/>
          <p14:tracePt t="18176" x="3530600" y="3200400"/>
          <p14:tracePt t="18193" x="3568700" y="3194050"/>
          <p14:tracePt t="18209" x="3651250" y="3187700"/>
          <p14:tracePt t="18226" x="3695700" y="3181350"/>
          <p14:tracePt t="18243" x="3803650" y="3155950"/>
          <p14:tracePt t="18259" x="3835400" y="3149600"/>
          <p14:tracePt t="18276" x="3867150" y="3124200"/>
          <p14:tracePt t="18292" x="3917950" y="3111500"/>
          <p14:tracePt t="18309" x="3962400" y="3073400"/>
          <p14:tracePt t="18326" x="3975100" y="3060700"/>
          <p14:tracePt t="18342" x="3987800" y="3035300"/>
          <p14:tracePt t="18359" x="4000500" y="3009900"/>
          <p14:tracePt t="18376" x="4000500" y="2997200"/>
          <p14:tracePt t="18392" x="4000500" y="2990850"/>
          <p14:tracePt t="18409" x="4000500" y="2984500"/>
          <p14:tracePt t="18426" x="3994150" y="2959100"/>
          <p14:tracePt t="18442" x="3994150" y="2946400"/>
          <p14:tracePt t="18445" x="3981450" y="2921000"/>
          <p14:tracePt t="18458" x="3975100" y="2901950"/>
          <p14:tracePt t="18475" x="3943350" y="2851150"/>
          <p14:tracePt t="18491" x="3924300" y="2819400"/>
          <p14:tracePt t="18509" x="3898900" y="2800350"/>
          <p14:tracePt t="18524" x="3816350" y="2768600"/>
          <p14:tracePt t="18541" x="3778250" y="2768600"/>
          <p14:tracePt t="18559" x="3695700" y="2794000"/>
          <p14:tracePt t="18574" x="3651250" y="2832100"/>
          <p14:tracePt t="18591" x="3568700" y="2914650"/>
          <p14:tracePt t="18608" x="3492500" y="3016250"/>
          <p14:tracePt t="18624" x="3467100" y="3054350"/>
          <p14:tracePt t="18641" x="3435350" y="3124200"/>
          <p14:tracePt t="18658" x="3422650" y="3162300"/>
          <p14:tracePt t="18682" x="3422650" y="3187700"/>
          <p14:tracePt t="18693" x="3429000" y="3187700"/>
          <p14:tracePt t="18708" x="3441700" y="3206750"/>
          <p14:tracePt t="18724" x="3460750" y="3225800"/>
          <p14:tracePt t="18742" x="3498850" y="3244850"/>
          <p14:tracePt t="18757" x="3556000" y="3282950"/>
          <p14:tracePt t="18774" x="3581400" y="3289300"/>
          <p14:tracePt t="18791" x="3638550" y="3302000"/>
          <p14:tracePt t="18807" x="3721100" y="3302000"/>
          <p14:tracePt t="18824" x="3752850" y="3302000"/>
          <p14:tracePt t="18840" x="3822700" y="3263900"/>
          <p14:tracePt t="18857" x="3848100" y="3244850"/>
          <p14:tracePt t="18875" x="3917950" y="3181350"/>
          <p14:tracePt t="18890" x="3930650" y="3155950"/>
          <p14:tracePt t="18907" x="3937000" y="3136900"/>
          <p14:tracePt t="18924" x="3949700" y="3105150"/>
          <p14:tracePt t="18940" x="3949700" y="3073400"/>
          <p14:tracePt t="18957" x="3949700" y="3067050"/>
          <p14:tracePt t="18973" x="3949700" y="3041650"/>
          <p14:tracePt t="18990" x="3937000" y="3016250"/>
          <p14:tracePt t="19006" x="3924300" y="3003550"/>
          <p14:tracePt t="19023" x="3905250" y="2984500"/>
          <p14:tracePt t="19040" x="3860800" y="2952750"/>
          <p14:tracePt t="19058" x="3803650" y="2946400"/>
          <p14:tracePt t="19073" x="3765550" y="2946400"/>
          <p14:tracePt t="19089" x="3670300" y="2959100"/>
          <p14:tracePt t="19107" x="3568700" y="3003550"/>
          <p14:tracePt t="19123" x="3511550" y="3041650"/>
          <p14:tracePt t="19139" x="3467100" y="3079750"/>
          <p14:tracePt t="19156" x="3359150" y="3206750"/>
          <p14:tracePt t="19172" x="3340100" y="3238500"/>
          <p14:tracePt t="19189" x="3327400" y="3263900"/>
          <p14:tracePt t="19205" x="3321050" y="3314700"/>
          <p14:tracePt t="19222" x="3321050" y="3346450"/>
          <p14:tracePt t="19240" x="3321050" y="3359150"/>
          <p14:tracePt t="19255" x="3327400" y="3365500"/>
          <p14:tracePt t="19272" x="3333750" y="3371850"/>
          <p14:tracePt t="19289" x="3352800" y="3384550"/>
          <p14:tracePt t="19305" x="3378200" y="3384550"/>
          <p14:tracePt t="19322" x="3397250" y="3390900"/>
          <p14:tracePt t="20084" x="3409950" y="3390900"/>
          <p14:tracePt t="20092" x="3422650" y="3397250"/>
          <p14:tracePt t="20102" x="3435350" y="3403600"/>
          <p14:tracePt t="20120" x="3479800" y="3409950"/>
          <p14:tracePt t="20136" x="3498850" y="3409950"/>
          <p14:tracePt t="20153" x="3536950" y="3409950"/>
          <p14:tracePt t="20170" x="3632200" y="3397250"/>
          <p14:tracePt t="20186" x="3663950" y="3390900"/>
          <p14:tracePt t="20202" x="3683000" y="3378200"/>
          <p14:tracePt t="20219" x="3727450" y="3346450"/>
          <p14:tracePt t="20236" x="3752850" y="3308350"/>
          <p14:tracePt t="20254" x="3778250" y="3257550"/>
          <p14:tracePt t="20269" x="3784600" y="3232150"/>
          <p14:tracePt t="20285" x="3790950" y="3187700"/>
          <p14:tracePt t="20303" x="3790950" y="3136900"/>
          <p14:tracePt t="20318" x="3790950" y="3105150"/>
          <p14:tracePt t="20335" x="3784600" y="3048000"/>
          <p14:tracePt t="20352" x="3765550" y="2990850"/>
          <p14:tracePt t="20368" x="3759200" y="2959100"/>
          <p14:tracePt t="20385" x="3733800" y="2921000"/>
          <p14:tracePt t="20402" x="3702050" y="2876550"/>
          <p14:tracePt t="20418" x="3689350" y="2863850"/>
          <p14:tracePt t="20435" x="3670300" y="2844800"/>
          <p14:tracePt t="20451" x="3600450" y="2832100"/>
          <p14:tracePt t="20468" x="3568700" y="2832100"/>
          <p14:tracePt t="20485" x="3517900" y="2832100"/>
          <p14:tracePt t="20501" x="3498850" y="2851150"/>
          <p14:tracePt t="20518" x="3454400" y="2882900"/>
          <p14:tracePt t="20535" x="3409950" y="2952750"/>
          <p14:tracePt t="20551" x="3397250" y="2978150"/>
          <p14:tracePt t="20568" x="3371850" y="3098800"/>
          <p14:tracePt t="20585" x="3365500" y="3219450"/>
          <p14:tracePt t="20601" x="3365500" y="3270250"/>
          <p14:tracePt t="20618" x="3384550" y="3365500"/>
          <p14:tracePt t="20634" x="3403600" y="3416300"/>
          <p14:tracePt t="20651" x="3416300" y="3435350"/>
          <p14:tracePt t="20668" x="3448050" y="3467100"/>
          <p14:tracePt t="20684" x="3467100" y="3473450"/>
          <p14:tracePt t="20701" x="3473450" y="3473450"/>
          <p14:tracePt t="20717" x="3492500" y="3467100"/>
          <p14:tracePt t="20734" x="3505200" y="3441700"/>
          <p14:tracePt t="20750" x="3511550" y="3429000"/>
          <p14:tracePt t="20767" x="3524250" y="3384550"/>
          <p14:tracePt t="20784" x="3524250" y="3365500"/>
          <p14:tracePt t="20802" x="3524250" y="3257550"/>
          <p14:tracePt t="20817" x="3517900" y="3206750"/>
          <p14:tracePt t="20833" x="3498850" y="3149600"/>
          <p14:tracePt t="20851" x="3448050" y="3016250"/>
          <p14:tracePt t="20867" x="3416300" y="2933700"/>
          <p14:tracePt t="20884" x="3340100" y="2794000"/>
          <p14:tracePt t="20900" x="3263900" y="2679700"/>
          <p14:tracePt t="20916" x="3181350" y="2609850"/>
          <p14:tracePt t="20933" x="3149600" y="2578100"/>
          <p14:tracePt t="20949" x="3060700" y="2533650"/>
          <p14:tracePt t="20966" x="2997200" y="2501900"/>
          <p14:tracePt t="20984" x="2940050" y="2489200"/>
          <p14:tracePt t="21000" x="2921000" y="2482850"/>
          <p14:tracePt t="21016" x="2876550" y="2482850"/>
          <p14:tracePt t="21033" x="2844800" y="2482850"/>
          <p14:tracePt t="21049" x="2832100" y="2482850"/>
          <p14:tracePt t="21066" x="2825750" y="2482850"/>
          <p14:tracePt t="21082" x="2813050" y="2482850"/>
          <p14:tracePt t="21152" x="2806700" y="2476500"/>
          <p14:tracePt t="21167" x="2806700" y="2470150"/>
          <p14:tracePt t="21173" x="2800350" y="2463800"/>
          <p14:tracePt t="21187" x="2794000" y="2451100"/>
          <p14:tracePt t="21199" x="2787650" y="2444750"/>
          <p14:tracePt t="21216" x="2781300" y="2438400"/>
          <p14:tracePt t="21232" x="2774950" y="2432050"/>
          <p14:tracePt t="21249" x="2768600" y="2419350"/>
          <p14:tracePt t="21265" x="2762250" y="2413000"/>
          <p14:tracePt t="21335" x="2762250" y="2419350"/>
          <p14:tracePt t="21350" x="2762250" y="2425700"/>
          <p14:tracePt t="21356" x="2762250" y="2432050"/>
          <p14:tracePt t="21370" x="2768600" y="2432050"/>
          <p14:tracePt t="21385" x="2781300" y="2444750"/>
          <p14:tracePt t="21399" x="2806700" y="2489200"/>
          <p14:tracePt t="21414" x="2832100" y="2520950"/>
          <p14:tracePt t="21431" x="2889250" y="2597150"/>
          <p14:tracePt t="21448" x="2965450" y="2692400"/>
          <p14:tracePt t="21464" x="2997200" y="2724150"/>
          <p14:tracePt t="21481" x="3035300" y="2781300"/>
          <p14:tracePt t="21498" x="3067050" y="2806700"/>
          <p14:tracePt t="21514" x="3079750" y="2813050"/>
          <p14:tracePt t="21532" x="3086100" y="2819400"/>
          <p14:tracePt t="21547" x="3086100" y="2825750"/>
          <p14:tracePt t="21616" x="3086100" y="2819400"/>
          <p14:tracePt t="21637" x="3086100" y="2813050"/>
          <p14:tracePt t="21643" x="3079750" y="2806700"/>
          <p14:tracePt t="21658" x="3073400" y="2806700"/>
          <p14:tracePt t="21666" x="3067050" y="2800350"/>
          <p14:tracePt t="21681" x="3060700" y="2800350"/>
          <p14:tracePt t="21697" x="3048000" y="2794000"/>
          <p14:tracePt t="21714" x="3022600" y="2781300"/>
          <p14:tracePt t="21730" x="2971800" y="2743200"/>
          <p14:tracePt t="21747" x="2952750" y="2724150"/>
          <p14:tracePt t="21764" x="2876550" y="2686050"/>
          <p14:tracePt t="21780" x="2813050" y="2647950"/>
          <p14:tracePt t="21797" x="2768600" y="2628900"/>
          <p14:tracePt t="21813" x="2717800" y="2597150"/>
          <p14:tracePt t="21830" x="2673350" y="2578100"/>
          <p14:tracePt t="21847" x="2667000" y="2559050"/>
          <p14:tracePt t="21863" x="2647950" y="2559050"/>
          <p14:tracePt t="21880" x="2641600" y="2559050"/>
          <p14:tracePt t="21897" x="2641600" y="2552700"/>
          <p14:tracePt t="21913" x="2641600" y="2546350"/>
          <p14:tracePt t="21930" x="2654300" y="2546350"/>
          <p14:tracePt t="22390" x="2654300" y="2559050"/>
          <p14:tracePt t="22398" x="2647950" y="2578100"/>
          <p14:tracePt t="22413" x="2647950" y="2597150"/>
          <p14:tracePt t="22419" x="2647950" y="2628900"/>
          <p14:tracePt t="22433" x="2641600" y="2647950"/>
          <p14:tracePt t="22444" x="2635250" y="2679700"/>
          <p14:tracePt t="22462" x="2622550" y="2724150"/>
          <p14:tracePt t="22478" x="2616200" y="2768600"/>
          <p14:tracePt t="22495" x="2597150" y="2857500"/>
          <p14:tracePt t="22511" x="2578100" y="2933700"/>
          <p14:tracePt t="22528" x="2565400" y="2959100"/>
          <p14:tracePt t="22544" x="2546350" y="3022600"/>
          <p14:tracePt t="22561" x="2514600" y="3067050"/>
          <p14:tracePt t="22577" x="2508250" y="3086100"/>
          <p14:tracePt t="22595" x="2489200" y="3130550"/>
          <p14:tracePt t="22611" x="2470150" y="3155950"/>
          <p14:tracePt t="22627" x="2463800" y="3168650"/>
          <p14:tracePt t="22644" x="2457450" y="3175000"/>
          <p14:tracePt t="22680" x="2470150" y="3175000"/>
          <p14:tracePt t="24285" x="2470150" y="3225800"/>
          <p14:tracePt t="24299" x="2470150" y="3308350"/>
          <p14:tracePt t="24307" x="2470150" y="3390900"/>
          <p14:tracePt t="24321" x="2470150" y="3505200"/>
          <p14:tracePt t="24338" x="2470150" y="3746500"/>
          <p14:tracePt t="24355" x="2470150" y="3873500"/>
          <p14:tracePt t="24371" x="2470150" y="4089400"/>
          <p14:tracePt t="24388" x="2489200" y="4279900"/>
          <p14:tracePt t="24405" x="2520950" y="4413250"/>
          <p14:tracePt t="24421" x="2527300" y="4445000"/>
          <p14:tracePt t="24438" x="2527300" y="4470400"/>
          <p14:tracePt t="24455" x="2540000" y="4495800"/>
          <p14:tracePt t="24471" x="2540000" y="4502150"/>
          <p14:tracePt t="24581" x="2546350" y="4495800"/>
          <p14:tracePt t="24588" x="2546350" y="4489450"/>
          <p14:tracePt t="24594" x="2552700" y="4489450"/>
          <p14:tracePt t="24616" x="2552700" y="4483100"/>
          <p14:tracePt t="24686" x="2559050" y="4483100"/>
          <p14:tracePt t="24812" x="2565400" y="4483100"/>
          <p14:tracePt t="24820" x="2565400" y="4476750"/>
          <p14:tracePt t="24826" x="2571750" y="4476750"/>
          <p14:tracePt t="24869" x="2584450" y="4470400"/>
          <p14:tracePt t="24889" x="2590800" y="4470400"/>
          <p14:tracePt t="24897" x="2597150" y="4470400"/>
          <p14:tracePt t="24911" x="2597150" y="4464050"/>
          <p14:tracePt t="24919" x="2603500" y="4464050"/>
          <p14:tracePt t="24936" x="2616200" y="4457700"/>
          <p14:tracePt t="24953" x="2660650" y="4451350"/>
          <p14:tracePt t="24969" x="2717800" y="4425950"/>
          <p14:tracePt t="24986" x="2774950" y="4413250"/>
          <p14:tracePt t="25003" x="2857500" y="4387850"/>
          <p14:tracePt t="25019" x="2940050" y="4362450"/>
          <p14:tracePt t="25035" x="2984500" y="4343400"/>
          <p14:tracePt t="25052" x="3073400" y="4305300"/>
          <p14:tracePt t="25069" x="3098800" y="4298950"/>
          <p14:tracePt t="25086" x="3162300" y="4286250"/>
          <p14:tracePt t="25102" x="3213100" y="4260850"/>
          <p14:tracePt t="25118" x="3232150" y="4254500"/>
          <p14:tracePt t="25136" x="3263900" y="4241800"/>
          <p14:tracePt t="25152" x="3282950" y="4229100"/>
          <p14:tracePt t="25169" x="3289300" y="4222750"/>
          <p14:tracePt t="25185" x="3308350" y="4210050"/>
          <p14:tracePt t="25202" x="3314700" y="4210050"/>
          <p14:tracePt t="25218" x="3321050" y="4210050"/>
          <p14:tracePt t="25235" x="3327400" y="4203700"/>
          <p14:tracePt t="25251" x="3327400" y="4197350"/>
          <p14:tracePt t="25269" x="3333750" y="4191000"/>
          <p14:tracePt t="25301" x="3346450" y="4184650"/>
          <p14:tracePt t="25367" x="3346450" y="4171950"/>
          <p14:tracePt t="25874" x="3365500" y="4171950"/>
          <p14:tracePt t="25881" x="3403600" y="4178300"/>
          <p14:tracePt t="25895" x="3435350" y="4184650"/>
          <p14:tracePt t="25902" x="3460750" y="4191000"/>
          <p14:tracePt t="25916" x="3517900" y="4210050"/>
          <p14:tracePt t="25932" x="3651250" y="4248150"/>
          <p14:tracePt t="25948" x="3733800" y="4267200"/>
          <p14:tracePt t="25966" x="3937000" y="4324350"/>
          <p14:tracePt t="25982" x="4184650" y="4375150"/>
          <p14:tracePt t="25998" x="4343400" y="4400550"/>
          <p14:tracePt t="26016" x="4622800" y="4419600"/>
          <p14:tracePt t="26032" x="4762500" y="4432300"/>
          <p14:tracePt t="26049" x="5003800" y="4438650"/>
          <p14:tracePt t="26065" x="5232400" y="4425950"/>
          <p14:tracePt t="26082" x="5321300" y="4406900"/>
          <p14:tracePt t="26099" x="5480050" y="4387850"/>
          <p14:tracePt t="26115" x="5607050" y="4387850"/>
          <p14:tracePt t="26132" x="5670550" y="4387850"/>
          <p14:tracePt t="26149" x="5772150" y="4375150"/>
          <p14:tracePt t="26165" x="5854700" y="4375150"/>
          <p14:tracePt t="26182" x="5873750" y="4375150"/>
          <p14:tracePt t="26199" x="5899150" y="4375150"/>
          <p14:tracePt t="26215" x="5911850" y="4368800"/>
          <p14:tracePt t="26248" x="5911850" y="4362450"/>
          <p14:tracePt t="26331" x="5911850" y="4356100"/>
          <p14:tracePt t="26366" x="5911850" y="4349750"/>
          <p14:tracePt t="26373" x="5918200" y="4349750"/>
          <p14:tracePt t="26394" x="5924550" y="4343400"/>
          <p14:tracePt t="26422" x="5924550" y="4337050"/>
          <p14:tracePt t="26443" x="5930900" y="4337050"/>
          <p14:tracePt t="26464" x="5943600" y="4330700"/>
          <p14:tracePt t="26485" x="5949950" y="4324350"/>
          <p14:tracePt t="26500" x="5956300" y="4324350"/>
          <p14:tracePt t="26506" x="5962650" y="4318000"/>
          <p14:tracePt t="26520" x="5969000" y="4318000"/>
          <p14:tracePt t="26535" x="5969000" y="4311650"/>
          <p14:tracePt t="26548" x="5975350" y="4305300"/>
          <p14:tracePt t="26564" x="5981700" y="4305300"/>
          <p14:tracePt t="26580" x="6000750" y="4298950"/>
          <p14:tracePt t="26597" x="6019800" y="4292600"/>
          <p14:tracePt t="26613" x="6064250" y="4273550"/>
          <p14:tracePt t="26630" x="6102350" y="4267200"/>
          <p14:tracePt t="26648" x="6184900" y="4241800"/>
          <p14:tracePt t="26664" x="6242050" y="4222750"/>
          <p14:tracePt t="26680" x="6337300" y="4197350"/>
          <p14:tracePt t="26696" x="6419850" y="4178300"/>
          <p14:tracePt t="26713" x="6464300" y="4171950"/>
          <p14:tracePt t="26730" x="6515100" y="4159250"/>
          <p14:tracePt t="26746" x="6546850" y="4146550"/>
          <p14:tracePt t="26763" x="6559550" y="4140200"/>
          <p14:tracePt t="26780" x="6572250" y="4140200"/>
          <p14:tracePt t="26796" x="6578600" y="4140200"/>
          <p14:tracePt t="26843" x="6584950" y="4140200"/>
          <p14:tracePt t="26865" x="6591300" y="4140200"/>
          <p14:tracePt t="26872" x="6597650" y="4140200"/>
          <p14:tracePt t="27314" x="6559550" y="4146550"/>
          <p14:tracePt t="27329" x="6502400" y="4165600"/>
          <p14:tracePt t="27335" x="6438900" y="4184650"/>
          <p14:tracePt t="27349" x="6369050" y="4210050"/>
          <p14:tracePt t="27360" x="6292850" y="4241800"/>
          <p14:tracePt t="27378" x="6127750" y="4305300"/>
          <p14:tracePt t="27394" x="6051550" y="4330700"/>
          <p14:tracePt t="27411" x="5924550" y="4400550"/>
          <p14:tracePt t="27427" x="5810250" y="4476750"/>
          <p14:tracePt t="27444" x="5765800" y="4502150"/>
          <p14:tracePt t="27461" x="5651500" y="4591050"/>
          <p14:tracePt t="27477" x="5562600" y="4654550"/>
          <p14:tracePt t="27494" x="5524500" y="4679950"/>
          <p14:tracePt t="27511" x="5499100" y="4699000"/>
          <p14:tracePt t="27527" x="5511800" y="4699000"/>
          <p14:tracePt t="28207" x="5492750" y="4692650"/>
          <p14:tracePt t="28222" x="5473700" y="4692650"/>
          <p14:tracePt t="28228" x="5461000" y="4692650"/>
          <p14:tracePt t="28244" x="5448300" y="4692650"/>
          <p14:tracePt t="28258" x="5441950" y="4692650"/>
          <p14:tracePt t="28275" x="5403850" y="4686300"/>
          <p14:tracePt t="28292" x="5378450" y="4679950"/>
          <p14:tracePt t="28308" x="5365750" y="4679950"/>
          <p14:tracePt t="28324" x="5327650" y="4679950"/>
          <p14:tracePt t="28342" x="5302250" y="4673600"/>
          <p14:tracePt t="28357" x="5289550" y="4667250"/>
          <p14:tracePt t="28374" x="5257800" y="4667250"/>
          <p14:tracePt t="28391" x="5232400" y="4667250"/>
          <p14:tracePt t="28407" x="5226050" y="4667250"/>
          <p14:tracePt t="28424" x="5213350" y="4667250"/>
          <p14:tracePt t="28440" x="5207000" y="4667250"/>
          <p14:tracePt t="28523" x="5207000" y="4660900"/>
          <p14:tracePt t="28545" x="5213350" y="4660900"/>
          <p14:tracePt t="28551" x="5219700" y="4660900"/>
          <p14:tracePt t="28560" x="5226050" y="4660900"/>
          <p14:tracePt t="28574" x="5232400" y="4660900"/>
          <p14:tracePt t="28590" x="5245100" y="4660900"/>
          <p14:tracePt t="28606" x="5289550" y="4667250"/>
          <p14:tracePt t="28623" x="5372100" y="4673600"/>
          <p14:tracePt t="28640" x="5422900" y="4679950"/>
          <p14:tracePt t="28657" x="5543550" y="4699000"/>
          <p14:tracePt t="28673" x="5670550" y="4711700"/>
          <p14:tracePt t="28689" x="5746750" y="4718050"/>
          <p14:tracePt t="28707" x="5892800" y="4730750"/>
          <p14:tracePt t="28723" x="6045200" y="4749800"/>
          <p14:tracePt t="28739" x="6115050" y="4756150"/>
          <p14:tracePt t="28756" x="6229350" y="4768850"/>
          <p14:tracePt t="28772" x="6311900" y="4775200"/>
          <p14:tracePt t="28789" x="6337300" y="4775200"/>
          <p14:tracePt t="28806" x="6369050" y="4775200"/>
          <p14:tracePt t="28822" x="6375400" y="4775200"/>
          <p14:tracePt t="28840" x="6381750" y="4775200"/>
          <p14:tracePt t="28881" x="6388100" y="4775200"/>
          <p14:tracePt t="28910" x="6400800" y="4762500"/>
          <p14:tracePt t="29302" x="6426200" y="4762500"/>
          <p14:tracePt t="29316" x="6451600" y="4762500"/>
          <p14:tracePt t="29324" x="6489700" y="4762500"/>
          <p14:tracePt t="29340" x="6540500" y="4762500"/>
          <p14:tracePt t="29354" x="6635750" y="4762500"/>
          <p14:tracePt t="29371" x="6673850" y="4768850"/>
          <p14:tracePt t="29387" x="6769100" y="4787900"/>
          <p14:tracePt t="29404" x="6813550" y="4794250"/>
          <p14:tracePt t="29420" x="6915150" y="4806950"/>
          <p14:tracePt t="29436" x="7035800" y="4819650"/>
          <p14:tracePt t="29454" x="7105650" y="4845050"/>
          <p14:tracePt t="29471" x="7232650" y="4851400"/>
          <p14:tracePt t="29487" x="7353300" y="4876800"/>
          <p14:tracePt t="29503" x="7404100" y="4876800"/>
          <p14:tracePt t="29520" x="7499350" y="4889500"/>
          <p14:tracePt t="29537" x="7556500" y="4889500"/>
          <p14:tracePt t="29556" x="7600950" y="4895850"/>
          <p14:tracePt t="29570" x="7613650" y="4895850"/>
          <p14:tracePt t="29586" x="7632700" y="4895850"/>
          <p14:tracePt t="29620" x="7639050" y="4895850"/>
          <p14:tracePt t="29636" x="7645400" y="4895850"/>
          <p14:tracePt t="29773" x="7639050" y="4895850"/>
          <p14:tracePt t="29794" x="7639050" y="4889500"/>
          <p14:tracePt t="29808" x="7632700" y="4889500"/>
          <p14:tracePt t="29815" x="7626350" y="4889500"/>
          <p14:tracePt t="29829" x="7613650" y="4889500"/>
          <p14:tracePt t="29838" x="7600950" y="4883150"/>
          <p14:tracePt t="29853" x="7588250" y="4876800"/>
          <p14:tracePt t="29869" x="7518400" y="4870450"/>
          <p14:tracePt t="29886" x="7385050" y="4838700"/>
          <p14:tracePt t="29902" x="7296150" y="4832350"/>
          <p14:tracePt t="29919" x="7092950" y="4787900"/>
          <p14:tracePt t="29935" x="6819900" y="4756150"/>
          <p14:tracePt t="29952" x="6661150" y="4756150"/>
          <p14:tracePt t="29969" x="6502400" y="4743450"/>
          <p14:tracePt t="29985" x="5918200" y="4730750"/>
          <p14:tracePt t="30001" x="5708650" y="4730750"/>
          <p14:tracePt t="30019" x="5289550" y="4737100"/>
          <p14:tracePt t="30035" x="4902200" y="4775200"/>
          <p14:tracePt t="30051" x="4756150" y="4800600"/>
          <p14:tracePt t="30068" x="4572000" y="4838700"/>
          <p14:tracePt t="30085" x="4533900" y="4838700"/>
          <p14:tracePt t="30588" x="4514850" y="4845050"/>
          <p14:tracePt t="30602" x="4495800" y="4851400"/>
          <p14:tracePt t="30609" x="4483100" y="4857750"/>
          <p14:tracePt t="30619" x="4457700" y="4864100"/>
          <p14:tracePt t="30633" x="4438650" y="4870450"/>
          <p14:tracePt t="30649" x="4406900" y="4883150"/>
          <p14:tracePt t="30666" x="4337050" y="4895850"/>
          <p14:tracePt t="30683" x="4267200" y="4914900"/>
          <p14:tracePt t="30699" x="4216400" y="4921250"/>
          <p14:tracePt t="30716" x="4121150" y="4946650"/>
          <p14:tracePt t="30732" x="4000500" y="4972050"/>
          <p14:tracePt t="30750" x="3892550" y="5003800"/>
          <p14:tracePt t="30766" x="3848100" y="5010150"/>
          <p14:tracePt t="30782" x="3752850" y="5016500"/>
          <p14:tracePt t="30799" x="3695700" y="5016500"/>
          <p14:tracePt t="30815" x="3676650" y="5029200"/>
          <p14:tracePt t="30832" x="3651250" y="5035550"/>
          <p14:tracePt t="31394" x="3644900" y="5035550"/>
          <p14:tracePt t="31401" x="3632200" y="5048250"/>
          <p14:tracePt t="31416" x="3613150" y="5073650"/>
          <p14:tracePt t="31430" x="3575050" y="5118100"/>
          <p14:tracePt t="31447" x="3556000" y="5149850"/>
          <p14:tracePt t="31464" x="3543300" y="5168900"/>
          <p14:tracePt t="31480" x="3530600" y="5213350"/>
          <p14:tracePt t="31497" x="3517900" y="5251450"/>
          <p14:tracePt t="31514" x="3517900" y="5283200"/>
          <p14:tracePt t="31530" x="3517900" y="5295900"/>
          <p14:tracePt t="31546" x="3524250" y="5321300"/>
          <p14:tracePt t="31564" x="3543300" y="5334000"/>
          <p14:tracePt t="31580" x="3549650" y="5340350"/>
          <p14:tracePt t="31583" x="3549650" y="5346700"/>
          <p14:tracePt t="31598" x="3556000" y="5353050"/>
          <p14:tracePt t="31613" x="3568700" y="5359400"/>
          <p14:tracePt t="31629" x="3575050" y="5359400"/>
          <p14:tracePt t="31647" x="3594100" y="5359400"/>
          <p14:tracePt t="31663" x="3594100" y="5365750"/>
          <p14:tracePt t="31679" x="3600450" y="5365750"/>
          <p14:tracePt t="31696" x="3606800" y="5365750"/>
          <p14:tracePt t="31712" x="3619500" y="5365750"/>
          <p14:tracePt t="31766" x="3632200" y="5359400"/>
          <p14:tracePt t="31787" x="3638550" y="5359400"/>
          <p14:tracePt t="31794" x="3638550" y="5353050"/>
          <p14:tracePt t="31816" x="3651250" y="5346700"/>
          <p14:tracePt t="31822" x="3651250" y="5340350"/>
          <p14:tracePt t="31837" x="3663950" y="5334000"/>
          <p14:tracePt t="31845" x="3676650" y="5321300"/>
          <p14:tracePt t="31862" x="3683000" y="5308600"/>
          <p14:tracePt t="31879" x="3714750" y="5283200"/>
          <p14:tracePt t="31895" x="3733800" y="5245100"/>
          <p14:tracePt t="31912" x="3740150" y="5232400"/>
          <p14:tracePt t="31928" x="3752850" y="5207000"/>
          <p14:tracePt t="31945" x="3759200" y="5194300"/>
          <p14:tracePt t="31978" x="3759200" y="5187950"/>
          <p14:tracePt t="32033" x="3752850" y="5187950"/>
          <p14:tracePt t="32061" x="3746500" y="5187950"/>
          <p14:tracePt t="32097" x="3740150" y="5187950"/>
          <p14:tracePt t="32174" x="3746500" y="5194300"/>
          <p14:tracePt t="32188" x="3752850" y="5194300"/>
          <p14:tracePt t="32197" x="3759200" y="5200650"/>
          <p14:tracePt t="32210" x="3765550" y="5200650"/>
          <p14:tracePt t="32227" x="3778250" y="5200650"/>
          <p14:tracePt t="32244" x="3810000" y="5207000"/>
          <p14:tracePt t="32261" x="3835400" y="5207000"/>
          <p14:tracePt t="32277" x="3879850" y="5207000"/>
          <p14:tracePt t="32294" x="3924300" y="5207000"/>
          <p14:tracePt t="32310" x="3943350" y="5200650"/>
          <p14:tracePt t="32327" x="3956050" y="5194300"/>
          <p14:tracePt t="32343" x="3987800" y="5162550"/>
          <p14:tracePt t="32361" x="3994150" y="5156200"/>
          <p14:tracePt t="32378" x="3994150" y="5130800"/>
          <p14:tracePt t="32394" x="3994150" y="5118100"/>
          <p14:tracePt t="32410" x="3994150" y="5092700"/>
          <p14:tracePt t="32427" x="3987800" y="5080000"/>
          <p14:tracePt t="32443" x="3975100" y="5054600"/>
          <p14:tracePt t="32460" x="3956050" y="5035550"/>
          <p14:tracePt t="32477" x="3917950" y="5003800"/>
          <p14:tracePt t="32493" x="3898900" y="4978400"/>
          <p14:tracePt t="32510" x="3848100" y="4940300"/>
          <p14:tracePt t="32526" x="3771900" y="4908550"/>
          <p14:tracePt t="32543" x="3727450" y="4902200"/>
          <p14:tracePt t="32560" x="3657600" y="4889500"/>
          <p14:tracePt t="32576" x="3594100" y="4889500"/>
          <p14:tracePt t="32593" x="3562350" y="4889500"/>
          <p14:tracePt t="32610" x="3511550" y="4908550"/>
          <p14:tracePt t="32626" x="3448050" y="4946650"/>
          <p14:tracePt t="32643" x="3416300" y="4972050"/>
          <p14:tracePt t="32659" x="3371850" y="5048250"/>
          <p14:tracePt t="32676" x="3359150" y="5080000"/>
          <p14:tracePt t="32692" x="3340100" y="5162550"/>
          <p14:tracePt t="32709" x="3340100" y="5245100"/>
          <p14:tracePt t="32726" x="3346450" y="5283200"/>
          <p14:tracePt t="32743" x="3365500" y="5346700"/>
          <p14:tracePt t="32758" x="3397250" y="5372100"/>
          <p14:tracePt t="32775" x="3403600" y="5384800"/>
          <p14:tracePt t="32793" x="3441700" y="5397500"/>
          <p14:tracePt t="32809" x="3460750" y="5397500"/>
          <p14:tracePt t="32825" x="3479800" y="5397500"/>
          <p14:tracePt t="32842" x="3530600" y="5403850"/>
          <p14:tracePt t="33791" x="3536950" y="5391150"/>
          <p14:tracePt t="33798" x="3543300" y="5353050"/>
          <p14:tracePt t="33812" x="3543300" y="5327650"/>
          <p14:tracePt t="33822" x="3549650" y="5276850"/>
          <p14:tracePt t="33838" x="3549650" y="5226050"/>
          <p14:tracePt t="33855" x="3549650" y="5111750"/>
          <p14:tracePt t="33871" x="3549650" y="4991100"/>
          <p14:tracePt t="33889" x="3543300" y="4902200"/>
          <p14:tracePt t="33905" x="3543300" y="4857750"/>
          <p14:tracePt t="33921" x="3530600" y="4838700"/>
          <p14:tracePt t="33939" x="3530600" y="4806950"/>
          <p14:tracePt t="33954" x="3524250" y="4800600"/>
          <p14:tracePt t="33971" x="3524250" y="4794250"/>
          <p14:tracePt t="34004" x="3517900" y="4787900"/>
          <p14:tracePt t="34022" x="3517900" y="4781550"/>
          <p14:tracePt t="34037" x="3517900" y="4775200"/>
          <p14:tracePt t="34054" x="3517900" y="4762500"/>
          <p14:tracePt t="34093" x="3511550" y="4762500"/>
          <p14:tracePt t="34142" x="3505200" y="4756150"/>
          <p14:tracePt t="34219" x="3498850" y="4756150"/>
          <p14:tracePt t="34254" x="3492500" y="4768850"/>
          <p14:tracePt t="34261" x="3492500" y="4775200"/>
          <p14:tracePt t="34275" x="3486150" y="4787900"/>
          <p14:tracePt t="34287" x="3479800" y="4806950"/>
          <p14:tracePt t="34305" x="3460750" y="4870450"/>
          <p14:tracePt t="34321" x="3441700" y="4921250"/>
          <p14:tracePt t="34337" x="3403600" y="5060950"/>
          <p14:tracePt t="34353" x="3365500" y="5207000"/>
          <p14:tracePt t="34370" x="3352800" y="5270500"/>
          <p14:tracePt t="34387" x="3340100" y="5365750"/>
          <p14:tracePt t="34403" x="3340100" y="5429250"/>
          <p14:tracePt t="34420" x="3340100" y="5461000"/>
          <p14:tracePt t="34437" x="3340100" y="5480050"/>
          <p14:tracePt t="34453" x="3346450" y="5499100"/>
          <p14:tracePt t="34470" x="3359150" y="5499100"/>
          <p14:tracePt t="34486" x="3384550" y="5511800"/>
          <p14:tracePt t="34503" x="3435350" y="5530850"/>
          <p14:tracePt t="34519" x="3467100" y="5530850"/>
          <p14:tracePt t="34537" x="3524250" y="5556250"/>
          <p14:tracePt t="34553" x="3568700" y="5568950"/>
          <p14:tracePt t="34570" x="3638550" y="5588000"/>
          <p14:tracePt t="34586" x="3721100" y="5600700"/>
          <p14:tracePt t="34603" x="3784600" y="5600700"/>
          <p14:tracePt t="34620" x="3930650" y="5619750"/>
          <p14:tracePt t="34636" x="4095750" y="5651500"/>
          <p14:tracePt t="34652" x="4184650" y="5651500"/>
          <p14:tracePt t="34669" x="4343400" y="5683250"/>
          <p14:tracePt t="34685" x="4521200" y="5702300"/>
          <p14:tracePt t="34702" x="4616450" y="5708650"/>
          <p14:tracePt t="34719" x="4768850" y="5727700"/>
          <p14:tracePt t="34735" x="4857750" y="5727700"/>
          <p14:tracePt t="34752" x="4933950" y="5727700"/>
          <p14:tracePt t="34768" x="5149850" y="5740400"/>
          <p14:tracePt t="34785" x="5207000" y="5740400"/>
          <p14:tracePt t="34802" x="5289550" y="5721350"/>
          <p14:tracePt t="34818" x="5346700" y="5695950"/>
          <p14:tracePt t="34835" x="5365750" y="5683250"/>
          <p14:tracePt t="34852" x="5410200" y="5645150"/>
          <p14:tracePt t="34868" x="5429250" y="5613400"/>
          <p14:tracePt t="34885" x="5448300" y="5600700"/>
          <p14:tracePt t="34901" x="5467350" y="557530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Combining Objects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839200" cy="5867400"/>
          </a:xfrm>
        </p:spPr>
        <p:txBody>
          <a:bodyPr/>
          <a:lstStyle/>
          <a:p>
            <a:pPr eaLnBrk="1" hangingPunct="1"/>
            <a:r>
              <a:rPr lang="en-US" altLang="en-US" sz="3200" spc="-70" dirty="0">
                <a:solidFill>
                  <a:schemeClr val="tx1"/>
                </a:solidFill>
              </a:rPr>
              <a:t>Real-world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objects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can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be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made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of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other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objects</a:t>
            </a:r>
            <a:r>
              <a:rPr lang="en-US" altLang="en-US" sz="3200" spc="-10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spc="-100" dirty="0">
                <a:solidFill>
                  <a:schemeClr val="tx1"/>
                </a:solidFill>
              </a:rPr>
              <a:t>This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</a:rPr>
              <a:t>mimics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b="1" spc="-100" dirty="0">
                <a:solidFill>
                  <a:srgbClr val="006600"/>
                </a:solidFill>
              </a:rPr>
              <a:t>composition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</a:rPr>
              <a:t>and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b="1" spc="-100" dirty="0">
                <a:solidFill>
                  <a:srgbClr val="FF9900"/>
                </a:solidFill>
              </a:rPr>
              <a:t>collection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</a:rPr>
              <a:t>in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</a:rPr>
              <a:t>OOP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A racecar is </a:t>
            </a:r>
            <a:r>
              <a:rPr lang="en-US" altLang="en-US" sz="3200" b="1" dirty="0">
                <a:solidFill>
                  <a:srgbClr val="006600"/>
                </a:solidFill>
              </a:rPr>
              <a:t>composed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of tires, engine, etc.</a:t>
            </a:r>
          </a:p>
          <a:p>
            <a:pPr marL="684213" lvl="1" indent="-342900" eaLnBrk="1" hangingPunct="1">
              <a:spcBef>
                <a:spcPts val="300"/>
              </a:spcBef>
            </a:pPr>
            <a:r>
              <a:rPr lang="en-US" altLang="en-US" sz="2800" dirty="0">
                <a:solidFill>
                  <a:schemeClr val="tx1"/>
                </a:solidFill>
              </a:rPr>
              <a:t>A racecar’s engine is different than a regular car’s, but its rearview mirror may be no different.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en-US" sz="2800" dirty="0">
                <a:solidFill>
                  <a:schemeClr val="tx1"/>
                </a:solidFill>
              </a:rPr>
              <a:t>So it can define its own engine, but can </a:t>
            </a:r>
            <a:r>
              <a:rPr lang="en-US" altLang="en-US" sz="2800" b="1" i="1" dirty="0">
                <a:solidFill>
                  <a:srgbClr val="006600"/>
                </a:solidFill>
              </a:rPr>
              <a:t>inherit</a:t>
            </a:r>
            <a:r>
              <a:rPr lang="en-US" altLang="en-US" sz="2800" dirty="0">
                <a:solidFill>
                  <a:schemeClr val="tx1"/>
                </a:solidFill>
              </a:rPr>
              <a:t> the same mirror as other cars do.</a:t>
            </a:r>
            <a:endParaRPr lang="en-US" altLang="en-US" sz="3600" dirty="0">
              <a:solidFill>
                <a:schemeClr val="tx1"/>
              </a:solidFill>
            </a:endParaRPr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A zoo is </a:t>
            </a:r>
            <a:r>
              <a:rPr lang="en-US" altLang="en-US" sz="3200" b="1" dirty="0">
                <a:solidFill>
                  <a:srgbClr val="FF9900"/>
                </a:solidFill>
              </a:rPr>
              <a:t>collection</a:t>
            </a:r>
            <a:r>
              <a:rPr lang="en-US" altLang="en-US" sz="3200" dirty="0">
                <a:solidFill>
                  <a:schemeClr val="tx1"/>
                </a:solidFill>
              </a:rPr>
              <a:t> of animals.</a:t>
            </a:r>
          </a:p>
          <a:p>
            <a:pPr marL="684213" lvl="1" indent="-342900" eaLnBrk="1" hangingPunct="1">
              <a:spcBef>
                <a:spcPts val="300"/>
              </a:spcBef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Zoo</a:t>
            </a:r>
            <a:r>
              <a:rPr lang="en-US" altLang="en-US" sz="3200" dirty="0">
                <a:solidFill>
                  <a:schemeClr val="tx1"/>
                </a:solidFill>
              </a:rPr>
              <a:t> class can inherit different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Animal</a:t>
            </a:r>
            <a:r>
              <a:rPr lang="en-US" altLang="en-US" sz="3200" dirty="0">
                <a:solidFill>
                  <a:schemeClr val="tx1"/>
                </a:solidFill>
              </a:rPr>
              <a:t> objects.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777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8826"/>
    </mc:Choice>
    <mc:Fallback xmlns="">
      <p:transition spd="slow" advTm="4088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965" x="5467350" y="5568950"/>
          <p14:tracePt t="13972" x="5467350" y="5556250"/>
          <p14:tracePt t="13984" x="5461000" y="5537200"/>
          <p14:tracePt t="14001" x="5435600" y="5454650"/>
          <p14:tracePt t="14018" x="5391150" y="5391150"/>
          <p14:tracePt t="14035" x="5302250" y="5226050"/>
          <p14:tracePt t="14051" x="5219700" y="5073650"/>
          <p14:tracePt t="14068" x="5137150" y="4889500"/>
          <p14:tracePt t="14085" x="4991100" y="4584700"/>
          <p14:tracePt t="14101" x="4895850" y="4381500"/>
          <p14:tracePt t="14117" x="4800600" y="4171950"/>
          <p14:tracePt t="14134" x="4610100" y="3879850"/>
          <p14:tracePt t="14151" x="4502150" y="3740150"/>
          <p14:tracePt t="14168" x="4400550" y="3587750"/>
          <p14:tracePt t="14184" x="4229100" y="3371850"/>
          <p14:tracePt t="14201" x="4108450" y="3257550"/>
          <p14:tracePt t="14218" x="4006850" y="3168650"/>
          <p14:tracePt t="14234" x="3892550" y="3067050"/>
          <p14:tracePt t="14250" x="3822700" y="3003550"/>
          <p14:tracePt t="14267" x="3746500" y="2933700"/>
          <p14:tracePt t="14284" x="3651250" y="2851150"/>
          <p14:tracePt t="14300" x="3575050" y="2813050"/>
          <p14:tracePt t="14317" x="3454400" y="2724150"/>
          <p14:tracePt t="14334" x="3352800" y="2647950"/>
          <p14:tracePt t="14350" x="3257550" y="2578100"/>
          <p14:tracePt t="14366" x="3143250" y="2457450"/>
          <p14:tracePt t="14383" x="3041650" y="2393950"/>
          <p14:tracePt t="14400" x="2895600" y="2311400"/>
          <p14:tracePt t="14416" x="2794000" y="2260600"/>
          <p14:tracePt t="14433" x="2717800" y="2197100"/>
          <p14:tracePt t="14450" x="2603500" y="2114550"/>
          <p14:tracePt t="14466" x="2552700" y="2070100"/>
          <p14:tracePt t="14483" x="2495550" y="2025650"/>
          <p14:tracePt t="14500" x="2413000" y="1955800"/>
          <p14:tracePt t="16081" x="2413000" y="1968500"/>
          <p14:tracePt t="16088" x="2400300" y="1981200"/>
          <p14:tracePt t="16096" x="2400300" y="1987550"/>
          <p14:tracePt t="16111" x="2381250" y="2012950"/>
          <p14:tracePt t="16127" x="2362200" y="2044700"/>
          <p14:tracePt t="16144" x="2343150" y="2082800"/>
          <p14:tracePt t="16160" x="2324100" y="2127250"/>
          <p14:tracePt t="16177" x="2311400" y="2159000"/>
          <p14:tracePt t="16195" x="2292350" y="2197100"/>
          <p14:tracePt t="16210" x="2279650" y="2228850"/>
          <p14:tracePt t="16227" x="2266950" y="2260600"/>
          <p14:tracePt t="16244" x="2260600" y="2286000"/>
          <p14:tracePt t="16260" x="2247900" y="2305050"/>
          <p14:tracePt t="16277" x="2247900" y="2330450"/>
          <p14:tracePt t="16293" x="2241550" y="2355850"/>
          <p14:tracePt t="16310" x="2241550" y="2381250"/>
          <p14:tracePt t="16327" x="2235200" y="2413000"/>
          <p14:tracePt t="16343" x="2235200" y="2425700"/>
          <p14:tracePt t="16360" x="2228850" y="2432050"/>
          <p14:tracePt t="16377" x="2228850" y="2457450"/>
          <p14:tracePt t="16393" x="2228850" y="2470150"/>
          <p14:tracePt t="16410" x="2222500" y="2476500"/>
          <p14:tracePt t="16426" x="2222500" y="2482850"/>
          <p14:tracePt t="16443" x="2228850" y="2482850"/>
          <p14:tracePt t="19260" x="2228850" y="2470150"/>
          <p14:tracePt t="19268" x="2228850" y="2444750"/>
          <p14:tracePt t="19274" x="2228850" y="2413000"/>
          <p14:tracePt t="19283" x="2228850" y="2393950"/>
          <p14:tracePt t="19299" x="2228850" y="2343150"/>
          <p14:tracePt t="19317" x="2228850" y="2305050"/>
          <p14:tracePt t="19332" x="2222500" y="2260600"/>
          <p14:tracePt t="19349" x="2209800" y="2222500"/>
          <p14:tracePt t="19366" x="2197100" y="2197100"/>
          <p14:tracePt t="19382" x="2190750" y="2190750"/>
          <p14:tracePt t="19399" x="2184400" y="2178050"/>
          <p14:tracePt t="19416" x="2178050" y="2165350"/>
          <p14:tracePt t="19432" x="2165350" y="2152650"/>
          <p14:tracePt t="19450" x="2159000" y="2133600"/>
          <p14:tracePt t="19465" x="2152650" y="2127250"/>
          <p14:tracePt t="19482" x="2139950" y="2114550"/>
          <p14:tracePt t="19499" x="2127250" y="2101850"/>
          <p14:tracePt t="19515" x="2120900" y="2089150"/>
          <p14:tracePt t="19532" x="2108200" y="2089150"/>
          <p14:tracePt t="19549" x="2089150" y="2082800"/>
          <p14:tracePt t="19565" x="2082800" y="2076450"/>
          <p14:tracePt t="19582" x="2076450" y="2070100"/>
          <p14:tracePt t="19598" x="2057400" y="2070100"/>
          <p14:tracePt t="19615" x="2044700" y="2070100"/>
          <p14:tracePt t="19633" x="2032000" y="2070100"/>
          <p14:tracePt t="19648" x="2025650" y="2063750"/>
          <p14:tracePt t="19665" x="2019300" y="2063750"/>
          <p14:tracePt t="19682" x="2012950" y="2063750"/>
          <p14:tracePt t="19698" x="2006600" y="2063750"/>
          <p14:tracePt t="19822" x="2006600" y="2070100"/>
          <p14:tracePt t="19836" x="2012950" y="2070100"/>
          <p14:tracePt t="19843" x="2019300" y="2070100"/>
          <p14:tracePt t="19851" x="2025650" y="2070100"/>
          <p14:tracePt t="19865" x="2044700" y="2070100"/>
          <p14:tracePt t="19880" x="2070100" y="2070100"/>
          <p14:tracePt t="19897" x="2108200" y="2070100"/>
          <p14:tracePt t="19914" x="2165350" y="2070100"/>
          <p14:tracePt t="19930" x="2216150" y="2070100"/>
          <p14:tracePt t="19948" x="2266950" y="2070100"/>
          <p14:tracePt t="19963" x="2324100" y="2070100"/>
          <p14:tracePt t="19980" x="2374900" y="2070100"/>
          <p14:tracePt t="19998" x="2419350" y="2057400"/>
          <p14:tracePt t="20014" x="2444750" y="2057400"/>
          <p14:tracePt t="20030" x="2463800" y="2057400"/>
          <p14:tracePt t="20047" x="2476500" y="2057400"/>
          <p14:tracePt t="20064" x="2482850" y="2051050"/>
          <p14:tracePt t="20152" x="2476500" y="2051050"/>
          <p14:tracePt t="20173" x="2470150" y="2051050"/>
          <p14:tracePt t="20195" x="2463800" y="2051050"/>
          <p14:tracePt t="20201" x="2451100" y="2051050"/>
          <p14:tracePt t="20216" x="2438400" y="2044700"/>
          <p14:tracePt t="20230" x="2419350" y="2044700"/>
          <p14:tracePt t="20246" x="2400300" y="2044700"/>
          <p14:tracePt t="20263" x="2355850" y="2044700"/>
          <p14:tracePt t="20280" x="2286000" y="2044700"/>
          <p14:tracePt t="20296" x="2241550" y="2044700"/>
          <p14:tracePt t="20313" x="2178050" y="2051050"/>
          <p14:tracePt t="20329" x="2101850" y="2063750"/>
          <p14:tracePt t="20346" x="2044700" y="2076450"/>
          <p14:tracePt t="20364" x="1987550" y="2095500"/>
          <p14:tracePt t="20379" x="1955800" y="2101850"/>
          <p14:tracePt t="20396" x="1930400" y="2114550"/>
          <p14:tracePt t="20413" x="1911350" y="2114550"/>
          <p14:tracePt t="20430" x="1905000" y="2120900"/>
          <p14:tracePt t="20445" x="1898650" y="2127250"/>
          <p14:tracePt t="21036" x="1898650" y="2139950"/>
          <p14:tracePt t="21064" x="1905000" y="2146300"/>
          <p14:tracePt t="21085" x="1924050" y="2159000"/>
          <p14:tracePt t="21093" x="1936750" y="2171700"/>
          <p14:tracePt t="21099" x="1943100" y="2171700"/>
          <p14:tracePt t="21110" x="1955800" y="2184400"/>
          <p14:tracePt t="21127" x="1993900" y="2209800"/>
          <p14:tracePt t="21143" x="2044700" y="2241550"/>
          <p14:tracePt t="21159" x="2095500" y="2254250"/>
          <p14:tracePt t="21177" x="2197100" y="2279650"/>
          <p14:tracePt t="21193" x="2266950" y="2286000"/>
          <p14:tracePt t="21209" x="2330450" y="2286000"/>
          <p14:tracePt t="21226" x="2432050" y="2273300"/>
          <p14:tracePt t="21243" x="2501900" y="2247900"/>
          <p14:tracePt t="21260" x="2565400" y="2222500"/>
          <p14:tracePt t="21263" x="2597150" y="2209800"/>
          <p14:tracePt t="21276" x="2647950" y="2171700"/>
          <p14:tracePt t="21292" x="2698750" y="2127250"/>
          <p14:tracePt t="21310" x="2736850" y="2070100"/>
          <p14:tracePt t="21325" x="2781300" y="1968500"/>
          <p14:tracePt t="21343" x="2800350" y="1898650"/>
          <p14:tracePt t="21360" x="2806700" y="1828800"/>
          <p14:tracePt t="21375" x="2806700" y="1784350"/>
          <p14:tracePt t="21393" x="2806700" y="1758950"/>
          <p14:tracePt t="21409" x="2787650" y="1714500"/>
          <p14:tracePt t="21426" x="2768600" y="1689100"/>
          <p14:tracePt t="21443" x="2755900" y="1670050"/>
          <p14:tracePt t="21459" x="2724150" y="1638300"/>
          <p14:tracePt t="21475" x="2692400" y="1612900"/>
          <p14:tracePt t="21493" x="2647950" y="1574800"/>
          <p14:tracePt t="21509" x="2609850" y="1562100"/>
          <p14:tracePt t="21525" x="2584450" y="1549400"/>
          <p14:tracePt t="21542" x="2533650" y="1530350"/>
          <p14:tracePt t="21558" x="2508250" y="1517650"/>
          <p14:tracePt t="21576" x="2470150" y="1511300"/>
          <p14:tracePt t="21592" x="2425700" y="1504950"/>
          <p14:tracePt t="21608" x="2400300" y="1498600"/>
          <p14:tracePt t="21626" x="2362200" y="1498600"/>
          <p14:tracePt t="21641" x="2324100" y="1485900"/>
          <p14:tracePt t="21658" x="2292350" y="1479550"/>
          <p14:tracePt t="21675" x="2241550" y="1479550"/>
          <p14:tracePt t="21691" x="2222500" y="1466850"/>
          <p14:tracePt t="21708" x="2203450" y="1466850"/>
          <p14:tracePt t="21725" x="2184400" y="1466850"/>
          <p14:tracePt t="21741" x="2178050" y="1466850"/>
          <p14:tracePt t="21758" x="2171700" y="1466850"/>
          <p14:tracePt t="21781" x="2165350" y="1466850"/>
          <p14:tracePt t="21791" x="2165350" y="1460500"/>
          <p14:tracePt t="21807" x="2159000" y="1460500"/>
          <p14:tracePt t="21824" x="2146300" y="1454150"/>
          <p14:tracePt t="21840" x="2139950" y="1447800"/>
          <p14:tracePt t="21874" x="2133600" y="1441450"/>
          <p14:tracePt t="21928" x="2139950" y="1441450"/>
          <p14:tracePt t="21942" x="2152650" y="1441450"/>
          <p14:tracePt t="21950" x="2165350" y="1441450"/>
          <p14:tracePt t="21958" x="2178050" y="1441450"/>
          <p14:tracePt t="21973" x="2216150" y="1441450"/>
          <p14:tracePt t="21990" x="2266950" y="1441450"/>
          <p14:tracePt t="22007" x="2362200" y="1454150"/>
          <p14:tracePt t="22024" x="2432050" y="1454150"/>
          <p14:tracePt t="22041" x="2540000" y="1460500"/>
          <p14:tracePt t="22057" x="2597150" y="1460500"/>
          <p14:tracePt t="22073" x="2654300" y="1460500"/>
          <p14:tracePt t="22090" x="2711450" y="1460500"/>
          <p14:tracePt t="22106" x="2755900" y="1460500"/>
          <p14:tracePt t="22124" x="2781300" y="1447800"/>
          <p14:tracePt t="22140" x="2800350" y="1441450"/>
          <p14:tracePt t="22156" x="2813050" y="1441450"/>
          <p14:tracePt t="22173" x="2813050" y="1435100"/>
          <p14:tracePt t="22189" x="2813050" y="1428750"/>
          <p14:tracePt t="22252" x="2813050" y="1422400"/>
          <p14:tracePt t="22280" x="2806700" y="1416050"/>
          <p14:tracePt t="22301" x="2794000" y="1409700"/>
          <p14:tracePt t="22308" x="2787650" y="1409700"/>
          <p14:tracePt t="22315" x="2781300" y="1409700"/>
          <p14:tracePt t="22323" x="2768600" y="1403350"/>
          <p14:tracePt t="22339" x="2743200" y="1390650"/>
          <p14:tracePt t="22356" x="2711450" y="1371600"/>
          <p14:tracePt t="22372" x="2654300" y="1352550"/>
          <p14:tracePt t="22389" x="2597150" y="1333500"/>
          <p14:tracePt t="22406" x="2514600" y="1308100"/>
          <p14:tracePt t="22422" x="2457450" y="1301750"/>
          <p14:tracePt t="22439" x="2381250" y="1301750"/>
          <p14:tracePt t="22456" x="2260600" y="1301750"/>
          <p14:tracePt t="22472" x="2190750" y="1314450"/>
          <p14:tracePt t="22488" x="2133600" y="1333500"/>
          <p14:tracePt t="22506" x="2057400" y="1371600"/>
          <p14:tracePt t="22522" x="2006600" y="1384300"/>
          <p14:tracePt t="22539" x="1981200" y="1397000"/>
          <p14:tracePt t="22555" x="1955800" y="1416050"/>
          <p14:tracePt t="22571" x="1955800" y="1428750"/>
          <p14:tracePt t="22589" x="1955800" y="1454150"/>
          <p14:tracePt t="23409" x="1949450" y="1454150"/>
          <p14:tracePt t="23430" x="1949450" y="1460500"/>
          <p14:tracePt t="23437" x="1949450" y="1466850"/>
          <p14:tracePt t="23450" x="1955800" y="1479550"/>
          <p14:tracePt t="23458" x="1968500" y="1485900"/>
          <p14:tracePt t="23472" x="1993900" y="1498600"/>
          <p14:tracePt t="23486" x="2012950" y="1517650"/>
          <p14:tracePt t="23502" x="2070100" y="1562100"/>
          <p14:tracePt t="23519" x="2101850" y="1593850"/>
          <p14:tracePt t="23536" x="2184400" y="1670050"/>
          <p14:tracePt t="23551" x="2260600" y="1720850"/>
          <p14:tracePt t="23568" x="2317750" y="1746250"/>
          <p14:tracePt t="23585" x="2425700" y="1790700"/>
          <p14:tracePt t="23601" x="2514600" y="1816100"/>
          <p14:tracePt t="23618" x="2552700" y="1828800"/>
          <p14:tracePt t="23634" x="2609850" y="1828800"/>
          <p14:tracePt t="23651" x="2641600" y="1828800"/>
          <p14:tracePt t="23670" x="2711450" y="1803400"/>
          <p14:tracePt t="23685" x="2743200" y="1790700"/>
          <p14:tracePt t="23701" x="2774950" y="1771650"/>
          <p14:tracePt t="23717" x="2819400" y="1739900"/>
          <p14:tracePt t="23734" x="2882900" y="1689100"/>
          <p14:tracePt t="23751" x="2895600" y="1663700"/>
          <p14:tracePt t="23768" x="2946400" y="1612900"/>
          <p14:tracePt t="23784" x="2965450" y="1587500"/>
          <p14:tracePt t="23802" x="3003550" y="1543050"/>
          <p14:tracePt t="23817" x="3022600" y="1511300"/>
          <p14:tracePt t="23834" x="3028950" y="1492250"/>
          <p14:tracePt t="23851" x="3054350" y="1466850"/>
          <p14:tracePt t="23867" x="3054350" y="1454150"/>
          <p14:tracePt t="23884" x="3060700" y="1441450"/>
          <p14:tracePt t="23901" x="3060700" y="1435100"/>
          <p14:tracePt t="23933" x="3060700" y="1428750"/>
          <p14:tracePt t="24012" x="3067050" y="1428750"/>
          <p14:tracePt t="24062" x="3073400" y="1422400"/>
          <p14:tracePt t="24083" x="3073400" y="1416050"/>
          <p14:tracePt t="24523" x="3079750" y="1416050"/>
          <p14:tracePt t="24536" x="3092450" y="1435100"/>
          <p14:tracePt t="24542" x="3105150" y="1454150"/>
          <p14:tracePt t="24551" x="3117850" y="1473200"/>
          <p14:tracePt t="24567" x="3130550" y="1485900"/>
          <p14:tracePt t="24581" x="3136900" y="1498600"/>
          <p14:tracePt t="24598" x="3168650" y="1517650"/>
          <p14:tracePt t="24615" x="3194050" y="1530350"/>
          <p14:tracePt t="24632" x="3206750" y="1536700"/>
          <p14:tracePt t="24648" x="3244850" y="1555750"/>
          <p14:tracePt t="24664" x="3282950" y="1568450"/>
          <p14:tracePt t="24681" x="3314700" y="1581150"/>
          <p14:tracePt t="24699" x="3371850" y="1593850"/>
          <p14:tracePt t="24715" x="3422650" y="1625600"/>
          <p14:tracePt t="24731" x="3454400" y="1631950"/>
          <p14:tracePt t="24748" x="3511550" y="1651000"/>
          <p14:tracePt t="24764" x="3536950" y="1657350"/>
          <p14:tracePt t="24780" x="3594100" y="1663700"/>
          <p14:tracePt t="24797" x="3683000" y="1670050"/>
          <p14:tracePt t="24814" x="3721100" y="1670050"/>
          <p14:tracePt t="24831" x="3829050" y="1676400"/>
          <p14:tracePt t="24847" x="3930650" y="1676400"/>
          <p14:tracePt t="24864" x="3981450" y="1676400"/>
          <p14:tracePt t="24881" x="4089400" y="1676400"/>
          <p14:tracePt t="24897" x="4178300" y="1670050"/>
          <p14:tracePt t="24914" x="4235450" y="1657350"/>
          <p14:tracePt t="24930" x="4343400" y="1638300"/>
          <p14:tracePt t="24947" x="4438650" y="1612900"/>
          <p14:tracePt t="24964" x="4470400" y="1600200"/>
          <p14:tracePt t="24979" x="4521200" y="1574800"/>
          <p14:tracePt t="24996" x="4552950" y="1562100"/>
          <p14:tracePt t="25014" x="4565650" y="1549400"/>
          <p14:tracePt t="25030" x="4572000" y="1549400"/>
          <p14:tracePt t="25046" x="4578350" y="1549400"/>
          <p14:tracePt t="25063" x="4578350" y="1543050"/>
          <p14:tracePt t="25096" x="4584700" y="1543050"/>
          <p14:tracePt t="25133" x="4591050" y="1543050"/>
          <p14:tracePt t="25196" x="4597400" y="1536700"/>
          <p14:tracePt t="25245" x="4603750" y="1530350"/>
          <p14:tracePt t="25260" x="4610100" y="1530350"/>
          <p14:tracePt t="25267" x="4616450" y="1530350"/>
          <p14:tracePt t="25278" x="4622800" y="1530350"/>
          <p14:tracePt t="25298" x="4629150" y="1524000"/>
          <p14:tracePt t="25316" x="4635500" y="1524000"/>
          <p14:tracePt t="25337" x="4641850" y="1524000"/>
          <p14:tracePt t="25365" x="4648200" y="1524000"/>
          <p14:tracePt t="25380" x="4654550" y="1524000"/>
          <p14:tracePt t="25407" x="4660900" y="1524000"/>
          <p14:tracePt t="25414" x="4667250" y="1524000"/>
          <p14:tracePt t="25435" x="4673600" y="1524000"/>
          <p14:tracePt t="25470" x="4673600" y="1530350"/>
          <p14:tracePt t="25478" x="4667250" y="1530350"/>
          <p14:tracePt t="25485" x="4660900" y="1536700"/>
          <p14:tracePt t="25498" x="4654550" y="1536700"/>
          <p14:tracePt t="25511" x="4641850" y="1543050"/>
          <p14:tracePt t="25527" x="4610100" y="1568450"/>
          <p14:tracePt t="25545" x="4578350" y="1587500"/>
          <p14:tracePt t="25562" x="4489450" y="1644650"/>
          <p14:tracePt t="25578" x="4387850" y="1695450"/>
          <p14:tracePt t="25594" x="4330700" y="1733550"/>
          <p14:tracePt t="25612" x="4241800" y="1790700"/>
          <p14:tracePt t="25628" x="4191000" y="1816100"/>
          <p14:tracePt t="25644" x="4178300" y="1835150"/>
          <p14:tracePt t="25662" x="4140200" y="1854200"/>
          <p14:tracePt t="25677" x="4140200" y="1860550"/>
          <p14:tracePt t="25695" x="4133850" y="1879600"/>
          <p14:tracePt t="25727" x="4140200" y="1885950"/>
          <p14:tracePt t="25744" x="4165600" y="1885950"/>
          <p14:tracePt t="25760" x="4203700" y="1885950"/>
          <p14:tracePt t="25777" x="4235450" y="1885950"/>
          <p14:tracePt t="25794" x="4337050" y="1885950"/>
          <p14:tracePt t="25811" x="4489450" y="1873250"/>
          <p14:tracePt t="25827" x="4565650" y="1866900"/>
          <p14:tracePt t="25843" x="4749800" y="1847850"/>
          <p14:tracePt t="25860" x="4927600" y="1816100"/>
          <p14:tracePt t="25877" x="5022850" y="1797050"/>
          <p14:tracePt t="25893" x="5149850" y="1765300"/>
          <p14:tracePt t="25910" x="5219700" y="1746250"/>
          <p14:tracePt t="25927" x="5314950" y="1714500"/>
          <p14:tracePt t="25943" x="5359400" y="1695450"/>
          <p14:tracePt t="25960" x="5391150" y="1676400"/>
          <p14:tracePt t="25977" x="5441950" y="1663700"/>
          <p14:tracePt t="25993" x="5461000" y="1651000"/>
          <p14:tracePt t="26010" x="5480050" y="1651000"/>
          <p14:tracePt t="26026" x="5486400" y="1644650"/>
          <p14:tracePt t="26074" x="5492750" y="1644650"/>
          <p14:tracePt t="26095" x="5492750" y="1638300"/>
          <p14:tracePt t="26459" x="5499100" y="1638300"/>
          <p14:tracePt t="26473" x="5518150" y="1638300"/>
          <p14:tracePt t="26480" x="5537200" y="1638300"/>
          <p14:tracePt t="26495" x="5562600" y="1638300"/>
          <p14:tracePt t="26508" x="5607050" y="1644650"/>
          <p14:tracePt t="26525" x="5638800" y="1657350"/>
          <p14:tracePt t="26541" x="5657850" y="1657350"/>
          <p14:tracePt t="26558" x="5715000" y="1657350"/>
          <p14:tracePt t="26574" x="5797550" y="1651000"/>
          <p14:tracePt t="26591" x="5835650" y="1651000"/>
          <p14:tracePt t="26607" x="5930900" y="1638300"/>
          <p14:tracePt t="26624" x="6045200" y="1638300"/>
          <p14:tracePt t="26642" x="6159500" y="1638300"/>
          <p14:tracePt t="26657" x="6229350" y="1625600"/>
          <p14:tracePt t="26674" x="6330950" y="1619250"/>
          <p14:tracePt t="26692" x="6426200" y="1593850"/>
          <p14:tracePt t="26707" x="6457950" y="1574800"/>
          <p14:tracePt t="26724" x="6489700" y="1568450"/>
          <p14:tracePt t="26740" x="6553200" y="1543050"/>
          <p14:tracePt t="26757" x="6572250" y="1543050"/>
          <p14:tracePt t="26774" x="6578600" y="1536700"/>
          <p14:tracePt t="26790" x="6597650" y="1530350"/>
          <p14:tracePt t="26845" x="6604000" y="1530350"/>
          <p14:tracePt t="27070" x="6604000" y="1524000"/>
          <p14:tracePt t="27597" x="6597650" y="1524000"/>
          <p14:tracePt t="27653" x="6591300" y="1524000"/>
          <p14:tracePt t="27667" x="6584950" y="1524000"/>
          <p14:tracePt t="27674" x="6578600" y="1524000"/>
          <p14:tracePt t="27690" x="6572250" y="1524000"/>
          <p14:tracePt t="27704" x="6565900" y="1524000"/>
          <p14:tracePt t="27720" x="6553200" y="1524000"/>
          <p14:tracePt t="27738" x="6521450" y="1517650"/>
          <p14:tracePt t="27754" x="6489700" y="1511300"/>
          <p14:tracePt t="27771" x="6419850" y="1504950"/>
          <p14:tracePt t="27787" x="6324600" y="1473200"/>
          <p14:tracePt t="27804" x="6273800" y="1460500"/>
          <p14:tracePt t="27807" x="6203950" y="1447800"/>
          <p14:tracePt t="27820" x="6153150" y="1428750"/>
          <p14:tracePt t="27836" x="6019800" y="1403350"/>
          <p14:tracePt t="27853" x="5949950" y="1384300"/>
          <p14:tracePt t="27870" x="5803900" y="1352550"/>
          <p14:tracePt t="27886" x="5651500" y="1320800"/>
          <p14:tracePt t="27903" x="5562600" y="1320800"/>
          <p14:tracePt t="27920" x="5397500" y="1314450"/>
          <p14:tracePt t="27936" x="5251450" y="1314450"/>
          <p14:tracePt t="27953" x="5200650" y="1314450"/>
          <p14:tracePt t="27970" x="5118100" y="1314450"/>
          <p14:tracePt t="27986" x="5080000" y="1314450"/>
          <p14:tracePt t="28381" x="5067300" y="1320800"/>
          <p14:tracePt t="28387" x="5054600" y="1339850"/>
          <p14:tracePt t="28402" x="5022850" y="1358900"/>
          <p14:tracePt t="28418" x="4984750" y="1403350"/>
          <p14:tracePt t="28435" x="4965700" y="1422400"/>
          <p14:tracePt t="28452" x="4927600" y="1466850"/>
          <p14:tracePt t="28468" x="4908550" y="1492250"/>
          <p14:tracePt t="28484" x="4902200" y="1511300"/>
          <p14:tracePt t="28501" x="4870450" y="1549400"/>
          <p14:tracePt t="28518" x="4864100" y="1581150"/>
          <p14:tracePt t="28534" x="4838700" y="1631950"/>
          <p14:tracePt t="28551" x="4806950" y="1695450"/>
          <p14:tracePt t="28567" x="4800600" y="1714500"/>
          <p14:tracePt t="28585" x="4775200" y="1771650"/>
          <p14:tracePt t="28601" x="4768850" y="1809750"/>
          <p14:tracePt t="28617" x="4768850" y="1828800"/>
          <p14:tracePt t="28634" x="4768850" y="1847850"/>
          <p14:tracePt t="28650" x="4781550" y="1854200"/>
          <p14:tracePt t="28684" x="4800600" y="1860550"/>
          <p14:tracePt t="28700" x="4832350" y="1866900"/>
          <p14:tracePt t="28718" x="4851400" y="1873250"/>
          <p14:tracePt t="28733" x="4933950" y="1898650"/>
          <p14:tracePt t="28750" x="5054600" y="1936750"/>
          <p14:tracePt t="28767" x="5124450" y="1955800"/>
          <p14:tracePt t="28784" x="5276850" y="1987550"/>
          <p14:tracePt t="28800" x="5372100" y="2006600"/>
          <p14:tracePt t="28817" x="5594350" y="2044700"/>
          <p14:tracePt t="28833" x="5645150" y="2044700"/>
          <p14:tracePt t="28850" x="5695950" y="2044700"/>
          <p14:tracePt t="28866" x="5765800" y="2044700"/>
          <p14:tracePt t="28883" x="5803900" y="2044700"/>
          <p14:tracePt t="28901" x="5822950" y="2044700"/>
          <p14:tracePt t="28916" x="5854700" y="2032000"/>
          <p14:tracePt t="28933" x="5867400" y="2025650"/>
          <p14:tracePt t="28950" x="5880100" y="2025650"/>
          <p14:tracePt t="28966" x="5886450" y="2019300"/>
          <p14:tracePt t="28983" x="5892800" y="2019300"/>
          <p14:tracePt t="29231" x="5899150" y="2019300"/>
          <p14:tracePt t="29329" x="5899150" y="2012950"/>
          <p14:tracePt t="29350" x="5905500" y="2006600"/>
          <p14:tracePt t="29379" x="5911850" y="2006600"/>
          <p14:tracePt t="29393" x="5918200" y="2000250"/>
          <p14:tracePt t="29401" x="5918200" y="1993900"/>
          <p14:tracePt t="29415" x="5924550" y="1993900"/>
          <p14:tracePt t="29432" x="5930900" y="1993900"/>
          <p14:tracePt t="29449" x="5937250" y="1981200"/>
          <p14:tracePt t="29465" x="5943600" y="1981200"/>
          <p14:tracePt t="29481" x="5949950" y="1974850"/>
          <p14:tracePt t="29498" x="5969000" y="1955800"/>
          <p14:tracePt t="29514" x="5994400" y="1930400"/>
          <p14:tracePt t="29531" x="6007100" y="1917700"/>
          <p14:tracePt t="29547" x="6026150" y="1892300"/>
          <p14:tracePt t="29564" x="6045200" y="1873250"/>
          <p14:tracePt t="29581" x="6051550" y="1860550"/>
          <p14:tracePt t="29597" x="6070600" y="1841500"/>
          <p14:tracePt t="29613" x="6076950" y="1828800"/>
          <p14:tracePt t="29632" x="6083300" y="1803400"/>
          <p14:tracePt t="29647" x="6089650" y="1797050"/>
          <p14:tracePt t="29664" x="6089650" y="1784350"/>
          <p14:tracePt t="29681" x="6096000" y="1752600"/>
          <p14:tracePt t="29697" x="6108700" y="1727200"/>
          <p14:tracePt t="29713" x="6108700" y="1714500"/>
          <p14:tracePt t="29731" x="6121400" y="1695450"/>
          <p14:tracePt t="29747" x="6127750" y="1682750"/>
          <p14:tracePt t="29780" x="6127750" y="1676400"/>
          <p14:tracePt t="29815" x="6127750" y="1670050"/>
          <p14:tracePt t="29891" x="6134100" y="1670050"/>
          <p14:tracePt t="30544" x="6115050" y="1670050"/>
          <p14:tracePt t="30558" x="6076950" y="1670050"/>
          <p14:tracePt t="30566" x="6038850" y="1670050"/>
          <p14:tracePt t="30580" x="5956300" y="1676400"/>
          <p14:tracePt t="30594" x="5753100" y="1708150"/>
          <p14:tracePt t="30611" x="5626100" y="1727200"/>
          <p14:tracePt t="30627" x="5480050" y="1765300"/>
          <p14:tracePt t="30644" x="4978400" y="1860550"/>
          <p14:tracePt t="30660" x="4826000" y="1898650"/>
          <p14:tracePt t="30677" x="4629150" y="1955800"/>
          <p14:tracePt t="30693" x="4559300" y="2000250"/>
          <p14:tracePt t="31328" x="4584700" y="2012950"/>
          <p14:tracePt t="31335" x="4641850" y="2032000"/>
          <p14:tracePt t="31349" x="4699000" y="2057400"/>
          <p14:tracePt t="31358" x="4756150" y="2089150"/>
          <p14:tracePt t="31374" x="4832350" y="2120900"/>
          <p14:tracePt t="31392" x="4997450" y="2190750"/>
          <p14:tracePt t="31408" x="5181600" y="2247900"/>
          <p14:tracePt t="31424" x="5257800" y="2266950"/>
          <p14:tracePt t="31441" x="5429250" y="2311400"/>
          <p14:tracePt t="31457" x="5492750" y="2330450"/>
          <p14:tracePt t="31475" x="5600700" y="2355850"/>
          <p14:tracePt t="31491" x="5645150" y="2374900"/>
          <p14:tracePt t="31507" x="5715000" y="2387600"/>
          <p14:tracePt t="31524" x="5759450" y="2387600"/>
          <p14:tracePt t="31540" x="5829300" y="2381250"/>
          <p14:tracePt t="31557" x="5854700" y="2374900"/>
          <p14:tracePt t="31574" x="5905500" y="2362200"/>
          <p14:tracePt t="31590" x="5924550" y="2355850"/>
          <p14:tracePt t="31607" x="5937250" y="2355850"/>
          <p14:tracePt t="31624" x="5943600" y="2349500"/>
          <p14:tracePt t="31656" x="5949950" y="2343150"/>
          <p14:tracePt t="31680" x="5949950" y="2336800"/>
          <p14:tracePt t="32133" x="5969000" y="2336800"/>
          <p14:tracePt t="32140" x="6000750" y="2336800"/>
          <p14:tracePt t="32153" x="6038850" y="2330450"/>
          <p14:tracePt t="32161" x="6064250" y="2330450"/>
          <p14:tracePt t="32171" x="6127750" y="2317750"/>
          <p14:tracePt t="32189" x="6216650" y="2317750"/>
          <p14:tracePt t="32205" x="6254750" y="2317750"/>
          <p14:tracePt t="32221" x="6311900" y="2311400"/>
          <p14:tracePt t="32239" x="6426200" y="2305050"/>
          <p14:tracePt t="32255" x="6483350" y="2305050"/>
          <p14:tracePt t="32271" x="6534150" y="2305050"/>
          <p14:tracePt t="32288" x="6648450" y="2305050"/>
          <p14:tracePt t="32304" x="6800850" y="2305050"/>
          <p14:tracePt t="32321" x="6864350" y="2305050"/>
          <p14:tracePt t="32338" x="6985000" y="2305050"/>
          <p14:tracePt t="32354" x="7086600" y="2292350"/>
          <p14:tracePt t="32372" x="7143750" y="2286000"/>
          <p14:tracePt t="32388" x="7213600" y="2266950"/>
          <p14:tracePt t="32404" x="7251700" y="2266950"/>
          <p14:tracePt t="32421" x="7270750" y="2266950"/>
          <p14:tracePt t="32437" x="7321550" y="2254250"/>
          <p14:tracePt t="32454" x="7340600" y="2254250"/>
          <p14:tracePt t="32471" x="7385050" y="2254250"/>
          <p14:tracePt t="32487" x="7397750" y="2254250"/>
          <p14:tracePt t="32505" x="7410450" y="2254250"/>
          <p14:tracePt t="32520" x="7442200" y="2247900"/>
          <p14:tracePt t="32537" x="7454900" y="2241550"/>
          <p14:tracePt t="32554" x="7480300" y="2235200"/>
          <p14:tracePt t="32570" x="7499350" y="2228850"/>
          <p14:tracePt t="32587" x="7505700" y="2228850"/>
          <p14:tracePt t="32604" x="7518400" y="2222500"/>
          <p14:tracePt t="32637" x="7531100" y="2209800"/>
          <p14:tracePt t="32653" x="7537450" y="2203450"/>
          <p14:tracePt t="32687" x="7543800" y="2197100"/>
          <p14:tracePt t="32703" x="7543800" y="2190750"/>
          <p14:tracePt t="32723" x="7550150" y="2184400"/>
          <p14:tracePt t="32739" x="7556500" y="2184400"/>
          <p14:tracePt t="32752" x="7562850" y="2178050"/>
          <p14:tracePt t="33084" x="7588250" y="2178050"/>
          <p14:tracePt t="33091" x="7626350" y="2178050"/>
          <p14:tracePt t="33105" x="7658100" y="2184400"/>
          <p14:tracePt t="33119" x="7683500" y="2184400"/>
          <p14:tracePt t="33135" x="7753350" y="2190750"/>
          <p14:tracePt t="33151" x="7791450" y="2190750"/>
          <p14:tracePt t="33168" x="7848600" y="2190750"/>
          <p14:tracePt t="33185" x="7899400" y="2190750"/>
          <p14:tracePt t="33201" x="7918450" y="2190750"/>
          <p14:tracePt t="33218" x="7975600" y="2190750"/>
          <p14:tracePt t="33234" x="8026400" y="2190750"/>
          <p14:tracePt t="33251" x="8045450" y="2190750"/>
          <p14:tracePt t="33267" x="8096250" y="2190750"/>
          <p14:tracePt t="33284" x="8108950" y="2190750"/>
          <p14:tracePt t="33302" x="8159750" y="2190750"/>
          <p14:tracePt t="33318" x="8172450" y="2190750"/>
          <p14:tracePt t="33334" x="8185150" y="2190750"/>
          <p14:tracePt t="33351" x="8197850" y="2190750"/>
          <p14:tracePt t="33367" x="8204200" y="2190750"/>
          <p14:tracePt t="33384" x="8210550" y="2190750"/>
          <p14:tracePt t="33401" x="8216900" y="2184400"/>
          <p14:tracePt t="33625" x="8204200" y="2184400"/>
          <p14:tracePt t="33639" x="8191500" y="2184400"/>
          <p14:tracePt t="33646" x="8166100" y="2184400"/>
          <p14:tracePt t="33653" x="8121650" y="2203450"/>
          <p14:tracePt t="33669" x="8070850" y="2209800"/>
          <p14:tracePt t="33683" x="8007350" y="2222500"/>
          <p14:tracePt t="33700" x="7823200" y="2260600"/>
          <p14:tracePt t="33717" x="7600950" y="2311400"/>
          <p14:tracePt t="33733" x="7486650" y="2336800"/>
          <p14:tracePt t="33749" x="7283450" y="2387600"/>
          <p14:tracePt t="33766" x="7086600" y="2438400"/>
          <p14:tracePt t="33783" x="7016750" y="2470150"/>
          <p14:tracePt t="33801" x="6921500" y="2501900"/>
          <p14:tracePt t="36326" x="6908800" y="2501900"/>
          <p14:tracePt t="36332" x="6877050" y="2501900"/>
          <p14:tracePt t="36347" x="6858000" y="2501900"/>
          <p14:tracePt t="36357" x="6826250" y="2501900"/>
          <p14:tracePt t="36373" x="6807200" y="2501900"/>
          <p14:tracePt t="36390" x="6750050" y="2520950"/>
          <p14:tracePt t="36407" x="6673850" y="2559050"/>
          <p14:tracePt t="36424" x="6578600" y="2635250"/>
          <p14:tracePt t="36440" x="6534150" y="2673350"/>
          <p14:tracePt t="36457" x="6381750" y="2806700"/>
          <p14:tracePt t="36474" x="6197600" y="3003550"/>
          <p14:tracePt t="36490" x="6108700" y="3111500"/>
          <p14:tracePt t="36507" x="5981700" y="3232150"/>
          <p14:tracePt t="36523" x="5645150" y="3562350"/>
          <p14:tracePt t="36540" x="5524500" y="3670300"/>
          <p14:tracePt t="36557" x="5391150" y="3784600"/>
          <p14:tracePt t="36573" x="5099050" y="4051300"/>
          <p14:tracePt t="36589" x="5035550" y="4102100"/>
          <p14:tracePt t="36606" x="5003800" y="4114800"/>
          <p14:tracePt t="43614" x="5022850" y="4102100"/>
          <p14:tracePt t="43621" x="5054600" y="4064000"/>
          <p14:tracePt t="43635" x="5092700" y="4019550"/>
          <p14:tracePt t="43649" x="5181600" y="3879850"/>
          <p14:tracePt t="43665" x="5245100" y="3771900"/>
          <p14:tracePt t="43682" x="5308600" y="3683000"/>
          <p14:tracePt t="43698" x="5435600" y="3467100"/>
          <p14:tracePt t="43715" x="5518150" y="3327400"/>
          <p14:tracePt t="43732" x="5543550" y="3282950"/>
          <p14:tracePt t="43748" x="5568950" y="3251200"/>
          <p14:tracePt t="43765" x="5581650" y="3238500"/>
          <p14:tracePt t="43782" x="5588000" y="3238500"/>
          <p14:tracePt t="43798" x="5594350" y="3232150"/>
          <p14:tracePt t="43815" x="5600700" y="3232150"/>
          <p14:tracePt t="43832" x="5613400" y="3225800"/>
          <p14:tracePt t="43865" x="5613400" y="3219450"/>
          <p14:tracePt t="43881" x="5626100" y="3194050"/>
          <p14:tracePt t="43898" x="5632450" y="3181350"/>
          <p14:tracePt t="43914" x="5638800" y="3162300"/>
          <p14:tracePt t="43931" x="5670550" y="3079750"/>
          <p14:tracePt t="43948" x="5689600" y="3035300"/>
          <p14:tracePt t="43966" x="5708650" y="2984500"/>
          <p14:tracePt t="43981" x="5721350" y="2971800"/>
          <p14:tracePt t="43997" x="5734050" y="2946400"/>
          <p14:tracePt t="44000" x="5746750" y="2940050"/>
          <p14:tracePt t="44017" x="5753100" y="2940050"/>
          <p14:tracePt t="44031" x="5759450" y="2940050"/>
          <p14:tracePt t="44047" x="5778500" y="2940050"/>
          <p14:tracePt t="44064" x="5784850" y="2933700"/>
          <p14:tracePt t="44080" x="5791200" y="2933700"/>
          <p14:tracePt t="44113" x="5797550" y="2933700"/>
          <p14:tracePt t="44162" x="5803900" y="2933700"/>
          <p14:tracePt t="44295" x="5810250" y="2933700"/>
          <p14:tracePt t="44316" x="5816600" y="2933700"/>
          <p14:tracePt t="44344" x="5822950" y="2933700"/>
          <p14:tracePt t="44351" x="5822950" y="2940050"/>
          <p14:tracePt t="44372" x="5829300" y="2940050"/>
          <p14:tracePt t="44408" x="5835650" y="2946400"/>
          <p14:tracePt t="44415" x="5842000" y="2946400"/>
          <p14:tracePt t="44430" x="5848350" y="2946400"/>
          <p14:tracePt t="44436" x="5861050" y="2946400"/>
          <p14:tracePt t="44450" x="5880100" y="2952750"/>
          <p14:tracePt t="44465" x="5911850" y="2959100"/>
          <p14:tracePt t="44479" x="5949950" y="2965450"/>
          <p14:tracePt t="44496" x="6013450" y="2978150"/>
          <p14:tracePt t="44513" x="6261100" y="3016250"/>
          <p14:tracePt t="44529" x="6350000" y="3028950"/>
          <p14:tracePt t="44546" x="6457950" y="3048000"/>
          <p14:tracePt t="44562" x="6648450" y="3067050"/>
          <p14:tracePt t="44579" x="6800850" y="3067050"/>
          <p14:tracePt t="44595" x="6877050" y="3067050"/>
          <p14:tracePt t="44611" x="6997700" y="3067050"/>
          <p14:tracePt t="44628" x="7061200" y="3060700"/>
          <p14:tracePt t="44646" x="7105650" y="3054350"/>
          <p14:tracePt t="44662" x="7118350" y="3048000"/>
          <p14:tracePt t="44678" x="7131050" y="3041650"/>
          <p14:tracePt t="44696" x="7137400" y="3041650"/>
          <p14:tracePt t="44899" x="7137400" y="3028950"/>
          <p14:tracePt t="44906" x="7131050" y="3016250"/>
          <p14:tracePt t="44914" x="7124700" y="3003550"/>
          <p14:tracePt t="44928" x="7105650" y="2978150"/>
          <p14:tracePt t="44944" x="7099300" y="2959100"/>
          <p14:tracePt t="44962" x="7073900" y="2927350"/>
          <p14:tracePt t="44977" x="7048500" y="2895600"/>
          <p14:tracePt t="44994" x="7029450" y="2876550"/>
          <p14:tracePt t="45011" x="6997700" y="2863850"/>
          <p14:tracePt t="45027" x="6965950" y="2851150"/>
          <p14:tracePt t="45044" x="6953250" y="2851150"/>
          <p14:tracePt t="45061" x="6908800" y="2844800"/>
          <p14:tracePt t="45077" x="6864350" y="2844800"/>
          <p14:tracePt t="45094" x="6832600" y="2844800"/>
          <p14:tracePt t="45111" x="6775450" y="2844800"/>
          <p14:tracePt t="45127" x="6724650" y="2851150"/>
          <p14:tracePt t="45144" x="6699250" y="2857500"/>
          <p14:tracePt t="45160" x="6642100" y="2857500"/>
          <p14:tracePt t="45177" x="6610350" y="2857500"/>
          <p14:tracePt t="45195" x="6546850" y="2857500"/>
          <p14:tracePt t="45210" x="6477000" y="2870200"/>
          <p14:tracePt t="45226" x="6445250" y="2870200"/>
          <p14:tracePt t="45243" x="6388100" y="2889250"/>
          <p14:tracePt t="45260" x="6343650" y="2901950"/>
          <p14:tracePt t="45276" x="6318250" y="2908300"/>
          <p14:tracePt t="45293" x="6280150" y="2914650"/>
          <p14:tracePt t="45310" x="6242050" y="2927350"/>
          <p14:tracePt t="45327" x="6216650" y="2933700"/>
          <p14:tracePt t="45343" x="6178550" y="2946400"/>
          <p14:tracePt t="45360" x="6134100" y="2959100"/>
          <p14:tracePt t="45378" x="6102350" y="2965450"/>
          <p14:tracePt t="45393" x="6089650" y="2965450"/>
          <p14:tracePt t="45409" x="6070600" y="2971800"/>
          <p14:tracePt t="45427" x="6064250" y="2990850"/>
          <p14:tracePt t="47823" x="6064250" y="2997200"/>
          <p14:tracePt t="47844" x="6070600" y="2997200"/>
          <p14:tracePt t="47859" x="6083300" y="2997200"/>
          <p14:tracePt t="47865" x="6096000" y="2997200"/>
          <p14:tracePt t="47873" x="6115050" y="3009900"/>
          <p14:tracePt t="47888" x="6127750" y="3009900"/>
          <p14:tracePt t="47901" x="6146800" y="3009900"/>
          <p14:tracePt t="47917" x="6197600" y="3003550"/>
          <p14:tracePt t="47934" x="6229350" y="2997200"/>
          <p14:tracePt t="47951" x="6286500" y="2990850"/>
          <p14:tracePt t="47967" x="6318250" y="2984500"/>
          <p14:tracePt t="47984" x="6343650" y="2971800"/>
          <p14:tracePt t="48000" x="6400800" y="2946400"/>
          <p14:tracePt t="48017" x="6419850" y="2940050"/>
          <p14:tracePt t="48034" x="6451600" y="2927350"/>
          <p14:tracePt t="48050" x="6464300" y="2921000"/>
          <p14:tracePt t="48067" x="6470650" y="2914650"/>
          <p14:tracePt t="48084" x="6489700" y="2914650"/>
          <p14:tracePt t="48100" x="6502400" y="2908300"/>
          <p14:tracePt t="48116" x="6508750" y="2901950"/>
          <p14:tracePt t="48133" x="6527800" y="2895600"/>
          <p14:tracePt t="48149" x="6546850" y="2895600"/>
          <p14:tracePt t="48166" x="6553200" y="2895600"/>
          <p14:tracePt t="48183" x="6565900" y="2895600"/>
          <p14:tracePt t="48199" x="6584950" y="2895600"/>
          <p14:tracePt t="48233" x="6604000" y="2895600"/>
          <p14:tracePt t="48249" x="6610350" y="2895600"/>
          <p14:tracePt t="48266" x="6616700" y="2889250"/>
          <p14:tracePt t="48299" x="6629400" y="2889250"/>
          <p14:tracePt t="48358" x="6635750" y="2882900"/>
          <p14:tracePt t="48407" x="6629400" y="2882900"/>
          <p14:tracePt t="48421" x="6623050" y="2882900"/>
          <p14:tracePt t="48435" x="6610350" y="2882900"/>
          <p14:tracePt t="48442" x="6597650" y="2882900"/>
          <p14:tracePt t="48456" x="6584950" y="2876550"/>
          <p14:tracePt t="48465" x="6559550" y="2863850"/>
          <p14:tracePt t="48482" x="6527800" y="2857500"/>
          <p14:tracePt t="48499" x="6445250" y="2838450"/>
          <p14:tracePt t="48515" x="6337300" y="2825750"/>
          <p14:tracePt t="48532" x="6286500" y="2813050"/>
          <p14:tracePt t="48549" x="6140450" y="2787650"/>
          <p14:tracePt t="48565" x="6096000" y="2781300"/>
          <p14:tracePt t="48583" x="6032500" y="2781300"/>
          <p14:tracePt t="48598" x="5988050" y="2781300"/>
          <p14:tracePt t="48615" x="5975350" y="2781300"/>
          <p14:tracePt t="48618" x="5962650" y="2781300"/>
          <p14:tracePt t="48634" x="5956300" y="2781300"/>
          <p14:tracePt t="48647" x="5949950" y="2781300"/>
          <p14:tracePt t="48913" x="5949950" y="2787650"/>
          <p14:tracePt t="48927" x="5956300" y="2787650"/>
          <p14:tracePt t="48941" x="5962650" y="2787650"/>
          <p14:tracePt t="48949" x="5975350" y="2787650"/>
          <p14:tracePt t="48963" x="5988050" y="2787650"/>
          <p14:tracePt t="48980" x="6000750" y="2787650"/>
          <p14:tracePt t="48997" x="6038850" y="2794000"/>
          <p14:tracePt t="49013" x="6076950" y="2806700"/>
          <p14:tracePt t="49030" x="6159500" y="2806700"/>
          <p14:tracePt t="49047" x="6197600" y="2806700"/>
          <p14:tracePt t="49063" x="6273800" y="2806700"/>
          <p14:tracePt t="49081" x="6305550" y="2806700"/>
          <p14:tracePt t="49096" x="6350000" y="2806700"/>
          <p14:tracePt t="49113" x="6375400" y="2794000"/>
          <p14:tracePt t="49131" x="6394450" y="2787650"/>
          <p14:tracePt t="49229" x="6394450" y="2781300"/>
          <p14:tracePt t="49250" x="6381750" y="2774950"/>
          <p14:tracePt t="49257" x="6369050" y="2768600"/>
          <p14:tracePt t="49271" x="6356350" y="2762250"/>
          <p14:tracePt t="49279" x="6330950" y="2755900"/>
          <p14:tracePt t="49295" x="6280150" y="2730500"/>
          <p14:tracePt t="49313" x="6223000" y="2717800"/>
          <p14:tracePt t="49329" x="6191250" y="2711450"/>
          <p14:tracePt t="49345" x="6115050" y="2711450"/>
          <p14:tracePt t="49363" x="6057900" y="2705100"/>
          <p14:tracePt t="49379" x="6013450" y="2711450"/>
          <p14:tracePt t="49395" x="5949950" y="2717800"/>
          <p14:tracePt t="49412" x="5892800" y="2724150"/>
          <p14:tracePt t="49429" x="5848350" y="2724150"/>
          <p14:tracePt t="49446" x="5791200" y="2736850"/>
          <p14:tracePt t="49462" x="5753100" y="2730500"/>
          <p14:tracePt t="49479" x="5727700" y="2724150"/>
          <p14:tracePt t="49496" x="5702300" y="2717800"/>
          <p14:tracePt t="49531" x="5695950" y="2730500"/>
          <p14:tracePt t="50009" x="5664200" y="2724150"/>
          <p14:tracePt t="50024" x="5619750" y="2692400"/>
          <p14:tracePt t="50030" x="5562600" y="2667000"/>
          <p14:tracePt t="50046" x="5492750" y="2635250"/>
          <p14:tracePt t="50059" x="5435600" y="2597150"/>
          <p14:tracePt t="50076" x="5321300" y="2520950"/>
          <p14:tracePt t="50094" x="5162550" y="2444750"/>
          <p14:tracePt t="50109" x="5054600" y="2387600"/>
          <p14:tracePt t="50126" x="4857750" y="2305050"/>
          <p14:tracePt t="50143" x="4622800" y="2241550"/>
          <p14:tracePt t="50159" x="4508500" y="2209800"/>
          <p14:tracePt t="50176" x="4279900" y="2178050"/>
          <p14:tracePt t="50193" x="4076700" y="2159000"/>
          <p14:tracePt t="50209" x="3962400" y="2159000"/>
          <p14:tracePt t="50226" x="3848100" y="2159000"/>
          <p14:tracePt t="50242" x="3543300" y="2171700"/>
          <p14:tracePt t="50258" x="3429000" y="2184400"/>
          <p14:tracePt t="50277" x="3244850" y="2216150"/>
          <p14:tracePt t="50292" x="3155950" y="2222500"/>
          <p14:tracePt t="50309" x="2959100" y="2254250"/>
          <p14:tracePt t="50326" x="2781300" y="2254250"/>
          <p14:tracePt t="50342" x="2667000" y="2254250"/>
          <p14:tracePt t="50359" x="2463800" y="2266950"/>
          <p14:tracePt t="50376" x="2247900" y="2273300"/>
          <p14:tracePt t="50392" x="2146300" y="2298700"/>
          <p14:tracePt t="50409" x="1987550" y="2368550"/>
          <p14:tracePt t="50425" x="1860550" y="2413000"/>
          <p14:tracePt t="50442" x="1841500" y="2413000"/>
          <p14:tracePt t="50458" x="1822450" y="2438400"/>
          <p14:tracePt t="50920" x="1809750" y="2463800"/>
          <p14:tracePt t="50927" x="1803400" y="2495550"/>
          <p14:tracePt t="50941" x="1778000" y="2527300"/>
          <p14:tracePt t="50957" x="1739900" y="2603500"/>
          <p14:tracePt t="50973" x="1714500" y="2635250"/>
          <p14:tracePt t="50990" x="1689100" y="2679700"/>
          <p14:tracePt t="51006" x="1670050" y="2730500"/>
          <p14:tracePt t="51023" x="1663700" y="2749550"/>
          <p14:tracePt t="51040" x="1651000" y="2800350"/>
          <p14:tracePt t="51056" x="1644650" y="2825750"/>
          <p14:tracePt t="51073" x="1625600" y="2870200"/>
          <p14:tracePt t="51089" x="1612900" y="2933700"/>
          <p14:tracePt t="51106" x="1606550" y="2952750"/>
          <p14:tracePt t="51123" x="1606550" y="2984500"/>
          <p14:tracePt t="51139" x="1606550" y="3009900"/>
          <p14:tracePt t="51156" x="1606550" y="3022600"/>
          <p14:tracePt t="51173" x="1606550" y="3041650"/>
          <p14:tracePt t="51189" x="1619250" y="3073400"/>
          <p14:tracePt t="51206" x="1625600" y="3092450"/>
          <p14:tracePt t="51223" x="1644650" y="3124200"/>
          <p14:tracePt t="52230" x="1651000" y="3136900"/>
          <p14:tracePt t="52244" x="1670050" y="3162300"/>
          <p14:tracePt t="52251" x="1676400" y="3187700"/>
          <p14:tracePt t="52258" x="1689100" y="3225800"/>
          <p14:tracePt t="52272" x="1714500" y="3257550"/>
          <p14:tracePt t="52286" x="1733550" y="3302000"/>
          <p14:tracePt t="52302" x="1778000" y="3378200"/>
          <p14:tracePt t="52319" x="1803400" y="3409950"/>
          <p14:tracePt t="52336" x="1847850" y="3454400"/>
          <p14:tracePt t="52352" x="1892300" y="3498850"/>
          <p14:tracePt t="52368" x="1911350" y="3511550"/>
          <p14:tracePt t="52386" x="1936750" y="3530600"/>
          <p14:tracePt t="52402" x="1955800" y="3549650"/>
          <p14:tracePt t="52418" x="1968500" y="3556000"/>
          <p14:tracePt t="52435" x="1974850" y="3556000"/>
          <p14:tracePt t="52452" x="1981200" y="3556000"/>
          <p14:tracePt t="52574" x="1987550" y="3556000"/>
          <p14:tracePt t="53327" x="1993900" y="3556000"/>
          <p14:tracePt t="53334" x="2000250" y="3556000"/>
          <p14:tracePt t="53349" x="2019300" y="3549650"/>
          <p14:tracePt t="53355" x="2038350" y="3543300"/>
          <p14:tracePt t="53365" x="2063750" y="3536950"/>
          <p14:tracePt t="53381" x="2101850" y="3524250"/>
          <p14:tracePt t="53398" x="2197100" y="3492500"/>
          <p14:tracePt t="53415" x="2254250" y="3479800"/>
          <p14:tracePt t="53432" x="2425700" y="3448050"/>
          <p14:tracePt t="53448" x="2476500" y="3448050"/>
          <p14:tracePt t="53465" x="2514600" y="3448050"/>
          <p14:tracePt t="53482" x="2635250" y="3448050"/>
          <p14:tracePt t="53498" x="2736850" y="3441700"/>
          <p14:tracePt t="53515" x="2781300" y="3441700"/>
          <p14:tracePt t="53531" x="2832100" y="3441700"/>
          <p14:tracePt t="53548" x="2876550" y="3441700"/>
          <p14:tracePt t="53565" x="2895600" y="3448050"/>
          <p14:tracePt t="53581" x="2921000" y="3448050"/>
          <p14:tracePt t="53597" x="2940050" y="3448050"/>
          <p14:tracePt t="53615" x="2952750" y="3454400"/>
          <p14:tracePt t="53647" x="2959100" y="3460750"/>
          <p14:tracePt t="53665" x="2971800" y="3460750"/>
          <p14:tracePt t="53697" x="2978150" y="3460750"/>
          <p14:tracePt t="53714" x="2984500" y="3460750"/>
          <p14:tracePt t="53730" x="2984500" y="3467100"/>
          <p14:tracePt t="53747" x="2990850" y="3467100"/>
          <p14:tracePt t="53763" x="3003550" y="3467100"/>
          <p14:tracePt t="53780" x="3022600" y="3473450"/>
          <p14:tracePt t="53797" x="3060700" y="3486150"/>
          <p14:tracePt t="53813" x="3086100" y="3492500"/>
          <p14:tracePt t="53830" x="3155950" y="3511550"/>
          <p14:tracePt t="53847" x="3213100" y="3524250"/>
          <p14:tracePt t="53863" x="3238500" y="3524250"/>
          <p14:tracePt t="53880" x="3289300" y="3536950"/>
          <p14:tracePt t="53897" x="3321050" y="3536950"/>
          <p14:tracePt t="53913" x="3333750" y="3543300"/>
          <p14:tracePt t="53930" x="3346450" y="3543300"/>
          <p14:tracePt t="53946" x="3352800" y="3536950"/>
          <p14:tracePt t="53980" x="3359150" y="3536950"/>
          <p14:tracePt t="54551" x="3371850" y="3536950"/>
          <p14:tracePt t="54558" x="3378200" y="3536950"/>
          <p14:tracePt t="54572" x="3403600" y="3536950"/>
          <p14:tracePt t="54580" x="3429000" y="3536950"/>
          <p14:tracePt t="54594" x="3448050" y="3536950"/>
          <p14:tracePt t="54611" x="3505200" y="3536950"/>
          <p14:tracePt t="54629" x="3562350" y="3536950"/>
          <p14:tracePt t="54644" x="3600450" y="3524250"/>
          <p14:tracePt t="54660" x="3676650" y="3511550"/>
          <p14:tracePt t="54678" x="3790950" y="3511550"/>
          <p14:tracePt t="54694" x="3867150" y="3524250"/>
          <p14:tracePt t="54710" x="3956050" y="3536950"/>
          <p14:tracePt t="54713" x="4083050" y="3536950"/>
          <p14:tracePt t="54727" x="4248150" y="3556000"/>
          <p14:tracePt t="54743" x="4635500" y="3613150"/>
          <p14:tracePt t="54760" x="4933950" y="3657600"/>
          <p14:tracePt t="54777" x="5524500" y="3721100"/>
          <p14:tracePt t="54793" x="5791200" y="3733800"/>
          <p14:tracePt t="54811" x="6292850" y="3752850"/>
          <p14:tracePt t="54827" x="6661150" y="3746500"/>
          <p14:tracePt t="54843" x="6800850" y="3733800"/>
          <p14:tracePt t="54860" x="7042150" y="3702050"/>
          <p14:tracePt t="54876" x="7200900" y="3683000"/>
          <p14:tracePt t="54893" x="7258050" y="3663950"/>
          <p14:tracePt t="54910" x="7315200" y="3657600"/>
          <p14:tracePt t="54926" x="7353300" y="3644900"/>
          <p14:tracePt t="54943" x="7353300" y="3638550"/>
          <p14:tracePt t="54959" x="7359650" y="3638550"/>
          <p14:tracePt t="54976" x="7359650" y="3632200"/>
          <p14:tracePt t="55022" x="7359650" y="3625850"/>
          <p14:tracePt t="55574" x="7378700" y="3625850"/>
          <p14:tracePt t="55581" x="7397750" y="3625850"/>
          <p14:tracePt t="55595" x="7429500" y="3625850"/>
          <p14:tracePt t="55607" x="7461250" y="3632200"/>
          <p14:tracePt t="55624" x="7518400" y="3632200"/>
          <p14:tracePt t="55641" x="7556500" y="3644900"/>
          <p14:tracePt t="55657" x="7626350" y="3644900"/>
          <p14:tracePt t="55674" x="7689850" y="3644900"/>
          <p14:tracePt t="55690" x="7727950" y="3632200"/>
          <p14:tracePt t="55708" x="7791450" y="3625850"/>
          <p14:tracePt t="55723" x="7835900" y="3625850"/>
          <p14:tracePt t="55740" x="7867650" y="3625850"/>
          <p14:tracePt t="55757" x="7918450" y="3619500"/>
          <p14:tracePt t="55773" x="7956550" y="3613150"/>
          <p14:tracePt t="55790" x="7988300" y="3606800"/>
          <p14:tracePt t="55807" x="8020050" y="3594100"/>
          <p14:tracePt t="55823" x="8032750" y="3587750"/>
          <p14:tracePt t="55840" x="8058150" y="3575050"/>
          <p14:tracePt t="55856" x="8077200" y="3568700"/>
          <p14:tracePt t="55873" x="8089900" y="3568700"/>
          <p14:tracePt t="55890" x="8096250" y="3562350"/>
          <p14:tracePt t="55906" x="8108950" y="3556000"/>
          <p14:tracePt t="55923" x="8115300" y="3556000"/>
          <p14:tracePt t="55940" x="8121650" y="3549650"/>
          <p14:tracePt t="55956" x="8128000" y="3543300"/>
          <p14:tracePt t="55976" x="8134350" y="3543300"/>
          <p14:tracePt t="56024" x="8140700" y="3543300"/>
          <p14:tracePt t="56087" x="8147050" y="3543300"/>
          <p14:tracePt t="56354" x="8147050" y="3536950"/>
          <p14:tracePt t="56370" x="8147050" y="3543300"/>
          <p14:tracePt t="56858" x="8140700" y="3530600"/>
          <p14:tracePt t="56865" x="8121650" y="3517900"/>
          <p14:tracePt t="56879" x="8089900" y="3505200"/>
          <p14:tracePt t="56889" x="8058150" y="3479800"/>
          <p14:tracePt t="56902" x="8013700" y="3454400"/>
          <p14:tracePt t="56919" x="7899400" y="3384550"/>
          <p14:tracePt t="56936" x="7747000" y="3308350"/>
          <p14:tracePt t="56953" x="7658100" y="3263900"/>
          <p14:tracePt t="56970" x="7537450" y="3219450"/>
          <p14:tracePt t="56985" x="7245350" y="3117850"/>
          <p14:tracePt t="57002" x="6953250" y="3048000"/>
          <p14:tracePt t="57020" x="6502400" y="2965450"/>
          <p14:tracePt t="57036" x="6108700" y="2908300"/>
          <p14:tracePt t="57052" x="5969000" y="2901950"/>
          <p14:tracePt t="57069" x="5562600" y="2876550"/>
          <p14:tracePt t="57085" x="5187950" y="2863850"/>
          <p14:tracePt t="57102" x="5048250" y="2851150"/>
          <p14:tracePt t="57119" x="4895850" y="2838450"/>
          <p14:tracePt t="57135" x="4826000" y="2819400"/>
          <p14:tracePt t="57508" x="4762500" y="2825750"/>
          <p14:tracePt t="57522" x="4692650" y="2844800"/>
          <p14:tracePt t="57529" x="4616450" y="2863850"/>
          <p14:tracePt t="57543" x="4527550" y="2863850"/>
          <p14:tracePt t="57553" x="4425950" y="2876550"/>
          <p14:tracePt t="57567" x="4311650" y="2908300"/>
          <p14:tracePt t="57584" x="4044950" y="2959100"/>
          <p14:tracePt t="57601" x="3803650" y="3003550"/>
          <p14:tracePt t="57617" x="3689350" y="3022600"/>
          <p14:tracePt t="57634" x="3467100" y="3067050"/>
          <p14:tracePt t="57650" x="3251200" y="3130550"/>
          <p14:tracePt t="57667" x="3155950" y="3155950"/>
          <p14:tracePt t="57684" x="2946400" y="3219450"/>
          <p14:tracePt t="57700" x="2749550" y="3302000"/>
          <p14:tracePt t="57717" x="2667000" y="3346450"/>
          <p14:tracePt t="57734" x="2508250" y="3416300"/>
          <p14:tracePt t="57749" x="2387600" y="3460750"/>
          <p14:tracePt t="57766" x="2355850" y="3467100"/>
          <p14:tracePt t="57783" x="2330450" y="3486150"/>
          <p14:tracePt t="57800" x="2343150" y="3492500"/>
          <p14:tracePt t="58293" x="2374900" y="3492500"/>
          <p14:tracePt t="58300" x="2406650" y="3511550"/>
          <p14:tracePt t="58315" x="2425700" y="3517900"/>
          <p14:tracePt t="58321" x="2451100" y="3524250"/>
          <p14:tracePt t="58335" x="2476500" y="3524250"/>
          <p14:tracePt t="58348" x="2495550" y="3530600"/>
          <p14:tracePt t="58364" x="2533650" y="3536950"/>
          <p14:tracePt t="58381" x="2559050" y="3543300"/>
          <p14:tracePt t="58398" x="2597150" y="3549650"/>
          <p14:tracePt t="58414" x="2641600" y="3549650"/>
          <p14:tracePt t="58431" x="2660650" y="3549650"/>
          <p14:tracePt t="58448" x="2698750" y="3549650"/>
          <p14:tracePt t="58464" x="2743200" y="3562350"/>
          <p14:tracePt t="58481" x="2755900" y="3562350"/>
          <p14:tracePt t="58497" x="2774950" y="3562350"/>
          <p14:tracePt t="58514" x="2794000" y="3562350"/>
          <p14:tracePt t="58531" x="2806700" y="3562350"/>
          <p14:tracePt t="58547" x="2813050" y="3562350"/>
          <p14:tracePt t="58564" x="2825750" y="3562350"/>
          <p14:tracePt t="58630" x="2832100" y="3562350"/>
          <p14:tracePt t="58651" x="2838450" y="3562350"/>
          <p14:tracePt t="58665" x="2844800" y="3562350"/>
          <p14:tracePt t="58672" x="2851150" y="3562350"/>
          <p14:tracePt t="58686" x="2863850" y="3562350"/>
          <p14:tracePt t="58696" x="2876550" y="3568700"/>
          <p14:tracePt t="58713" x="2882900" y="3575050"/>
          <p14:tracePt t="58729" x="2921000" y="3587750"/>
          <p14:tracePt t="58746" x="2952750" y="3606800"/>
          <p14:tracePt t="58764" x="3048000" y="3632200"/>
          <p14:tracePt t="58779" x="3168650" y="3676650"/>
          <p14:tracePt t="58796" x="3225800" y="3695700"/>
          <p14:tracePt t="58813" x="3346450" y="3733800"/>
          <p14:tracePt t="58830" x="3454400" y="3752850"/>
          <p14:tracePt t="58846" x="3498850" y="3771900"/>
          <p14:tracePt t="58863" x="3568700" y="3784600"/>
          <p14:tracePt t="58879" x="3625850" y="3790950"/>
          <p14:tracePt t="58896" x="3644900" y="3790950"/>
          <p14:tracePt t="58912" x="3702050" y="3803650"/>
          <p14:tracePt t="58929" x="3721100" y="3803650"/>
          <p14:tracePt t="58946" x="3727450" y="3803650"/>
          <p14:tracePt t="58962" x="3740150" y="3810000"/>
          <p14:tracePt t="58979" x="3746500" y="3810000"/>
          <p14:tracePt t="58996" x="3759200" y="3810000"/>
          <p14:tracePt t="59012" x="3765550" y="3810000"/>
          <p14:tracePt t="59029" x="3771900" y="3810000"/>
          <p14:tracePt t="59875" x="3778250" y="3810000"/>
          <p14:tracePt t="59890" x="3784600" y="3810000"/>
          <p14:tracePt t="59896" x="3790950" y="3810000"/>
          <p14:tracePt t="59912" x="3803650" y="3810000"/>
          <p14:tracePt t="59926" x="3835400" y="3810000"/>
          <p14:tracePt t="59942" x="3873500" y="3810000"/>
          <p14:tracePt t="59959" x="3975100" y="3810000"/>
          <p14:tracePt t="59975" x="4051300" y="3803650"/>
          <p14:tracePt t="59993" x="4254500" y="3790950"/>
          <p14:tracePt t="60009" x="4495800" y="3790950"/>
          <p14:tracePt t="60025" x="4622800" y="3784600"/>
          <p14:tracePt t="60042" x="4737100" y="3784600"/>
          <p14:tracePt t="60059" x="4965700" y="3784600"/>
          <p14:tracePt t="60075" x="5080000" y="3784600"/>
          <p14:tracePt t="60092" x="5270500" y="3784600"/>
          <p14:tracePt t="60109" x="5422900" y="3784600"/>
          <p14:tracePt t="60125" x="5524500" y="3797300"/>
          <p14:tracePt t="60142" x="5594350" y="3803650"/>
          <p14:tracePt t="60158" x="5626100" y="3803650"/>
          <p14:tracePt t="60175" x="5695950" y="3816350"/>
          <p14:tracePt t="60192" x="5753100" y="3829050"/>
          <p14:tracePt t="60208" x="5784850" y="3835400"/>
          <p14:tracePt t="60225" x="5835650" y="3848100"/>
          <p14:tracePt t="60241" x="5880100" y="3854450"/>
          <p14:tracePt t="60258" x="5905500" y="3854450"/>
          <p14:tracePt t="60275" x="5962650" y="3860800"/>
          <p14:tracePt t="60291" x="6013450" y="3867150"/>
          <p14:tracePt t="60307" x="6038850" y="3867150"/>
          <p14:tracePt t="60324" x="6089650" y="3867150"/>
          <p14:tracePt t="60341" x="6127750" y="3867150"/>
          <p14:tracePt t="60357" x="6140450" y="3867150"/>
          <p14:tracePt t="60375" x="6159500" y="3867150"/>
          <p14:tracePt t="60391" x="6165850" y="3867150"/>
          <p14:tracePt t="60424" x="6178550" y="3867150"/>
          <p14:tracePt t="60440" x="6191250" y="3860800"/>
          <p14:tracePt t="60457" x="6203950" y="3854450"/>
          <p14:tracePt t="61011" x="6216650" y="3854450"/>
          <p14:tracePt t="61024" x="6229350" y="3854450"/>
          <p14:tracePt t="61031" x="6248400" y="3854450"/>
          <p14:tracePt t="61041" x="6261100" y="3854450"/>
          <p14:tracePt t="61055" x="6280150" y="3854450"/>
          <p14:tracePt t="61071" x="6292850" y="3854450"/>
          <p14:tracePt t="61088" x="6330950" y="3848100"/>
          <p14:tracePt t="61105" x="6343650" y="3848100"/>
          <p14:tracePt t="61122" x="6343650" y="3841750"/>
          <p14:tracePt t="61138" x="6356350" y="3835400"/>
          <p14:tracePt t="61154" x="6362700" y="3835400"/>
          <p14:tracePt t="61207" x="6362700" y="3829050"/>
          <p14:tracePt t="61214" x="6356350" y="3829050"/>
          <p14:tracePt t="61228" x="6350000" y="3829050"/>
          <p14:tracePt t="61238" x="6343650" y="3822700"/>
          <p14:tracePt t="61254" x="6318250" y="3816350"/>
          <p14:tracePt t="61271" x="6229350" y="3784600"/>
          <p14:tracePt t="61287" x="6172200" y="3778250"/>
          <p14:tracePt t="61305" x="6108700" y="3759200"/>
          <p14:tracePt t="61321" x="5772150" y="3714750"/>
          <p14:tracePt t="61337" x="5645150" y="3695700"/>
          <p14:tracePt t="61355" x="5365750" y="3663950"/>
          <p14:tracePt t="61370" x="5200650" y="3651250"/>
          <p14:tracePt t="61387" x="4857750" y="3600450"/>
          <p14:tracePt t="61404" x="4546600" y="3568700"/>
          <p14:tracePt t="61420" x="4394200" y="3530600"/>
          <p14:tracePt t="61437" x="4165600" y="3498850"/>
          <p14:tracePt t="61454" x="4032250" y="3454400"/>
          <p14:tracePt t="61977" x="4025900" y="3460750"/>
          <p14:tracePt t="61983" x="4019550" y="3473450"/>
          <p14:tracePt t="61998" x="4013200" y="3479800"/>
          <p14:tracePt t="62005" x="4000500" y="3486150"/>
          <p14:tracePt t="62075" x="4006850" y="3492500"/>
          <p14:tracePt t="62082" x="4006850" y="3498850"/>
          <p14:tracePt t="62096" x="4013200" y="3498850"/>
          <p14:tracePt t="62104" x="4019550" y="3498850"/>
          <p14:tracePt t="62119" x="4032250" y="3498850"/>
          <p14:tracePt t="62136" x="4064000" y="3498850"/>
          <p14:tracePt t="62152" x="4184650" y="3524250"/>
          <p14:tracePt t="62168" x="4248150" y="3536950"/>
          <p14:tracePt t="62184" x="4318000" y="3543300"/>
          <p14:tracePt t="62202" x="4470400" y="3556000"/>
          <p14:tracePt t="62218" x="4559300" y="3568700"/>
          <p14:tracePt t="62235" x="4756150" y="3594100"/>
          <p14:tracePt t="62251" x="4933950" y="3625850"/>
          <p14:tracePt t="62267" x="5092700" y="3644900"/>
          <p14:tracePt t="62285" x="5168900" y="3644900"/>
          <p14:tracePt t="62287" x="5219700" y="3644900"/>
          <p14:tracePt t="62301" x="5270500" y="3644900"/>
          <p14:tracePt t="62317" x="5372100" y="3644900"/>
          <p14:tracePt t="62335" x="5410200" y="3644900"/>
          <p14:tracePt t="62351" x="5480050" y="3644900"/>
          <p14:tracePt t="62367" x="5524500" y="3644900"/>
          <p14:tracePt t="62384" x="5543550" y="3644900"/>
          <p14:tracePt t="62400" x="5556250" y="3644900"/>
          <p14:tracePt t="62417" x="5568950" y="3644900"/>
          <p14:tracePt t="62434" x="5581650" y="3644900"/>
          <p14:tracePt t="62467" x="5581650" y="3651250"/>
          <p14:tracePt t="62483" x="5581650" y="3670300"/>
          <p14:tracePt t="62847" x="5588000" y="3670300"/>
          <p14:tracePt t="62855" x="5600700" y="3670300"/>
          <p14:tracePt t="62868" x="5619750" y="3670300"/>
          <p14:tracePt t="62882" x="5645150" y="3670300"/>
          <p14:tracePt t="62899" x="5727700" y="3670300"/>
          <p14:tracePt t="62915" x="5778500" y="3670300"/>
          <p14:tracePt t="62932" x="5905500" y="3676650"/>
          <p14:tracePt t="62948" x="6057900" y="3676650"/>
          <p14:tracePt t="62966" x="6299200" y="3670300"/>
          <p14:tracePt t="62982" x="6438900" y="3663950"/>
          <p14:tracePt t="62998" x="6565900" y="3651250"/>
          <p14:tracePt t="63016" x="6889750" y="3625850"/>
          <p14:tracePt t="63031" x="7239000" y="3606800"/>
          <p14:tracePt t="63048" x="7366000" y="3606800"/>
          <p14:tracePt t="63065" x="7550150" y="3575050"/>
          <p14:tracePt t="63081" x="7664450" y="3556000"/>
          <p14:tracePt t="63098" x="7721600" y="3556000"/>
          <p14:tracePt t="63115" x="7778750" y="3549650"/>
          <p14:tracePt t="63131" x="7810500" y="3536950"/>
          <p14:tracePt t="63148" x="7823200" y="3536950"/>
          <p14:tracePt t="63165" x="7835900" y="3536950"/>
          <p14:tracePt t="63212" x="7835900" y="3530600"/>
          <p14:tracePt t="63669" x="7829550" y="3530600"/>
          <p14:tracePt t="63678" x="7835900" y="3530600"/>
          <p14:tracePt t="64192" x="7816850" y="3530600"/>
          <p14:tracePt t="64205" x="7797800" y="3530600"/>
          <p14:tracePt t="64214" x="7778750" y="3530600"/>
          <p14:tracePt t="64227" x="7747000" y="3524250"/>
          <p14:tracePt t="64244" x="7696200" y="3517900"/>
          <p14:tracePt t="64261" x="7651750" y="3505200"/>
          <p14:tracePt t="64277" x="7556500" y="3473450"/>
          <p14:tracePt t="64294" x="7505700" y="3467100"/>
          <p14:tracePt t="64311" x="7346950" y="3435350"/>
          <p14:tracePt t="64327" x="7131050" y="3429000"/>
          <p14:tracePt t="64344" x="6889750" y="3416300"/>
          <p14:tracePt t="64361" x="6667500" y="3416300"/>
          <p14:tracePt t="64377" x="6540500" y="3409950"/>
          <p14:tracePt t="64394" x="6426200" y="3409950"/>
          <p14:tracePt t="64410" x="6000750" y="3378200"/>
          <p14:tracePt t="64427" x="5861050" y="3390900"/>
          <p14:tracePt t="64443" x="5734050" y="3397250"/>
          <p14:tracePt t="64460" x="5505450" y="3409950"/>
          <p14:tracePt t="64476" x="5359400" y="3448050"/>
          <p14:tracePt t="64494" x="5321300" y="3473450"/>
          <p14:tracePt t="65054" x="5283200" y="3473450"/>
          <p14:tracePt t="65062" x="5245100" y="3473450"/>
          <p14:tracePt t="65077" x="5200650" y="3473450"/>
          <p14:tracePt t="65091" x="5149850" y="3473450"/>
          <p14:tracePt t="65108" x="5060950" y="3473450"/>
          <p14:tracePt t="65125" x="4953000" y="3479800"/>
          <p14:tracePt t="65141" x="4914900" y="3498850"/>
          <p14:tracePt t="65157" x="4794250" y="3524250"/>
          <p14:tracePt t="65175" x="4737100" y="3536950"/>
          <p14:tracePt t="65191" x="4641850" y="3549650"/>
          <p14:tracePt t="65207" x="4559300" y="3562350"/>
          <p14:tracePt t="65225" x="4514850" y="3568700"/>
          <p14:tracePt t="65241" x="4502150" y="3568700"/>
          <p14:tracePt t="65257" x="4476750" y="3575050"/>
          <p14:tracePt t="65274" x="4432300" y="3594100"/>
          <p14:tracePt t="65290" x="4419600" y="3600450"/>
          <p14:tracePt t="65888" x="4400550" y="3625850"/>
          <p14:tracePt t="65895" x="4349750" y="3657600"/>
          <p14:tracePt t="65909" x="4318000" y="3683000"/>
          <p14:tracePt t="65921" x="4273550" y="3721100"/>
          <p14:tracePt t="65938" x="4184650" y="3790950"/>
          <p14:tracePt t="65955" x="4140200" y="3822700"/>
          <p14:tracePt t="65972" x="4070350" y="3879850"/>
          <p14:tracePt t="65988" x="3994150" y="3930650"/>
          <p14:tracePt t="66005" x="3956050" y="3968750"/>
          <p14:tracePt t="66022" x="3911600" y="4019550"/>
          <p14:tracePt t="66038" x="3860800" y="4070350"/>
          <p14:tracePt t="66055" x="3841750" y="4089400"/>
          <p14:tracePt t="66071" x="3810000" y="4140200"/>
          <p14:tracePt t="66088" x="3784600" y="4184650"/>
          <p14:tracePt t="66105" x="3778250" y="4203700"/>
          <p14:tracePt t="66121" x="3752850" y="4241800"/>
          <p14:tracePt t="66137" x="3752850" y="4248150"/>
          <p14:tracePt t="66155" x="3733800" y="4267200"/>
          <p14:tracePt t="66171" x="3727450" y="4267200"/>
          <p14:tracePt t="66187" x="3727450" y="4273550"/>
          <p14:tracePt t="66246" x="3721100" y="4273550"/>
          <p14:tracePt t="66295" x="3721100" y="4279900"/>
          <p14:tracePt t="66379" x="3721100" y="4286250"/>
          <p14:tracePt t="66688" x="3714750" y="4279900"/>
          <p14:tracePt t="66709" x="3714750" y="4273550"/>
          <p14:tracePt t="66716" x="3714750" y="4267200"/>
          <p14:tracePt t="66730" x="3721100" y="4254500"/>
          <p14:tracePt t="66738" x="3727450" y="4248150"/>
          <p14:tracePt t="66753" x="3733800" y="4222750"/>
          <p14:tracePt t="66768" x="3740150" y="4197350"/>
          <p14:tracePt t="66786" x="3797300" y="4038600"/>
          <p14:tracePt t="66802" x="3816350" y="3968750"/>
          <p14:tracePt t="66819" x="3835400" y="3892550"/>
          <p14:tracePt t="66836" x="3854450" y="3746500"/>
          <p14:tracePt t="66852" x="3873500" y="3632200"/>
          <p14:tracePt t="66868" x="3873500" y="3575050"/>
          <p14:tracePt t="66885" x="3879850" y="3517900"/>
          <p14:tracePt t="66901" x="3879850" y="3473450"/>
          <p14:tracePt t="66920" x="3879850" y="3448050"/>
          <p14:tracePt t="66935" x="3879850" y="3441700"/>
          <p14:tracePt t="66951" x="3879850" y="3422650"/>
          <p14:tracePt t="66969" x="3873500" y="3416300"/>
          <p14:tracePt t="66985" x="3867150" y="3416300"/>
          <p14:tracePt t="67001" x="3841750" y="3409950"/>
          <p14:tracePt t="67018" x="3816350" y="3403600"/>
          <p14:tracePt t="67034" x="3810000" y="3403600"/>
          <p14:tracePt t="67051" x="3797300" y="3403600"/>
          <p14:tracePt t="67068" x="3746500" y="3409950"/>
          <p14:tracePt t="67084" x="3727450" y="3422650"/>
          <p14:tracePt t="67102" x="3695700" y="3467100"/>
          <p14:tracePt t="67117" x="3689350" y="3505200"/>
          <p14:tracePt t="67134" x="3676650" y="3600450"/>
          <p14:tracePt t="67151" x="3683000" y="3708400"/>
          <p14:tracePt t="67167" x="3695700" y="3746500"/>
          <p14:tracePt t="67184" x="3721100" y="3829050"/>
          <p14:tracePt t="67201" x="3752850" y="3867150"/>
          <p14:tracePt t="67217" x="3765550" y="3879850"/>
          <p14:tracePt t="67234" x="3816350" y="3905250"/>
          <p14:tracePt t="67250" x="3886200" y="3917950"/>
          <p14:tracePt t="67267" x="3930650" y="3924300"/>
          <p14:tracePt t="67284" x="4025900" y="3924300"/>
          <p14:tracePt t="67300" x="4114800" y="3917950"/>
          <p14:tracePt t="67317" x="4159250" y="3898900"/>
          <p14:tracePt t="67334" x="4222750" y="3867150"/>
          <p14:tracePt t="67350" x="4286250" y="3816350"/>
          <p14:tracePt t="67367" x="4311650" y="3784600"/>
          <p14:tracePt t="67383" x="4375150" y="3708400"/>
          <p14:tracePt t="67400" x="4400550" y="3663950"/>
          <p14:tracePt t="67417" x="4438650" y="3575050"/>
          <p14:tracePt t="67433" x="4457700" y="3511550"/>
          <p14:tracePt t="67450" x="4470400" y="3473450"/>
          <p14:tracePt t="67467" x="4476750" y="3435350"/>
          <p14:tracePt t="67483" x="4476750" y="3409950"/>
          <p14:tracePt t="67499" x="4470400" y="3403600"/>
          <p14:tracePt t="67516" x="4457700" y="3390900"/>
          <p14:tracePt t="67533" x="4451350" y="3384550"/>
          <p14:tracePt t="67550" x="4425950" y="3365500"/>
          <p14:tracePt t="67566" x="4394200" y="3352800"/>
          <p14:tracePt t="67583" x="4349750" y="3340100"/>
          <p14:tracePt t="67600" x="4292600" y="3333750"/>
          <p14:tracePt t="67616" x="4254500" y="3333750"/>
          <p14:tracePt t="67632" x="4171950" y="3333750"/>
          <p14:tracePt t="67649" x="4102100" y="3359150"/>
          <p14:tracePt t="67665" x="4070350" y="3371850"/>
          <p14:tracePt t="67682" x="4038600" y="3390900"/>
          <p14:tracePt t="67699" x="3994150" y="3441700"/>
          <p14:tracePt t="67715" x="3981450" y="3448050"/>
          <p14:tracePt t="67732" x="3975100" y="3460750"/>
          <p14:tracePt t="67748" x="3968750" y="3473450"/>
          <p14:tracePt t="67765" x="3968750" y="3486150"/>
          <p14:tracePt t="67783" x="3968750" y="3505200"/>
          <p14:tracePt t="67815" x="3968750" y="3511550"/>
          <p14:tracePt t="67832" x="3975100" y="3517900"/>
          <p14:tracePt t="67848" x="3981450" y="3517900"/>
          <p14:tracePt t="67894" x="3987800" y="3524250"/>
          <p14:tracePt t="67922" x="3987800" y="3530600"/>
          <p14:tracePt t="67951" x="3994150" y="3530600"/>
          <p14:tracePt t="68273" x="4006850" y="3530600"/>
          <p14:tracePt t="68281" x="4019550" y="3530600"/>
          <p14:tracePt t="68293" x="4038600" y="3530600"/>
          <p14:tracePt t="68301" x="4064000" y="3530600"/>
          <p14:tracePt t="68316" x="4083050" y="3530600"/>
          <p14:tracePt t="68330" x="4133850" y="3530600"/>
          <p14:tracePt t="68346" x="4152900" y="3524250"/>
          <p14:tracePt t="68364" x="4171950" y="3517900"/>
          <p14:tracePt t="68380" x="4210050" y="3505200"/>
          <p14:tracePt t="68396" x="4241800" y="3479800"/>
          <p14:tracePt t="68414" x="4254500" y="3454400"/>
          <p14:tracePt t="68429" x="4260850" y="3441700"/>
          <p14:tracePt t="68446" x="4267200" y="3429000"/>
          <p14:tracePt t="68463" x="4267200" y="3390900"/>
          <p14:tracePt t="68479" x="4267200" y="3378200"/>
          <p14:tracePt t="68496" x="4267200" y="3352800"/>
          <p14:tracePt t="68513" x="4254500" y="3327400"/>
          <p14:tracePt t="68529" x="4248150" y="3327400"/>
          <p14:tracePt t="68547" x="4235450" y="3314700"/>
          <p14:tracePt t="68562" x="4222750" y="3308350"/>
          <p14:tracePt t="68579" x="4210050" y="3308350"/>
          <p14:tracePt t="68597" x="4178300" y="3308350"/>
          <p14:tracePt t="68612" x="4152900" y="3308350"/>
          <p14:tracePt t="68628" x="4070350" y="3340100"/>
          <p14:tracePt t="68646" x="3956050" y="3409950"/>
          <p14:tracePt t="68662" x="3898900" y="3435350"/>
          <p14:tracePt t="68679" x="3797300" y="3530600"/>
          <p14:tracePt t="68696" x="3708400" y="3625850"/>
          <p14:tracePt t="68712" x="3683000" y="3670300"/>
          <p14:tracePt t="68729" x="3644900" y="3746500"/>
          <p14:tracePt t="68746" x="3632200" y="3778250"/>
          <p14:tracePt t="68762" x="3632200" y="3790950"/>
          <p14:tracePt t="68779" x="3632200" y="3797300"/>
          <p14:tracePt t="68821" x="3638550" y="3797300"/>
          <p14:tracePt t="68859" x="3644900" y="3797300"/>
          <p14:tracePt t="68946" x="3651250" y="3790950"/>
          <p14:tracePt t="68982" x="3651250" y="3784600"/>
          <p14:tracePt t="70048" x="3644900" y="3778250"/>
          <p14:tracePt t="70055" x="3625850" y="3765550"/>
          <p14:tracePt t="70068" x="3600450" y="3740150"/>
          <p14:tracePt t="70077" x="3568700" y="3727450"/>
          <p14:tracePt t="70090" x="3536950" y="3702050"/>
          <p14:tracePt t="70107" x="3505200" y="3676650"/>
          <p14:tracePt t="70123" x="3422650" y="3606800"/>
          <p14:tracePt t="70140" x="3333750" y="3530600"/>
          <p14:tracePt t="70157" x="3232150" y="3467100"/>
          <p14:tracePt t="70175" x="3079750" y="3378200"/>
          <p14:tracePt t="70190" x="2997200" y="3333750"/>
          <p14:tracePt t="70207" x="2914650" y="3295650"/>
          <p14:tracePt t="70225" x="2647950" y="3175000"/>
          <p14:tracePt t="70240" x="2559050" y="3130550"/>
          <p14:tracePt t="70257" x="2476500" y="3092450"/>
          <p14:tracePt t="70273" x="2317750" y="3028950"/>
          <p14:tracePt t="70290" x="2171700" y="2984500"/>
          <p14:tracePt t="70306" x="2101850" y="2952750"/>
          <p14:tracePt t="70323" x="1968500" y="2927350"/>
          <p14:tracePt t="70340" x="1885950" y="2901950"/>
          <p14:tracePt t="70357" x="1835150" y="2882900"/>
          <p14:tracePt t="70373" x="1803400" y="2882900"/>
          <p14:tracePt t="70389" x="1746250" y="2876550"/>
          <p14:tracePt t="70406" x="1739900" y="2870200"/>
          <p14:tracePt t="70423" x="1727200" y="2870200"/>
          <p14:tracePt t="71097" x="1714500" y="2870200"/>
          <p14:tracePt t="71111" x="1701800" y="2870200"/>
          <p14:tracePt t="71118" x="1695450" y="2870200"/>
          <p14:tracePt t="71125" x="1682750" y="2870200"/>
          <p14:tracePt t="71140" x="1670050" y="2870200"/>
          <p14:tracePt t="71154" x="1663700" y="2870200"/>
          <p14:tracePt t="71170" x="1651000" y="2863850"/>
          <p14:tracePt t="71187" x="1638300" y="2863850"/>
          <p14:tracePt t="71203" x="1612900" y="2857500"/>
          <p14:tracePt t="71220" x="1587500" y="2857500"/>
          <p14:tracePt t="71237" x="1574800" y="2857500"/>
          <p14:tracePt t="71253" x="1549400" y="2857500"/>
          <p14:tracePt t="71270" x="1517650" y="2857500"/>
          <p14:tracePt t="71287" x="1485900" y="2863850"/>
          <p14:tracePt t="71303" x="1473200" y="2863850"/>
          <p14:tracePt t="71320" x="1460500" y="2863850"/>
          <p14:tracePt t="71336" x="1428750" y="2870200"/>
          <p14:tracePt t="71353" x="1422400" y="2876550"/>
          <p14:tracePt t="71386" x="1416050" y="2876550"/>
          <p14:tracePt t="71462" x="1409700" y="2876550"/>
          <p14:tracePt t="71497" x="1403350" y="2876550"/>
          <p14:tracePt t="71539" x="1397000" y="2876550"/>
          <p14:tracePt t="71581" x="1390650" y="2876550"/>
          <p14:tracePt t="71638" x="1384300" y="2882900"/>
          <p14:tracePt t="71757" x="1390650" y="2889250"/>
          <p14:tracePt t="71778" x="1397000" y="2889250"/>
          <p14:tracePt t="71813" x="1403350" y="2889250"/>
          <p14:tracePt t="71820" x="1409700" y="2889250"/>
          <p14:tracePt t="71848" x="1422400" y="2889250"/>
          <p14:tracePt t="71869" x="1435100" y="2889250"/>
          <p14:tracePt t="71884" x="1447800" y="2889250"/>
          <p14:tracePt t="71890" x="1466850" y="2889250"/>
          <p14:tracePt t="71900" x="1498600" y="2895600"/>
          <p14:tracePt t="71918" x="1555750" y="2895600"/>
          <p14:tracePt t="71934" x="1593850" y="2895600"/>
          <p14:tracePt t="71950" x="1631950" y="2895600"/>
          <p14:tracePt t="71968" x="1739900" y="2895600"/>
          <p14:tracePt t="71984" x="1778000" y="2901950"/>
          <p14:tracePt t="72001" x="1797050" y="2901950"/>
          <p14:tracePt t="72018" x="1866900" y="2914650"/>
          <p14:tracePt t="72034" x="1936750" y="2921000"/>
          <p14:tracePt t="72050" x="1962150" y="2927350"/>
          <p14:tracePt t="72067" x="2006600" y="2933700"/>
          <p14:tracePt t="72084" x="2025650" y="2940050"/>
          <p14:tracePt t="72101" x="2032000" y="2940050"/>
          <p14:tracePt t="72133" x="2038350" y="2940050"/>
          <p14:tracePt t="72487" x="2032000" y="2940050"/>
          <p14:tracePt t="73621" x="2038350" y="2940050"/>
          <p14:tracePt t="73635" x="2051050" y="2940050"/>
          <p14:tracePt t="73642" x="2070100" y="2946400"/>
          <p14:tracePt t="73656" x="2089150" y="2946400"/>
          <p14:tracePt t="73664" x="2108200" y="2965450"/>
          <p14:tracePt t="73678" x="2133600" y="2971800"/>
          <p14:tracePt t="73695" x="2190750" y="2984500"/>
          <p14:tracePt t="73713" x="2209800" y="2984500"/>
          <p14:tracePt t="73728" x="2241550" y="2990850"/>
          <p14:tracePt t="73744" x="2266950" y="2997200"/>
          <p14:tracePt t="73762" x="2324100" y="3003550"/>
          <p14:tracePt t="73778" x="2355850" y="3022600"/>
          <p14:tracePt t="73795" x="2387600" y="3028950"/>
          <p14:tracePt t="73811" x="2438400" y="3048000"/>
          <p14:tracePt t="73827" x="2501900" y="3079750"/>
          <p14:tracePt t="73844" x="2533650" y="3098800"/>
          <p14:tracePt t="73861" x="2616200" y="3124200"/>
          <p14:tracePt t="73877" x="2686050" y="3149600"/>
          <p14:tracePt t="73895" x="2787650" y="3175000"/>
          <p14:tracePt t="73910" x="2825750" y="3194050"/>
          <p14:tracePt t="73927" x="2940050" y="3225800"/>
          <p14:tracePt t="73944" x="2990850" y="3244850"/>
          <p14:tracePt t="73961" x="3048000" y="3263900"/>
          <p14:tracePt t="73977" x="3111500" y="3282950"/>
          <p14:tracePt t="73994" x="3295650" y="3333750"/>
          <p14:tracePt t="74011" x="3409950" y="3359150"/>
          <p14:tracePt t="74027" x="3530600" y="3378200"/>
          <p14:tracePt t="74044" x="3771900" y="3409950"/>
          <p14:tracePt t="74060" x="3873500" y="3416300"/>
          <p14:tracePt t="74078" x="4051300" y="3416300"/>
          <p14:tracePt t="74093" x="4140200" y="3416300"/>
          <p14:tracePt t="74110" x="4203700" y="3416300"/>
          <p14:tracePt t="74127" x="4343400" y="3384550"/>
          <p14:tracePt t="74143" x="4368800" y="3371850"/>
          <p14:tracePt t="74160" x="4413250" y="3359150"/>
          <p14:tracePt t="74176" x="4438650" y="3333750"/>
          <p14:tracePt t="74193" x="4451350" y="3321050"/>
          <p14:tracePt t="74210" x="4514850" y="3257550"/>
          <p14:tracePt t="74226" x="4527550" y="3251200"/>
          <p14:tracePt t="74698" x="4546600" y="3251200"/>
          <p14:tracePt t="74704" x="4584700" y="3257550"/>
          <p14:tracePt t="74719" x="4616450" y="3257550"/>
          <p14:tracePt t="74727" x="4654550" y="3263900"/>
          <p14:tracePt t="74741" x="4692650" y="3263900"/>
          <p14:tracePt t="74758" x="4781550" y="3263900"/>
          <p14:tracePt t="74775" x="4819650" y="3263900"/>
          <p14:tracePt t="74791" x="4914900" y="3263900"/>
          <p14:tracePt t="74808" x="4953000" y="3263900"/>
          <p14:tracePt t="74824" x="5086350" y="3251200"/>
          <p14:tracePt t="74841" x="5149850" y="3251200"/>
          <p14:tracePt t="74857" x="5213350" y="3232150"/>
          <p14:tracePt t="74874" x="5321300" y="3206750"/>
          <p14:tracePt t="74890" x="5365750" y="3194050"/>
          <p14:tracePt t="74908" x="5448300" y="3168650"/>
          <p14:tracePt t="74924" x="5480050" y="3162300"/>
          <p14:tracePt t="74940" x="5524500" y="3143250"/>
          <p14:tracePt t="74943" x="5543550" y="3136900"/>
          <p14:tracePt t="74957" x="5568950" y="3130550"/>
          <p14:tracePt t="74973" x="5619750" y="3117850"/>
          <p14:tracePt t="74990" x="5645150" y="3105150"/>
          <p14:tracePt t="75007" x="5676900" y="3092450"/>
          <p14:tracePt t="75024" x="5702300" y="3079750"/>
          <p14:tracePt t="75042" x="5721350" y="3067050"/>
          <p14:tracePt t="75056" x="5727700" y="3060700"/>
          <p14:tracePt t="75073" x="5740400" y="3054350"/>
          <p14:tracePt t="75107" x="5740400" y="3048000"/>
          <p14:tracePt t="75140" x="5746750" y="3048000"/>
          <p14:tracePt t="75196" x="5753100" y="3048000"/>
          <p14:tracePt t="75280" x="5759450" y="3048000"/>
          <p14:tracePt t="76259" x="5765800" y="3048000"/>
          <p14:tracePt t="76273" x="5778500" y="3048000"/>
          <p14:tracePt t="76280" x="5797550" y="3054350"/>
          <p14:tracePt t="76289" x="5816600" y="3067050"/>
          <p14:tracePt t="76303" x="5842000" y="3086100"/>
          <p14:tracePt t="76319" x="5873750" y="3098800"/>
          <p14:tracePt t="76336" x="5949950" y="3143250"/>
          <p14:tracePt t="76352" x="6032500" y="3168650"/>
          <p14:tracePt t="76369" x="6089650" y="3194050"/>
          <p14:tracePt t="76386" x="6159500" y="3219450"/>
          <p14:tracePt t="76402" x="6242050" y="3238500"/>
          <p14:tracePt t="76419" x="6273800" y="3251200"/>
          <p14:tracePt t="76435" x="6343650" y="3270250"/>
          <p14:tracePt t="76452" x="6394450" y="3276600"/>
          <p14:tracePt t="76469" x="6426200" y="3282950"/>
          <p14:tracePt t="76471" x="6445250" y="3282950"/>
          <p14:tracePt t="76485" x="6457950" y="3282950"/>
          <p14:tracePt t="76501" x="6477000" y="3282950"/>
          <p14:tracePt t="76519" x="6508750" y="3282950"/>
          <p14:tracePt t="76535" x="6521450" y="3282950"/>
          <p14:tracePt t="76551" x="6540500" y="3276600"/>
          <p14:tracePt t="76569" x="6584950" y="3257550"/>
          <p14:tracePt t="76585" x="6604000" y="3251200"/>
          <p14:tracePt t="76601" x="6648450" y="3232150"/>
          <p14:tracePt t="76618" x="6692900" y="3213100"/>
          <p14:tracePt t="76635" x="6711950" y="3194050"/>
          <p14:tracePt t="76652" x="6743700" y="3175000"/>
          <p14:tracePt t="76668" x="6750050" y="3162300"/>
          <p14:tracePt t="76684" x="6762750" y="3155950"/>
          <p14:tracePt t="76702" x="6769100" y="3136900"/>
          <p14:tracePt t="76718" x="6775450" y="3130550"/>
          <p14:tracePt t="76734" x="6788150" y="3111500"/>
          <p14:tracePt t="76751" x="6794500" y="3098800"/>
          <p14:tracePt t="76768" x="6800850" y="3098800"/>
          <p14:tracePt t="76784" x="6813550" y="3073400"/>
          <p14:tracePt t="76801" x="6826250" y="3048000"/>
          <p14:tracePt t="76818" x="6838950" y="3028950"/>
          <p14:tracePt t="76835" x="6845300" y="3016250"/>
          <p14:tracePt t="76851" x="6851650" y="3009900"/>
          <p14:tracePt t="76867" x="6858000" y="2997200"/>
          <p14:tracePt t="76884" x="6864350" y="2984500"/>
          <p14:tracePt t="76917" x="6864350" y="2978150"/>
          <p14:tracePt t="76940" x="6870700" y="2971800"/>
          <p14:tracePt t="76989" x="6870700" y="2965450"/>
          <p14:tracePt t="77031" x="6877050" y="2965450"/>
          <p14:tracePt t="77220" x="6883400" y="2965450"/>
          <p14:tracePt t="77248" x="6883400" y="2971800"/>
          <p14:tracePt t="77276" x="6889750" y="2971800"/>
          <p14:tracePt t="77865" x="6877050" y="2971800"/>
          <p14:tracePt t="77872" x="6845300" y="2978150"/>
          <p14:tracePt t="77886" x="6819900" y="2984500"/>
          <p14:tracePt t="77896" x="6775450" y="2997200"/>
          <p14:tracePt t="77914" x="6680200" y="3009900"/>
          <p14:tracePt t="77930" x="6629400" y="3009900"/>
          <p14:tracePt t="77947" x="6565900" y="3022600"/>
          <p14:tracePt t="77964" x="6261100" y="3028950"/>
          <p14:tracePt t="77979" x="6146800" y="3028950"/>
          <p14:tracePt t="77997" x="5892800" y="3016250"/>
          <p14:tracePt t="78014" x="5613400" y="3003550"/>
          <p14:tracePt t="78030" x="5454650" y="2997200"/>
          <p14:tracePt t="78047" x="5276850" y="2997200"/>
          <p14:tracePt t="78063" x="4775200" y="2997200"/>
          <p14:tracePt t="78080" x="4648200" y="2997200"/>
          <p14:tracePt t="78097" x="4457700" y="2990850"/>
          <p14:tracePt t="78113" x="4324350" y="2978150"/>
          <p14:tracePt t="78586" x="4305300" y="2990850"/>
          <p14:tracePt t="78594" x="4260850" y="3028950"/>
          <p14:tracePt t="78607" x="4222750" y="3054350"/>
          <p14:tracePt t="78614" x="4191000" y="3086100"/>
          <p14:tracePt t="78630" x="4159250" y="3124200"/>
          <p14:tracePt t="78644" x="4108450" y="3162300"/>
          <p14:tracePt t="78661" x="4032250" y="3232150"/>
          <p14:tracePt t="78678" x="3930650" y="3308350"/>
          <p14:tracePt t="78694" x="3879850" y="3340100"/>
          <p14:tracePt t="78710" x="3803650" y="3416300"/>
          <p14:tracePt t="78728" x="3733800" y="3473450"/>
          <p14:tracePt t="78744" x="3702050" y="3486150"/>
          <p14:tracePt t="78760" x="3670300" y="3524250"/>
          <p14:tracePt t="78777" x="3651250" y="3530600"/>
          <p14:tracePt t="78794" x="3644900" y="3536950"/>
          <p14:tracePt t="78811" x="3632200" y="3536950"/>
          <p14:tracePt t="78827" x="3632200" y="3543300"/>
          <p14:tracePt t="78860" x="3625850" y="3549650"/>
          <p14:tracePt t="79155" x="3632200" y="3549650"/>
          <p14:tracePt t="79169" x="3638550" y="3549650"/>
          <p14:tracePt t="79176" x="3644900" y="3549650"/>
          <p14:tracePt t="79190" x="3657600" y="3556000"/>
          <p14:tracePt t="79204" x="3663950" y="3556000"/>
          <p14:tracePt t="79212" x="3689350" y="3556000"/>
          <p14:tracePt t="79226" x="3708400" y="3556000"/>
          <p14:tracePt t="79242" x="3733800" y="3562350"/>
          <p14:tracePt t="79261" x="3803650" y="3562350"/>
          <p14:tracePt t="79276" x="3841750" y="3562350"/>
          <p14:tracePt t="79292" x="3873500" y="3575050"/>
          <p14:tracePt t="79309" x="3930650" y="3581400"/>
          <p14:tracePt t="79326" x="3949700" y="3581400"/>
          <p14:tracePt t="79342" x="3968750" y="3581400"/>
          <p14:tracePt t="79359" x="3987800" y="3587750"/>
          <p14:tracePt t="79375" x="4000500" y="3587750"/>
          <p14:tracePt t="79392" x="4006850" y="3587750"/>
          <p14:tracePt t="79483" x="4006850" y="3581400"/>
          <p14:tracePt t="79505" x="4000500" y="3581400"/>
          <p14:tracePt t="79519" x="3994150" y="3581400"/>
          <p14:tracePt t="79527" x="3981450" y="3581400"/>
          <p14:tracePt t="79541" x="3968750" y="3581400"/>
          <p14:tracePt t="79558" x="3937000" y="3581400"/>
          <p14:tracePt t="79574" x="3867150" y="3575050"/>
          <p14:tracePt t="79591" x="3778250" y="3575050"/>
          <p14:tracePt t="79607" x="3727450" y="3575050"/>
          <p14:tracePt t="79625" x="3517900" y="3556000"/>
          <p14:tracePt t="79641" x="3454400" y="3536950"/>
          <p14:tracePt t="79657" x="3384550" y="3517900"/>
          <p14:tracePt t="79674" x="3251200" y="3479800"/>
          <p14:tracePt t="79691" x="3143250" y="3429000"/>
          <p14:tracePt t="79707" x="3086100" y="3416300"/>
          <p14:tracePt t="79724" x="3060700" y="3390900"/>
          <p14:tracePt t="80231" x="3048000" y="3390900"/>
          <p14:tracePt t="80238" x="3028950" y="3403600"/>
          <p14:tracePt t="80252" x="3009900" y="3422650"/>
          <p14:tracePt t="80259" x="2984500" y="3435350"/>
          <p14:tracePt t="80273" x="2965450" y="3448050"/>
          <p14:tracePt t="80288" x="2921000" y="3467100"/>
          <p14:tracePt t="80305" x="2908300" y="3473450"/>
          <p14:tracePt t="80322" x="2889250" y="3498850"/>
          <p14:tracePt t="80338" x="2870200" y="3498850"/>
          <p14:tracePt t="80355" x="2870200" y="3505200"/>
          <p14:tracePt t="80372" x="2863850" y="3511550"/>
          <p14:tracePt t="80405" x="2851150" y="3517900"/>
          <p14:tracePt t="80422" x="2844800" y="3530600"/>
          <p14:tracePt t="80438" x="2838450" y="3530600"/>
          <p14:tracePt t="80455" x="2832100" y="3536950"/>
          <p14:tracePt t="80471" x="2825750" y="3543300"/>
          <p14:tracePt t="80546" x="2825750" y="3549650"/>
          <p14:tracePt t="80567" x="2825750" y="3556000"/>
          <p14:tracePt t="80589" x="2825750" y="3562350"/>
          <p14:tracePt t="80609" x="2825750" y="3568700"/>
          <p14:tracePt t="80617" x="2832100" y="3568700"/>
          <p14:tracePt t="80631" x="2838450" y="3575050"/>
          <p14:tracePt t="80659" x="2851150" y="3575050"/>
          <p14:tracePt t="80673" x="2857500" y="3575050"/>
          <p14:tracePt t="80680" x="2863850" y="3581400"/>
          <p14:tracePt t="80694" x="2870200" y="3581400"/>
          <p14:tracePt t="80703" x="2895600" y="3587750"/>
          <p14:tracePt t="80720" x="2921000" y="3594100"/>
          <p14:tracePt t="80736" x="2990850" y="3606800"/>
          <p14:tracePt t="80754" x="3035300" y="3619500"/>
          <p14:tracePt t="80771" x="3130550" y="3632200"/>
          <p14:tracePt t="80787" x="3244850" y="3644900"/>
          <p14:tracePt t="80803" x="3302000" y="3651250"/>
          <p14:tracePt t="80821" x="3422650" y="3657600"/>
          <p14:tracePt t="80836" x="3448050" y="3657600"/>
          <p14:tracePt t="80853" x="3498850" y="3657600"/>
          <p14:tracePt t="80870" x="3536950" y="3657600"/>
          <p14:tracePt t="80886" x="3549650" y="3657600"/>
          <p14:tracePt t="80904" x="3587750" y="3657600"/>
          <p14:tracePt t="80920" x="3619500" y="3657600"/>
          <p14:tracePt t="80936" x="3638550" y="3657600"/>
          <p14:tracePt t="80954" x="3663950" y="3651250"/>
          <p14:tracePt t="80970" x="3676650" y="3644900"/>
          <p14:tracePt t="80986" x="3695700" y="3644900"/>
          <p14:tracePt t="81003" x="3708400" y="3638550"/>
          <p14:tracePt t="81019" x="3714750" y="3638550"/>
          <p14:tracePt t="81022" x="3721100" y="3638550"/>
          <p14:tracePt t="81036" x="3727450" y="3638550"/>
          <p14:tracePt t="81053" x="3740150" y="3638550"/>
          <p14:tracePt t="81101" x="3746500" y="3638550"/>
          <p14:tracePt t="81143" x="3752850" y="3638550"/>
          <p14:tracePt t="81248" x="3752850" y="3632200"/>
          <p14:tracePt t="81262" x="3746500" y="3632200"/>
          <p14:tracePt t="81283" x="3740150" y="3632200"/>
          <p14:tracePt t="81290" x="3727450" y="3632200"/>
          <p14:tracePt t="81305" x="3708400" y="3625850"/>
          <p14:tracePt t="81319" x="3657600" y="3625850"/>
          <p14:tracePt t="81335" x="3619500" y="3625850"/>
          <p14:tracePt t="81352" x="3568700" y="3625850"/>
          <p14:tracePt t="81368" x="3454400" y="3625850"/>
          <p14:tracePt t="81385" x="3321050" y="3638550"/>
          <p14:tracePt t="81402" x="3257550" y="3644900"/>
          <p14:tracePt t="81418" x="3136900" y="3663950"/>
          <p14:tracePt t="81435" x="3041650" y="3683000"/>
          <p14:tracePt t="81452" x="2971800" y="3695700"/>
          <p14:tracePt t="81468" x="2952750" y="3702050"/>
          <p14:tracePt t="81485" x="2914650" y="3702050"/>
          <p14:tracePt t="81502" x="2901950" y="3702050"/>
          <p14:tracePt t="81518" x="2889250" y="3702050"/>
          <p14:tracePt t="81551" x="2882900" y="3708400"/>
          <p14:tracePt t="81568" x="2882900" y="3714750"/>
          <p14:tracePt t="81662" x="2889250" y="3714750"/>
          <p14:tracePt t="81669" x="2895600" y="3714750"/>
          <p14:tracePt t="81704" x="2908300" y="3714750"/>
          <p14:tracePt t="81718" x="2914650" y="3714750"/>
          <p14:tracePt t="81725" x="2927350" y="3721100"/>
          <p14:tracePt t="81739" x="2946400" y="3721100"/>
          <p14:tracePt t="81750" x="2984500" y="3727450"/>
          <p14:tracePt t="81767" x="3016250" y="3733800"/>
          <p14:tracePt t="81783" x="3213100" y="3771900"/>
          <p14:tracePt t="81800" x="3282950" y="3790950"/>
          <p14:tracePt t="81817" x="3448050" y="3822700"/>
          <p14:tracePt t="81833" x="3581400" y="3841750"/>
          <p14:tracePt t="81850" x="3644900" y="3841750"/>
          <p14:tracePt t="81866" x="3752850" y="3848100"/>
          <p14:tracePt t="81883" x="3816350" y="3848100"/>
          <p14:tracePt t="81901" x="3867150" y="3848100"/>
          <p14:tracePt t="81916" x="3879850" y="3848100"/>
          <p14:tracePt t="81933" x="3892550" y="3848100"/>
          <p14:tracePt t="81950" x="3905250" y="3841750"/>
          <p14:tracePt t="82013" x="3911600" y="3835400"/>
          <p14:tracePt t="84939" x="3892550" y="3810000"/>
          <p14:tracePt t="84946" x="3848100" y="3771900"/>
          <p14:tracePt t="84960" x="3797300" y="3733800"/>
          <p14:tracePt t="84972" x="3733800" y="3695700"/>
          <p14:tracePt t="84989" x="3600450" y="3600450"/>
          <p14:tracePt t="85005" x="3530600" y="3536950"/>
          <p14:tracePt t="85022" x="3378200" y="3435350"/>
          <p14:tracePt t="85039" x="3213100" y="3321050"/>
          <p14:tracePt t="85055" x="3130550" y="3263900"/>
          <p14:tracePt t="85059" x="3060700" y="3213100"/>
          <p14:tracePt t="85075" x="2990850" y="3162300"/>
          <p14:tracePt t="85089" x="2901950" y="3111500"/>
          <p14:tracePt t="85105" x="2870200" y="3092450"/>
          <p14:tracePt t="85122" x="2787650" y="3067050"/>
          <p14:tracePt t="85138" x="2755900" y="3060700"/>
          <p14:tracePt t="85155" x="2698750" y="3048000"/>
          <p14:tracePt t="85172" x="2616200" y="3022600"/>
          <p14:tracePt t="85188" x="2578100" y="3022600"/>
          <p14:tracePt t="85207" x="2482850" y="3003550"/>
          <p14:tracePt t="85221" x="2432050" y="3003550"/>
          <p14:tracePt t="85238" x="2400300" y="2997200"/>
          <p14:tracePt t="85255" x="2362200" y="2997200"/>
          <p14:tracePt t="85271" x="2343150" y="2997200"/>
          <p14:tracePt t="85822" x="2343150" y="3016250"/>
          <p14:tracePt t="85829" x="2336800" y="3041650"/>
          <p14:tracePt t="85843" x="2336800" y="3060700"/>
          <p14:tracePt t="85852" x="2330450" y="3086100"/>
          <p14:tracePt t="85869" x="2330450" y="3105150"/>
          <p14:tracePt t="85886" x="2336800" y="3143250"/>
          <p14:tracePt t="85902" x="2349500" y="3187700"/>
          <p14:tracePt t="85919" x="2368550" y="3206750"/>
          <p14:tracePt t="85936" x="2393950" y="3263900"/>
          <p14:tracePt t="85952" x="2438400" y="3308350"/>
          <p14:tracePt t="85970" x="2482850" y="3352800"/>
          <p14:tracePt t="85986" x="2508250" y="3371850"/>
          <p14:tracePt t="86002" x="2540000" y="3397250"/>
          <p14:tracePt t="86019" x="2660650" y="3467100"/>
          <p14:tracePt t="86036" x="2692400" y="3479800"/>
          <p14:tracePt t="86052" x="2730500" y="3498850"/>
          <p14:tracePt t="86069" x="2794000" y="3524250"/>
          <p14:tracePt t="86085" x="2851150" y="3536950"/>
          <p14:tracePt t="86102" x="2882900" y="3543300"/>
          <p14:tracePt t="86119" x="2933700" y="3549650"/>
          <p14:tracePt t="86135" x="2965450" y="3549650"/>
          <p14:tracePt t="86152" x="2990850" y="3549650"/>
          <p14:tracePt t="86168" x="3003550" y="3543300"/>
          <p14:tracePt t="86185" x="3016250" y="3536950"/>
          <p14:tracePt t="86202" x="3016250" y="3530600"/>
          <p14:tracePt t="86218" x="3016250" y="3517900"/>
          <p14:tracePt t="86235" x="3016250" y="3498850"/>
          <p14:tracePt t="86252" x="3016250" y="3467100"/>
          <p14:tracePt t="86268" x="3016250" y="3448050"/>
          <p14:tracePt t="86286" x="2990850" y="3384550"/>
          <p14:tracePt t="86301" x="2914650" y="3282950"/>
          <p14:tracePt t="86318" x="2863850" y="3225800"/>
          <p14:tracePt t="86335" x="2724150" y="3098800"/>
          <p14:tracePt t="86351" x="2654300" y="3054350"/>
          <p14:tracePt t="86367" x="2514600" y="2959100"/>
          <p14:tracePt t="86384" x="2400300" y="2908300"/>
          <p14:tracePt t="86401" x="2362200" y="2895600"/>
          <p14:tracePt t="86417" x="2260600" y="2863850"/>
          <p14:tracePt t="86435" x="2178050" y="2851150"/>
          <p14:tracePt t="86451" x="2152650" y="2851150"/>
          <p14:tracePt t="86468" x="2082800" y="2870200"/>
          <p14:tracePt t="86484" x="2006600" y="2901950"/>
          <p14:tracePt t="86500" x="1974850" y="2927350"/>
          <p14:tracePt t="86518" x="1917700" y="2978150"/>
          <p14:tracePt t="86534" x="1879600" y="3041650"/>
          <p14:tracePt t="86550" x="1866900" y="3073400"/>
          <p14:tracePt t="86566" x="1854200" y="3162300"/>
          <p14:tracePt t="86583" x="1854200" y="3225800"/>
          <p14:tracePt t="86587" x="1879600" y="3263900"/>
          <p14:tracePt t="87293" x="1885950" y="3289300"/>
          <p14:tracePt t="87307" x="1905000" y="3302000"/>
          <p14:tracePt t="87315" x="1917700" y="3314700"/>
          <p14:tracePt t="87328" x="1943100" y="3321050"/>
          <p14:tracePt t="87335" x="1962150" y="3333750"/>
          <p14:tracePt t="87347" x="1974850" y="3340100"/>
          <p14:tracePt t="87364" x="2019300" y="3359150"/>
          <p14:tracePt t="87381" x="2038350" y="3365500"/>
          <p14:tracePt t="87399" x="2082800" y="3378200"/>
          <p14:tracePt t="87414" x="2120900" y="3403600"/>
          <p14:tracePt t="87431" x="2152650" y="3422650"/>
          <p14:tracePt t="87448" x="2216150" y="3441700"/>
          <p14:tracePt t="87464" x="2254250" y="3454400"/>
          <p14:tracePt t="87481" x="2355850" y="3486150"/>
          <p14:tracePt t="87497" x="2451100" y="3536950"/>
          <p14:tracePt t="87513" x="2508250" y="3543300"/>
          <p14:tracePt t="87530" x="2546350" y="3549650"/>
          <p14:tracePt t="87546" x="2597150" y="3549650"/>
          <p14:tracePt t="87563" x="2609850" y="3549650"/>
          <p14:tracePt t="87581" x="2622550" y="3543300"/>
          <p14:tracePt t="87597" x="2641600" y="3524250"/>
          <p14:tracePt t="87613" x="2647950" y="3505200"/>
          <p14:tracePt t="87630" x="2660650" y="3448050"/>
          <p14:tracePt t="87647" x="2673350" y="3403600"/>
          <p14:tracePt t="87663" x="2673350" y="3340100"/>
          <p14:tracePt t="87679" x="2654300" y="3251200"/>
          <p14:tracePt t="87696" x="2635250" y="3187700"/>
          <p14:tracePt t="87714" x="2546350" y="3048000"/>
          <p14:tracePt t="87730" x="2432050" y="2921000"/>
          <p14:tracePt t="87746" x="2374900" y="2870200"/>
          <p14:tracePt t="87763" x="2260600" y="2794000"/>
          <p14:tracePt t="87779" x="2152650" y="2768600"/>
          <p14:tracePt t="87796" x="2101850" y="2768600"/>
          <p14:tracePt t="87813" x="2012950" y="2800350"/>
          <p14:tracePt t="87829" x="1936750" y="2921000"/>
          <p14:tracePt t="87846" x="1898650" y="2984500"/>
          <p14:tracePt t="87862" x="1828800" y="3162300"/>
          <p14:tracePt t="87879" x="1816100" y="3314700"/>
          <p14:tracePt t="87897" x="1797050" y="3448050"/>
          <p14:tracePt t="96682" x="1803400" y="3435350"/>
          <p14:tracePt t="96689" x="1809750" y="3422650"/>
          <p14:tracePt t="96698" x="1822450" y="3403600"/>
          <p14:tracePt t="96714" x="1854200" y="3359150"/>
          <p14:tracePt t="96732" x="1892300" y="3257550"/>
          <p14:tracePt t="96748" x="1917700" y="3181350"/>
          <p14:tracePt t="96766" x="1930400" y="3124200"/>
          <p14:tracePt t="96781" x="1949450" y="3054350"/>
          <p14:tracePt t="96798" x="1955800" y="3009900"/>
          <p14:tracePt t="96816" x="1955800" y="2990850"/>
          <p14:tracePt t="96831" x="1955800" y="2978150"/>
          <p14:tracePt t="96867" x="1955800" y="2971800"/>
          <p14:tracePt t="96934" x="1955800" y="2965450"/>
          <p14:tracePt t="96949" x="1955800" y="2959100"/>
          <p14:tracePt t="96984" x="1955800" y="2952750"/>
          <p14:tracePt t="96990" x="1949450" y="2946400"/>
          <p14:tracePt t="97012" x="1949450" y="2940050"/>
          <p14:tracePt t="97019" x="1943100" y="2940050"/>
          <p14:tracePt t="97060" x="1943100" y="2933700"/>
          <p14:tracePt t="97103" x="1936750" y="2927350"/>
          <p14:tracePt t="97109" x="1930400" y="2927350"/>
          <p14:tracePt t="97132" x="1924050" y="2927350"/>
          <p14:tracePt t="97152" x="1917700" y="2927350"/>
          <p14:tracePt t="97173" x="1911350" y="2921000"/>
          <p14:tracePt t="97181" x="1905000" y="2921000"/>
          <p14:tracePt t="97201" x="1898650" y="2914650"/>
          <p14:tracePt t="97222" x="1892300" y="2914650"/>
          <p14:tracePt t="97243" x="1885950" y="2914650"/>
          <p14:tracePt t="97265" x="1879600" y="2914650"/>
          <p14:tracePt t="97271" x="1873250" y="2914650"/>
          <p14:tracePt t="97285" x="1866900" y="2914650"/>
          <p14:tracePt t="97300" x="1860550" y="2914650"/>
          <p14:tracePt t="97320" x="1847850" y="2914650"/>
          <p14:tracePt t="97390" x="1841500" y="2914650"/>
          <p14:tracePt t="97425" x="1841500" y="2921000"/>
          <p14:tracePt t="97454" x="1841500" y="2927350"/>
          <p14:tracePt t="97461" x="1841500" y="2933700"/>
          <p14:tracePt t="97475" x="1841500" y="2940050"/>
          <p14:tracePt t="97489" x="1841500" y="2946400"/>
          <p14:tracePt t="97503" x="1841500" y="2952750"/>
          <p14:tracePt t="100870" x="1847850" y="2952750"/>
          <p14:tracePt t="100877" x="1860550" y="2952750"/>
          <p14:tracePt t="100891" x="1873250" y="2952750"/>
          <p14:tracePt t="100900" x="1879600" y="2952750"/>
          <p14:tracePt t="100917" x="1892300" y="2952750"/>
          <p14:tracePt t="100934" x="1911350" y="2959100"/>
          <p14:tracePt t="100950" x="1930400" y="2965450"/>
          <p14:tracePt t="100968" x="1936750" y="2965450"/>
          <p14:tracePt t="100984" x="1943100" y="2965450"/>
          <p14:tracePt t="101000" x="1962150" y="2965450"/>
          <p14:tracePt t="101017" x="1968500" y="2965450"/>
          <p14:tracePt t="101033" x="1974850" y="2971800"/>
          <p14:tracePt t="101067" x="1981200" y="2971800"/>
          <p14:tracePt t="101094" x="1987550" y="2971800"/>
          <p14:tracePt t="101122" x="1993900" y="2971800"/>
          <p14:tracePt t="101144" x="2000250" y="2971800"/>
          <p14:tracePt t="101158" x="2006600" y="2971800"/>
          <p14:tracePt t="101192" x="2012950" y="2971800"/>
          <p14:tracePt t="101242" x="2019300" y="2971800"/>
          <p14:tracePt t="101269" x="2032000" y="2965450"/>
          <p14:tracePt t="101333" x="2038350" y="2965450"/>
          <p14:tracePt t="101340" x="2044700" y="2965450"/>
          <p14:tracePt t="101361" x="2051050" y="2965450"/>
          <p14:tracePt t="101389" x="2057400" y="2965450"/>
          <p14:tracePt t="101410" x="2063750" y="2965450"/>
          <p14:tracePt t="101432" x="2070100" y="2965450"/>
          <p14:tracePt t="101459" x="2076450" y="2965450"/>
          <p14:tracePt t="101480" x="2082800" y="2965450"/>
          <p14:tracePt t="101501" x="2089150" y="2965450"/>
          <p14:tracePt t="101508" x="2095500" y="2965450"/>
          <p14:tracePt t="101550" x="2101850" y="2965450"/>
          <p14:tracePt t="101579" x="2108200" y="2965450"/>
          <p14:tracePt t="101600" x="2114550" y="2965450"/>
          <p14:tracePt t="101621" x="2120900" y="2965450"/>
          <p14:tracePt t="101648" x="2127250" y="2965450"/>
          <p14:tracePt t="101698" x="2133600" y="2959100"/>
          <p14:tracePt t="105684" x="2139950" y="2959100"/>
          <p14:tracePt t="105691" x="2146300" y="2965450"/>
          <p14:tracePt t="105700" x="2159000" y="2978150"/>
          <p14:tracePt t="105718" x="2171700" y="2990850"/>
          <p14:tracePt t="105734" x="2203450" y="3022600"/>
          <p14:tracePt t="105751" x="2209800" y="3035300"/>
          <p14:tracePt t="105768" x="2235200" y="3073400"/>
          <p14:tracePt t="105784" x="2260600" y="3092450"/>
          <p14:tracePt t="105800" x="2266950" y="3098800"/>
          <p14:tracePt t="105817" x="2286000" y="3111500"/>
          <p14:tracePt t="105834" x="2305050" y="3130550"/>
          <p14:tracePt t="105851" x="2317750" y="3136900"/>
          <p14:tracePt t="105867" x="2330450" y="3155950"/>
          <p14:tracePt t="105884" x="2343150" y="3162300"/>
          <p14:tracePt t="105901" x="2349500" y="3181350"/>
          <p14:tracePt t="105916" x="2349500" y="3187700"/>
          <p14:tracePt t="105933" x="2362200" y="3206750"/>
          <p14:tracePt t="105951" x="2381250" y="3219450"/>
          <p14:tracePt t="111528" x="2374900" y="3219450"/>
          <p14:tracePt t="111542" x="2374900" y="3225800"/>
          <p14:tracePt t="111550" x="2362200" y="3238500"/>
          <p14:tracePt t="111564" x="2355850" y="3238500"/>
          <p14:tracePt t="111580" x="2349500" y="3251200"/>
          <p14:tracePt t="111597" x="2349500" y="3257550"/>
          <p14:tracePt t="111614" x="2336800" y="3257550"/>
          <p14:tracePt t="111630" x="2330450" y="3263900"/>
          <p14:tracePt t="111648" x="2324100" y="3276600"/>
          <p14:tracePt t="111663" x="2324100" y="3282950"/>
          <p14:tracePt t="111680" x="2317750" y="3282950"/>
          <p14:tracePt t="111697" x="2311400" y="3289300"/>
          <p14:tracePt t="111730" x="2311400" y="3295650"/>
          <p14:tracePt t="111788" x="2317750" y="3295650"/>
          <p14:tracePt t="111809" x="2324100" y="3302000"/>
          <p14:tracePt t="111831" x="2330450" y="3308350"/>
          <p14:tracePt t="111837" x="2336800" y="3308350"/>
          <p14:tracePt t="111858" x="2349500" y="3314700"/>
          <p14:tracePt t="111880" x="2362200" y="3321050"/>
          <p14:tracePt t="111886" x="2374900" y="3321050"/>
          <p14:tracePt t="111900" x="2381250" y="3321050"/>
          <p14:tracePt t="111912" x="2400300" y="3321050"/>
          <p14:tracePt t="111929" x="2444750" y="3308350"/>
          <p14:tracePt t="111946" x="2470150" y="3302000"/>
          <p14:tracePt t="111963" x="2514600" y="3276600"/>
          <p14:tracePt t="111979" x="2540000" y="3257550"/>
          <p14:tracePt t="111996" x="2552700" y="3244850"/>
          <p14:tracePt t="112013" x="2565400" y="3219450"/>
          <p14:tracePt t="112029" x="2571750" y="3168650"/>
          <p14:tracePt t="112045" x="2571750" y="3117850"/>
          <p14:tracePt t="112062" x="2540000" y="2997200"/>
          <p14:tracePt t="112078" x="2520950" y="2940050"/>
          <p14:tracePt t="112096" x="2476500" y="2832100"/>
          <p14:tracePt t="112111" x="2425700" y="2762250"/>
          <p14:tracePt t="112128" x="2413000" y="2755900"/>
          <p14:tracePt t="112146" x="2387600" y="2749550"/>
          <p14:tracePt t="112162" x="2374900" y="2743200"/>
          <p14:tracePt t="112178" x="2362200" y="2743200"/>
          <p14:tracePt t="112195" x="2349500" y="2749550"/>
          <p14:tracePt t="112211" x="2336800" y="2762250"/>
          <p14:tracePt t="112228" x="2330450" y="2774950"/>
          <p14:tracePt t="112245" x="2311400" y="2794000"/>
          <p14:tracePt t="112261" x="2292350" y="2819400"/>
          <p14:tracePt t="112279" x="2273300" y="2844800"/>
          <p14:tracePt t="112295" x="2260600" y="2851150"/>
          <p14:tracePt t="112311" x="2260600" y="2863850"/>
          <p14:tracePt t="112328" x="2247900" y="2876550"/>
          <p14:tracePt t="112361" x="2247900" y="2882900"/>
          <p14:tracePt t="112378" x="2247900" y="2901950"/>
          <p14:tracePt t="112394" x="2247900" y="2927350"/>
          <p14:tracePt t="112411" x="2254250" y="2946400"/>
          <p14:tracePt t="112427" x="2279650" y="3016250"/>
          <p14:tracePt t="112444" x="2311400" y="3092450"/>
          <p14:tracePt t="112461" x="2336800" y="3124200"/>
          <p14:tracePt t="112477" x="2381250" y="3213100"/>
          <p14:tracePt t="112494" x="2413000" y="3276600"/>
          <p14:tracePt t="112511" x="2451100" y="3321050"/>
          <p14:tracePt t="112527" x="2463800" y="3327400"/>
          <p14:tracePt t="112544" x="2482850" y="3346450"/>
          <p14:tracePt t="112561" x="2495550" y="3352800"/>
          <p14:tracePt t="112594" x="2501900" y="3352800"/>
          <p14:tracePt t="112610" x="2508250" y="3352800"/>
          <p14:tracePt t="112630" x="2514600" y="3346450"/>
          <p14:tracePt t="112644" x="2527300" y="3346450"/>
          <p14:tracePt t="112660" x="2540000" y="3340100"/>
          <p14:tracePt t="122753" x="2552700" y="3340100"/>
          <p14:tracePt t="122760" x="2552700" y="3352800"/>
          <p14:tracePt t="122776" x="2559050" y="3359150"/>
          <p14:tracePt t="122782" x="2565400" y="3365500"/>
          <p14:tracePt t="122817" x="2571750" y="3371850"/>
          <p14:tracePt t="122830" x="2571750" y="3378200"/>
          <p14:tracePt t="123013" x="2578100" y="3378200"/>
          <p14:tracePt t="123076" x="2584450" y="3378200"/>
          <p14:tracePt t="123083" x="2590800" y="3378200"/>
          <p14:tracePt t="123125" x="2590800" y="3371850"/>
          <p14:tracePt t="123216" x="2597150" y="3365500"/>
          <p14:tracePt t="123224" x="2597150" y="3359150"/>
          <p14:tracePt t="123245" x="2597150" y="3352800"/>
          <p14:tracePt t="123251" x="2597150" y="3346450"/>
          <p14:tracePt t="123265" x="2597150" y="3340100"/>
          <p14:tracePt t="123293" x="2597150" y="3327400"/>
          <p14:tracePt t="123301" x="2597150" y="3314700"/>
          <p14:tracePt t="123314" x="2597150" y="3295650"/>
          <p14:tracePt t="123323" x="2597150" y="3270250"/>
          <p14:tracePt t="123340" x="2597150" y="3251200"/>
          <p14:tracePt t="123357" x="2590800" y="3200400"/>
          <p14:tracePt t="123373" x="2578100" y="3155950"/>
          <p14:tracePt t="123389" x="2571750" y="3130550"/>
          <p14:tracePt t="123406" x="2565400" y="3092450"/>
          <p14:tracePt t="123423" x="2552700" y="3054350"/>
          <p14:tracePt t="123439" x="2533650" y="3041650"/>
          <p14:tracePt t="123456" x="2527300" y="3009900"/>
          <p14:tracePt t="123473" x="2520950" y="2997200"/>
          <p14:tracePt t="123490" x="2501900" y="2971800"/>
          <p14:tracePt t="123506" x="2482850" y="2952750"/>
          <p14:tracePt t="123522" x="2482850" y="2946400"/>
          <p14:tracePt t="123540" x="2470150" y="2933700"/>
          <p14:tracePt t="123555" x="2457450" y="2933700"/>
          <p14:tracePt t="123572" x="2451100" y="2927350"/>
          <p14:tracePt t="123589" x="2438400" y="2921000"/>
          <p14:tracePt t="123605" x="2419350" y="2914650"/>
          <p14:tracePt t="123622" x="2406650" y="2908300"/>
          <p14:tracePt t="123638" x="2374900" y="2895600"/>
          <p14:tracePt t="123655" x="2330450" y="2882900"/>
          <p14:tracePt t="123672" x="2279650" y="2863850"/>
          <p14:tracePt t="123689" x="2254250" y="2863850"/>
          <p14:tracePt t="123705" x="2222500" y="2857500"/>
          <p14:tracePt t="123722" x="2139950" y="2857500"/>
          <p14:tracePt t="123738" x="2114550" y="2857500"/>
          <p14:tracePt t="123755" x="2095500" y="2863850"/>
          <p14:tracePt t="123772" x="2063750" y="2876550"/>
          <p14:tracePt t="123788" x="2044700" y="2876550"/>
          <p14:tracePt t="123807" x="2032000" y="2876550"/>
          <p14:tracePt t="123821" x="2025650" y="2876550"/>
          <p14:tracePt t="124655" x="2025650" y="2882900"/>
          <p14:tracePt t="124670" x="2025650" y="2889250"/>
          <p14:tracePt t="124683" x="2025650" y="2895600"/>
          <p14:tracePt t="124705" x="2032000" y="2908300"/>
          <p14:tracePt t="124720" x="2032000" y="2914650"/>
          <p14:tracePt t="124725" x="2044700" y="2927350"/>
          <p14:tracePt t="124740" x="2057400" y="2933700"/>
          <p14:tracePt t="124751" x="2070100" y="2952750"/>
          <p14:tracePt t="124768" x="2108200" y="2990850"/>
          <p14:tracePt t="124784" x="2139950" y="3022600"/>
          <p14:tracePt t="124801" x="2241550" y="3098800"/>
          <p14:tracePt t="124818" x="2355850" y="3175000"/>
          <p14:tracePt t="124835" x="2425700" y="3232150"/>
          <p14:tracePt t="124852" x="2590800" y="3314700"/>
          <p14:tracePt t="124868" x="2825750" y="3390900"/>
          <p14:tracePt t="124884" x="2940050" y="3409950"/>
          <p14:tracePt t="124901" x="3168650" y="3429000"/>
          <p14:tracePt t="124917" x="3441700" y="3429000"/>
          <p14:tracePt t="124934" x="3606800" y="3416300"/>
          <p14:tracePt t="124951" x="4051300" y="3346450"/>
          <p14:tracePt t="124967" x="4718050" y="3175000"/>
          <p14:tracePt t="124985" x="5048250" y="3092450"/>
          <p14:tracePt t="125000" x="5670550" y="2933700"/>
          <p14:tracePt t="125017" x="5911850" y="2901950"/>
          <p14:tracePt t="125035" x="6496050" y="2768600"/>
          <p14:tracePt t="125050" x="6623050" y="2749550"/>
          <p14:tracePt t="125067" x="6724650" y="2736850"/>
          <p14:tracePt t="125084" x="6883400" y="2717800"/>
          <p14:tracePt t="125100" x="6946900" y="2698750"/>
          <p14:tracePt t="125117" x="7004050" y="2679700"/>
          <p14:tracePt t="125133" x="7137400" y="2667000"/>
          <p14:tracePt t="125150" x="7188200" y="2654300"/>
          <p14:tracePt t="125167" x="7270750" y="2635250"/>
          <p14:tracePt t="125183" x="7302500" y="2622550"/>
          <p14:tracePt t="125200" x="7346950" y="2616200"/>
          <p14:tracePt t="125217" x="7378700" y="2603500"/>
          <p14:tracePt t="125233" x="7397750" y="2603500"/>
          <p14:tracePt t="125250" x="7404100" y="2603500"/>
          <p14:tracePt t="125266" x="7423150" y="2597150"/>
          <p14:tracePt t="125283" x="7448550" y="2584450"/>
          <p14:tracePt t="125300" x="7461250" y="2584450"/>
          <p14:tracePt t="125316" x="7480300" y="2571750"/>
          <p14:tracePt t="125333" x="7505700" y="2565400"/>
          <p14:tracePt t="125350" x="7518400" y="2565400"/>
          <p14:tracePt t="125367" x="7524750" y="2565400"/>
          <p14:tracePt t="125382" x="7531100" y="2565400"/>
          <p14:tracePt t="125441" x="7524750" y="2565400"/>
          <p14:tracePt t="125447" x="7518400" y="2565400"/>
          <p14:tracePt t="125455" x="7512050" y="2565400"/>
          <p14:tracePt t="125469" x="7499350" y="2571750"/>
          <p14:tracePt t="125483" x="7486650" y="2578100"/>
          <p14:tracePt t="125499" x="7467600" y="2578100"/>
          <p14:tracePt t="125515" x="7461250" y="2584450"/>
          <p14:tracePt t="125533" x="7423150" y="2590800"/>
          <p14:tracePt t="125549" x="7391400" y="2609850"/>
          <p14:tracePt t="125566" x="7372350" y="2616200"/>
          <p14:tracePt t="125582" x="7327900" y="2635250"/>
          <p14:tracePt t="125598" x="7308850" y="2647950"/>
          <p14:tracePt t="125615" x="7277100" y="2654300"/>
          <p14:tracePt t="125632" x="7213600" y="2686050"/>
          <p14:tracePt t="125648" x="7194550" y="2705100"/>
          <p14:tracePt t="125667" x="7137400" y="2736850"/>
          <p14:tracePt t="125682" x="7124700" y="2749550"/>
          <p14:tracePt t="125698" x="7112000" y="2755900"/>
          <p14:tracePt t="125715" x="7105650" y="2762250"/>
          <p14:tracePt t="126250" x="7080250" y="2768600"/>
          <p14:tracePt t="126258" x="7023100" y="2787650"/>
          <p14:tracePt t="126272" x="6978650" y="2806700"/>
          <p14:tracePt t="126280" x="6927850" y="2825750"/>
          <p14:tracePt t="126296" x="6870700" y="2851150"/>
          <p14:tracePt t="126315" x="6724650" y="2908300"/>
          <p14:tracePt t="126330" x="6540500" y="2984500"/>
          <p14:tracePt t="126346" x="6419850" y="3022600"/>
          <p14:tracePt t="126364" x="6127750" y="3117850"/>
          <p14:tracePt t="126379" x="5810250" y="3162300"/>
          <p14:tracePt t="126395" x="5676900" y="3175000"/>
          <p14:tracePt t="126413" x="5372100" y="3206750"/>
          <p14:tracePt t="126429" x="5156200" y="3219450"/>
          <p14:tracePt t="126446" x="5080000" y="3219450"/>
          <p14:tracePt t="126462" x="5010150" y="3194050"/>
          <p14:tracePt t="127080" x="4959350" y="3194050"/>
          <p14:tracePt t="127094" x="4895850" y="3194050"/>
          <p14:tracePt t="127101" x="4832350" y="3181350"/>
          <p14:tracePt t="127114" x="4749800" y="3162300"/>
          <p14:tracePt t="127126" x="4673600" y="3143250"/>
          <p14:tracePt t="127143" x="4489450" y="3111500"/>
          <p14:tracePt t="127160" x="4400550" y="3105150"/>
          <p14:tracePt t="127177" x="4210050" y="3073400"/>
          <p14:tracePt t="127193" x="4038600" y="3035300"/>
          <p14:tracePt t="127210" x="3962400" y="3022600"/>
          <p14:tracePt t="127227" x="3829050" y="2984500"/>
          <p14:tracePt t="127243" x="3695700" y="2978150"/>
          <p14:tracePt t="127259" x="3619500" y="2965450"/>
          <p14:tracePt t="127276" x="3486150" y="2959100"/>
          <p14:tracePt t="127293" x="3384550" y="2946400"/>
          <p14:tracePt t="127309" x="3346450" y="2946400"/>
          <p14:tracePt t="127326" x="3232150" y="2946400"/>
          <p14:tracePt t="127342" x="3098800" y="2940050"/>
          <p14:tracePt t="127360" x="2997200" y="2914650"/>
          <p14:tracePt t="127376" x="2806700" y="2895600"/>
          <p14:tracePt t="127392" x="2717800" y="2895600"/>
          <p14:tracePt t="127410" x="2552700" y="2908300"/>
          <p14:tracePt t="128246" x="2571750" y="2933700"/>
          <p14:tracePt t="128253" x="2597150" y="2978150"/>
          <p14:tracePt t="128267" x="2647950" y="3035300"/>
          <p14:tracePt t="128275" x="2679700" y="3079750"/>
          <p14:tracePt t="128290" x="2730500" y="3149600"/>
          <p14:tracePt t="128306" x="2832100" y="3289300"/>
          <p14:tracePt t="128323" x="2882900" y="3359150"/>
          <p14:tracePt t="128339" x="2965450" y="3467100"/>
          <p14:tracePt t="128356" x="3016250" y="3530600"/>
          <p14:tracePt t="128373" x="3035300" y="3556000"/>
          <p14:tracePt t="128389" x="3041650" y="3568700"/>
          <p14:tracePt t="128405" x="3048000" y="3575050"/>
          <p14:tracePt t="128422" x="3060700" y="3594100"/>
          <p14:tracePt t="128439" x="3067050" y="3594100"/>
          <p14:tracePt t="128464" x="3073400" y="3594100"/>
          <p14:tracePt t="128485" x="3079750" y="3594100"/>
          <p14:tracePt t="128492" x="3086100" y="3594100"/>
          <p14:tracePt t="128508" x="3092450" y="3594100"/>
          <p14:tracePt t="128522" x="3098800" y="3600450"/>
          <p14:tracePt t="128538" x="3124200" y="3613150"/>
          <p14:tracePt t="128555" x="3149600" y="3625850"/>
          <p14:tracePt t="128571" x="3155950" y="3632200"/>
          <p14:tracePt t="128589" x="3181350" y="3644900"/>
          <p14:tracePt t="128605" x="3206750" y="3651250"/>
          <p14:tracePt t="128621" x="3225800" y="3663950"/>
          <p14:tracePt t="128638" x="3257550" y="3670300"/>
          <p14:tracePt t="128655" x="3308350" y="3689350"/>
          <p14:tracePt t="128672" x="3327400" y="3689350"/>
          <p14:tracePt t="128689" x="3371850" y="3695700"/>
          <p14:tracePt t="128705" x="3403600" y="3702050"/>
          <p14:tracePt t="128721" x="3422650" y="3708400"/>
          <p14:tracePt t="128739" x="3448050" y="3708400"/>
          <p14:tracePt t="128754" x="3460750" y="3714750"/>
          <p14:tracePt t="128772" x="3517900" y="3721100"/>
          <p14:tracePt t="128788" x="3530600" y="3721100"/>
          <p14:tracePt t="128804" x="3549650" y="3721100"/>
          <p14:tracePt t="128822" x="3575050" y="3721100"/>
          <p14:tracePt t="128837" x="3587750" y="3721100"/>
          <p14:tracePt t="128854" x="3594100" y="3721100"/>
          <p14:tracePt t="128871" x="3600450" y="3721100"/>
          <p14:tracePt t="128887" x="3606800" y="3721100"/>
          <p14:tracePt t="128976" x="3606800" y="3714750"/>
          <p14:tracePt t="128983" x="3600450" y="3714750"/>
          <p14:tracePt t="128997" x="3587750" y="3714750"/>
          <p14:tracePt t="129018" x="3575050" y="3714750"/>
          <p14:tracePt t="129025" x="3556000" y="3714750"/>
          <p14:tracePt t="129040" x="3536950" y="3714750"/>
          <p14:tracePt t="129054" x="3467100" y="3714750"/>
          <p14:tracePt t="129070" x="3416300" y="3727450"/>
          <p14:tracePt t="129087" x="3352800" y="3727450"/>
          <p14:tracePt t="129104" x="3219450" y="3752850"/>
          <p14:tracePt t="129120" x="3086100" y="3784600"/>
          <p14:tracePt t="129136" x="3022600" y="3803650"/>
          <p14:tracePt t="129153" x="2895600" y="3841750"/>
          <p14:tracePt t="129170" x="2800350" y="3867150"/>
          <p14:tracePt t="129187" x="2730500" y="3892550"/>
          <p14:tracePt t="129203" x="2711450" y="3898900"/>
          <p14:tracePt t="129219" x="2667000" y="3905250"/>
          <p14:tracePt t="129236" x="2647950" y="3911600"/>
          <p14:tracePt t="129320" x="2654300" y="3911600"/>
          <p14:tracePt t="129327" x="2660650" y="3911600"/>
          <p14:tracePt t="129335" x="2673350" y="3911600"/>
          <p14:tracePt t="129352" x="2692400" y="3911600"/>
          <p14:tracePt t="129370" x="2730500" y="3911600"/>
          <p14:tracePt t="129385" x="2774950" y="3905250"/>
          <p14:tracePt t="129402" x="2863850" y="3898900"/>
          <p14:tracePt t="129419" x="3009900" y="3873500"/>
          <p14:tracePt t="129436" x="3086100" y="3867150"/>
          <p14:tracePt t="129439" x="3162300" y="3854450"/>
          <p14:tracePt t="129452" x="3225800" y="3848100"/>
          <p14:tracePt t="129469" x="3359150" y="3829050"/>
          <p14:tracePt t="129485" x="3416300" y="3822700"/>
          <p14:tracePt t="129502" x="3492500" y="3810000"/>
          <p14:tracePt t="129518" x="3536950" y="3790950"/>
          <p14:tracePt t="129535" x="3549650" y="3790950"/>
          <p14:tracePt t="129553" x="3556000" y="3784600"/>
          <p14:tracePt t="129608" x="3556000" y="3778250"/>
          <p14:tracePt t="129636" x="3549650" y="3778250"/>
          <p14:tracePt t="129650" x="3536950" y="3778250"/>
          <p14:tracePt t="129657" x="3530600" y="3771900"/>
          <p14:tracePt t="129671" x="3511550" y="3771900"/>
          <p14:tracePt t="129685" x="3473450" y="3759200"/>
          <p14:tracePt t="129701" x="3441700" y="3752850"/>
          <p14:tracePt t="129717" x="3390900" y="3752850"/>
          <p14:tracePt t="129735" x="3276600" y="3746500"/>
          <p14:tracePt t="129751" x="3143250" y="3746500"/>
          <p14:tracePt t="129767" x="3079750" y="3746500"/>
          <p14:tracePt t="129784" x="2952750" y="3746500"/>
          <p14:tracePt t="129801" x="2857500" y="3765550"/>
          <p14:tracePt t="129818" x="2825750" y="3771900"/>
          <p14:tracePt t="129834" x="2774950" y="3784600"/>
          <p14:tracePt t="129850" x="2743200" y="3790950"/>
          <p14:tracePt t="129868" x="2724150" y="3790950"/>
          <p14:tracePt t="129884" x="2724150" y="3797300"/>
          <p14:tracePt t="129901" x="2717800" y="3803650"/>
          <p14:tracePt t="136514" x="2743200" y="3803650"/>
          <p14:tracePt t="136522" x="2774950" y="3803650"/>
          <p14:tracePt t="136530" x="2806700" y="3778250"/>
          <p14:tracePt t="136544" x="2870200" y="3752850"/>
          <p14:tracePt t="136561" x="2908300" y="3740150"/>
          <p14:tracePt t="136578" x="2990850" y="3721100"/>
          <p14:tracePt t="136594" x="3041650" y="3695700"/>
          <p14:tracePt t="136610" x="3098800" y="3676650"/>
          <p14:tracePt t="136628" x="3162300" y="3651250"/>
          <p14:tracePt t="136644" x="3200400" y="3632200"/>
          <p14:tracePt t="136660" x="3206750" y="3632200"/>
          <p14:tracePt t="136676" x="3232150" y="3619500"/>
          <p14:tracePt t="136694" x="3238500" y="3619500"/>
          <p14:tracePt t="136711" x="3238500" y="3613150"/>
          <p14:tracePt t="136908" x="3232150" y="3594100"/>
          <p14:tracePt t="136915" x="3219450" y="3581400"/>
          <p14:tracePt t="136925" x="3200400" y="3562350"/>
          <p14:tracePt t="136944" x="3155950" y="3479800"/>
          <p14:tracePt t="136960" x="3117850" y="3403600"/>
          <p14:tracePt t="136976" x="3067050" y="3289300"/>
          <p14:tracePt t="136993" x="3003550" y="3086100"/>
          <p14:tracePt t="137009" x="2940050" y="2914650"/>
          <p14:tracePt t="137025" x="2889250" y="2743200"/>
          <p14:tracePt t="137042" x="2813050" y="2520950"/>
          <p14:tracePt t="137059" x="2768600" y="2406650"/>
          <p14:tracePt t="137076" x="2717800" y="2292350"/>
          <p14:tracePt t="137092" x="2692400" y="2216150"/>
          <p14:tracePt t="137109" x="2660650" y="2165350"/>
          <p14:tracePt t="137126" x="2609850" y="2101850"/>
          <p14:tracePt t="137142" x="2540000" y="2000250"/>
          <p14:tracePt t="137159" x="2489200" y="1943100"/>
          <p14:tracePt t="137175" x="2400300" y="1860550"/>
          <p14:tracePt t="137192" x="2343150" y="1816100"/>
          <p14:tracePt t="137208" x="2279650" y="1771650"/>
          <p14:tracePt t="137224" x="2197100" y="1739900"/>
          <p14:tracePt t="137242" x="2146300" y="1714500"/>
          <p14:tracePt t="137259" x="2038350" y="1657350"/>
          <p14:tracePt t="137275" x="2000250" y="1631950"/>
          <p14:tracePt t="137291" x="1943100" y="1593850"/>
          <p14:tracePt t="137308" x="1873250" y="1555750"/>
          <p14:tracePt t="137325" x="1828800" y="1536700"/>
          <p14:tracePt t="137342" x="1803400" y="1530350"/>
          <p14:tracePt t="137358" x="1784350" y="1524000"/>
          <p14:tracePt t="137392" x="1771650" y="1524000"/>
          <p14:tracePt t="137490" x="1771650" y="1517650"/>
          <p14:tracePt t="137497" x="1778000" y="1517650"/>
          <p14:tracePt t="137507" x="1784350" y="1517650"/>
          <p14:tracePt t="137525" x="1816100" y="1517650"/>
          <p14:tracePt t="137540" x="1898650" y="1536700"/>
          <p14:tracePt t="137557" x="2019300" y="1568450"/>
          <p14:tracePt t="137561" x="2082800" y="1587500"/>
          <p14:tracePt t="137574" x="2178050" y="1606550"/>
          <p14:tracePt t="137590" x="2489200" y="1676400"/>
          <p14:tracePt t="137607" x="2749550" y="1739900"/>
          <p14:tracePt t="137624" x="2940050" y="1771650"/>
          <p14:tracePt t="137640" x="3213100" y="1835150"/>
          <p14:tracePt t="137657" x="3371850" y="1860550"/>
          <p14:tracePt t="137673" x="3543300" y="1879600"/>
          <p14:tracePt t="137690" x="3600450" y="1879600"/>
          <p14:tracePt t="137708" x="3638550" y="1892300"/>
          <p14:tracePt t="137723" x="3676650" y="1892300"/>
          <p14:tracePt t="137741" x="3683000" y="1892300"/>
          <p14:tracePt t="137757" x="3689350" y="1879600"/>
          <p14:tracePt t="137773" x="3689350" y="1873250"/>
          <p14:tracePt t="137807" x="3708400" y="1873250"/>
          <p14:tracePt t="138217" x="3721100" y="1873250"/>
          <p14:tracePt t="138224" x="3733800" y="1873250"/>
          <p14:tracePt t="138238" x="3771900" y="1873250"/>
          <p14:tracePt t="138255" x="3822700" y="1873250"/>
          <p14:tracePt t="138272" x="3898900" y="1866900"/>
          <p14:tracePt t="138289" x="4044950" y="1860550"/>
          <p14:tracePt t="138305" x="4165600" y="1841500"/>
          <p14:tracePt t="138323" x="4368800" y="1841500"/>
          <p14:tracePt t="138338" x="4495800" y="1841500"/>
          <p14:tracePt t="138354" x="4648200" y="1854200"/>
          <p14:tracePt t="138372" x="4794250" y="1854200"/>
          <p14:tracePt t="138388" x="4997450" y="1847850"/>
          <p14:tracePt t="138404" x="5105400" y="1835150"/>
          <p14:tracePt t="138422" x="5207000" y="1809750"/>
          <p14:tracePt t="138437" x="5238750" y="1790700"/>
          <p14:tracePt t="138455" x="5251450" y="1784350"/>
          <p14:tracePt t="138471" x="5257800" y="1784350"/>
          <p14:tracePt t="138540" x="5257800" y="1778000"/>
          <p14:tracePt t="138568" x="5264150" y="1778000"/>
          <p14:tracePt t="138589" x="5270500" y="1778000"/>
          <p14:tracePt t="138610" x="5283200" y="1784350"/>
          <p14:tracePt t="138631" x="5289550" y="1784350"/>
          <p14:tracePt t="138638" x="5302250" y="1784350"/>
          <p14:tracePt t="138645" x="5308600" y="1784350"/>
          <p14:tracePt t="138654" x="5314950" y="1790700"/>
          <p14:tracePt t="138670" x="5359400" y="1790700"/>
          <p14:tracePt t="138687" x="5473700" y="1790700"/>
          <p14:tracePt t="138703" x="5581650" y="1784350"/>
          <p14:tracePt t="138720" x="5715000" y="1765300"/>
          <p14:tracePt t="138737" x="5905500" y="1746250"/>
          <p14:tracePt t="138753" x="6038850" y="1739900"/>
          <p14:tracePt t="138770" x="6172200" y="1708150"/>
          <p14:tracePt t="138786" x="6305550" y="1695450"/>
          <p14:tracePt t="138803" x="6356350" y="1676400"/>
          <p14:tracePt t="138820" x="6394450" y="1663700"/>
          <p14:tracePt t="138836" x="6445250" y="1651000"/>
          <p14:tracePt t="138852" x="6457950" y="1651000"/>
          <p14:tracePt t="138870" x="6496050" y="1631950"/>
          <p14:tracePt t="138886" x="6534150" y="1612900"/>
          <p14:tracePt t="138902" x="6546850" y="1612900"/>
          <p14:tracePt t="139265" x="6565900" y="1619250"/>
          <p14:tracePt t="139272" x="6597650" y="1625600"/>
          <p14:tracePt t="139285" x="6616700" y="1631950"/>
          <p14:tracePt t="139301" x="6686550" y="1657350"/>
          <p14:tracePt t="139317" x="6756400" y="1670050"/>
          <p14:tracePt t="139335" x="6826250" y="1682750"/>
          <p14:tracePt t="139351" x="6978650" y="1720850"/>
          <p14:tracePt t="139368" x="7073900" y="1739900"/>
          <p14:tracePt t="139385" x="7213600" y="1746250"/>
          <p14:tracePt t="139401" x="7308850" y="1746250"/>
          <p14:tracePt t="139418" x="7397750" y="1746250"/>
          <p14:tracePt t="139434" x="7531100" y="1746250"/>
          <p14:tracePt t="139451" x="7575550" y="1746250"/>
          <p14:tracePt t="139467" x="7607300" y="1746250"/>
          <p14:tracePt t="139483" x="7651750" y="1739900"/>
          <p14:tracePt t="139500" x="7658100" y="1739900"/>
          <p14:tracePt t="139518" x="7670800" y="1739900"/>
          <p14:tracePt t="139534" x="7677150" y="1733550"/>
          <p14:tracePt t="139569" x="7683500" y="1733550"/>
          <p14:tracePt t="139651" x="7677150" y="1733550"/>
          <p14:tracePt t="139671" x="7670800" y="1733550"/>
          <p14:tracePt t="139693" x="7664450" y="1733550"/>
          <p14:tracePt t="139714" x="7651750" y="1727200"/>
          <p14:tracePt t="139728" x="7632700" y="1720850"/>
          <p14:tracePt t="139736" x="7607300" y="1714500"/>
          <p14:tracePt t="139749" x="7550150" y="1695450"/>
          <p14:tracePt t="139766" x="7442200" y="1676400"/>
          <p14:tracePt t="139783" x="7283450" y="1644650"/>
          <p14:tracePt t="139799" x="6965950" y="1631950"/>
          <p14:tracePt t="139816" x="6718300" y="1631950"/>
          <p14:tracePt t="139833" x="6451600" y="1638300"/>
          <p14:tracePt t="139849" x="5949950" y="1701800"/>
          <p14:tracePt t="139866" x="5638800" y="1765300"/>
          <p14:tracePt t="139883" x="5232400" y="1866900"/>
          <p14:tracePt t="139899" x="5048250" y="1905000"/>
          <p14:tracePt t="139916" x="4902200" y="1924050"/>
          <p14:tracePt t="140415" x="4895850" y="1924050"/>
          <p14:tracePt t="140422" x="4870450" y="1943100"/>
          <p14:tracePt t="140430" x="4838700" y="1955800"/>
          <p14:tracePt t="140447" x="4787900" y="1987550"/>
          <p14:tracePt t="140465" x="4711700" y="2032000"/>
          <p14:tracePt t="140480" x="4679950" y="2044700"/>
          <p14:tracePt t="140497" x="4654550" y="2057400"/>
          <p14:tracePt t="140514" x="4635500" y="2063750"/>
          <p14:tracePt t="140530" x="4616450" y="2076450"/>
          <p14:tracePt t="140547" x="4591050" y="2082800"/>
          <p14:tracePt t="140563" x="4533900" y="2095500"/>
          <p14:tracePt t="140580" x="4495800" y="2101850"/>
          <p14:tracePt t="140598" x="4419600" y="2114550"/>
          <p14:tracePt t="140613" x="4368800" y="2120900"/>
          <p14:tracePt t="140630" x="4318000" y="2120900"/>
          <p14:tracePt t="140647" x="4273550" y="2120900"/>
          <p14:tracePt t="140663" x="4254500" y="2120900"/>
          <p14:tracePt t="140680" x="4241800" y="2120900"/>
          <p14:tracePt t="140696" x="4216400" y="2120900"/>
          <p14:tracePt t="140713" x="4197350" y="2120900"/>
          <p14:tracePt t="140731" x="4171950" y="2120900"/>
          <p14:tracePt t="140746" x="4152900" y="2120900"/>
          <p14:tracePt t="140763" x="4140200" y="2120900"/>
          <p14:tracePt t="140780" x="4108450" y="2120900"/>
          <p14:tracePt t="140796" x="4089400" y="2127250"/>
          <p14:tracePt t="140812" x="4083050" y="2127250"/>
          <p14:tracePt t="140829" x="4070350" y="2133600"/>
          <p14:tracePt t="140846" x="4064000" y="2133600"/>
          <p14:tracePt t="140863" x="4057650" y="2133600"/>
          <p14:tracePt t="140895" x="4051300" y="2139950"/>
          <p14:tracePt t="140934" x="4051300" y="2146300"/>
          <p14:tracePt t="141004" x="4051300" y="2152650"/>
          <p14:tracePt t="141046" x="4051300" y="2159000"/>
          <p14:tracePt t="141096" x="4057650" y="2159000"/>
          <p14:tracePt t="141131" x="4057650" y="2165350"/>
          <p14:tracePt t="141137" x="4064000" y="2165350"/>
          <p14:tracePt t="141166" x="4076700" y="2165350"/>
          <p14:tracePt t="141194" x="4083050" y="2165350"/>
          <p14:tracePt t="141208" x="4089400" y="2165350"/>
          <p14:tracePt t="141215" x="4102100" y="2165350"/>
          <p14:tracePt t="141227" x="4108450" y="2165350"/>
          <p14:tracePt t="141244" x="4133850" y="2159000"/>
          <p14:tracePt t="141261" x="4152900" y="2159000"/>
          <p14:tracePt t="141279" x="4184650" y="2152650"/>
          <p14:tracePt t="141295" x="4197350" y="2152650"/>
          <p14:tracePt t="141310" x="4216400" y="2146300"/>
          <p14:tracePt t="141328" x="4248150" y="2146300"/>
          <p14:tracePt t="141344" x="4273550" y="2146300"/>
          <p14:tracePt t="141361" x="4286250" y="2146300"/>
          <p14:tracePt t="141378" x="4318000" y="2146300"/>
          <p14:tracePt t="141394" x="4343400" y="2146300"/>
          <p14:tracePt t="141411" x="4368800" y="2146300"/>
          <p14:tracePt t="141427" x="4394200" y="2146300"/>
          <p14:tracePt t="141444" x="4413250" y="2146300"/>
          <p14:tracePt t="141461" x="4438650" y="2139950"/>
          <p14:tracePt t="141552" x="4432300" y="2139950"/>
          <p14:tracePt t="141559" x="4419600" y="2152650"/>
          <p14:tracePt t="141566" x="4413250" y="2159000"/>
          <p14:tracePt t="141576" x="4400550" y="2171700"/>
          <p14:tracePt t="141594" x="4349750" y="2222500"/>
          <p14:tracePt t="141609" x="4324350" y="2254250"/>
          <p14:tracePt t="141626" x="4286250" y="2298700"/>
          <p14:tracePt t="141644" x="4260850" y="2343150"/>
          <p14:tracePt t="141660" x="4222750" y="2406650"/>
          <p14:tracePt t="141676" x="4203700" y="2438400"/>
          <p14:tracePt t="141693" x="4184650" y="2489200"/>
          <p14:tracePt t="141709" x="4178300" y="2508250"/>
          <p14:tracePt t="141726" x="4178300" y="2514600"/>
          <p14:tracePt t="141743" x="4178300" y="2527300"/>
          <p14:tracePt t="141759" x="4184650" y="2527300"/>
          <p14:tracePt t="141777" x="4203700" y="2533650"/>
          <p14:tracePt t="141793" x="4229100" y="2533650"/>
          <p14:tracePt t="141809" x="4254500" y="2533650"/>
          <p14:tracePt t="141826" x="4311650" y="2533650"/>
          <p14:tracePt t="141843" x="4368800" y="2533650"/>
          <p14:tracePt t="141859" x="4457700" y="2533650"/>
          <p14:tracePt t="141876" x="4603750" y="2520950"/>
          <p14:tracePt t="141892" x="4737100" y="2501900"/>
          <p14:tracePt t="141909" x="4864100" y="2495550"/>
          <p14:tracePt t="141925" x="5060950" y="2463800"/>
          <p14:tracePt t="141942" x="5187950" y="2463800"/>
          <p14:tracePt t="141959" x="5346700" y="2457450"/>
          <p14:tracePt t="141975" x="5441950" y="2444750"/>
          <p14:tracePt t="141992" x="5511800" y="2438400"/>
          <p14:tracePt t="142009" x="5568950" y="2419350"/>
          <p14:tracePt t="142025" x="5588000" y="2406650"/>
          <p14:tracePt t="142042" x="5607050" y="2400300"/>
          <p14:tracePt t="142058" x="5638800" y="2387600"/>
          <p14:tracePt t="142075" x="5645150" y="2381250"/>
          <p14:tracePt t="142092" x="5670550" y="2368550"/>
          <p14:tracePt t="142109" x="5683250" y="2355850"/>
          <p14:tracePt t="142125" x="5689600" y="2355850"/>
          <p14:tracePt t="142142" x="5708650" y="2343150"/>
          <p14:tracePt t="142158" x="5721350" y="2343150"/>
          <p14:tracePt t="142175" x="5727700" y="2336800"/>
          <p14:tracePt t="142191" x="5746750" y="2330450"/>
          <p14:tracePt t="142208" x="5765800" y="2324100"/>
          <p14:tracePt t="142224" x="5772150" y="2324100"/>
          <p14:tracePt t="142241" x="5791200" y="2311400"/>
          <p14:tracePt t="142257" x="5803900" y="2311400"/>
          <p14:tracePt t="142275" x="5816600" y="2298700"/>
          <p14:tracePt t="142307" x="5835650" y="2292350"/>
          <p14:tracePt t="142325" x="5842000" y="2286000"/>
          <p14:tracePt t="142340" x="5848350" y="2286000"/>
          <p14:tracePt t="142408" x="5842000" y="2286000"/>
          <p14:tracePt t="142415" x="5835650" y="2286000"/>
          <p14:tracePt t="142423" x="5822950" y="2286000"/>
          <p14:tracePt t="142440" x="5791200" y="2286000"/>
          <p14:tracePt t="142458" x="5702300" y="2292350"/>
          <p14:tracePt t="142474" x="5619750" y="2305050"/>
          <p14:tracePt t="142490" x="5511800" y="2336800"/>
          <p14:tracePt t="142507" x="5308600" y="2413000"/>
          <p14:tracePt t="142523" x="5200650" y="2451100"/>
          <p14:tracePt t="142540" x="5054600" y="2508250"/>
          <p14:tracePt t="142556" x="4851400" y="2584450"/>
          <p14:tracePt t="142573" x="4737100" y="2628900"/>
          <p14:tracePt t="142591" x="4616450" y="2667000"/>
          <p14:tracePt t="142606" x="4565650" y="2679700"/>
          <p14:tracePt t="142623" x="4540250" y="2686050"/>
          <p14:tracePt t="142641" x="4521200" y="2686050"/>
          <p14:tracePt t="142657" x="4514850" y="2686050"/>
          <p14:tracePt t="142673" x="4508500" y="2679700"/>
          <p14:tracePt t="142689" x="4476750" y="2597150"/>
          <p14:tracePt t="142706" x="4445000" y="2533650"/>
          <p14:tracePt t="142723" x="4406900" y="2451100"/>
          <p14:tracePt t="142739" x="4324350" y="2305050"/>
          <p14:tracePt t="142756" x="4279900" y="2216150"/>
          <p14:tracePt t="142773" x="4229100" y="2146300"/>
          <p14:tracePt t="142789" x="4178300" y="2108200"/>
          <p14:tracePt t="142806" x="4140200" y="2089150"/>
          <p14:tracePt t="142823" x="4102100" y="2082800"/>
          <p14:tracePt t="142839" x="4083050" y="2082800"/>
          <p14:tracePt t="142855" x="4070350" y="2082800"/>
          <p14:tracePt t="142872" x="4051300" y="2095500"/>
          <p14:tracePt t="142889" x="4038600" y="2101850"/>
          <p14:tracePt t="142906" x="4032250" y="2101850"/>
          <p14:tracePt t="142942" x="4032250" y="2108200"/>
          <p14:tracePt t="142958" x="4032250" y="2114550"/>
          <p14:tracePt t="142972" x="4038600" y="2127250"/>
          <p14:tracePt t="142988" x="4051300" y="2133600"/>
          <p14:tracePt t="143005" x="4102100" y="2159000"/>
          <p14:tracePt t="143022" x="4191000" y="2203450"/>
          <p14:tracePt t="143038" x="4318000" y="2260600"/>
          <p14:tracePt t="143055" x="4578350" y="2362200"/>
          <p14:tracePt t="143072" x="4813300" y="2425700"/>
          <p14:tracePt t="143090" x="5137150" y="2495550"/>
          <p14:tracePt t="143105" x="5340350" y="2540000"/>
          <p14:tracePt t="143121" x="5537200" y="2559050"/>
          <p14:tracePt t="143139" x="5765800" y="2559050"/>
          <p14:tracePt t="143155" x="5861050" y="2527300"/>
          <p14:tracePt t="143171" x="5943600" y="2514600"/>
          <p14:tracePt t="143188" x="6007100" y="2501900"/>
          <p14:tracePt t="143205" x="6032500" y="2495550"/>
          <p14:tracePt t="143221" x="6051550" y="2482850"/>
          <p14:tracePt t="143237" x="6057900" y="2482850"/>
          <p14:tracePt t="143254" x="6064250" y="2482850"/>
          <p14:tracePt t="143272" x="6064250" y="2476500"/>
          <p14:tracePt t="143292" x="6070600" y="2470150"/>
          <p14:tracePt t="143335" x="6076950" y="2470150"/>
          <p14:tracePt t="143356" x="6083300" y="2470150"/>
          <p14:tracePt t="143376" x="6083300" y="2463800"/>
          <p14:tracePt t="143384" x="6070600" y="2463800"/>
          <p14:tracePt t="143391" x="6051550" y="2463800"/>
          <p14:tracePt t="143404" x="6032500" y="2463800"/>
          <p14:tracePt t="143420" x="5943600" y="2463800"/>
          <p14:tracePt t="143436" x="5848350" y="2482850"/>
          <p14:tracePt t="143455" x="5619750" y="2565400"/>
          <p14:tracePt t="143470" x="5422900" y="2647950"/>
          <p14:tracePt t="143487" x="5245100" y="2762250"/>
          <p14:tracePt t="143504" x="4965700" y="2940050"/>
          <p14:tracePt t="143520" x="4800600" y="3054350"/>
          <p14:tracePt t="143537" x="4635500" y="3168650"/>
          <p14:tracePt t="143553" x="4464050" y="3270250"/>
          <p14:tracePt t="143570" x="4381500" y="3308350"/>
          <p14:tracePt t="143587" x="4324350" y="3346450"/>
          <p14:tracePt t="143603" x="4279900" y="3365500"/>
          <p14:tracePt t="143619" x="4260850" y="3365500"/>
          <p14:tracePt t="143637" x="4260850" y="3378200"/>
          <p14:tracePt t="143653" x="4292600" y="3403600"/>
          <p14:tracePt t="144369" x="4279900" y="3403600"/>
          <p14:tracePt t="144384" x="4273550" y="3403600"/>
          <p14:tracePt t="144390" x="4267200" y="3403600"/>
          <p14:tracePt t="144400" x="4260850" y="3403600"/>
          <p14:tracePt t="144416" x="4254500" y="3409950"/>
          <p14:tracePt t="144433" x="4222750" y="3422650"/>
          <p14:tracePt t="144450" x="4203700" y="3429000"/>
          <p14:tracePt t="144468" x="4165600" y="3448050"/>
          <p14:tracePt t="144483" x="4133850" y="3473450"/>
          <p14:tracePt t="144500" x="4095750" y="3492500"/>
          <p14:tracePt t="144517" x="4051300" y="3524250"/>
          <p14:tracePt t="144533" x="4032250" y="3543300"/>
          <p14:tracePt t="144549" x="4013200" y="3556000"/>
          <p14:tracePt t="144566" x="4000500" y="3575050"/>
          <p14:tracePt t="144583" x="4000500" y="3581400"/>
          <p14:tracePt t="144664" x="4006850" y="3581400"/>
          <p14:tracePt t="144678" x="4013200" y="3581400"/>
          <p14:tracePt t="144685" x="4019550" y="3581400"/>
          <p14:tracePt t="144700" x="4032250" y="3587750"/>
          <p14:tracePt t="144716" x="4038600" y="3587750"/>
          <p14:tracePt t="144732" x="4057650" y="3587750"/>
          <p14:tracePt t="144749" x="4102100" y="3600450"/>
          <p14:tracePt t="144766" x="4146550" y="3606800"/>
          <p14:tracePt t="144782" x="4191000" y="3625850"/>
          <p14:tracePt t="144798" x="4318000" y="3651250"/>
          <p14:tracePt t="144815" x="4400550" y="3663950"/>
          <p14:tracePt t="144833" x="4540250" y="3708400"/>
          <p14:tracePt t="144849" x="4635500" y="3746500"/>
          <p14:tracePt t="144865" x="4737100" y="3771900"/>
          <p14:tracePt t="144882" x="4870450" y="3816350"/>
          <p14:tracePt t="144899" x="4953000" y="3816350"/>
          <p14:tracePt t="144917" x="5029200" y="3816350"/>
          <p14:tracePt t="144932" x="5073650" y="3810000"/>
          <p14:tracePt t="144948" x="5105400" y="3790950"/>
          <p14:tracePt t="144966" x="5156200" y="3752850"/>
          <p14:tracePt t="144982" x="5175250" y="3727450"/>
          <p14:tracePt t="144998" x="5200650" y="3695700"/>
          <p14:tracePt t="145016" x="5213350" y="3651250"/>
          <p14:tracePt t="145032" x="5219700" y="3638550"/>
          <p14:tracePt t="145105" x="5213350" y="3632200"/>
          <p14:tracePt t="145119" x="5207000" y="3625850"/>
          <p14:tracePt t="145126" x="5200650" y="3619500"/>
          <p14:tracePt t="145134" x="5181600" y="3613150"/>
          <p14:tracePt t="145148" x="5156200" y="3600450"/>
          <p14:tracePt t="145164" x="5099050" y="3587750"/>
          <p14:tracePt t="145181" x="5016500" y="3562350"/>
          <p14:tracePt t="145199" x="4845050" y="3543300"/>
          <p14:tracePt t="145214" x="4699000" y="3556000"/>
          <p14:tracePt t="145231" x="4565650" y="3594100"/>
          <p14:tracePt t="145247" x="4387850" y="3689350"/>
          <p14:tracePt t="145264" x="4292600" y="3752850"/>
          <p14:tracePt t="145280" x="4254500" y="3797300"/>
          <p14:tracePt t="145297" x="4203700" y="3860800"/>
          <p14:tracePt t="145314" x="4191000" y="3886200"/>
          <p14:tracePt t="145331" x="4191000" y="3905250"/>
          <p14:tracePt t="145347" x="4191000" y="3911600"/>
          <p14:tracePt t="145364" x="4197350" y="3917950"/>
          <p14:tracePt t="145380" x="4229100" y="3917950"/>
          <p14:tracePt t="145397" x="4235450" y="3917950"/>
          <p14:tracePt t="145413" x="4254500" y="3924300"/>
          <p14:tracePt t="145430" x="4292600" y="3924300"/>
          <p14:tracePt t="145447" x="4311650" y="3924300"/>
          <p14:tracePt t="145464" x="4375150" y="3924300"/>
          <p14:tracePt t="145480" x="4419600" y="3924300"/>
          <p14:tracePt t="145496" x="4445000" y="3917950"/>
          <p14:tracePt t="145514" x="4483100" y="3905250"/>
          <p14:tracePt t="145530" x="4508500" y="3892550"/>
          <p14:tracePt t="145546" x="4521200" y="3879850"/>
          <p14:tracePt t="145563" x="4540250" y="3867150"/>
          <p14:tracePt t="145579" x="4546600" y="3860800"/>
          <p14:tracePt t="145618" x="4546600" y="3854450"/>
          <p14:tracePt t="145629" x="4546600" y="3848100"/>
          <p14:tracePt t="146049" x="4533900" y="3860800"/>
          <p14:tracePt t="146056" x="4508500" y="3892550"/>
          <p14:tracePt t="146063" x="4483100" y="3924300"/>
          <p14:tracePt t="146078" x="4445000" y="3987800"/>
          <p14:tracePt t="146094" x="4413250" y="4051300"/>
          <p14:tracePt t="146111" x="4368800" y="4127500"/>
          <p14:tracePt t="146127" x="4362450" y="4159250"/>
          <p14:tracePt t="146144" x="4362450" y="4184650"/>
          <p14:tracePt t="146161" x="4362450" y="4191000"/>
          <p14:tracePt t="146177" x="4362450" y="4203700"/>
          <p14:tracePt t="146194" x="4381500" y="4210050"/>
          <p14:tracePt t="146210" x="4400550" y="4210050"/>
          <p14:tracePt t="146227" x="4419600" y="4216400"/>
          <p14:tracePt t="146244" x="4451350" y="4216400"/>
          <p14:tracePt t="146260" x="4540250" y="4210050"/>
          <p14:tracePt t="146277" x="4629150" y="4171950"/>
          <p14:tracePt t="146295" x="4832350" y="4076700"/>
          <p14:tracePt t="146310" x="4959350" y="4000500"/>
          <p14:tracePt t="146327" x="5060950" y="3924300"/>
          <p14:tracePt t="146344" x="5187950" y="3816350"/>
          <p14:tracePt t="146360" x="5226050" y="3771900"/>
          <p14:tracePt t="146377" x="5264150" y="3727450"/>
          <p14:tracePt t="146393" x="5289550" y="3657600"/>
          <p14:tracePt t="146410" x="5308600" y="3594100"/>
          <p14:tracePt t="146426" x="5314950" y="3549650"/>
          <p14:tracePt t="146443" x="5321300" y="3492500"/>
          <p14:tracePt t="146460" x="5321300" y="3467100"/>
          <p14:tracePt t="146478" x="5302250" y="3435350"/>
          <p14:tracePt t="146493" x="5283200" y="3416300"/>
          <p14:tracePt t="146509" x="5251450" y="3390900"/>
          <p14:tracePt t="146526" x="5156200" y="3352800"/>
          <p14:tracePt t="146543" x="5086350" y="3340100"/>
          <p14:tracePt t="146559" x="4984750" y="3340100"/>
          <p14:tracePt t="146576" x="4826000" y="3359150"/>
          <p14:tracePt t="146593" x="4699000" y="3409950"/>
          <p14:tracePt t="146609" x="4591050" y="3467100"/>
          <p14:tracePt t="146626" x="4464050" y="3556000"/>
          <p14:tracePt t="146643" x="4406900" y="3619500"/>
          <p14:tracePt t="146660" x="4330700" y="3733800"/>
          <p14:tracePt t="146675" x="4292600" y="3854450"/>
          <p14:tracePt t="146693" x="4273550" y="3962400"/>
          <p14:tracePt t="146710" x="4267200" y="4114800"/>
          <p14:tracePt t="146726" x="4286250" y="4210050"/>
          <p14:tracePt t="146742" x="4324350" y="4286250"/>
          <p14:tracePt t="146759" x="4387850" y="4356100"/>
          <p14:tracePt t="146775" x="4413250" y="4375150"/>
          <p14:tracePt t="146793" x="4495800" y="4387850"/>
          <p14:tracePt t="146808" x="4546600" y="4394200"/>
          <p14:tracePt t="146825" x="4616450" y="4394200"/>
          <p14:tracePt t="146842" x="4730750" y="4362450"/>
          <p14:tracePt t="146858" x="4800600" y="4337050"/>
          <p14:tracePt t="146875" x="4902200" y="4292600"/>
          <p14:tracePt t="146892" x="5029200" y="4222750"/>
          <p14:tracePt t="146908" x="5092700" y="4159250"/>
          <p14:tracePt t="146925" x="5124450" y="4121150"/>
          <p14:tracePt t="146941" x="5175250" y="4051300"/>
          <p14:tracePt t="146958" x="5207000" y="4019550"/>
          <p14:tracePt t="146975" x="5251450" y="3943350"/>
          <p14:tracePt t="146991" x="5283200" y="3892550"/>
          <p14:tracePt t="147008" x="5321300" y="3784600"/>
          <p14:tracePt t="147025" x="5359400" y="3644900"/>
          <p14:tracePt t="147041" x="5365750" y="3600450"/>
          <p14:tracePt t="147058" x="5365750" y="3581400"/>
          <p14:tracePt t="147074" x="5353050" y="3581400"/>
          <p14:tracePt t="147091" x="5346700" y="3581400"/>
          <p14:tracePt t="147108" x="5321300" y="3594100"/>
          <p14:tracePt t="147124" x="5251450" y="3600450"/>
          <p14:tracePt t="147141" x="5168900" y="3619500"/>
          <p14:tracePt t="147158" x="5016500" y="3683000"/>
          <p14:tracePt t="147174" x="4927600" y="3733800"/>
          <p14:tracePt t="147190" x="4813300" y="3822700"/>
          <p14:tracePt t="147208" x="4673600" y="3930650"/>
          <p14:tracePt t="147224" x="4546600" y="4051300"/>
          <p14:tracePt t="147240" x="4495800" y="4108450"/>
          <p14:tracePt t="147257" x="4419600" y="4222750"/>
          <p14:tracePt t="147273" x="4381500" y="4279900"/>
          <p14:tracePt t="147291" x="4343400" y="4400550"/>
          <p14:tracePt t="147307" x="4305300" y="4514850"/>
          <p14:tracePt t="147324" x="4305300" y="4540250"/>
          <p14:tracePt t="147340" x="4305300" y="4591050"/>
          <p14:tracePt t="147356" x="4305300" y="4629150"/>
          <p14:tracePt t="147373" x="4318000" y="4654550"/>
          <p14:tracePt t="147390" x="4349750" y="4724400"/>
          <p14:tracePt t="147406" x="4381500" y="4781550"/>
          <p14:tracePt t="148305" x="4419600" y="4711700"/>
          <p14:tracePt t="148320" x="4445000" y="4622800"/>
          <p14:tracePt t="148326" x="4489450" y="4502150"/>
          <p14:tracePt t="148340" x="4546600" y="4368800"/>
          <p14:tracePt t="148354" x="4673600" y="4108450"/>
          <p14:tracePt t="148370" x="4711700" y="4000500"/>
          <p14:tracePt t="148386" x="4743450" y="3911600"/>
          <p14:tracePt t="148403" x="4800600" y="3810000"/>
          <p14:tracePt t="148419" x="4832350" y="3746500"/>
          <p14:tracePt t="148436" x="4845050" y="3714750"/>
          <p14:tracePt t="148453" x="4902200" y="3600450"/>
          <p14:tracePt t="148469" x="4965700" y="3378200"/>
          <p14:tracePt t="148486" x="5010150" y="3251200"/>
          <p14:tracePt t="148503" x="5054600" y="2984500"/>
          <p14:tracePt t="148520" x="5054600" y="2908300"/>
          <p14:tracePt t="148538" x="5054600" y="2832100"/>
          <p14:tracePt t="148552" x="5054600" y="2825750"/>
          <p14:tracePt t="148569" x="5048250" y="2825750"/>
          <p14:tracePt t="148587" x="5048250" y="2838450"/>
          <p14:tracePt t="148619" x="5041900" y="2844800"/>
          <p14:tracePt t="148636" x="4991100" y="2857500"/>
          <p14:tracePt t="148652" x="4959350" y="2863850"/>
          <p14:tracePt t="148669" x="4921250" y="2863850"/>
          <p14:tracePt t="148685" x="4838700" y="2882900"/>
          <p14:tracePt t="148702" x="4692650" y="2921000"/>
          <p14:tracePt t="148719" x="4610100" y="2959100"/>
          <p14:tracePt t="148722" x="4533900" y="2997200"/>
          <p14:tracePt t="148735" x="4451350" y="3054350"/>
          <p14:tracePt t="148752" x="4248150" y="3143250"/>
          <p14:tracePt t="148769" x="4070350" y="3282950"/>
          <p14:tracePt t="148785" x="3987800" y="3346450"/>
          <p14:tracePt t="148802" x="3886200" y="3441700"/>
          <p14:tracePt t="148819" x="3790950" y="3524250"/>
          <p14:tracePt t="148835" x="3759200" y="3556000"/>
          <p14:tracePt t="148853" x="3689350" y="3625850"/>
          <p14:tracePt t="148868" x="3632200" y="3683000"/>
          <p14:tracePt t="148885" x="3619500" y="3702050"/>
          <p14:tracePt t="148902" x="3587750" y="3740150"/>
          <p14:tracePt t="148918" x="3581400" y="3771900"/>
          <p14:tracePt t="148935" x="3575050" y="3810000"/>
          <p14:tracePt t="148951" x="3575050" y="3873500"/>
          <p14:tracePt t="148968" x="3606800" y="3905250"/>
          <p14:tracePt t="152428" x="3619500" y="3905250"/>
          <p14:tracePt t="152435" x="3638550" y="3905250"/>
          <p14:tracePt t="152449" x="3651250" y="3911600"/>
          <p14:tracePt t="152458" x="3670300" y="3917950"/>
          <p14:tracePt t="152472" x="3689350" y="3930650"/>
          <p14:tracePt t="152489" x="3708400" y="3937000"/>
          <p14:tracePt t="152506" x="3797300" y="3968750"/>
          <p14:tracePt t="152522" x="3841750" y="3975100"/>
          <p14:tracePt t="152539" x="3905250" y="3987800"/>
          <p14:tracePt t="152555" x="4013200" y="4006850"/>
          <p14:tracePt t="152571" x="4140200" y="4013200"/>
          <p14:tracePt t="152589" x="4286250" y="4032250"/>
          <p14:tracePt t="152605" x="4349750" y="4032250"/>
          <p14:tracePt t="152622" x="4502150" y="4032250"/>
          <p14:tracePt t="152639" x="4667250" y="4019550"/>
          <p14:tracePt t="152655" x="4756150" y="4013200"/>
          <p14:tracePt t="152672" x="4889500" y="4013200"/>
          <p14:tracePt t="152688" x="5029200" y="4013200"/>
          <p14:tracePt t="152705" x="5092700" y="4013200"/>
          <p14:tracePt t="152722" x="5187950" y="4019550"/>
          <p14:tracePt t="152737" x="5276850" y="4019550"/>
          <p14:tracePt t="152755" x="5302250" y="4019550"/>
          <p14:tracePt t="152758" x="5334000" y="4019550"/>
          <p14:tracePt t="152774" x="5365750" y="4013200"/>
          <p14:tracePt t="152788" x="5410200" y="4006850"/>
          <p14:tracePt t="152805" x="5441950" y="4000500"/>
          <p14:tracePt t="152821" x="5473700" y="4000500"/>
          <p14:tracePt t="152838" x="5511800" y="3994150"/>
          <p14:tracePt t="152854" x="5562600" y="3981450"/>
          <p14:tracePt t="152871" x="5594350" y="3975100"/>
          <p14:tracePt t="152888" x="5607050" y="3975100"/>
          <p14:tracePt t="152905" x="5619750" y="3962400"/>
          <p14:tracePt t="152921" x="5626100" y="3962400"/>
          <p14:tracePt t="153025" x="5619750" y="3962400"/>
          <p14:tracePt t="153381" x="5594350" y="3962400"/>
          <p14:tracePt t="153389" x="5556250" y="3949700"/>
          <p14:tracePt t="153405" x="5492750" y="3943350"/>
          <p14:tracePt t="153419" x="5435600" y="3937000"/>
          <p14:tracePt t="153436" x="5314950" y="3905250"/>
          <p14:tracePt t="153452" x="5175250" y="3879850"/>
          <p14:tracePt t="153469" x="5086350" y="3867150"/>
          <p14:tracePt t="153486" x="4914900" y="3848100"/>
          <p14:tracePt t="153501" x="4737100" y="3829050"/>
          <p14:tracePt t="153518" x="4648200" y="3829050"/>
          <p14:tracePt t="153536" x="4445000" y="3816350"/>
          <p14:tracePt t="153552" x="4241800" y="3822700"/>
          <p14:tracePt t="153568" x="4152900" y="3822700"/>
          <p14:tracePt t="153586" x="3962400" y="3816350"/>
          <p14:tracePt t="153602" x="3771900" y="3816350"/>
          <p14:tracePt t="153618" x="3695700" y="3816350"/>
          <p14:tracePt t="153635" x="3549650" y="3822700"/>
          <p14:tracePt t="153651" x="3422650" y="3822700"/>
          <p14:tracePt t="153668" x="3359150" y="3816350"/>
          <p14:tracePt t="153685" x="3340100" y="3810000"/>
          <p14:tracePt t="156426" x="3340100" y="3816350"/>
          <p14:tracePt t="156440" x="3333750" y="3816350"/>
          <p14:tracePt t="156475" x="3321050" y="3816350"/>
          <p14:tracePt t="156489" x="3321050" y="3822700"/>
          <p14:tracePt t="156545" x="3314700" y="3822700"/>
          <p14:tracePt t="156609" x="3314700" y="3829050"/>
          <p14:tracePt t="156615" x="3321050" y="3829050"/>
          <p14:tracePt t="156630" x="3327400" y="3829050"/>
          <p14:tracePt t="156650" x="3333750" y="3829050"/>
          <p14:tracePt t="156660" x="3340100" y="3829050"/>
          <p14:tracePt t="156674" x="3352800" y="3829050"/>
          <p14:tracePt t="156691" x="3378200" y="3829050"/>
          <p14:tracePt t="156708" x="3416300" y="3829050"/>
          <p14:tracePt t="156724" x="3448050" y="3829050"/>
          <p14:tracePt t="156743" x="3511550" y="3829050"/>
          <p14:tracePt t="156757" x="3619500" y="3822700"/>
          <p14:tracePt t="156774" x="3683000" y="3822700"/>
          <p14:tracePt t="156792" x="3816350" y="3803650"/>
          <p14:tracePt t="156807" x="3892550" y="3790950"/>
          <p14:tracePt t="156824" x="4064000" y="3765550"/>
          <p14:tracePt t="156841" x="4229100" y="3721100"/>
          <p14:tracePt t="156857" x="4324350" y="3702050"/>
          <p14:tracePt t="156874" x="4495800" y="3651250"/>
          <p14:tracePt t="156890" x="4603750" y="3625850"/>
          <p14:tracePt t="156907" x="4641850" y="3619500"/>
          <p14:tracePt t="156924" x="4686300" y="3600450"/>
          <p14:tracePt t="156940" x="4692650" y="3600450"/>
          <p14:tracePt t="156957" x="4699000" y="3600450"/>
          <p14:tracePt t="156990" x="4699000" y="3594100"/>
          <p14:tracePt t="157051" x="4692650" y="3594100"/>
          <p14:tracePt t="157058" x="4692650" y="3587750"/>
          <p14:tracePt t="157398" x="4673600" y="3581400"/>
          <p14:tracePt t="157411" x="4641850" y="3575050"/>
          <p14:tracePt t="157426" x="4616450" y="3568700"/>
          <p14:tracePt t="157433" x="4572000" y="3549650"/>
          <p14:tracePt t="157446" x="4527550" y="3530600"/>
          <p14:tracePt t="157455" x="4470400" y="3511550"/>
          <p14:tracePt t="157471" x="4375150" y="3486150"/>
          <p14:tracePt t="157489" x="4279900" y="3460750"/>
          <p14:tracePt t="157505" x="4216400" y="3454400"/>
          <p14:tracePt t="157521" x="4133850" y="3441700"/>
          <p14:tracePt t="157538" x="3879850" y="3409950"/>
          <p14:tracePt t="157555" x="3790950" y="3409950"/>
          <p14:tracePt t="157571" x="3689350" y="3403600"/>
          <p14:tracePt t="157588" x="3486150" y="3403600"/>
          <p14:tracePt t="157605" x="3295650" y="3416300"/>
          <p14:tracePt t="157623" x="3111500" y="3409950"/>
          <p14:tracePt t="157637" x="3035300" y="3403600"/>
          <p14:tracePt t="157654" x="2857500" y="3384550"/>
          <p14:tracePt t="157672" x="2698750" y="3321050"/>
          <p14:tracePt t="157687" x="2628900" y="3270250"/>
          <p14:tracePt t="157704" x="2571750" y="3181350"/>
          <p14:tracePt t="157721" x="2559050" y="3130550"/>
          <p14:tracePt t="158161" x="2520950" y="3111500"/>
          <p14:tracePt t="158168" x="2482850" y="3098800"/>
          <p14:tracePt t="158182" x="2451100" y="3079750"/>
          <p14:tracePt t="158189" x="2406650" y="3060700"/>
          <p14:tracePt t="158205" x="2362200" y="3054350"/>
          <p14:tracePt t="158219" x="2292350" y="3022600"/>
          <p14:tracePt t="158236" x="2260600" y="3016250"/>
          <p14:tracePt t="158253" x="2216150" y="2997200"/>
          <p14:tracePt t="158269" x="2133600" y="2971800"/>
          <p14:tracePt t="158286" x="2038350" y="2952750"/>
          <p14:tracePt t="158302" x="1968500" y="2933700"/>
          <p14:tracePt t="158319" x="1936750" y="2921000"/>
          <p14:tracePt t="158336" x="1885950" y="2895600"/>
          <p14:tracePt t="158352" x="1822450" y="2870200"/>
          <p14:tracePt t="158368" x="1803400" y="2857500"/>
          <p14:tracePt t="158387" x="1758950" y="2832100"/>
          <p14:tracePt t="158402" x="1727200" y="2813050"/>
          <p14:tracePt t="158418" x="1708150" y="2800350"/>
          <p14:tracePt t="158436" x="1689100" y="2787650"/>
          <p14:tracePt t="158451" x="1682750" y="2774950"/>
          <p14:tracePt t="159103" x="1689100" y="2774950"/>
          <p14:tracePt t="159117" x="1701800" y="2800350"/>
          <p14:tracePt t="159123" x="1733550" y="2819400"/>
          <p14:tracePt t="159138" x="1758950" y="2844800"/>
          <p14:tracePt t="159148" x="1778000" y="2863850"/>
          <p14:tracePt t="159166" x="1847850" y="2927350"/>
          <p14:tracePt t="159182" x="1905000" y="2952750"/>
          <p14:tracePt t="159199" x="2057400" y="3067050"/>
          <p14:tracePt t="159216" x="2235200" y="3181350"/>
          <p14:tracePt t="159232" x="2330450" y="3244850"/>
          <p14:tracePt t="159249" x="2527300" y="3378200"/>
          <p14:tracePt t="159265" x="2743200" y="3486150"/>
          <p14:tracePt t="159282" x="2844800" y="3530600"/>
          <p14:tracePt t="159299" x="3041650" y="3600450"/>
          <p14:tracePt t="159315" x="3225800" y="3670300"/>
          <p14:tracePt t="159332" x="3321050" y="3702050"/>
          <p14:tracePt t="159349" x="3517900" y="3778250"/>
          <p14:tracePt t="159365" x="3714750" y="3848100"/>
          <p14:tracePt t="159382" x="3841750" y="3873500"/>
          <p14:tracePt t="159398" x="4095750" y="3905250"/>
          <p14:tracePt t="159415" x="4235450" y="3911600"/>
          <p14:tracePt t="159432" x="4502150" y="3911600"/>
          <p14:tracePt t="159448" x="4768850" y="3886200"/>
          <p14:tracePt t="159465" x="4908550" y="3867150"/>
          <p14:tracePt t="159482" x="5156200" y="3803650"/>
          <p14:tracePt t="159498" x="5302250" y="3765550"/>
          <p14:tracePt t="159515" x="5416550" y="3733800"/>
          <p14:tracePt t="159531" x="5715000" y="3632200"/>
          <p14:tracePt t="159548" x="5797550" y="3600450"/>
          <p14:tracePt t="159565" x="5911850" y="3543300"/>
          <p14:tracePt t="159581" x="5988050" y="3492500"/>
          <p14:tracePt t="159598" x="6007100" y="3479800"/>
          <p14:tracePt t="159614" x="6045200" y="3460750"/>
          <p14:tracePt t="159631" x="6064250" y="3435350"/>
          <p14:tracePt t="159647" x="6076950" y="3429000"/>
          <p14:tracePt t="159664" x="6096000" y="3409950"/>
          <p14:tracePt t="159681" x="6115050" y="3397250"/>
          <p14:tracePt t="159698" x="6115050" y="3390900"/>
          <p14:tracePt t="159714" x="6134100" y="3378200"/>
          <p14:tracePt t="159730" x="6153150" y="3365500"/>
          <p14:tracePt t="159747" x="6172200" y="3352800"/>
          <p14:tracePt t="159764" x="6210300" y="3333750"/>
          <p14:tracePt t="159780" x="6248400" y="3308350"/>
          <p14:tracePt t="159798" x="6305550" y="3276600"/>
          <p14:tracePt t="159813" x="6324600" y="3263900"/>
          <p14:tracePt t="159830" x="6388100" y="3232150"/>
          <p14:tracePt t="159847" x="6438900" y="3194050"/>
          <p14:tracePt t="159863" x="6457950" y="3187700"/>
          <p14:tracePt t="159880" x="6502400" y="3149600"/>
          <p14:tracePt t="159897" x="6527800" y="3117850"/>
          <p14:tracePt t="159913" x="6546850" y="3092450"/>
          <p14:tracePt t="159932" x="6572250" y="3067050"/>
          <p14:tracePt t="159946" x="6597650" y="3035300"/>
          <p14:tracePt t="159963" x="6597650" y="3028950"/>
          <p14:tracePt t="159980" x="6610350" y="3016250"/>
          <p14:tracePt t="159996" x="6610350" y="3009900"/>
          <p14:tracePt t="160032" x="6616700" y="3009900"/>
          <p14:tracePt t="160057" x="6616700" y="3003550"/>
          <p14:tracePt t="160066" x="6616700" y="2990850"/>
          <p14:tracePt t="160085" x="6616700" y="2984500"/>
          <p14:tracePt t="160532" x="6667500" y="2984500"/>
          <p14:tracePt t="160540" x="6743700" y="2984500"/>
          <p14:tracePt t="160553" x="6819900" y="2984500"/>
          <p14:tracePt t="160562" x="6896100" y="2984500"/>
          <p14:tracePt t="160577" x="6972300" y="2984500"/>
          <p14:tracePt t="160594" x="7124700" y="2971800"/>
          <p14:tracePt t="160611" x="7264400" y="2971800"/>
          <p14:tracePt t="160627" x="7327900" y="2959100"/>
          <p14:tracePt t="160644" x="7473950" y="2959100"/>
          <p14:tracePt t="160660" x="7537450" y="2952750"/>
          <p14:tracePt t="160677" x="7562850" y="2952750"/>
          <p14:tracePt t="160694" x="7581900" y="2952750"/>
          <p14:tracePt t="160711" x="7588250" y="2952750"/>
          <p14:tracePt t="160757" x="7588250" y="2946400"/>
          <p14:tracePt t="160841" x="7581900" y="2946400"/>
          <p14:tracePt t="160848" x="7569200" y="2940050"/>
          <p14:tracePt t="160863" x="7556500" y="2940050"/>
          <p14:tracePt t="160877" x="7512050" y="2921000"/>
          <p14:tracePt t="160893" x="7467600" y="2914650"/>
          <p14:tracePt t="160909" x="7404100" y="2901950"/>
          <p14:tracePt t="160926" x="7258050" y="2882900"/>
          <p14:tracePt t="160943" x="7080250" y="2882900"/>
          <p14:tracePt t="160960" x="6953250" y="2882900"/>
          <p14:tracePt t="160976" x="6902450" y="2882900"/>
          <p14:tracePt t="160993" x="6851650" y="2882900"/>
          <p14:tracePt t="161010" x="6743700" y="2882900"/>
          <p14:tracePt t="161026" x="6711950" y="2889250"/>
          <p14:tracePt t="161043" x="6686550" y="2889250"/>
          <p14:tracePt t="161060" x="6673850" y="2889250"/>
          <p14:tracePt t="161092" x="6667500" y="2889250"/>
          <p14:tracePt t="161156" x="6667500" y="2895600"/>
          <p14:tracePt t="161789" x="6654800" y="2895600"/>
          <p14:tracePt t="161804" x="6629400" y="2895600"/>
          <p14:tracePt t="161810" x="6597650" y="2901950"/>
          <p14:tracePt t="161826" x="6559550" y="2914650"/>
          <p14:tracePt t="161840" x="6464300" y="2933700"/>
          <p14:tracePt t="161856" x="6419850" y="2946400"/>
          <p14:tracePt t="161874" x="6311900" y="2971800"/>
          <p14:tracePt t="161890" x="6254750" y="3003550"/>
          <p14:tracePt t="161906" x="6121400" y="3054350"/>
          <p14:tracePt t="161924" x="5949950" y="3130550"/>
          <p14:tracePt t="161939" x="5854700" y="3162300"/>
          <p14:tracePt t="161956" x="5645150" y="3244850"/>
          <p14:tracePt t="161973" x="5397500" y="3321050"/>
          <p14:tracePt t="161990" x="5238750" y="3371850"/>
          <p14:tracePt t="162006" x="4965700" y="3460750"/>
          <p14:tracePt t="162022" x="4673600" y="3556000"/>
          <p14:tracePt t="162039" x="4514850" y="3606800"/>
          <p14:tracePt t="162056" x="4222750" y="3695700"/>
          <p14:tracePt t="162072" x="3911600" y="3784600"/>
          <p14:tracePt t="162089" x="3759200" y="3816350"/>
          <p14:tracePt t="162106" x="3517900" y="3848100"/>
          <p14:tracePt t="162122" x="3365500" y="3867150"/>
          <p14:tracePt t="162139" x="3308350" y="3867150"/>
          <p14:tracePt t="162674" x="3302000" y="3867150"/>
          <p14:tracePt t="162682" x="3263900" y="3867150"/>
          <p14:tracePt t="162696" x="3232150" y="3867150"/>
          <p14:tracePt t="162704" x="3194050" y="3860800"/>
          <p14:tracePt t="162720" x="3155950" y="3860800"/>
          <p14:tracePt t="162737" x="3086100" y="3860800"/>
          <p14:tracePt t="162753" x="3035300" y="3848100"/>
          <p14:tracePt t="162770" x="3009900" y="3835400"/>
          <p14:tracePt t="162787" x="2959100" y="3829050"/>
          <p14:tracePt t="162803" x="2908300" y="3816350"/>
          <p14:tracePt t="162820" x="2882900" y="3810000"/>
          <p14:tracePt t="162836" x="2832100" y="3797300"/>
          <p14:tracePt t="162854" x="2787650" y="3778250"/>
          <p14:tracePt t="162869" x="2774950" y="3771900"/>
          <p14:tracePt t="162886" x="2755900" y="3765550"/>
          <p14:tracePt t="162903" x="2749550" y="3765550"/>
          <p14:tracePt t="162973" x="2755900" y="3765550"/>
          <p14:tracePt t="162979" x="2762250" y="3765550"/>
          <p14:tracePt t="162994" x="2774950" y="3765550"/>
          <p14:tracePt t="163002" x="2787650" y="3765550"/>
          <p14:tracePt t="163019" x="2794000" y="3765550"/>
          <p14:tracePt t="163036" x="2838450" y="3765550"/>
          <p14:tracePt t="163052" x="2901950" y="3765550"/>
          <p14:tracePt t="163069" x="2946400" y="3765550"/>
          <p14:tracePt t="163086" x="3060700" y="3771900"/>
          <p14:tracePt t="163102" x="3206750" y="3790950"/>
          <p14:tracePt t="163119" x="3295650" y="3797300"/>
          <p14:tracePt t="163135" x="3473450" y="3822700"/>
          <p14:tracePt t="163152" x="3657600" y="3860800"/>
          <p14:tracePt t="163169" x="3829050" y="3898900"/>
          <p14:tracePt t="163185" x="3905250" y="3898900"/>
          <p14:tracePt t="163202" x="3968750" y="3898900"/>
          <p14:tracePt t="163219" x="4032250" y="3898900"/>
          <p14:tracePt t="163235" x="4057650" y="3898900"/>
          <p14:tracePt t="163252" x="4064000" y="3898900"/>
          <p14:tracePt t="163268" x="4076700" y="3898900"/>
          <p14:tracePt t="163330" x="4070350" y="3898900"/>
          <p14:tracePt t="163380" x="4064000" y="3898900"/>
          <p14:tracePt t="163414" x="4057650" y="3898900"/>
          <p14:tracePt t="163450" x="4051300" y="3898900"/>
          <p14:tracePt t="163534" x="4044950" y="3898900"/>
          <p14:tracePt t="164466" x="4019550" y="3905250"/>
          <p14:tracePt t="164473" x="3968750" y="3917950"/>
          <p14:tracePt t="164487" x="3911600" y="3937000"/>
          <p14:tracePt t="164497" x="3854450" y="3949700"/>
          <p14:tracePt t="164514" x="3790950" y="3962400"/>
          <p14:tracePt t="164530" x="3632200" y="4000500"/>
          <p14:tracePt t="164547" x="3454400" y="4044950"/>
          <p14:tracePt t="164565" x="3244850" y="4083050"/>
          <p14:tracePt t="164580" x="3143250" y="4114800"/>
          <p14:tracePt t="164597" x="2971800" y="4146550"/>
          <p14:tracePt t="164614" x="2851150" y="4165600"/>
          <p14:tracePt t="164631" x="2813050" y="4165600"/>
          <p14:tracePt t="164647" x="2749550" y="4171950"/>
          <p14:tracePt t="164663" x="2730500" y="4171950"/>
          <p14:tracePt t="164696" x="2717800" y="4178300"/>
          <p14:tracePt t="164713" x="2730500" y="4178300"/>
          <p14:tracePt t="165390" x="2736850" y="4178300"/>
          <p14:tracePt t="165397" x="2743200" y="4178300"/>
          <p14:tracePt t="165403" x="2755900" y="4184650"/>
          <p14:tracePt t="165418" x="2774950" y="4191000"/>
          <p14:tracePt t="165427" x="2794000" y="4197350"/>
          <p14:tracePt t="165443" x="2825750" y="4216400"/>
          <p14:tracePt t="165460" x="2933700" y="4241800"/>
          <p14:tracePt t="165477" x="3117850" y="4298950"/>
          <p14:tracePt t="165494" x="3238500" y="4343400"/>
          <p14:tracePt t="165511" x="3594100" y="4457700"/>
          <p14:tracePt t="165527" x="3829050" y="4533900"/>
          <p14:tracePt t="165545" x="4311650" y="4635500"/>
          <p14:tracePt t="165560" x="4787900" y="4718050"/>
          <p14:tracePt t="165577" x="4965700" y="4756150"/>
          <p14:tracePt t="165594" x="5194300" y="4787900"/>
          <p14:tracePt t="165610" x="5334000" y="4787900"/>
          <p14:tracePt t="165627" x="5372100" y="4787900"/>
          <p14:tracePt t="165643" x="5441950" y="4787900"/>
          <p14:tracePt t="165660" x="5486400" y="4781550"/>
          <p14:tracePt t="165678" x="5511800" y="4775200"/>
          <p14:tracePt t="165694" x="5511800" y="4768850"/>
          <p14:tracePt t="165710" x="5524500" y="4762500"/>
          <p14:tracePt t="165727" x="5537200" y="4756150"/>
          <p14:tracePt t="165743" x="5549900" y="4749800"/>
          <p14:tracePt t="165760" x="5568950" y="4743450"/>
          <p14:tracePt t="165776" x="5588000" y="4737100"/>
          <p14:tracePt t="165793" x="5594350" y="4730750"/>
          <p14:tracePt t="165809" x="5600700" y="4724400"/>
          <p14:tracePt t="165826" x="5619750" y="4718050"/>
          <p14:tracePt t="165842" x="5632450" y="4711700"/>
          <p14:tracePt t="165860" x="5638800" y="4699000"/>
          <p14:tracePt t="165876" x="5645150" y="4692650"/>
          <p14:tracePt t="165892" x="5664200" y="4673600"/>
          <p14:tracePt t="165910" x="5695950" y="4635500"/>
          <p14:tracePt t="165927" x="5702300" y="4616450"/>
          <p14:tracePt t="165943" x="5740400" y="4552950"/>
          <p14:tracePt t="165959" x="5772150" y="4502150"/>
          <p14:tracePt t="165976" x="5778500" y="4476750"/>
          <p14:tracePt t="165992" x="5797550" y="4451350"/>
          <p14:tracePt t="166009" x="5816600" y="4432300"/>
          <p14:tracePt t="166026" x="5822950" y="4419600"/>
          <p14:tracePt t="166043" x="5829300" y="4413250"/>
          <p14:tracePt t="166093" x="5829300" y="4406900"/>
          <p14:tracePt t="166719" x="5854700" y="4406900"/>
          <p14:tracePt t="166734" x="5899150" y="4413250"/>
          <p14:tracePt t="166742" x="5962650" y="4425950"/>
          <p14:tracePt t="166756" x="6032500" y="4445000"/>
          <p14:tracePt t="166772" x="6223000" y="4464050"/>
          <p14:tracePt t="166790" x="6337300" y="4483100"/>
          <p14:tracePt t="166806" x="6565900" y="4502150"/>
          <p14:tracePt t="166822" x="6851650" y="4527550"/>
          <p14:tracePt t="166840" x="7086600" y="4533900"/>
          <p14:tracePt t="166856" x="7188200" y="4521200"/>
          <p14:tracePt t="166875" x="7353300" y="4502150"/>
          <p14:tracePt t="166889" x="7499350" y="4464050"/>
          <p14:tracePt t="166905" x="7550150" y="4457700"/>
          <p14:tracePt t="166923" x="7639050" y="4432300"/>
          <p14:tracePt t="166939" x="7664450" y="4425950"/>
          <p14:tracePt t="166956" x="7689850" y="4419600"/>
          <p14:tracePt t="166973" x="7702550" y="4413250"/>
          <p14:tracePt t="166989" x="7708900" y="4413250"/>
          <p14:tracePt t="167005" x="7721600" y="4406900"/>
          <p14:tracePt t="167022" x="7721600" y="4400550"/>
          <p14:tracePt t="167039" x="7727950" y="4400550"/>
          <p14:tracePt t="167057" x="7734300" y="4400550"/>
          <p14:tracePt t="167072" x="7747000" y="4394200"/>
          <p14:tracePt t="167088" x="7753350" y="4387850"/>
          <p14:tracePt t="167105" x="7772400" y="4387850"/>
          <p14:tracePt t="167122" x="7797800" y="4381500"/>
          <p14:tracePt t="167138" x="7823200" y="4381500"/>
          <p14:tracePt t="167155" x="7835900" y="4375150"/>
          <p14:tracePt t="167172" x="7848600" y="4368800"/>
          <p14:tracePt t="167188" x="7874000" y="4368800"/>
          <p14:tracePt t="167205" x="7893050" y="4356100"/>
          <p14:tracePt t="167221" x="7899400" y="4356100"/>
          <p14:tracePt t="167239" x="7912100" y="4349750"/>
          <p14:tracePt t="167274" x="7912100" y="4343400"/>
          <p14:tracePt t="167302" x="7912100" y="4337050"/>
          <p14:tracePt t="167330" x="7899400" y="4330700"/>
          <p14:tracePt t="167343" x="7867650" y="4324350"/>
          <p14:tracePt t="167350" x="7829550" y="4318000"/>
          <p14:tracePt t="167364" x="7759700" y="4298950"/>
          <p14:tracePt t="167374" x="7658100" y="4298950"/>
          <p14:tracePt t="167388" x="7543800" y="4286250"/>
          <p14:tracePt t="167404" x="7213600" y="4273550"/>
          <p14:tracePt t="167421" x="6711950" y="4298950"/>
          <p14:tracePt t="167437" x="6413500" y="4330700"/>
          <p14:tracePt t="167454" x="5803900" y="4375150"/>
          <p14:tracePt t="167471" x="5181600" y="4470400"/>
          <p14:tracePt t="167487" x="4908550" y="4502150"/>
          <p14:tracePt t="167504" x="4616450" y="4521200"/>
          <p14:tracePt t="167520" x="3841750" y="4578350"/>
          <p14:tracePt t="167537" x="3606800" y="4578350"/>
          <p14:tracePt t="167553" x="3378200" y="4578350"/>
          <p14:tracePt t="167570" x="2781300" y="4546600"/>
          <p14:tracePt t="167587" x="2654300" y="4533900"/>
          <p14:tracePt t="167604" x="2514600" y="4527550"/>
          <p14:tracePt t="167620" x="2495550" y="4495800"/>
          <p14:tracePt t="168011" x="2514600" y="4495800"/>
          <p14:tracePt t="168025" x="2540000" y="4508500"/>
          <p14:tracePt t="168032" x="2571750" y="4527550"/>
          <p14:tracePt t="168046" x="2616200" y="4533900"/>
          <p14:tracePt t="168054" x="2673350" y="4552950"/>
          <p14:tracePt t="168068" x="2724150" y="4572000"/>
          <p14:tracePt t="168085" x="2819400" y="4597400"/>
          <p14:tracePt t="168102" x="2965450" y="4616450"/>
          <p14:tracePt t="168118" x="3041650" y="4622800"/>
          <p14:tracePt t="168135" x="3105150" y="4622800"/>
          <p14:tracePt t="168152" x="3276600" y="4622800"/>
          <p14:tracePt t="168168" x="3314700" y="4622800"/>
          <p14:tracePt t="168184" x="3352800" y="4622800"/>
          <p14:tracePt t="168201" x="3435350" y="4616450"/>
          <p14:tracePt t="168218" x="3492500" y="4610100"/>
          <p14:tracePt t="168236" x="3543300" y="4610100"/>
          <p14:tracePt t="168251" x="3562350" y="4610100"/>
          <p14:tracePt t="168267" x="3600450" y="4610100"/>
          <p14:tracePt t="168285" x="3625850" y="4610100"/>
          <p14:tracePt t="168301" x="3638550" y="4610100"/>
          <p14:tracePt t="168317" x="3657600" y="4610100"/>
          <p14:tracePt t="168334" x="3683000" y="4610100"/>
          <p14:tracePt t="168351" x="3695700" y="4610100"/>
          <p14:tracePt t="168367" x="3714750" y="4603750"/>
          <p14:tracePt t="168384" x="3771900" y="4603750"/>
          <p14:tracePt t="168400" x="3835400" y="4591050"/>
          <p14:tracePt t="168418" x="4083050" y="4584700"/>
          <p14:tracePt t="168433" x="4171950" y="4584700"/>
          <p14:tracePt t="168450" x="4381500" y="4584700"/>
          <p14:tracePt t="168468" x="4603750" y="4559300"/>
          <p14:tracePt t="168483" x="4705350" y="4559300"/>
          <p14:tracePt t="168500" x="4845050" y="4540250"/>
          <p14:tracePt t="168517" x="4965700" y="4533900"/>
          <p14:tracePt t="168533" x="5016500" y="4527550"/>
          <p14:tracePt t="168550" x="5086350" y="4514850"/>
          <p14:tracePt t="168566" x="5124450" y="4508500"/>
          <p14:tracePt t="168584" x="5149850" y="4502150"/>
          <p14:tracePt t="168600" x="5187950" y="4495800"/>
          <p14:tracePt t="168617" x="5232400" y="4495800"/>
          <p14:tracePt t="168633" x="5251450" y="4495800"/>
          <p14:tracePt t="168650" x="5276850" y="4495800"/>
          <p14:tracePt t="168666" x="5321300" y="4495800"/>
          <p14:tracePt t="168683" x="5353050" y="4495800"/>
          <p14:tracePt t="168699" x="5397500" y="4495800"/>
          <p14:tracePt t="169247" x="5448300" y="4495800"/>
          <p14:tracePt t="169254" x="5518150" y="4495800"/>
          <p14:tracePt t="169268" x="5594350" y="4495800"/>
          <p14:tracePt t="169283" x="5645150" y="4502150"/>
          <p14:tracePt t="169297" x="5708650" y="4508500"/>
          <p14:tracePt t="169314" x="5842000" y="4527550"/>
          <p14:tracePt t="169331" x="5905500" y="4533900"/>
          <p14:tracePt t="169347" x="6089650" y="4546600"/>
          <p14:tracePt t="169364" x="6140450" y="4552950"/>
          <p14:tracePt t="169381" x="6248400" y="4565650"/>
          <p14:tracePt t="169397" x="6311900" y="4572000"/>
          <p14:tracePt t="169414" x="6343650" y="4572000"/>
          <p14:tracePt t="169430" x="6394450" y="4572000"/>
          <p14:tracePt t="169447" x="6407150" y="4572000"/>
          <p14:tracePt t="169464" x="6426200" y="4572000"/>
          <p14:tracePt t="169480" x="6438900" y="4572000"/>
          <p14:tracePt t="169514" x="6445250" y="4572000"/>
          <p14:tracePt t="169529" x="6451600" y="4572000"/>
          <p14:tracePt t="170140" x="6413500" y="4546600"/>
          <p14:tracePt t="170148" x="6369050" y="4502150"/>
          <p14:tracePt t="170163" x="6311900" y="4464050"/>
          <p14:tracePt t="170178" x="6254750" y="4425950"/>
          <p14:tracePt t="170194" x="6153150" y="4368800"/>
          <p14:tracePt t="170211" x="6083300" y="4349750"/>
          <p14:tracePt t="170228" x="6038850" y="4337050"/>
          <p14:tracePt t="170244" x="5969000" y="4330700"/>
          <p14:tracePt t="170261" x="5886450" y="4330700"/>
          <p14:tracePt t="170277" x="5861050" y="4330700"/>
          <p14:tracePt t="170295" x="5778500" y="4349750"/>
          <p14:tracePt t="170310" x="5683250" y="4375150"/>
          <p14:tracePt t="170327" x="5632450" y="4381500"/>
          <p14:tracePt t="170344" x="5524500" y="4400550"/>
          <p14:tracePt t="170360" x="5416550" y="4413250"/>
          <p14:tracePt t="170376" x="5365750" y="4419600"/>
          <p14:tracePt t="170394" x="5270500" y="4425950"/>
          <p14:tracePt t="170410" x="5213350" y="4425950"/>
          <p14:tracePt t="170427" x="5200650" y="4425950"/>
          <p14:tracePt t="170444" x="5194300" y="4425950"/>
          <p14:tracePt t="172398" x="5200650" y="4425950"/>
          <p14:tracePt t="172405" x="5219700" y="4438650"/>
          <p14:tracePt t="172420" x="5245100" y="4451350"/>
          <p14:tracePt t="172426" x="5264150" y="4464050"/>
          <p14:tracePt t="172436" x="5283200" y="4476750"/>
          <p14:tracePt t="172454" x="5314950" y="4495800"/>
          <p14:tracePt t="172470" x="5378450" y="4527550"/>
          <p14:tracePt t="172486" x="5410200" y="4533900"/>
          <p14:tracePt t="172503" x="5499100" y="4552950"/>
          <p14:tracePt t="172520" x="5524500" y="4552950"/>
          <p14:tracePt t="172536" x="5543550" y="4552950"/>
          <p14:tracePt t="172553" x="5594350" y="4559300"/>
          <p14:tracePt t="172569" x="5626100" y="4559300"/>
          <p14:tracePt t="172586" x="5638800" y="4559300"/>
          <p14:tracePt t="172602" x="5657850" y="4559300"/>
          <p14:tracePt t="172619" x="5670550" y="4559300"/>
          <p14:tracePt t="172652" x="5676900" y="4559300"/>
          <p14:tracePt t="172669" x="5683250" y="4559300"/>
          <p14:tracePt t="172707" x="5689600" y="4559300"/>
          <p14:tracePt t="172826" x="5683250" y="4552950"/>
          <p14:tracePt t="172847" x="5676900" y="4552950"/>
          <p14:tracePt t="172910" x="5676900" y="4546600"/>
          <p14:tracePt t="172917" x="5670550" y="4546600"/>
          <p14:tracePt t="172938" x="5664200" y="4546600"/>
          <p14:tracePt t="172967" x="5657850" y="4546600"/>
          <p14:tracePt t="172980" x="5651500" y="4546600"/>
          <p14:tracePt t="172988" x="5645150" y="4546600"/>
          <p14:tracePt t="173015" x="5638800" y="4546600"/>
          <p14:tracePt t="173037" x="5632450" y="4546600"/>
          <p14:tracePt t="173052" x="5626100" y="4540250"/>
          <p14:tracePt t="173058" x="5619750" y="4540250"/>
          <p14:tracePt t="173067" x="5607050" y="4540250"/>
          <p14:tracePt t="173084" x="5588000" y="4540250"/>
          <p14:tracePt t="173101" x="5537200" y="4540250"/>
          <p14:tracePt t="173118" x="5511800" y="4540250"/>
          <p14:tracePt t="173135" x="5410200" y="4546600"/>
          <p14:tracePt t="173151" x="5384800" y="4559300"/>
          <p14:tracePt t="173167" x="5334000" y="4565650"/>
          <p14:tracePt t="175072" x="5340350" y="4565650"/>
          <p14:tracePt t="175086" x="5353050" y="4578350"/>
          <p14:tracePt t="175094" x="5365750" y="4584700"/>
          <p14:tracePt t="175107" x="5384800" y="4597400"/>
          <p14:tracePt t="175114" x="5410200" y="4603750"/>
          <p14:tracePt t="175130" x="5429250" y="4610100"/>
          <p14:tracePt t="175144" x="5480050" y="4629150"/>
          <p14:tracePt t="175160" x="5499100" y="4635500"/>
          <p14:tracePt t="175178" x="5549900" y="4641850"/>
          <p14:tracePt t="175194" x="5562600" y="4641850"/>
          <p14:tracePt t="175210" x="5594350" y="4648200"/>
          <p14:tracePt t="175227" x="5619750" y="4648200"/>
          <p14:tracePt t="175243" x="5626100" y="4648200"/>
          <p14:tracePt t="175260" x="5638800" y="4648200"/>
          <p14:tracePt t="175277" x="5651500" y="4648200"/>
          <p14:tracePt t="175310" x="5657850" y="4648200"/>
          <p14:tracePt t="175326" x="5664200" y="4641850"/>
          <p14:tracePt t="175346" x="5664200" y="4635500"/>
          <p14:tracePt t="175360" x="5670550" y="4635500"/>
          <p14:tracePt t="175376" x="5670550" y="4629150"/>
          <p14:tracePt t="175396" x="5670550" y="4622800"/>
          <p14:tracePt t="175410" x="5670550" y="4616450"/>
          <p14:tracePt t="175426" x="5676900" y="4603750"/>
          <p14:tracePt t="175443" x="5676900" y="4591050"/>
          <p14:tracePt t="175446" x="5676900" y="4578350"/>
          <p14:tracePt t="175459" x="5676900" y="4559300"/>
          <p14:tracePt t="175475" x="5676900" y="4540250"/>
          <p14:tracePt t="175494" x="5651500" y="4457700"/>
          <p14:tracePt t="175509" x="5645150" y="4432300"/>
          <p14:tracePt t="175526" x="5632450" y="4406900"/>
          <p14:tracePt t="175543" x="5594350" y="4362450"/>
          <p14:tracePt t="175559" x="5543550" y="4324350"/>
          <p14:tracePt t="175576" x="5511800" y="4311650"/>
          <p14:tracePt t="175592" x="5448300" y="4305300"/>
          <p14:tracePt t="175609" x="5397500" y="4324350"/>
          <p14:tracePt t="175626" x="5365750" y="4337050"/>
          <p14:tracePt t="175643" x="5353050" y="4438650"/>
          <p14:tracePt t="175658" x="5353050" y="4476750"/>
          <p14:tracePt t="176199" x="5353050" y="4483100"/>
          <p14:tracePt t="176221" x="5359400" y="4489450"/>
          <p14:tracePt t="176227" x="5365750" y="4502150"/>
          <p14:tracePt t="176243" x="5378450" y="4508500"/>
          <p14:tracePt t="176257" x="5403850" y="4533900"/>
          <p14:tracePt t="176273" x="5422900" y="4540250"/>
          <p14:tracePt t="176291" x="5461000" y="4565650"/>
          <p14:tracePt t="176306" x="5480050" y="4572000"/>
          <p14:tracePt t="176323" x="5511800" y="4584700"/>
          <p14:tracePt t="176340" x="5556250" y="4597400"/>
          <p14:tracePt t="176356" x="5568950" y="4597400"/>
          <p14:tracePt t="176373" x="5575300" y="4597400"/>
          <p14:tracePt t="176390" x="5581650" y="4597400"/>
          <p14:tracePt t="176406" x="5588000" y="4597400"/>
          <p14:tracePt t="176480" x="5588000" y="4591050"/>
          <p14:tracePt t="176536" x="5581650" y="4591050"/>
          <p14:tracePt t="176599" x="5575300" y="4591050"/>
          <p14:tracePt t="176662" x="5568950" y="4591050"/>
          <p14:tracePt t="176669" x="5562600" y="4591050"/>
          <p14:tracePt t="176719" x="5556250" y="4591050"/>
          <p14:tracePt t="176803" x="5562600" y="4591050"/>
          <p14:tracePt t="176810" x="5575300" y="4584700"/>
          <p14:tracePt t="176821" x="5588000" y="4584700"/>
          <p14:tracePt t="176839" x="5651500" y="4572000"/>
          <p14:tracePt t="176854" x="5721350" y="4565650"/>
          <p14:tracePt t="176871" x="5810250" y="4552950"/>
          <p14:tracePt t="176888" x="6235700" y="4489450"/>
          <p14:tracePt t="176904" x="6464300" y="4445000"/>
          <p14:tracePt t="176921" x="6711950" y="4400550"/>
          <p14:tracePt t="176938" x="7175500" y="4356100"/>
          <p14:tracePt t="176954" x="7645400" y="4286250"/>
          <p14:tracePt t="176971" x="7886700" y="4260850"/>
          <p14:tracePt t="176987" x="8255000" y="4210050"/>
          <p14:tracePt t="177004" x="8483600" y="4165600"/>
          <p14:tracePt t="177021" x="8655050" y="4152900"/>
          <p14:tracePt t="177038" x="8718550" y="4146550"/>
          <p14:tracePt t="177054" x="8775700" y="4140200"/>
          <p14:tracePt t="177070" x="8794750" y="4133850"/>
          <p14:tracePt t="177087" x="8801100" y="4133850"/>
          <p14:tracePt t="177120" x="8794750" y="4127500"/>
          <p14:tracePt t="177140" x="8788400" y="4127500"/>
          <p14:tracePt t="177168" x="8782050" y="4127500"/>
          <p14:tracePt t="177189" x="8775700" y="4127500"/>
          <p14:tracePt t="177210" x="8763000" y="4127500"/>
          <p14:tracePt t="177224" x="8750300" y="4127500"/>
          <p14:tracePt t="177231" x="8737600" y="4127500"/>
          <p14:tracePt t="177239" x="8712200" y="4121150"/>
          <p14:tracePt t="177255" x="8667750" y="4121150"/>
          <p14:tracePt t="177270" x="8629650" y="4102100"/>
          <p14:tracePt t="177288" x="8470900" y="4083050"/>
          <p14:tracePt t="177303" x="8255000" y="4044950"/>
          <p14:tracePt t="177320" x="8128000" y="4032250"/>
          <p14:tracePt t="177337" x="7848600" y="4013200"/>
          <p14:tracePt t="177353" x="7550150" y="4000500"/>
          <p14:tracePt t="177369" x="7410450" y="4000500"/>
          <p14:tracePt t="177386" x="7092950" y="4025900"/>
          <p14:tracePt t="177403" x="6756400" y="4076700"/>
          <p14:tracePt t="177419" x="6616700" y="4089400"/>
          <p14:tracePt t="177436" x="6273800" y="4159250"/>
          <p14:tracePt t="177453" x="6013450" y="4216400"/>
          <p14:tracePt t="177470" x="5784850" y="4279900"/>
          <p14:tracePt t="177486" x="5689600" y="4311650"/>
          <p14:tracePt t="177502" x="5556250" y="4387850"/>
          <p14:tracePt t="177519" x="5467350" y="4413250"/>
          <p14:tracePt t="178055" x="5397500" y="4413250"/>
          <p14:tracePt t="178062" x="5295900" y="4413250"/>
          <p14:tracePt t="178076" x="5181600" y="4413250"/>
          <p14:tracePt t="178085" x="5054600" y="4406900"/>
          <p14:tracePt t="178101" x="4927600" y="4406900"/>
          <p14:tracePt t="178118" x="4692650" y="4413250"/>
          <p14:tracePt t="178133" x="4464050" y="4413250"/>
          <p14:tracePt t="178150" x="4337050" y="4432300"/>
          <p14:tracePt t="178167" x="4140200" y="4464050"/>
          <p14:tracePt t="178183" x="4013200" y="4470400"/>
          <p14:tracePt t="178200" x="3956050" y="4483100"/>
          <p14:tracePt t="178217" x="3860800" y="4495800"/>
          <p14:tracePt t="178233" x="3759200" y="4508500"/>
          <p14:tracePt t="178250" x="3695700" y="4508500"/>
          <p14:tracePt t="178266" x="3581400" y="4508500"/>
          <p14:tracePt t="178283" x="3511550" y="4508500"/>
          <p14:tracePt t="178300" x="3397250" y="4483100"/>
          <p14:tracePt t="178316" x="3308350" y="4457700"/>
          <p14:tracePt t="178333" x="3257550" y="4438650"/>
          <p14:tracePt t="178350" x="3149600" y="4438650"/>
          <p14:tracePt t="178366" x="3073400" y="4432300"/>
          <p14:tracePt t="178383" x="3041650" y="4425950"/>
          <p14:tracePt t="178400" x="2984500" y="4425950"/>
          <p14:tracePt t="178416" x="2952750" y="4438650"/>
          <p14:tracePt t="178432" x="2952750" y="4451350"/>
          <p14:tracePt t="182426" x="2940050" y="4457700"/>
          <p14:tracePt t="182433" x="2927350" y="4470400"/>
          <p14:tracePt t="182447" x="2914650" y="4483100"/>
          <p14:tracePt t="182455" x="2895600" y="4508500"/>
          <p14:tracePt t="182470" x="2882900" y="4521200"/>
          <p14:tracePt t="182485" x="2825750" y="4565650"/>
          <p14:tracePt t="182502" x="2794000" y="4603750"/>
          <p14:tracePt t="182505" x="2762250" y="4635500"/>
          <p14:tracePt t="182519" x="2724150" y="4660900"/>
          <p14:tracePt t="182535" x="2698750" y="4705350"/>
          <p14:tracePt t="182553" x="2590800" y="4845050"/>
          <p14:tracePt t="182568" x="2552700" y="4889500"/>
          <p14:tracePt t="182585" x="2514600" y="4946650"/>
          <p14:tracePt t="182602" x="2463800" y="5010150"/>
          <p14:tracePt t="182618" x="2400300" y="5073650"/>
          <p14:tracePt t="182635" x="2374900" y="5086350"/>
          <p14:tracePt t="182651" x="2336800" y="5111750"/>
          <p14:tracePt t="182668" x="2298700" y="5137150"/>
          <p14:tracePt t="182685" x="2286000" y="5149850"/>
          <p14:tracePt t="182701" x="2260600" y="5162550"/>
          <p14:tracePt t="182718" x="2247900" y="5168900"/>
          <p14:tracePt t="182735" x="2235200" y="5168900"/>
          <p14:tracePt t="182750" x="2235200" y="5175250"/>
          <p14:tracePt t="182784" x="2228850" y="5175250"/>
          <p14:tracePt t="183092" x="2235200" y="5181600"/>
          <p14:tracePt t="183113" x="2247900" y="5181600"/>
          <p14:tracePt t="183134" x="2254250" y="5187950"/>
          <p14:tracePt t="183155" x="2260600" y="5187950"/>
          <p14:tracePt t="183169" x="2266950" y="5194300"/>
          <p14:tracePt t="183190" x="2279650" y="5194300"/>
          <p14:tracePt t="183197" x="2298700" y="5200650"/>
          <p14:tracePt t="183204" x="2324100" y="5200650"/>
          <p14:tracePt t="183219" x="2362200" y="5200650"/>
          <p14:tracePt t="183233" x="2413000" y="5207000"/>
          <p14:tracePt t="183249" x="2552700" y="5207000"/>
          <p14:tracePt t="183265" x="2654300" y="5207000"/>
          <p14:tracePt t="183283" x="2743200" y="5207000"/>
          <p14:tracePt t="183299" x="2959100" y="5207000"/>
          <p14:tracePt t="183316" x="3124200" y="5207000"/>
          <p14:tracePt t="183333" x="3257550" y="5194300"/>
          <p14:tracePt t="183349" x="3295650" y="5194300"/>
          <p14:tracePt t="183367" x="3352800" y="5194300"/>
          <p14:tracePt t="183382" x="3365500" y="5194300"/>
          <p14:tracePt t="183399" x="3384550" y="5194300"/>
          <p14:tracePt t="183416" x="3390900" y="5194300"/>
          <p14:tracePt t="183507" x="3390900" y="5200650"/>
          <p14:tracePt t="184118" x="3403600" y="5213350"/>
          <p14:tracePt t="184124" x="3416300" y="5232400"/>
          <p14:tracePt t="184138" x="3435350" y="5257800"/>
          <p14:tracePt t="184148" x="3460750" y="5270500"/>
          <p14:tracePt t="184163" x="3479800" y="5302250"/>
          <p14:tracePt t="184179" x="3517900" y="5327650"/>
          <p14:tracePt t="184196" x="3594100" y="5384800"/>
          <p14:tracePt t="184212" x="3638550" y="5416550"/>
          <p14:tracePt t="184230" x="3733800" y="5441950"/>
          <p14:tracePt t="184245" x="3879850" y="5467350"/>
          <p14:tracePt t="184262" x="3943350" y="5480050"/>
          <p14:tracePt t="184279" x="4102100" y="5486400"/>
          <p14:tracePt t="184295" x="4165600" y="5486400"/>
          <p14:tracePt t="184312" x="4216400" y="5486400"/>
          <p14:tracePt t="184329" x="4292600" y="5486400"/>
          <p14:tracePt t="184345" x="4349750" y="5480050"/>
          <p14:tracePt t="184362" x="4362450" y="5480050"/>
          <p14:tracePt t="184378" x="4368800" y="5480050"/>
          <p14:tracePt t="184461" x="4375150" y="5480050"/>
          <p14:tracePt t="184496" x="4381500" y="5480050"/>
          <p14:tracePt t="184503" x="4387850" y="5480050"/>
          <p14:tracePt t="184518" x="4394200" y="5480050"/>
          <p14:tracePt t="184528" x="4406900" y="5480050"/>
          <p14:tracePt t="184545" x="4425950" y="5480050"/>
          <p14:tracePt t="184561" x="4464050" y="5473700"/>
          <p14:tracePt t="184578" x="4495800" y="5473700"/>
          <p14:tracePt t="184595" x="4578350" y="5454650"/>
          <p14:tracePt t="184611" x="4673600" y="5429250"/>
          <p14:tracePt t="184627" x="4711700" y="5422900"/>
          <p14:tracePt t="184645" x="4806950" y="5403850"/>
          <p14:tracePt t="184661" x="4851400" y="5397500"/>
          <p14:tracePt t="184677" x="4895850" y="5378450"/>
          <p14:tracePt t="184694" x="4953000" y="5365750"/>
          <p14:tracePt t="184711" x="4984750" y="5353050"/>
          <p14:tracePt t="184728" x="5003800" y="5340350"/>
          <p14:tracePt t="184744" x="5016500" y="5334000"/>
          <p14:tracePt t="184760" x="5022850" y="5327650"/>
          <p14:tracePt t="184778" x="5029200" y="5321300"/>
          <p14:tracePt t="184793" x="5029200" y="5314950"/>
          <p14:tracePt t="186846" x="5041900" y="5245100"/>
          <p14:tracePt t="186854" x="5060950" y="5137150"/>
          <p14:tracePt t="186867" x="5073650" y="5022850"/>
          <p14:tracePt t="186874" x="5092700" y="4883150"/>
          <p14:tracePt t="186890" x="5105400" y="4756150"/>
          <p14:tracePt t="186903" x="5118100" y="4641850"/>
          <p14:tracePt t="186920" x="5124450" y="4413250"/>
          <p14:tracePt t="186937" x="5124450" y="4324350"/>
          <p14:tracePt t="186953" x="5111750" y="4146550"/>
          <p14:tracePt t="186969" x="5111750" y="4064000"/>
          <p14:tracePt t="186989" x="5086350" y="3937000"/>
          <p14:tracePt t="187003" x="5073650" y="3879850"/>
          <p14:tracePt t="187019" x="5041900" y="3797300"/>
          <p14:tracePt t="187036" x="5029200" y="3746500"/>
          <p14:tracePt t="187053" x="5010150" y="3714750"/>
          <p14:tracePt t="187069" x="4997450" y="3683000"/>
          <p14:tracePt t="187086" x="4965700" y="3619500"/>
          <p14:tracePt t="187102" x="4933950" y="3556000"/>
          <p14:tracePt t="187120" x="4895850" y="3505200"/>
          <p14:tracePt t="187135" x="4870450" y="3473450"/>
          <p14:tracePt t="187153" x="4857750" y="3448050"/>
          <p14:tracePt t="187169" x="4845050" y="3429000"/>
          <p14:tracePt t="187185" x="4813300" y="3378200"/>
          <p14:tracePt t="187202" x="4794250" y="3327400"/>
          <p14:tracePt t="187219" x="4749800" y="3282950"/>
          <p14:tracePt t="187235" x="4724400" y="3270250"/>
          <p14:tracePt t="187253" x="4673600" y="3219450"/>
          <p14:tracePt t="187268" x="4648200" y="3200400"/>
          <p14:tracePt t="187285" x="4603750" y="3162300"/>
          <p14:tracePt t="187302" x="4584700" y="3149600"/>
          <p14:tracePt t="187318" x="4546600" y="3117850"/>
          <p14:tracePt t="187335" x="4533900" y="3111500"/>
          <p14:tracePt t="187352" x="4502150" y="3098800"/>
          <p14:tracePt t="187368" x="4489450" y="3092450"/>
          <p14:tracePt t="187385" x="4483100" y="3086100"/>
          <p14:tracePt t="187401" x="4476750" y="3073400"/>
          <p14:tracePt t="188155" x="4476750" y="3067050"/>
          <p14:tracePt t="188253" x="4483100" y="3060700"/>
          <p14:tracePt t="188275" x="4489450" y="3060700"/>
          <p14:tracePt t="188282" x="4495800" y="3060700"/>
          <p14:tracePt t="188295" x="4495800" y="3054350"/>
          <p14:tracePt t="188302" x="4508500" y="3048000"/>
          <p14:tracePt t="188318" x="4521200" y="3041650"/>
          <p14:tracePt t="188332" x="4533900" y="3035300"/>
          <p14:tracePt t="188348" x="4546600" y="3035300"/>
          <p14:tracePt t="188365" x="4591050" y="3016250"/>
          <p14:tracePt t="188381" x="4667250" y="2984500"/>
          <p14:tracePt t="188398" x="4699000" y="2965450"/>
          <p14:tracePt t="188415" x="4781550" y="2933700"/>
          <p14:tracePt t="188431" x="4826000" y="2901950"/>
          <p14:tracePt t="188448" x="4902200" y="2863850"/>
          <p14:tracePt t="188464" x="4978400" y="2832100"/>
          <p14:tracePt t="188481" x="4997450" y="2813050"/>
          <p14:tracePt t="188498" x="5022850" y="2806700"/>
          <p14:tracePt t="188514" x="5048250" y="2794000"/>
          <p14:tracePt t="188530" x="5060950" y="2787650"/>
          <p14:tracePt t="188548" x="5067300" y="2781300"/>
          <p14:tracePt t="188564" x="5080000" y="2781300"/>
          <p14:tracePt t="188600" x="5080000" y="2774950"/>
          <p14:tracePt t="188731" x="5073650" y="2774950"/>
          <p14:tracePt t="188759" x="5067300" y="2774950"/>
          <p14:tracePt t="188787" x="5060950" y="2781300"/>
          <p14:tracePt t="188801" x="5054600" y="2781300"/>
          <p14:tracePt t="188808" x="5048250" y="2781300"/>
          <p14:tracePt t="188822" x="5041900" y="2781300"/>
          <p14:tracePt t="188831" x="5029200" y="2781300"/>
          <p14:tracePt t="188846" x="5016500" y="2781300"/>
          <p14:tracePt t="188864" x="4991100" y="2781300"/>
          <p14:tracePt t="188880" x="4921250" y="2781300"/>
          <p14:tracePt t="188896" x="4813300" y="2762250"/>
          <p14:tracePt t="188914" x="4673600" y="2743200"/>
          <p14:tracePt t="188929" x="4597400" y="2736850"/>
          <p14:tracePt t="188946" x="4527550" y="2724150"/>
          <p14:tracePt t="188963" x="4387850" y="2698750"/>
          <p14:tracePt t="188979" x="4318000" y="2686050"/>
          <p14:tracePt t="188996" x="4197350" y="2667000"/>
          <p14:tracePt t="189013" x="4108450" y="2660650"/>
          <p14:tracePt t="189029" x="4057650" y="2654300"/>
          <p14:tracePt t="189032" x="4051300" y="2647950"/>
          <p14:tracePt t="189470" x="4038600" y="2654300"/>
          <p14:tracePt t="189477" x="4032250" y="2660650"/>
          <p14:tracePt t="189491" x="4025900" y="2673350"/>
          <p14:tracePt t="189498" x="4013200" y="2686050"/>
          <p14:tracePt t="189514" x="4000500" y="2692400"/>
          <p14:tracePt t="189527" x="4000500" y="2698750"/>
          <p14:tracePt t="189575" x="4000500" y="2705100"/>
          <p14:tracePt t="189617" x="4000500" y="2711450"/>
          <p14:tracePt t="189659" x="4006850" y="2711450"/>
          <p14:tracePt t="189680" x="4019550" y="2717800"/>
          <p14:tracePt t="189695" x="4025900" y="2717800"/>
          <p14:tracePt t="189701" x="4038600" y="2717800"/>
          <p14:tracePt t="189715" x="4044950" y="2717800"/>
          <p14:tracePt t="189726" x="4051300" y="2717800"/>
          <p14:tracePt t="189744" x="4076700" y="2724150"/>
          <p14:tracePt t="189760" x="4089400" y="2730500"/>
          <p14:tracePt t="189777" x="4121150" y="2736850"/>
          <p14:tracePt t="189793" x="4191000" y="2755900"/>
          <p14:tracePt t="189810" x="4298950" y="2781300"/>
          <p14:tracePt t="189826" x="4362450" y="2787650"/>
          <p14:tracePt t="189843" x="4521200" y="2819400"/>
          <p14:tracePt t="189859" x="4610100" y="2832100"/>
          <p14:tracePt t="189877" x="4781550" y="2857500"/>
          <p14:tracePt t="189893" x="4870450" y="2870200"/>
          <p14:tracePt t="189909" x="5016500" y="2895600"/>
          <p14:tracePt t="189927" x="5143500" y="2914650"/>
          <p14:tracePt t="189943" x="5187950" y="2927350"/>
          <p14:tracePt t="189959" x="5226050" y="2927350"/>
          <p14:tracePt t="189975" x="5257800" y="2927350"/>
          <p14:tracePt t="189993" x="5276850" y="2927350"/>
          <p14:tracePt t="190010" x="5283200" y="2927350"/>
          <p14:tracePt t="190026" x="5283200" y="2921000"/>
          <p14:tracePt t="190046" x="5283200" y="2908300"/>
          <p14:tracePt t="190066" x="5283200" y="2901950"/>
          <p14:tracePt t="190075" x="5276850" y="2895600"/>
          <p14:tracePt t="190092" x="5276850" y="2882900"/>
          <p14:tracePt t="190663" x="5283200" y="2882900"/>
          <p14:tracePt t="190677" x="5289550" y="2882900"/>
          <p14:tracePt t="190705" x="5295900" y="2882900"/>
          <p14:tracePt t="190733" x="5302250" y="2882900"/>
          <p14:tracePt t="190804" x="5308600" y="2882900"/>
          <p14:tracePt t="190845" x="5314950" y="2882900"/>
          <p14:tracePt t="190867" x="5321300" y="2882900"/>
          <p14:tracePt t="190888" x="5327650" y="2882900"/>
          <p14:tracePt t="190923" x="5334000" y="2882900"/>
          <p14:tracePt t="190937" x="5340350" y="2882900"/>
          <p14:tracePt t="190944" x="5346700" y="2882900"/>
          <p14:tracePt t="190959" x="5353050" y="2882900"/>
          <p14:tracePt t="190973" x="5365750" y="2882900"/>
          <p14:tracePt t="190989" x="5403850" y="2870200"/>
          <p14:tracePt t="191005" x="5422900" y="2863850"/>
          <p14:tracePt t="191023" x="5499100" y="2832100"/>
          <p14:tracePt t="191039" x="5543550" y="2813050"/>
          <p14:tracePt t="191056" x="5664200" y="2768600"/>
          <p14:tracePt t="191072" x="5765800" y="2724150"/>
          <p14:tracePt t="191088" x="5810250" y="2698750"/>
          <p14:tracePt t="191106" x="5886450" y="2654300"/>
          <p14:tracePt t="191122" x="5905500" y="2641600"/>
          <p14:tracePt t="191139" x="5937250" y="2622550"/>
          <p14:tracePt t="191155" x="5988050" y="2609850"/>
          <p14:tracePt t="191172" x="6007100" y="2597150"/>
          <p14:tracePt t="191188" x="6013450" y="2597150"/>
          <p14:tracePt t="191205" x="6038850" y="2590800"/>
          <p14:tracePt t="191222" x="6051550" y="2590800"/>
          <p14:tracePt t="191239" x="6070600" y="2590800"/>
          <p14:tracePt t="191255" x="6102350" y="2590800"/>
          <p14:tracePt t="191271" x="6115050" y="2590800"/>
          <p14:tracePt t="191289" x="6153150" y="2597150"/>
          <p14:tracePt t="191305" x="6178550" y="2597150"/>
          <p14:tracePt t="191321" x="6248400" y="2616200"/>
          <p14:tracePt t="191338" x="6273800" y="2622550"/>
          <p14:tracePt t="191354" x="6343650" y="2628900"/>
          <p14:tracePt t="191371" x="6375400" y="2628900"/>
          <p14:tracePt t="191387" x="6413500" y="2635250"/>
          <p14:tracePt t="191404" x="6432550" y="2641600"/>
          <p14:tracePt t="191421" x="6457950" y="2647950"/>
          <p14:tracePt t="191438" x="6496050" y="2654300"/>
          <p14:tracePt t="191454" x="6502400" y="2654300"/>
          <p14:tracePt t="191471" x="6508750" y="2660650"/>
          <p14:tracePt t="191488" x="6527800" y="2660650"/>
          <p14:tracePt t="191504" x="6559550" y="2667000"/>
          <p14:tracePt t="191521" x="6616700" y="2667000"/>
          <p14:tracePt t="191537" x="6667500" y="2679700"/>
          <p14:tracePt t="191556" x="6737350" y="2686050"/>
          <p14:tracePt t="191570" x="6775450" y="2686050"/>
          <p14:tracePt t="191587" x="6813550" y="2692400"/>
          <p14:tracePt t="191604" x="6870700" y="2698750"/>
          <p14:tracePt t="191620" x="6908800" y="2711450"/>
          <p14:tracePt t="191637" x="6921500" y="2711450"/>
          <p14:tracePt t="191654" x="6927850" y="2717800"/>
          <p14:tracePt t="191703" x="6927850" y="2711450"/>
          <p14:tracePt t="191751" x="6921500" y="2711450"/>
          <p14:tracePt t="191758" x="6908800" y="2705100"/>
          <p14:tracePt t="191772" x="6896100" y="2705100"/>
          <p14:tracePt t="191787" x="6883400" y="2705100"/>
          <p14:tracePt t="191803" x="6813550" y="2686050"/>
          <p14:tracePt t="191819" x="6750050" y="2686050"/>
          <p14:tracePt t="191836" x="6604000" y="2667000"/>
          <p14:tracePt t="191852" x="6515100" y="2660650"/>
          <p14:tracePt t="191870" x="6350000" y="2660650"/>
          <p14:tracePt t="191886" x="6172200" y="2660650"/>
          <p14:tracePt t="191902" x="6096000" y="2660650"/>
          <p14:tracePt t="191920" x="5962650" y="2692400"/>
          <p14:tracePt t="191935" x="5911850" y="2698750"/>
          <p14:tracePt t="191952" x="5854700" y="2717800"/>
          <p14:tracePt t="191969" x="5797550" y="2730500"/>
          <p14:tracePt t="191985" x="5759450" y="2743200"/>
          <p14:tracePt t="192002" x="5746750" y="2743200"/>
          <p14:tracePt t="192019" x="5727700" y="2749550"/>
          <p14:tracePt t="192036" x="5721350" y="2755900"/>
          <p14:tracePt t="192053" x="5702300" y="2762250"/>
          <p14:tracePt t="192069" x="5683250" y="2768600"/>
          <p14:tracePt t="192085" x="5676900" y="2768600"/>
          <p14:tracePt t="192104" x="5670550" y="2768600"/>
          <p14:tracePt t="192118" x="5664200" y="2774950"/>
          <p14:tracePt t="192135" x="5651500" y="2774950"/>
          <p14:tracePt t="192152" x="5645150" y="2774950"/>
          <p14:tracePt t="192168" x="5638800" y="2781300"/>
          <p14:tracePt t="192202" x="5632450" y="2781300"/>
          <p14:tracePt t="192292" x="5632450" y="2787650"/>
          <p14:tracePt t="192306" x="5638800" y="2787650"/>
          <p14:tracePt t="192313" x="5645150" y="2787650"/>
          <p14:tracePt t="192327" x="5651500" y="2794000"/>
          <p14:tracePt t="192337" x="5670550" y="2794000"/>
          <p14:tracePt t="192350" x="5689600" y="2794000"/>
          <p14:tracePt t="192367" x="5727700" y="2800350"/>
          <p14:tracePt t="192384" x="5822950" y="2813050"/>
          <p14:tracePt t="192401" x="5886450" y="2813050"/>
          <p14:tracePt t="192418" x="6045200" y="2844800"/>
          <p14:tracePt t="192434" x="6210300" y="2857500"/>
          <p14:tracePt t="192451" x="6286500" y="2863850"/>
          <p14:tracePt t="192468" x="6432550" y="2882900"/>
          <p14:tracePt t="192484" x="6483350" y="2895600"/>
          <p14:tracePt t="192501" x="6604000" y="2908300"/>
          <p14:tracePt t="192517" x="6673850" y="2921000"/>
          <p14:tracePt t="192534" x="6699250" y="2921000"/>
          <p14:tracePt t="192551" x="6731000" y="2927350"/>
          <p14:tracePt t="192554" x="6743700" y="2933700"/>
          <p14:tracePt t="192567" x="6756400" y="2933700"/>
          <p14:tracePt t="192583" x="6769100" y="2933700"/>
          <p14:tracePt t="192601" x="6781800" y="2933700"/>
          <p14:tracePt t="192657" x="6781800" y="2927350"/>
          <p14:tracePt t="192692" x="6775450" y="2927350"/>
          <p14:tracePt t="192699" x="6769100" y="2927350"/>
          <p14:tracePt t="192713" x="6756400" y="2921000"/>
          <p14:tracePt t="192720" x="6743700" y="2921000"/>
          <p14:tracePt t="192736" x="6731000" y="2921000"/>
          <p14:tracePt t="192749" x="6705600" y="2914650"/>
          <p14:tracePt t="192766" x="6673850" y="2908300"/>
          <p14:tracePt t="192784" x="6572250" y="2895600"/>
          <p14:tracePt t="192799" x="6400800" y="2889250"/>
          <p14:tracePt t="192816" x="6299200" y="2876550"/>
          <p14:tracePt t="192833" x="6083300" y="2876550"/>
          <p14:tracePt t="192849" x="5969000" y="2876550"/>
          <p14:tracePt t="192866" x="5778500" y="2870200"/>
          <p14:tracePt t="192883" x="5588000" y="2857500"/>
          <p14:tracePt t="192899" x="5511800" y="2857500"/>
          <p14:tracePt t="192916" x="5461000" y="2857500"/>
          <p14:tracePt t="192932" x="5403850" y="2857500"/>
          <p14:tracePt t="192948" x="5384800" y="2857500"/>
          <p14:tracePt t="192966" x="5378450" y="2857500"/>
          <p14:tracePt t="193001" x="5378450" y="2863850"/>
          <p14:tracePt t="193016" x="5378450" y="2876550"/>
          <p14:tracePt t="193022" x="5397500" y="2889250"/>
          <p14:tracePt t="193032" x="5410200" y="2895600"/>
          <p14:tracePt t="193413" x="5359400" y="2882900"/>
          <p14:tracePt t="193419" x="5276850" y="2857500"/>
          <p14:tracePt t="193434" x="5200650" y="2838450"/>
          <p14:tracePt t="193448" x="5099050" y="2813050"/>
          <p14:tracePt t="193464" x="4914900" y="2774950"/>
          <p14:tracePt t="193480" x="4826000" y="2762250"/>
          <p14:tracePt t="193497" x="4654550" y="2743200"/>
          <p14:tracePt t="193514" x="4578350" y="2736850"/>
          <p14:tracePt t="193530" x="4400550" y="2736850"/>
          <p14:tracePt t="193546" x="4241800" y="2755900"/>
          <p14:tracePt t="193563" x="4178300" y="2774950"/>
          <p14:tracePt t="193566" x="4133850" y="2794000"/>
          <p14:tracePt t="193581" x="4102100" y="2819400"/>
          <p14:tracePt t="193596" x="4076700" y="2832100"/>
          <p14:tracePt t="193613" x="4057650" y="2838450"/>
          <p14:tracePt t="193630" x="4044950" y="2851150"/>
          <p14:tracePt t="193686" x="4038600" y="2851150"/>
          <p14:tracePt t="193700" x="4038600" y="2844800"/>
          <p14:tracePt t="193707" x="4038600" y="2838450"/>
          <p14:tracePt t="193729" x="4032250" y="2825750"/>
          <p14:tracePt t="193735" x="4032250" y="2813050"/>
          <p14:tracePt t="194117" x="3987800" y="2787650"/>
          <p14:tracePt t="194132" x="3905250" y="2755900"/>
          <p14:tracePt t="194138" x="3803650" y="2711450"/>
          <p14:tracePt t="194153" x="3683000" y="2673350"/>
          <p14:tracePt t="194161" x="3556000" y="2628900"/>
          <p14:tracePt t="194178" x="3422650" y="2597150"/>
          <p14:tracePt t="194196" x="3092450" y="2508250"/>
          <p14:tracePt t="194212" x="2946400" y="2489200"/>
          <p14:tracePt t="194228" x="2635250" y="2438400"/>
          <p14:tracePt t="194245" x="2324100" y="2406650"/>
          <p14:tracePt t="194261" x="2197100" y="2406650"/>
          <p14:tracePt t="194278" x="2070100" y="2406650"/>
          <p14:tracePt t="194294" x="1866900" y="2432050"/>
          <p14:tracePt t="194311" x="1682750" y="2482850"/>
          <p14:tracePt t="194329" x="1562100" y="2508250"/>
          <p14:tracePt t="194344" x="1517650" y="2527300"/>
          <p14:tracePt t="194361" x="1492250" y="2527300"/>
          <p14:tracePt t="194378" x="1460500" y="2533650"/>
          <p14:tracePt t="194394" x="1454150" y="2533650"/>
          <p14:tracePt t="194411" x="1441450" y="2540000"/>
          <p14:tracePt t="194511" x="1447800" y="2552700"/>
          <p14:tracePt t="194525" x="1447800" y="2565400"/>
          <p14:tracePt t="194532" x="1441450" y="2578100"/>
          <p14:tracePt t="194547" x="1428750" y="2603500"/>
          <p14:tracePt t="194560" x="1428750" y="2616200"/>
          <p14:tracePt t="194576" x="1416050" y="2660650"/>
          <p14:tracePt t="194593" x="1409700" y="2673350"/>
          <p14:tracePt t="194610" x="1397000" y="2692400"/>
          <p14:tracePt t="194627" x="1397000" y="2698750"/>
          <p14:tracePt t="194643" x="1397000" y="2711450"/>
          <p14:tracePt t="194659" x="1390650" y="2717800"/>
          <p14:tracePt t="194694" x="1390650" y="2730500"/>
          <p14:tracePt t="194729" x="1390650" y="2736850"/>
          <p14:tracePt t="196343" x="1403350" y="2743200"/>
          <p14:tracePt t="196350" x="1435100" y="2749550"/>
          <p14:tracePt t="196364" x="1466850" y="2762250"/>
          <p14:tracePt t="196373" x="1511300" y="2781300"/>
          <p14:tracePt t="196387" x="1574800" y="2800350"/>
          <p14:tracePt t="196404" x="1631950" y="2825750"/>
          <p14:tracePt t="196421" x="1816100" y="2908300"/>
          <p14:tracePt t="196437" x="1949450" y="2952750"/>
          <p14:tracePt t="196453" x="2298700" y="3086100"/>
          <p14:tracePt t="196470" x="2717800" y="3206750"/>
          <p14:tracePt t="196487" x="2901950" y="3263900"/>
          <p14:tracePt t="196503" x="3060700" y="3308350"/>
          <p14:tracePt t="196519" x="3232150" y="3333750"/>
          <p14:tracePt t="196536" x="3359150" y="3352800"/>
          <p14:tracePt t="196554" x="3587750" y="3378200"/>
          <p14:tracePt t="196570" x="3663950" y="3378200"/>
          <p14:tracePt t="196586" x="3771900" y="3378200"/>
          <p14:tracePt t="196603" x="3816350" y="3359150"/>
          <p14:tracePt t="196619" x="3829050" y="3352800"/>
          <p14:tracePt t="196639" x="3829050" y="3346450"/>
          <p14:tracePt t="196659" x="3835400" y="3346450"/>
          <p14:tracePt t="196680" x="3841750" y="3346450"/>
          <p14:tracePt t="196702" x="3848100" y="3346450"/>
          <p14:tracePt t="196722" x="3854450" y="3346450"/>
          <p14:tracePt t="196750" x="3860800" y="3340100"/>
          <p14:tracePt t="196779" x="3867150" y="3340100"/>
          <p14:tracePt t="196793" x="3873500" y="3340100"/>
          <p14:tracePt t="196807" x="3886200" y="3340100"/>
          <p14:tracePt t="196814" x="3911600" y="3333750"/>
          <p14:tracePt t="196828" x="3930650" y="3333750"/>
          <p14:tracePt t="196836" x="3968750" y="3327400"/>
          <p14:tracePt t="196852" x="3994150" y="3327400"/>
          <p14:tracePt t="196869" x="4038600" y="3321050"/>
          <p14:tracePt t="196886" x="4108450" y="3302000"/>
          <p14:tracePt t="196902" x="4146550" y="3295650"/>
          <p14:tracePt t="196919" x="4235450" y="3263900"/>
          <p14:tracePt t="196935" x="4330700" y="3213100"/>
          <p14:tracePt t="196953" x="4381500" y="3181350"/>
          <p14:tracePt t="196969" x="4457700" y="3117850"/>
          <p14:tracePt t="196985" x="4495800" y="3073400"/>
          <p14:tracePt t="197002" x="4572000" y="2946400"/>
          <p14:tracePt t="197018" x="4622800" y="2787650"/>
          <p14:tracePt t="197035" x="4622800" y="2686050"/>
          <p14:tracePt t="197051" x="4622800" y="2571750"/>
          <p14:tracePt t="197068" x="4597400" y="2381250"/>
          <p14:tracePt t="197085" x="4565650" y="2298700"/>
          <p14:tracePt t="197102" x="4521200" y="2184400"/>
          <p14:tracePt t="197118" x="4489450" y="2152650"/>
          <p14:tracePt t="197135" x="4464050" y="2146300"/>
          <p14:tracePt t="197152" x="4438650" y="2139950"/>
          <p14:tracePt t="197167" x="4356100" y="2139950"/>
          <p14:tracePt t="197184" x="4260850" y="2159000"/>
          <p14:tracePt t="197201" x="4191000" y="2171700"/>
          <p14:tracePt t="197217" x="4146550" y="2190750"/>
          <p14:tracePt t="197234" x="4102100" y="2203450"/>
          <p14:tracePt t="197251" x="4044950" y="2228850"/>
          <p14:tracePt t="197268" x="3987800" y="2260600"/>
          <p14:tracePt t="197285" x="3949700" y="2298700"/>
          <p14:tracePt t="197300" x="3930650" y="2330450"/>
          <p14:tracePt t="197317" x="3905250" y="2362200"/>
          <p14:tracePt t="197334" x="3873500" y="2425700"/>
          <p14:tracePt t="197350" x="3860800" y="2495550"/>
          <p14:tracePt t="197367" x="3854450" y="2533650"/>
          <p14:tracePt t="197383" x="3854450" y="2565400"/>
          <p14:tracePt t="197400" x="3867150" y="2616200"/>
          <p14:tracePt t="197417" x="3892550" y="2647950"/>
          <p14:tracePt t="197433" x="3962400" y="2730500"/>
          <p14:tracePt t="197450" x="4019550" y="2755900"/>
          <p14:tracePt t="197467" x="4146550" y="2832100"/>
          <p14:tracePt t="197483" x="4203700" y="2870200"/>
          <p14:tracePt t="197500" x="4330700" y="2940050"/>
          <p14:tracePt t="197517" x="4464050" y="2984500"/>
          <p14:tracePt t="197533" x="4533900" y="3003550"/>
          <p14:tracePt t="197550" x="4597400" y="3016250"/>
          <p14:tracePt t="197566" x="4749800" y="3003550"/>
          <p14:tracePt t="197583" x="4876800" y="2965450"/>
          <p14:tracePt t="197600" x="4914900" y="2946400"/>
          <p14:tracePt t="197616" x="4978400" y="2914650"/>
          <p14:tracePt t="197632" x="4991100" y="2901950"/>
          <p14:tracePt t="197636" x="5003800" y="2895600"/>
          <p14:tracePt t="197652" x="5010150" y="2889250"/>
          <p14:tracePt t="197666" x="5016500" y="2882900"/>
          <p14:tracePt t="197783" x="5010150" y="2876550"/>
          <p14:tracePt t="197797" x="5010150" y="2870200"/>
          <p14:tracePt t="197804" x="4997450" y="2857500"/>
          <p14:tracePt t="197818" x="4972050" y="2851150"/>
          <p14:tracePt t="197835" x="4946650" y="2832100"/>
          <p14:tracePt t="197848" x="4902200" y="2825750"/>
          <p14:tracePt t="197865" x="4794250" y="2806700"/>
          <p14:tracePt t="197882" x="4603750" y="2806700"/>
          <p14:tracePt t="197898" x="4514850" y="2806700"/>
          <p14:tracePt t="197916" x="4413250" y="2813050"/>
          <p14:tracePt t="197931" x="4222750" y="2832100"/>
          <p14:tracePt t="197948" x="4133850" y="2851150"/>
          <p14:tracePt t="197966" x="3962400" y="2895600"/>
          <p14:tracePt t="197981" x="3841750" y="2927350"/>
          <p14:tracePt t="197998" x="3797300" y="2946400"/>
          <p14:tracePt t="198015" x="3708400" y="2984500"/>
          <p14:tracePt t="198031" x="3676650" y="2997200"/>
          <p14:tracePt t="198048" x="3638550" y="3003550"/>
          <p14:tracePt t="198065" x="3587750" y="3028950"/>
          <p14:tracePt t="198081" x="3562350" y="3035300"/>
          <p14:tracePt t="198098" x="3556000" y="3041650"/>
          <p14:tracePt t="198162" x="3556000" y="3048000"/>
          <p14:tracePt t="198169" x="3556000" y="3054350"/>
          <p14:tracePt t="198180" x="3556000" y="3060700"/>
          <p14:tracePt t="198197" x="3568700" y="3079750"/>
          <p14:tracePt t="198215" x="3581400" y="3086100"/>
          <p14:tracePt t="198729" x="3562350" y="3136900"/>
          <p14:tracePt t="198743" x="3511550" y="3206750"/>
          <p14:tracePt t="198749" x="3473450" y="3276600"/>
          <p14:tracePt t="198765" x="3422650" y="3359150"/>
          <p14:tracePt t="198779" x="3359150" y="3441700"/>
          <p14:tracePt t="198796" x="3238500" y="3695700"/>
          <p14:tracePt t="198813" x="3105150" y="3987800"/>
          <p14:tracePt t="198829" x="3041650" y="4146550"/>
          <p14:tracePt t="198845" x="2984500" y="4292600"/>
          <p14:tracePt t="198862" x="2889250" y="4489450"/>
          <p14:tracePt t="198879" x="2844800" y="4572000"/>
          <p14:tracePt t="198895" x="2800350" y="4679950"/>
          <p14:tracePt t="198912" x="2755900" y="4768850"/>
          <p14:tracePt t="198928" x="2743200" y="4800600"/>
          <p14:tracePt t="198945" x="2736850" y="4832350"/>
          <p14:tracePt t="198961" x="2711450" y="4902200"/>
          <p14:tracePt t="198978" x="2679700" y="4953000"/>
          <p14:tracePt t="198996" x="2667000" y="4997450"/>
          <p14:tracePt t="199011" x="2660650" y="5010150"/>
          <p14:tracePt t="199028" x="2654300" y="5022850"/>
          <p14:tracePt t="199046" x="2622550" y="5054600"/>
          <p14:tracePt t="199061" x="2603500" y="5086350"/>
          <p14:tracePt t="199078" x="2565400" y="5130800"/>
          <p14:tracePt t="199095" x="2533650" y="5181600"/>
          <p14:tracePt t="199110" x="2520950" y="5207000"/>
          <p14:tracePt t="199128" x="2508250" y="5226050"/>
          <p14:tracePt t="199144" x="2495550" y="5245100"/>
          <p14:tracePt t="199160" x="2489200" y="5251450"/>
          <p14:tracePt t="199180" x="2489200" y="5257800"/>
          <p14:tracePt t="199255" x="2495550" y="5257800"/>
          <p14:tracePt t="199276" x="2501900" y="5257800"/>
          <p14:tracePt t="199339" x="2508250" y="5257800"/>
          <p14:tracePt t="199374" x="2514600" y="5264150"/>
          <p14:tracePt t="199395" x="2520950" y="5264150"/>
          <p14:tracePt t="199411" x="2527300" y="5264150"/>
          <p14:tracePt t="199417" x="2533650" y="5264150"/>
          <p14:tracePt t="199430" x="2540000" y="5264150"/>
          <p14:tracePt t="199452" x="2552700" y="5264150"/>
          <p14:tracePt t="199461" x="2565400" y="5264150"/>
          <p14:tracePt t="199476" x="2584450" y="5264150"/>
          <p14:tracePt t="199493" x="2616200" y="5264150"/>
          <p14:tracePt t="199509" x="2705100" y="5264150"/>
          <p14:tracePt t="199526" x="2819400" y="5264150"/>
          <p14:tracePt t="199543" x="2984500" y="5257800"/>
          <p14:tracePt t="199559" x="3086100" y="5257800"/>
          <p14:tracePt t="199576" x="3187700" y="5257800"/>
          <p14:tracePt t="199593" x="3403600" y="5257800"/>
          <p14:tracePt t="199609" x="3517900" y="5257800"/>
          <p14:tracePt t="199627" x="3594100" y="5264150"/>
          <p14:tracePt t="199642" x="3765550" y="5283200"/>
          <p14:tracePt t="199659" x="3829050" y="5283200"/>
          <p14:tracePt t="199662" x="3879850" y="5289550"/>
          <p14:tracePt t="199676" x="3930650" y="5289550"/>
          <p14:tracePt t="199692" x="4000500" y="5295900"/>
          <p14:tracePt t="199709" x="4019550" y="5295900"/>
          <p14:tracePt t="199726" x="4057650" y="5302250"/>
          <p14:tracePt t="199742" x="4064000" y="5302250"/>
          <p14:tracePt t="200318" x="4089400" y="5302250"/>
          <p14:tracePt t="200324" x="4114800" y="5302250"/>
          <p14:tracePt t="200338" x="4133850" y="5302250"/>
          <p14:tracePt t="200345" x="4171950" y="5302250"/>
          <p14:tracePt t="200360" x="4203700" y="5302250"/>
          <p14:tracePt t="200374" x="4229100" y="5302250"/>
          <p14:tracePt t="200390" x="4286250" y="5302250"/>
          <p14:tracePt t="200407" x="4324350" y="5302250"/>
          <p14:tracePt t="200423" x="4406900" y="5302250"/>
          <p14:tracePt t="200440" x="4470400" y="5302250"/>
          <p14:tracePt t="200456" x="4546600" y="5302250"/>
          <p14:tracePt t="200473" x="4616450" y="5295900"/>
          <p14:tracePt t="200489" x="4648200" y="5289550"/>
          <p14:tracePt t="200506" x="4673600" y="5289550"/>
          <p14:tracePt t="200523" x="4737100" y="5270500"/>
          <p14:tracePt t="200539" x="4756150" y="5264150"/>
          <p14:tracePt t="200556" x="4787900" y="5257800"/>
          <p14:tracePt t="200573" x="4813300" y="5251450"/>
          <p14:tracePt t="200589" x="4819650" y="5251450"/>
          <p14:tracePt t="200606" x="4826000" y="5251450"/>
          <p14:tracePt t="200622" x="4832350" y="5251450"/>
          <p14:tracePt t="200690" x="4832350" y="5245100"/>
          <p14:tracePt t="200739" x="4838700" y="5245100"/>
          <p14:tracePt t="203842" x="4851400" y="5213350"/>
          <p14:tracePt t="203856" x="4857750" y="5187950"/>
          <p14:tracePt t="203864" x="4876800" y="5130800"/>
          <p14:tracePt t="203878" x="4895850" y="5054600"/>
          <p14:tracePt t="203895" x="4902200" y="4972050"/>
          <p14:tracePt t="203912" x="4927600" y="4692650"/>
          <p14:tracePt t="203927" x="4927600" y="4248150"/>
          <p14:tracePt t="203944" x="4914900" y="3981450"/>
          <p14:tracePt t="203962" x="4889500" y="3479800"/>
          <p14:tracePt t="203978" x="4864100" y="3257550"/>
          <p14:tracePt t="203994" x="4832350" y="3035300"/>
          <p14:tracePt t="204011" x="4718050" y="2597150"/>
          <p14:tracePt t="204027" x="4565650" y="2260600"/>
          <p14:tracePt t="204045" x="4476750" y="2146300"/>
          <p14:tracePt t="204061" x="4343400" y="1993900"/>
          <p14:tracePt t="204077" x="4273550" y="1936750"/>
          <p14:tracePt t="204095" x="4121150" y="1866900"/>
          <p14:tracePt t="204110" x="3975100" y="1835150"/>
          <p14:tracePt t="204127" x="3911600" y="1835150"/>
          <p14:tracePt t="204144" x="3784600" y="1835150"/>
          <p14:tracePt t="204160" x="3733800" y="1835150"/>
          <p14:tracePt t="204177" x="3695700" y="1835150"/>
          <p14:tracePt t="204194" x="3625850" y="1835150"/>
          <p14:tracePt t="204210" x="3568700" y="1841500"/>
          <p14:tracePt t="204226" x="3536950" y="1854200"/>
          <p14:tracePt t="204243" x="3460750" y="1860550"/>
          <p14:tracePt t="204260" x="3403600" y="1879600"/>
          <p14:tracePt t="204277" x="3295650" y="1905000"/>
          <p14:tracePt t="204293" x="3181350" y="1962150"/>
          <p14:tracePt t="204309" x="3117850" y="1987550"/>
          <p14:tracePt t="204327" x="2908300" y="2089150"/>
          <p14:tracePt t="204343" x="2851150" y="2114550"/>
          <p14:tracePt t="204359" x="2787650" y="2133600"/>
          <p14:tracePt t="204376" x="2673350" y="2184400"/>
          <p14:tracePt t="204393" x="2635250" y="2197100"/>
          <p14:tracePt t="204409" x="2508250" y="2279650"/>
          <p14:tracePt t="204425" x="2413000" y="2368550"/>
          <p14:tracePt t="204442" x="2374900" y="2425700"/>
          <p14:tracePt t="204460" x="2317750" y="2527300"/>
          <p14:tracePt t="204476" x="2260600" y="2628900"/>
          <p14:tracePt t="204492" x="2222500" y="2698750"/>
          <p14:tracePt t="204509" x="2120900" y="2832100"/>
          <p14:tracePt t="204525" x="2101850" y="2870200"/>
          <p14:tracePt t="204542" x="2025650" y="2940050"/>
          <p14:tracePt t="204559" x="1955800" y="3016250"/>
          <p14:tracePt t="204576" x="1930400" y="3048000"/>
          <p14:tracePt t="204592" x="1898650" y="3086100"/>
          <p14:tracePt t="204608" x="1885950" y="3092450"/>
          <p14:tracePt t="204625" x="1879600" y="3086100"/>
          <p14:tracePt t="204642" x="1879600" y="3073400"/>
          <p14:tracePt t="205426" x="1949450" y="3073400"/>
          <p14:tracePt t="205440" x="2025650" y="3073400"/>
          <p14:tracePt t="205447" x="2133600" y="3073400"/>
          <p14:tracePt t="205462" x="2247900" y="3073400"/>
          <p14:tracePt t="205472" x="2406650" y="3073400"/>
          <p14:tracePt t="205489" x="2616200" y="3079750"/>
          <p14:tracePt t="205505" x="3143250" y="3098800"/>
          <p14:tracePt t="205522" x="3460750" y="3111500"/>
          <p14:tracePt t="205539" x="3746500" y="3124200"/>
          <p14:tracePt t="205555" x="4114800" y="3143250"/>
          <p14:tracePt t="205572" x="4508500" y="3162300"/>
          <p14:tracePt t="205589" x="4978400" y="3181350"/>
          <p14:tracePt t="205605" x="5867400" y="3130550"/>
          <p14:tracePt t="205622" x="6242050" y="3079750"/>
          <p14:tracePt t="205638" x="6584950" y="3022600"/>
          <p14:tracePt t="205655" x="6718300" y="2997200"/>
          <p14:tracePt t="205672" x="6851650" y="2959100"/>
          <p14:tracePt t="205688" x="6921500" y="2946400"/>
          <p14:tracePt t="205705" x="6934200" y="2940050"/>
          <p14:tracePt t="205708" x="6946900" y="2933700"/>
          <p14:tracePt t="205724" x="6959600" y="2933700"/>
          <p14:tracePt t="205738" x="6965950" y="2927350"/>
          <p14:tracePt t="205756" x="6972300" y="2927350"/>
          <p14:tracePt t="205771" x="6972300" y="2921000"/>
          <p14:tracePt t="205799" x="6978650" y="2921000"/>
          <p14:tracePt t="205807" x="6985000" y="2921000"/>
          <p14:tracePt t="205848" x="6985000" y="2927350"/>
          <p14:tracePt t="205911" x="6978650" y="2927350"/>
          <p14:tracePt t="205946" x="6972300" y="2927350"/>
          <p14:tracePt t="205960" x="6965950" y="2921000"/>
          <p14:tracePt t="205967" x="6946900" y="2921000"/>
          <p14:tracePt t="205981" x="6927850" y="2921000"/>
          <p14:tracePt t="205990" x="6896100" y="2921000"/>
          <p14:tracePt t="206003" x="6858000" y="2921000"/>
          <p14:tracePt t="206020" x="6819900" y="2921000"/>
          <p14:tracePt t="206037" x="6705600" y="2927350"/>
          <p14:tracePt t="206053" x="6584950" y="2927350"/>
          <p14:tracePt t="206070" x="6521450" y="2927350"/>
          <p14:tracePt t="206087" x="6407150" y="2927350"/>
          <p14:tracePt t="206103" x="6343650" y="2921000"/>
          <p14:tracePt t="206120" x="6229350" y="2921000"/>
          <p14:tracePt t="206137" x="6121400" y="2914650"/>
          <p14:tracePt t="206153" x="6089650" y="2914650"/>
          <p14:tracePt t="206170" x="6064250" y="2914650"/>
          <p14:tracePt t="206186" x="6032500" y="2908300"/>
          <p14:tracePt t="206203" x="6026150" y="2908300"/>
          <p14:tracePt t="206220" x="6019800" y="2908300"/>
          <p14:tracePt t="206236" x="6007100" y="2908300"/>
          <p14:tracePt t="206255" x="6000750" y="2908300"/>
          <p14:tracePt t="206270" x="5988050" y="2908300"/>
          <p14:tracePt t="206286" x="5981700" y="2908300"/>
          <p14:tracePt t="208409" x="5994400" y="2921000"/>
          <p14:tracePt t="208415" x="6019800" y="2946400"/>
          <p14:tracePt t="208431" x="6045200" y="2959100"/>
          <p14:tracePt t="208445" x="6070600" y="2978150"/>
          <p14:tracePt t="208462" x="6127750" y="2997200"/>
          <p14:tracePt t="208479" x="6191250" y="3016250"/>
          <p14:tracePt t="208495" x="6235700" y="3022600"/>
          <p14:tracePt t="208512" x="6280150" y="3022600"/>
          <p14:tracePt t="208528" x="6356350" y="3022600"/>
          <p14:tracePt t="208545" x="6438900" y="3009900"/>
          <p14:tracePt t="208562" x="6489700" y="3003550"/>
          <p14:tracePt t="208578" x="6559550" y="2997200"/>
          <p14:tracePt t="208595" x="6604000" y="2984500"/>
          <p14:tracePt t="208613" x="6654800" y="2978150"/>
          <p14:tracePt t="208628" x="6667500" y="2971800"/>
          <p14:tracePt t="208662" x="6699250" y="2965450"/>
          <p14:tracePt t="208677" x="6711950" y="2965450"/>
          <p14:tracePt t="208695" x="6718300" y="2959100"/>
          <p14:tracePt t="208711" x="6724650" y="2959100"/>
          <p14:tracePt t="208728" x="6731000" y="2952750"/>
          <p14:tracePt t="208752" x="6737350" y="2952750"/>
          <p14:tracePt t="208830" x="6743700" y="2952750"/>
          <p14:tracePt t="209771" x="6743700" y="2946400"/>
          <p14:tracePt t="209778" x="6731000" y="2933700"/>
          <p14:tracePt t="209794" x="6711950" y="2921000"/>
          <p14:tracePt t="209807" x="6699250" y="2901950"/>
          <p14:tracePt t="209824" x="6654800" y="2870200"/>
          <p14:tracePt t="209841" x="6635750" y="2857500"/>
          <p14:tracePt t="209857" x="6610350" y="2832100"/>
          <p14:tracePt t="209874" x="6565900" y="2806700"/>
          <p14:tracePt t="209891" x="6477000" y="2749550"/>
          <p14:tracePt t="209907" x="6388100" y="2698750"/>
          <p14:tracePt t="209923" x="6330950" y="2673350"/>
          <p14:tracePt t="209940" x="6210300" y="2635250"/>
          <p14:tracePt t="209957" x="6153150" y="2616200"/>
          <p14:tracePt t="209973" x="6026150" y="2597150"/>
          <p14:tracePt t="209990" x="5892800" y="2578100"/>
          <p14:tracePt t="210006" x="5829300" y="2565400"/>
          <p14:tracePt t="210024" x="5721350" y="2565400"/>
          <p14:tracePt t="210040" x="5683250" y="2565400"/>
          <p14:tracePt t="210057" x="5645150" y="2571750"/>
          <p14:tracePt t="210073" x="5581650" y="2584450"/>
          <p14:tracePt t="210090" x="5537200" y="2597150"/>
          <p14:tracePt t="210106" x="5518150" y="2597150"/>
          <p14:tracePt t="210123" x="5499100" y="2609850"/>
          <p14:tracePt t="210139" x="5492750" y="2616200"/>
          <p14:tracePt t="210172" x="5480050" y="2628900"/>
          <p14:tracePt t="210189" x="5467350" y="2654300"/>
          <p14:tracePt t="210207" x="5454650" y="2686050"/>
          <p14:tracePt t="210223" x="5448300" y="2698750"/>
          <p14:tracePt t="210239" x="5441950" y="2717800"/>
          <p14:tracePt t="210256" x="5441950" y="2762250"/>
          <p14:tracePt t="210272" x="5441950" y="2781300"/>
          <p14:tracePt t="210289" x="5448300" y="2813050"/>
          <p14:tracePt t="210306" x="5454650" y="2832100"/>
          <p14:tracePt t="210322" x="5467350" y="2838450"/>
          <p14:tracePt t="210338" x="5473700" y="2851150"/>
          <p14:tracePt t="210355" x="5530850" y="2889250"/>
          <p14:tracePt t="210372" x="5632450" y="2946400"/>
          <p14:tracePt t="210389" x="5784850" y="3016250"/>
          <p14:tracePt t="210405" x="5873750" y="3054350"/>
          <p14:tracePt t="210422" x="5969000" y="3079750"/>
          <p14:tracePt t="210439" x="6184900" y="3130550"/>
          <p14:tracePt t="210455" x="6311900" y="3136900"/>
          <p14:tracePt t="210472" x="6426200" y="3136900"/>
          <p14:tracePt t="210488" x="6667500" y="3124200"/>
          <p14:tracePt t="210505" x="6788150" y="3092450"/>
          <p14:tracePt t="210522" x="6946900" y="3009900"/>
          <p14:tracePt t="210537" x="7035800" y="2940050"/>
          <p14:tracePt t="210555" x="7061200" y="2908300"/>
          <p14:tracePt t="210572" x="7086600" y="2870200"/>
          <p14:tracePt t="210588" x="7092950" y="2851150"/>
          <p14:tracePt t="210605" x="7092950" y="2800350"/>
          <p14:tracePt t="210621" x="7092950" y="2774950"/>
          <p14:tracePt t="210638" x="7067550" y="2711450"/>
          <p14:tracePt t="210654" x="7035800" y="2686050"/>
          <p14:tracePt t="210671" x="6965950" y="2635250"/>
          <p14:tracePt t="210687" x="6921500" y="2609850"/>
          <p14:tracePt t="210705" x="6813550" y="2565400"/>
          <p14:tracePt t="210721" x="6718300" y="2546350"/>
          <p14:tracePt t="210738" x="6629400" y="2533650"/>
          <p14:tracePt t="210755" x="6451600" y="2533650"/>
          <p14:tracePt t="210770" x="6261100" y="2559050"/>
          <p14:tracePt t="210787" x="6153150" y="2590800"/>
          <p14:tracePt t="210804" x="5962650" y="2641600"/>
          <p14:tracePt t="210821" x="5867400" y="2673350"/>
          <p14:tracePt t="210837" x="5734050" y="2743200"/>
          <p14:tracePt t="210854" x="5638800" y="2825750"/>
          <p14:tracePt t="210870" x="5594350" y="2863850"/>
          <p14:tracePt t="210888" x="5537200" y="2952750"/>
          <p14:tracePt t="210903" x="5511800" y="3016250"/>
          <p14:tracePt t="210920" x="5492750" y="3086100"/>
          <p14:tracePt t="210937" x="5499100" y="3130550"/>
          <p14:tracePt t="210954" x="5505450" y="3143250"/>
          <p14:tracePt t="210970" x="5518150" y="3155950"/>
          <p14:tracePt t="210987" x="5594350" y="3187700"/>
          <p14:tracePt t="211003" x="5727700" y="3244850"/>
          <p14:tracePt t="211020" x="5810250" y="3270250"/>
          <p14:tracePt t="211036" x="6026150" y="3295650"/>
          <p14:tracePt t="211053" x="6127750" y="3295650"/>
          <p14:tracePt t="211071" x="6318250" y="3282950"/>
          <p14:tracePt t="211086" x="6400800" y="3263900"/>
          <p14:tracePt t="211102" x="6477000" y="3232150"/>
          <p14:tracePt t="211120" x="6597650" y="3149600"/>
          <p14:tracePt t="211136" x="6654800" y="3098800"/>
          <p14:tracePt t="211153" x="6692900" y="3028950"/>
          <p14:tracePt t="211169" x="6724650" y="2971800"/>
          <p14:tracePt t="211186" x="6731000" y="2933700"/>
          <p14:tracePt t="211204" x="6724650" y="2825750"/>
          <p14:tracePt t="211219" x="6692900" y="2736850"/>
          <p14:tracePt t="211236" x="6642100" y="2654300"/>
          <p14:tracePt t="211254" x="6527800" y="2533650"/>
          <p14:tracePt t="211269" x="6375400" y="2457450"/>
          <p14:tracePt t="211286" x="6299200" y="2432050"/>
          <p14:tracePt t="211303" x="6115050" y="2393950"/>
          <p14:tracePt t="211319" x="6038850" y="2393950"/>
          <p14:tracePt t="211335" x="5949950" y="2400300"/>
          <p14:tracePt t="211352" x="5765800" y="2438400"/>
          <p14:tracePt t="211368" x="5607050" y="2501900"/>
          <p14:tracePt t="211386" x="5480050" y="2565400"/>
          <p14:tracePt t="211402" x="5422900" y="2616200"/>
          <p14:tracePt t="211418" x="5403850" y="2635250"/>
          <p14:tracePt t="211436" x="5397500" y="2679700"/>
          <p14:tracePt t="211451" x="5448300" y="2724150"/>
          <p14:tracePt t="211468" x="5492750" y="2749550"/>
          <p14:tracePt t="211823" x="5403850" y="2724150"/>
          <p14:tracePt t="211830" x="5257800" y="2692400"/>
          <p14:tracePt t="211845" x="5080000" y="2654300"/>
          <p14:tracePt t="211853" x="4940300" y="2641600"/>
          <p14:tracePt t="211867" x="4800600" y="2635250"/>
          <p14:tracePt t="211883" x="4648200" y="2622550"/>
          <p14:tracePt t="211900" x="4406900" y="2622550"/>
          <p14:tracePt t="211917" x="4178300" y="2635250"/>
          <p14:tracePt t="211933" x="4064000" y="2654300"/>
          <p14:tracePt t="211950" x="3829050" y="2698750"/>
          <p14:tracePt t="211966" x="3714750" y="2730500"/>
          <p14:tracePt t="211983" x="3479800" y="2774950"/>
          <p14:tracePt t="212000" x="3289300" y="2832100"/>
          <p14:tracePt t="212016" x="3206750" y="2863850"/>
          <p14:tracePt t="212033" x="3136900" y="2882900"/>
          <p14:tracePt t="212049" x="3028950" y="2921000"/>
          <p14:tracePt t="212066" x="2965450" y="2940050"/>
          <p14:tracePt t="212083" x="2813050" y="2990850"/>
          <p14:tracePt t="212099" x="2686050" y="3016250"/>
          <p14:tracePt t="212116" x="2565400" y="3048000"/>
          <p14:tracePt t="212133" x="2495550" y="3048000"/>
          <p14:tracePt t="212149" x="2476500" y="3054350"/>
          <p14:tracePt t="212165" x="2444750" y="3054350"/>
          <p14:tracePt t="212182" x="2387600" y="3060700"/>
          <p14:tracePt t="212199" x="2317750" y="3073400"/>
          <p14:tracePt t="212215" x="2292350" y="3079750"/>
          <p14:tracePt t="212232" x="2235200" y="3079750"/>
          <p14:tracePt t="212249" x="2184400" y="3079750"/>
          <p14:tracePt t="212266" x="2146300" y="3079750"/>
          <p14:tracePt t="212282" x="2120900" y="3092450"/>
          <p14:tracePt t="212298" x="2114550" y="3092450"/>
          <p14:tracePt t="212302" x="2108200" y="3092450"/>
          <p14:tracePt t="212329" x="2108200" y="3086100"/>
          <p14:tracePt t="212335" x="2108200" y="3079750"/>
          <p14:tracePt t="212351" x="2108200" y="3073400"/>
          <p14:tracePt t="212365" x="2120900" y="3067050"/>
          <p14:tracePt t="212382" x="2133600" y="3060700"/>
          <p14:tracePt t="213094" x="2146300" y="3067050"/>
          <p14:tracePt t="213108" x="2159000" y="3079750"/>
          <p14:tracePt t="213122" x="2178050" y="3098800"/>
          <p14:tracePt t="213132" x="2203450" y="3117850"/>
          <p14:tracePt t="213145" x="2235200" y="3143250"/>
          <p14:tracePt t="213162" x="2266950" y="3168650"/>
          <p14:tracePt t="213179" x="2355850" y="3232150"/>
          <p14:tracePt t="213195" x="2495550" y="3333750"/>
          <p14:tracePt t="213212" x="2578100" y="3390900"/>
          <p14:tracePt t="213228" x="2787650" y="3556000"/>
          <p14:tracePt t="213245" x="2895600" y="3644900"/>
          <p14:tracePt t="213263" x="3105150" y="3797300"/>
          <p14:tracePt t="213279" x="3282950" y="3937000"/>
          <p14:tracePt t="213295" x="3365500" y="3994150"/>
          <p14:tracePt t="213312" x="3517900" y="4121150"/>
          <p14:tracePt t="213328" x="3594100" y="4203700"/>
          <p14:tracePt t="213345" x="3663950" y="4286250"/>
          <p14:tracePt t="213362" x="3848100" y="4483100"/>
          <p14:tracePt t="213378" x="3886200" y="4540250"/>
          <p14:tracePt t="213395" x="3905250" y="4578350"/>
          <p14:tracePt t="213411" x="3981450" y="4667250"/>
          <p14:tracePt t="213428" x="4000500" y="4692650"/>
          <p14:tracePt t="213445" x="4038600" y="4743450"/>
          <p14:tracePt t="213461" x="4057650" y="4762500"/>
          <p14:tracePt t="213478" x="4057650" y="4775200"/>
          <p14:tracePt t="213495" x="4064000" y="4775200"/>
          <p14:tracePt t="213511" x="4064000" y="4781550"/>
          <p14:tracePt t="213607" x="4064000" y="4794250"/>
          <p14:tracePt t="213621" x="4064000" y="4826000"/>
          <p14:tracePt t="213635" x="4057650" y="4851400"/>
          <p14:tracePt t="213643" x="4051300" y="4883150"/>
          <p14:tracePt t="213660" x="4051300" y="4914900"/>
          <p14:tracePt t="213678" x="4044950" y="4991100"/>
          <p14:tracePt t="213694" x="4044950" y="5022850"/>
          <p14:tracePt t="213710" x="4044950" y="5054600"/>
          <p14:tracePt t="213727" x="4044950" y="5060950"/>
          <p14:tracePt t="213760" x="4044950" y="5067300"/>
          <p14:tracePt t="213859" x="4051300" y="5067300"/>
          <p14:tracePt t="213881" x="4057650" y="5067300"/>
          <p14:tracePt t="214886" x="4064000" y="5073650"/>
          <p14:tracePt t="214900" x="4070350" y="5073650"/>
          <p14:tracePt t="214921" x="4083050" y="5073650"/>
          <p14:tracePt t="214928" x="4095750" y="5073650"/>
          <p14:tracePt t="214943" x="4121150" y="5080000"/>
          <p14:tracePt t="214957" x="4146550" y="5080000"/>
          <p14:tracePt t="214973" x="4229100" y="5099050"/>
          <p14:tracePt t="214989" x="4267200" y="5105400"/>
          <p14:tracePt t="215006" x="4298950" y="5111750"/>
          <p14:tracePt t="215022" x="4381500" y="5130800"/>
          <p14:tracePt t="215039" x="4432300" y="5130800"/>
          <p14:tracePt t="215056" x="4483100" y="5143500"/>
          <p14:tracePt t="215072" x="4502150" y="5143500"/>
          <p14:tracePt t="215089" x="4521200" y="5149850"/>
          <p14:tracePt t="215106" x="4552950" y="5149850"/>
          <p14:tracePt t="215122" x="4565650" y="5149850"/>
          <p14:tracePt t="215140" x="4578350" y="5149850"/>
          <p14:tracePt t="215155" x="4584700" y="5149850"/>
          <p14:tracePt t="218971" x="4584700" y="5124450"/>
          <p14:tracePt t="218978" x="4565650" y="5080000"/>
          <p14:tracePt t="218993" x="4546600" y="5022850"/>
          <p14:tracePt t="218998" x="4521200" y="4978400"/>
          <p14:tracePt t="219013" x="4489450" y="4914900"/>
          <p14:tracePt t="219025" x="4464050" y="4857750"/>
          <p14:tracePt t="219042" x="4394200" y="4730750"/>
          <p14:tracePt t="219058" x="4368800" y="4673600"/>
          <p14:tracePt t="219075" x="4337050" y="4629150"/>
          <p14:tracePt t="219092" x="4279900" y="4552950"/>
          <p14:tracePt t="219108" x="4254500" y="4521200"/>
          <p14:tracePt t="219126" x="4210050" y="4476750"/>
          <p14:tracePt t="219142" x="4165600" y="4438650"/>
          <p14:tracePt t="219158" x="4133850" y="4425950"/>
          <p14:tracePt t="219175" x="4095750" y="4400550"/>
          <p14:tracePt t="219191" x="4070350" y="4394200"/>
          <p14:tracePt t="219208" x="4032250" y="4387850"/>
          <p14:tracePt t="219225" x="3981450" y="4387850"/>
          <p14:tracePt t="219241" x="3962400" y="4387850"/>
          <p14:tracePt t="219260" x="3924300" y="4400550"/>
          <p14:tracePt t="219274" x="3905250" y="4406900"/>
          <p14:tracePt t="219291" x="3886200" y="4425950"/>
          <p14:tracePt t="219308" x="3848100" y="4451350"/>
          <p14:tracePt t="219324" x="3829050" y="4483100"/>
          <p14:tracePt t="219341" x="3816350" y="4489450"/>
          <p14:tracePt t="219358" x="3803650" y="4502150"/>
          <p14:tracePt t="219374" x="3803650" y="4508500"/>
          <p14:tracePt t="219391" x="3797300" y="4514850"/>
          <p14:tracePt t="219420" x="3803650" y="4521200"/>
          <p14:tracePt t="219427" x="3810000" y="4521200"/>
          <p14:tracePt t="219448" x="3822700" y="4521200"/>
          <p14:tracePt t="219462" x="3835400" y="4527550"/>
          <p14:tracePt t="219473" x="3854450" y="4533900"/>
          <p14:tracePt t="219493" x="3886200" y="4546600"/>
          <p14:tracePt t="219507" x="3943350" y="4565650"/>
          <p14:tracePt t="219524" x="4076700" y="4635500"/>
          <p14:tracePt t="219540" x="4171950" y="4686300"/>
          <p14:tracePt t="219557" x="4267200" y="4749800"/>
          <p14:tracePt t="219574" x="4362450" y="4813300"/>
          <p14:tracePt t="219590" x="4527550" y="4940300"/>
          <p14:tracePt t="219607" x="4597400" y="4984750"/>
          <p14:tracePt t="219624" x="4699000" y="5073650"/>
          <p14:tracePt t="219640" x="4749800" y="5111750"/>
          <p14:tracePt t="219656" x="4756150" y="5124450"/>
          <p14:tracePt t="219674" x="4762500" y="5130800"/>
          <p14:tracePt t="219729" x="4762500" y="5124450"/>
          <p14:tracePt t="219736" x="4762500" y="5118100"/>
          <p14:tracePt t="219750" x="4762500" y="5111750"/>
          <p14:tracePt t="219759" x="4762500" y="5105400"/>
          <p14:tracePt t="219772" x="4762500" y="5099050"/>
          <p14:tracePt t="219789" x="4762500" y="5073650"/>
          <p14:tracePt t="219807" x="4787900" y="5003800"/>
          <p14:tracePt t="219822" x="4819650" y="4933950"/>
          <p14:tracePt t="219839" x="4876800" y="4730750"/>
          <p14:tracePt t="219856" x="5003800" y="4381500"/>
          <p14:tracePt t="219872" x="5092700" y="4165600"/>
          <p14:tracePt t="219889" x="5168900" y="3930650"/>
          <p14:tracePt t="219893" x="5251450" y="3714750"/>
          <p14:tracePt t="219906" x="5314950" y="3549650"/>
          <p14:tracePt t="219922" x="5397500" y="3378200"/>
          <p14:tracePt t="219939" x="5499100" y="3155950"/>
          <p14:tracePt t="219955" x="5562600" y="3009900"/>
          <p14:tracePt t="219972" x="5575300" y="2965450"/>
          <p14:tracePt t="219989" x="5607050" y="2889250"/>
          <p14:tracePt t="220005" x="5632450" y="2870200"/>
          <p14:tracePt t="220022" x="5651500" y="2825750"/>
          <p14:tracePt t="220039" x="5664200" y="2806700"/>
          <p14:tracePt t="220055" x="5676900" y="2800350"/>
          <p14:tracePt t="220072" x="5676900" y="2794000"/>
          <p14:tracePt t="220088" x="5683250" y="2787650"/>
          <p14:tracePt t="220150" x="5683250" y="2794000"/>
          <p14:tracePt t="220157" x="5664200" y="2806700"/>
          <p14:tracePt t="220172" x="5638800" y="2819400"/>
          <p14:tracePt t="220179" x="5619750" y="2844800"/>
          <p14:tracePt t="220192" x="5568950" y="2889250"/>
          <p14:tracePt t="220205" x="5524500" y="2946400"/>
          <p14:tracePt t="220221" x="5403850" y="3092450"/>
          <p14:tracePt t="220238" x="5346700" y="3181350"/>
          <p14:tracePt t="220254" x="5295900" y="3276600"/>
          <p14:tracePt t="220271" x="5200650" y="3479800"/>
          <p14:tracePt t="220288" x="5156200" y="3638550"/>
          <p14:tracePt t="220305" x="5137150" y="3689350"/>
          <p14:tracePt t="220321" x="5124450" y="3733800"/>
          <p14:tracePt t="220337" x="5124450" y="3740150"/>
          <p14:tracePt t="220355" x="5143500" y="3746500"/>
          <p14:tracePt t="220370" x="5156200" y="3733800"/>
          <p14:tracePt t="220387" x="5213350" y="3702050"/>
          <p14:tracePt t="220404" x="5283200" y="3606800"/>
          <p14:tracePt t="220420" x="5346700" y="3511550"/>
          <p14:tracePt t="220438" x="5397500" y="3409950"/>
          <p14:tracePt t="220453" x="5518150" y="3105150"/>
          <p14:tracePt t="220470" x="5626100" y="2717800"/>
          <p14:tracePt t="220488" x="5664200" y="2419350"/>
          <p14:tracePt t="220503" x="5683250" y="2317750"/>
          <p14:tracePt t="220520" x="5683250" y="2241550"/>
          <p14:tracePt t="220537" x="5689600" y="2171700"/>
          <p14:tracePt t="220553" x="5689600" y="2159000"/>
          <p14:tracePt t="220570" x="5689600" y="2152650"/>
          <p14:tracePt t="220621" x="5683250" y="2152650"/>
          <p14:tracePt t="220628" x="5657850" y="2152650"/>
          <p14:tracePt t="220642" x="5638800" y="2152650"/>
          <p14:tracePt t="220653" x="5588000" y="2152650"/>
          <p14:tracePt t="220671" x="5486400" y="2159000"/>
          <p14:tracePt t="220686" x="5416550" y="2178050"/>
          <p14:tracePt t="220703" x="5340350" y="2197100"/>
          <p14:tracePt t="220720" x="5168900" y="2279650"/>
          <p14:tracePt t="220736" x="5086350" y="2330450"/>
          <p14:tracePt t="220754" x="4902200" y="2482850"/>
          <p14:tracePt t="220769" x="4762500" y="2654300"/>
          <p14:tracePt t="220786" x="4686300" y="2749550"/>
          <p14:tracePt t="220803" x="4622800" y="2832100"/>
          <p14:tracePt t="220819" x="4502150" y="2959100"/>
          <p14:tracePt t="220836" x="4425950" y="3022600"/>
          <p14:tracePt t="220853" x="4394200" y="3035300"/>
          <p14:tracePt t="220869" x="4368800" y="3048000"/>
          <p14:tracePt t="220886" x="4362450" y="3048000"/>
          <p14:tracePt t="220888" x="4356100" y="3048000"/>
          <p14:tracePt t="220902" x="4349750" y="3048000"/>
          <p14:tracePt t="220918" x="4343400" y="3048000"/>
          <p14:tracePt t="220944" x="4337050" y="3041650"/>
          <p14:tracePt t="220952" x="4330700" y="3035300"/>
          <p14:tracePt t="220969" x="4324350" y="3028950"/>
          <p14:tracePt t="220986" x="4305300" y="2997200"/>
          <p14:tracePt t="221001" x="4298950" y="2971800"/>
          <p14:tracePt t="221018" x="4298950" y="2908300"/>
          <p14:tracePt t="221036" x="4324350" y="2813050"/>
          <p14:tracePt t="221052" x="4349750" y="2755900"/>
          <p14:tracePt t="221069" x="4394200" y="2686050"/>
          <p14:tracePt t="221085" x="4470400" y="2559050"/>
          <p14:tracePt t="221101" x="4546600" y="2432050"/>
          <p14:tracePt t="221118" x="4572000" y="2387600"/>
          <p14:tracePt t="221135" x="4603750" y="2324100"/>
          <p14:tracePt t="221151" x="4610100" y="2311400"/>
          <p14:tracePt t="221169" x="4610100" y="2298700"/>
          <p14:tracePt t="221184" x="4616450" y="2298700"/>
          <p14:tracePt t="221220" x="4610100" y="2298700"/>
          <p14:tracePt t="221234" x="4591050" y="2311400"/>
          <p14:tracePt t="221251" x="4565650" y="2330450"/>
          <p14:tracePt t="221268" x="4476750" y="2381250"/>
          <p14:tracePt t="221284" x="4343400" y="2495550"/>
          <p14:tracePt t="221302" x="4203700" y="2622550"/>
          <p14:tracePt t="221317" x="4133850" y="2686050"/>
          <p14:tracePt t="221334" x="4051300" y="2755900"/>
          <p14:tracePt t="221351" x="3905250" y="2870200"/>
          <p14:tracePt t="221367" x="3860800" y="2908300"/>
          <p14:tracePt t="221384" x="3803650" y="2952750"/>
          <p14:tracePt t="221401" x="3778250" y="2959100"/>
          <p14:tracePt t="221434" x="3771900" y="2959100"/>
          <p14:tracePt t="221450" x="3752850" y="2952750"/>
          <p14:tracePt t="221467" x="3695700" y="2895600"/>
          <p14:tracePt t="221485" x="3638550" y="2819400"/>
          <p14:tracePt t="221500" x="3479800" y="2641600"/>
          <p14:tracePt t="221517" x="3365500" y="2495550"/>
          <p14:tracePt t="221534" x="3054350" y="2159000"/>
          <p14:tracePt t="221550" x="2914650" y="1968500"/>
          <p14:tracePt t="221567" x="2692400" y="1676400"/>
          <p14:tracePt t="221584" x="2546350" y="1498600"/>
          <p14:tracePt t="221600" x="2476500" y="1428750"/>
          <p14:tracePt t="221617" x="2324100" y="1282700"/>
          <p14:tracePt t="221633" x="2146300" y="1155700"/>
          <p14:tracePt t="221650" x="1981200" y="1066800"/>
          <p14:tracePt t="221667" x="1866900" y="996950"/>
          <p14:tracePt t="221683" x="1822450" y="971550"/>
          <p14:tracePt t="221700" x="1778000" y="952500"/>
          <p14:tracePt t="221717" x="1739900" y="933450"/>
          <p14:tracePt t="221732" x="1720850" y="933450"/>
          <p14:tracePt t="221749" x="1701800" y="933450"/>
          <p14:tracePt t="221766" x="1682750" y="939800"/>
          <p14:tracePt t="221782" x="1676400" y="946150"/>
          <p14:tracePt t="221822" x="1670050" y="946150"/>
          <p14:tracePt t="221899" x="1670050" y="952500"/>
          <p14:tracePt t="221920" x="1676400" y="958850"/>
          <p14:tracePt t="221927" x="1676400" y="971550"/>
          <p14:tracePt t="221941" x="1689100" y="977900"/>
          <p14:tracePt t="221949" x="1701800" y="996950"/>
          <p14:tracePt t="221965" x="1727200" y="1028700"/>
          <p14:tracePt t="221982" x="1822450" y="1123950"/>
          <p14:tracePt t="221998" x="1974850" y="1250950"/>
          <p14:tracePt t="222015" x="2082800" y="1314450"/>
          <p14:tracePt t="222032" x="2374900" y="1454150"/>
          <p14:tracePt t="222048" x="2724150" y="1587500"/>
          <p14:tracePt t="222065" x="2933700" y="1657350"/>
          <p14:tracePt t="222081" x="3340100" y="1752600"/>
          <p14:tracePt t="222098" x="3543300" y="1790700"/>
          <p14:tracePt t="222115" x="3689350" y="1816100"/>
          <p14:tracePt t="222132" x="3892550" y="1835150"/>
          <p14:tracePt t="222148" x="3962400" y="1835150"/>
          <p14:tracePt t="222166" x="3981450" y="1828800"/>
          <p14:tracePt t="222181" x="3987800" y="1828800"/>
          <p14:tracePt t="222198" x="3987800" y="1822450"/>
          <p14:tracePt t="222215" x="3987800" y="1816100"/>
          <p14:tracePt t="222231" x="3981450" y="1816100"/>
          <p14:tracePt t="222248" x="3975100" y="1816100"/>
          <p14:tracePt t="222265" x="3968750" y="1816100"/>
          <p14:tracePt t="222281" x="3962400" y="1816100"/>
          <p14:tracePt t="222297" x="3962400" y="1822450"/>
          <p14:tracePt t="222314" x="3956050" y="1822450"/>
          <p14:tracePt t="222330" x="3949700" y="1828800"/>
          <p14:tracePt t="222348" x="3943350" y="1835150"/>
          <p14:tracePt t="222380" x="3937000" y="1841500"/>
          <p14:tracePt t="222398" x="3924300" y="1854200"/>
          <p14:tracePt t="222413" x="3905250" y="1879600"/>
          <p14:tracePt t="222430" x="3892550" y="1892300"/>
          <p14:tracePt t="222447" x="3854450" y="1917700"/>
          <p14:tracePt t="222463" x="3841750" y="1930400"/>
          <p14:tracePt t="222480" x="3822700" y="1955800"/>
          <p14:tracePt t="222496" x="3778250" y="1981200"/>
          <p14:tracePt t="222513" x="3733800" y="2006600"/>
          <p14:tracePt t="222531" x="3670300" y="2019300"/>
          <p14:tracePt t="222546" x="3638550" y="2025650"/>
          <p14:tracePt t="222563" x="3587750" y="2025650"/>
          <p14:tracePt t="222580" x="3505200" y="2032000"/>
          <p14:tracePt t="222596" x="3435350" y="2032000"/>
          <p14:tracePt t="223233" x="3422650" y="2044700"/>
          <p14:tracePt t="223240" x="3397250" y="2057400"/>
          <p14:tracePt t="223254" x="3384550" y="2076450"/>
          <p14:tracePt t="223263" x="3365500" y="2101850"/>
          <p14:tracePt t="223277" x="3346450" y="2133600"/>
          <p14:tracePt t="223294" x="3333750" y="2152650"/>
          <p14:tracePt t="223311" x="3308350" y="2222500"/>
          <p14:tracePt t="223327" x="3276600" y="2298700"/>
          <p14:tracePt t="223344" x="3270250" y="2336800"/>
          <p14:tracePt t="223360" x="3257550" y="2393950"/>
          <p14:tracePt t="223377" x="3244850" y="2425700"/>
          <p14:tracePt t="223394" x="3232150" y="2482850"/>
          <p14:tracePt t="223410" x="3232150" y="2501900"/>
          <p14:tracePt t="223427" x="3232150" y="2527300"/>
          <p14:tracePt t="223444" x="3232150" y="2546350"/>
          <p14:tracePt t="223476" x="3232150" y="2552700"/>
          <p14:tracePt t="223507" x="3238500" y="2552700"/>
          <p14:tracePt t="223549" x="3244850" y="2559050"/>
          <p14:tracePt t="223604" x="3251200" y="2565400"/>
          <p14:tracePt t="223619" x="3257550" y="2565400"/>
          <p14:tracePt t="223627" x="3270250" y="2571750"/>
          <p14:tracePt t="223640" x="3276600" y="2571750"/>
          <p14:tracePt t="223647" x="3289300" y="2578100"/>
          <p14:tracePt t="223662" x="3314700" y="2590800"/>
          <p14:tracePt t="223676" x="3346450" y="2603500"/>
          <p14:tracePt t="223692" x="3448050" y="2647950"/>
          <p14:tracePt t="223710" x="3581400" y="2686050"/>
          <p14:tracePt t="223725" x="3651250" y="2705100"/>
          <p14:tracePt t="223742" x="3727450" y="2724150"/>
          <p14:tracePt t="223759" x="3873500" y="2755900"/>
          <p14:tracePt t="223775" x="3949700" y="2762250"/>
          <p14:tracePt t="223792" x="4108450" y="2781300"/>
          <p14:tracePt t="223809" x="4210050" y="2794000"/>
          <p14:tracePt t="223825" x="4248150" y="2794000"/>
          <p14:tracePt t="223842" x="4298950" y="2794000"/>
          <p14:tracePt t="223859" x="4343400" y="2794000"/>
          <p14:tracePt t="223875" x="4356100" y="2794000"/>
          <p14:tracePt t="223893" x="4368800" y="2794000"/>
          <p14:tracePt t="223909" x="4375150" y="2794000"/>
          <p14:tracePt t="223970" x="4368800" y="2794000"/>
          <p14:tracePt t="223984" x="4362450" y="2794000"/>
          <p14:tracePt t="224005" x="4349750" y="2794000"/>
          <p14:tracePt t="224019" x="4337050" y="2794000"/>
          <p14:tracePt t="224027" x="4324350" y="2794000"/>
          <p14:tracePt t="224042" x="4311650" y="2794000"/>
          <p14:tracePt t="224058" x="4292600" y="2800350"/>
          <p14:tracePt t="224075" x="4241800" y="2813050"/>
          <p14:tracePt t="224091" x="4159250" y="2838450"/>
          <p14:tracePt t="224108" x="4114800" y="2857500"/>
          <p14:tracePt t="224125" x="4038600" y="2889250"/>
          <p14:tracePt t="224141" x="4013200" y="2895600"/>
          <p14:tracePt t="224158" x="3975100" y="2914650"/>
          <p14:tracePt t="224175" x="3949700" y="2921000"/>
          <p14:tracePt t="224191" x="3943350" y="2927350"/>
          <p14:tracePt t="224207" x="3943350" y="2933700"/>
          <p14:tracePt t="224244" x="3943350" y="2940050"/>
          <p14:tracePt t="224272" x="3956050" y="2940050"/>
          <p14:tracePt t="224286" x="3962400" y="2940050"/>
          <p14:tracePt t="224293" x="3975100" y="2940050"/>
          <p14:tracePt t="224309" x="3987800" y="2940050"/>
          <p14:tracePt t="224324" x="4000500" y="2940050"/>
          <p14:tracePt t="224340" x="4032250" y="2933700"/>
          <p14:tracePt t="224357" x="4057650" y="2927350"/>
          <p14:tracePt t="224374" x="4064000" y="2921000"/>
          <p14:tracePt t="224406" x="4064000" y="2914650"/>
          <p14:tracePt t="224423" x="4057650" y="2908300"/>
          <p14:tracePt t="224441" x="4032250" y="2901950"/>
          <p14:tracePt t="224456" x="3949700" y="2870200"/>
          <p14:tracePt t="224473" x="3886200" y="2857500"/>
          <p14:tracePt t="224490" x="3689350" y="2819400"/>
          <p14:tracePt t="224507" x="3575050" y="2800350"/>
          <p14:tracePt t="224523" x="3321050" y="2768600"/>
          <p14:tracePt t="224540" x="2971800" y="2743200"/>
          <p14:tracePt t="224556" x="2813050" y="2743200"/>
          <p14:tracePt t="224574" x="2495550" y="2749550"/>
          <p14:tracePt t="224590" x="2355850" y="2755900"/>
          <p14:tracePt t="224606" x="2114550" y="2781300"/>
          <p14:tracePt t="224623" x="1879600" y="2819400"/>
          <p14:tracePt t="224639" x="1847850" y="2832100"/>
          <p14:tracePt t="224655" x="1822450" y="2838450"/>
          <p14:tracePt t="224672" x="1790700" y="2857500"/>
          <p14:tracePt t="224689" x="1784350" y="2863850"/>
          <p14:tracePt t="224722" x="1784350" y="2857500"/>
          <p14:tracePt t="225187" x="1797050" y="2857500"/>
          <p14:tracePt t="225200" x="1809750" y="2870200"/>
          <p14:tracePt t="225214" x="1835150" y="2882900"/>
          <p14:tracePt t="225223" x="1847850" y="2889250"/>
          <p14:tracePt t="225237" x="1879600" y="2908300"/>
          <p14:tracePt t="225254" x="1892300" y="2914650"/>
          <p14:tracePt t="225271" x="1962150" y="2946400"/>
          <p14:tracePt t="225287" x="2082800" y="2984500"/>
          <p14:tracePt t="225304" x="2171700" y="3003550"/>
          <p14:tracePt t="225321" x="2393950" y="3067050"/>
          <p14:tracePt t="225337" x="2514600" y="3098800"/>
          <p14:tracePt t="225353" x="2755900" y="3136900"/>
          <p14:tracePt t="225370" x="3009900" y="3162300"/>
          <p14:tracePt t="225387" x="3136900" y="3162300"/>
          <p14:tracePt t="225404" x="3365500" y="3155950"/>
          <p14:tracePt t="225419" x="3467100" y="3143250"/>
          <p14:tracePt t="225436" x="3556000" y="3124200"/>
          <p14:tracePt t="225454" x="3689350" y="3086100"/>
          <p14:tracePt t="225469" x="3771900" y="3073400"/>
          <p14:tracePt t="225486" x="3790950" y="3054350"/>
          <p14:tracePt t="225503" x="3835400" y="3048000"/>
          <p14:tracePt t="225520" x="3854450" y="3035300"/>
          <p14:tracePt t="225536" x="3886200" y="3028950"/>
          <p14:tracePt t="225553" x="3956050" y="3009900"/>
          <p14:tracePt t="225569" x="4000500" y="2997200"/>
          <p14:tracePt t="225587" x="4095750" y="2978150"/>
          <p14:tracePt t="225603" x="4121150" y="2971800"/>
          <p14:tracePt t="225619" x="4152900" y="2965450"/>
          <p14:tracePt t="225636" x="4203700" y="2946400"/>
          <p14:tracePt t="225652" x="4216400" y="2946400"/>
          <p14:tracePt t="225669" x="4229100" y="2940050"/>
          <p14:tracePt t="225686" x="4241800" y="2940050"/>
          <p14:tracePt t="225702" x="4248150" y="2940050"/>
          <p14:tracePt t="225719" x="4254500" y="2940050"/>
          <p14:tracePt t="225752" x="4254500" y="2933700"/>
          <p14:tracePt t="225770" x="4229100" y="2933700"/>
          <p14:tracePt t="225785" x="4210050" y="2933700"/>
          <p14:tracePt t="225802" x="4171950" y="2921000"/>
          <p14:tracePt t="225819" x="4076700" y="2914650"/>
          <p14:tracePt t="225835" x="3924300" y="2901950"/>
          <p14:tracePt t="225852" x="3835400" y="2895600"/>
          <p14:tracePt t="225868" x="3663950" y="2882900"/>
          <p14:tracePt t="225885" x="3575050" y="2882900"/>
          <p14:tracePt t="225902" x="3448050" y="2882900"/>
          <p14:tracePt t="225918" x="3321050" y="2889250"/>
          <p14:tracePt t="225935" x="3238500" y="2895600"/>
          <p14:tracePt t="225952" x="3225800" y="2895600"/>
          <p14:tracePt t="225968" x="3206750" y="2901950"/>
          <p14:tracePt t="225985" x="3200400" y="2901950"/>
          <p14:tracePt t="226017" x="3206750" y="2908300"/>
          <p14:tracePt t="226034" x="3219450" y="2908300"/>
          <p14:tracePt t="226051" x="3251200" y="2914650"/>
          <p14:tracePt t="226067" x="3282950" y="2914650"/>
          <p14:tracePt t="226085" x="3352800" y="2933700"/>
          <p14:tracePt t="226101" x="3486150" y="2959100"/>
          <p14:tracePt t="226117" x="3562350" y="2971800"/>
          <p14:tracePt t="226135" x="3638550" y="2990850"/>
          <p14:tracePt t="226151" x="3733800" y="3022600"/>
          <p14:tracePt t="226168" x="3848100" y="3054350"/>
          <p14:tracePt t="226184" x="4057650" y="3105150"/>
          <p14:tracePt t="226200" x="4222750" y="3136900"/>
          <p14:tracePt t="226217" x="4292600" y="3155950"/>
          <p14:tracePt t="226234" x="4419600" y="3162300"/>
          <p14:tracePt t="226251" x="4470400" y="3162300"/>
          <p14:tracePt t="226268" x="4552950" y="3162300"/>
          <p14:tracePt t="226284" x="4610100" y="3149600"/>
          <p14:tracePt t="226300" x="4635500" y="3149600"/>
          <p14:tracePt t="226317" x="4667250" y="3143250"/>
          <p14:tracePt t="226334" x="4686300" y="3136900"/>
          <p14:tracePt t="226350" x="4711700" y="3124200"/>
          <p14:tracePt t="226367" x="4743450" y="3117850"/>
          <p14:tracePt t="226383" x="4775200" y="3111500"/>
          <p14:tracePt t="226400" x="4794250" y="3111500"/>
          <p14:tracePt t="226403" x="4813300" y="3105150"/>
          <p14:tracePt t="226416" x="4845050" y="3105150"/>
          <p14:tracePt t="226433" x="4864100" y="3098800"/>
          <p14:tracePt t="226450" x="4933950" y="3086100"/>
          <p14:tracePt t="226466" x="5003800" y="3067050"/>
          <p14:tracePt t="226483" x="5035550" y="3060700"/>
          <p14:tracePt t="226500" x="5092700" y="3048000"/>
          <p14:tracePt t="226515" x="5105400" y="3041650"/>
          <p14:tracePt t="226533" x="5124450" y="3035300"/>
          <p14:tracePt t="226549" x="5175250" y="2997200"/>
          <p14:tracePt t="226566" x="5213350" y="2952750"/>
          <p14:tracePt t="226583" x="5226050" y="2933700"/>
          <p14:tracePt t="226600" x="5245100" y="2889250"/>
          <p14:tracePt t="227118" x="5283200" y="2889250"/>
          <p14:tracePt t="227132" x="5327650" y="2889250"/>
          <p14:tracePt t="227147" x="5378450" y="2889250"/>
          <p14:tracePt t="227160" x="5429250" y="2882900"/>
          <p14:tracePt t="227167" x="5492750" y="2870200"/>
          <p14:tracePt t="227184" x="5568950" y="2870200"/>
          <p14:tracePt t="227197" x="5638800" y="2863850"/>
          <p14:tracePt t="227214" x="5759450" y="2844800"/>
          <p14:tracePt t="227231" x="5829300" y="2819400"/>
          <p14:tracePt t="227247" x="5861050" y="2813050"/>
          <p14:tracePt t="227264" x="5873750" y="2806700"/>
          <p14:tracePt t="227281" x="5886450" y="2800350"/>
          <p14:tracePt t="227297" x="5892800" y="2800350"/>
          <p14:tracePt t="227314" x="5899150" y="2800350"/>
          <p14:tracePt t="227364" x="5905500" y="2800350"/>
          <p14:tracePt t="227371" x="5911850" y="2800350"/>
          <p14:tracePt t="227385" x="5918200" y="2806700"/>
          <p14:tracePt t="227396" x="5924550" y="2806700"/>
          <p14:tracePt t="227414" x="5943600" y="2819400"/>
          <p14:tracePt t="227430" x="5956300" y="2825750"/>
          <p14:tracePt t="227446" x="5981700" y="2832100"/>
          <p14:tracePt t="227463" x="6019800" y="2844800"/>
          <p14:tracePt t="227479" x="6076950" y="2863850"/>
          <p14:tracePt t="227496" x="6140450" y="2876550"/>
          <p14:tracePt t="227512" x="6286500" y="2895600"/>
          <p14:tracePt t="227529" x="6350000" y="2901950"/>
          <p14:tracePt t="227546" x="6413500" y="2901950"/>
          <p14:tracePt t="227563" x="6464300" y="2901950"/>
          <p14:tracePt t="227579" x="6496050" y="2901950"/>
          <p14:tracePt t="227596" x="6515100" y="2901950"/>
          <p14:tracePt t="227612" x="6521450" y="2901950"/>
          <p14:tracePt t="227629" x="6527800" y="2901950"/>
          <p14:tracePt t="227645" x="6521450" y="2895600"/>
          <p14:tracePt t="227662" x="6502400" y="2889250"/>
          <p14:tracePt t="227679" x="6470650" y="2889250"/>
          <p14:tracePt t="227695" x="6381750" y="2876550"/>
          <p14:tracePt t="227712" x="6210300" y="2857500"/>
          <p14:tracePt t="227729" x="6019800" y="2832100"/>
          <p14:tracePt t="227745" x="5918200" y="2832100"/>
          <p14:tracePt t="227762" x="5829300" y="2832100"/>
          <p14:tracePt t="227779" x="5664200" y="2832100"/>
          <p14:tracePt t="227795" x="5600700" y="2832100"/>
          <p14:tracePt t="227812" x="5537200" y="2832100"/>
          <p14:tracePt t="227828" x="5429250" y="2844800"/>
          <p14:tracePt t="227845" x="5384800" y="2857500"/>
          <p14:tracePt t="227862" x="5353050" y="2857500"/>
          <p14:tracePt t="227878" x="5334000" y="2863850"/>
          <p14:tracePt t="227894" x="5334000" y="2870200"/>
          <p14:tracePt t="227918" x="5327650" y="2870200"/>
          <p14:tracePt t="227982" x="5321300" y="2870200"/>
          <p14:tracePt t="228185" x="5295900" y="2870200"/>
          <p14:tracePt t="228200" x="5251450" y="2857500"/>
          <p14:tracePt t="228207" x="5200650" y="2844800"/>
          <p14:tracePt t="228221" x="5130800" y="2825750"/>
          <p14:tracePt t="228229" x="5041900" y="2806700"/>
          <p14:tracePt t="228243" x="4946650" y="2787650"/>
          <p14:tracePt t="228260" x="4832350" y="2762250"/>
          <p14:tracePt t="228277" x="4591050" y="2711450"/>
          <p14:tracePt t="228293" x="4464050" y="2692400"/>
          <p14:tracePt t="228310" x="4203700" y="2647950"/>
          <p14:tracePt t="228327" x="3949700" y="2603500"/>
          <p14:tracePt t="228344" x="3835400" y="2597150"/>
          <p14:tracePt t="228360" x="3721100" y="2584450"/>
          <p14:tracePt t="228376" x="3543300" y="2578100"/>
          <p14:tracePt t="228393" x="3435350" y="2578100"/>
          <p14:tracePt t="228410" x="3378200" y="2590800"/>
          <p14:tracePt t="228426" x="3352800" y="2590800"/>
          <p14:tracePt t="228460" x="3346450" y="2597150"/>
          <p14:tracePt t="228492" x="3346450" y="2603500"/>
          <p14:tracePt t="228705" x="3282950" y="2603500"/>
          <p14:tracePt t="228712" x="3194050" y="2590800"/>
          <p14:tracePt t="228728" x="3092450" y="2590800"/>
          <p14:tracePt t="228742" x="2978150" y="2584450"/>
          <p14:tracePt t="228758" x="2762250" y="2584450"/>
          <p14:tracePt t="228776" x="2546350" y="2584450"/>
          <p14:tracePt t="228792" x="2457450" y="2597150"/>
          <p14:tracePt t="228808" x="2368550" y="2616200"/>
          <p14:tracePt t="228825" x="2235200" y="2654300"/>
          <p14:tracePt t="228841" x="2133600" y="2711450"/>
          <p14:tracePt t="228859" x="2089150" y="2736850"/>
          <p14:tracePt t="228875" x="2044700" y="2781300"/>
          <p14:tracePt t="228891" x="2032000" y="2794000"/>
          <p14:tracePt t="228894" x="2019300" y="2806700"/>
          <p14:tracePt t="228911" x="2019300" y="2813050"/>
          <p14:tracePt t="228930" x="2019300" y="2819400"/>
          <p14:tracePt t="228972" x="2019300" y="2825750"/>
          <p14:tracePt t="228993" x="2012950" y="2832100"/>
          <p14:tracePt t="229112" x="2006600" y="2832100"/>
          <p14:tracePt t="229274" x="2012950" y="2832100"/>
          <p14:tracePt t="229288" x="2012950" y="2825750"/>
          <p14:tracePt t="229295" x="2012950" y="2819400"/>
          <p14:tracePt t="229309" x="2019300" y="2813050"/>
          <p14:tracePt t="229324" x="2025650" y="2806700"/>
          <p14:tracePt t="229594" x="2032000" y="2838450"/>
          <p14:tracePt t="229602" x="2044700" y="2901950"/>
          <p14:tracePt t="229615" x="2051050" y="2952750"/>
          <p14:tracePt t="229625" x="2057400" y="3009900"/>
          <p14:tracePt t="229638" x="2070100" y="3073400"/>
          <p14:tracePt t="229655" x="2082800" y="3162300"/>
          <p14:tracePt t="229672" x="2108200" y="3384550"/>
          <p14:tracePt t="229688" x="2133600" y="3625850"/>
          <p14:tracePt t="229705" x="2152650" y="3740150"/>
          <p14:tracePt t="229721" x="2216150" y="3949700"/>
          <p14:tracePt t="229738" x="2266950" y="4133850"/>
          <p14:tracePt t="229755" x="2305050" y="4197350"/>
          <p14:tracePt t="229771" x="2349500" y="4286250"/>
          <p14:tracePt t="229788" x="2374900" y="4318000"/>
          <p14:tracePt t="229806" x="2413000" y="4375150"/>
          <p14:tracePt t="229821" x="2438400" y="4406900"/>
          <p14:tracePt t="229838" x="2476500" y="4457700"/>
          <p14:tracePt t="229855" x="2527300" y="4533900"/>
          <p14:tracePt t="229871" x="2565400" y="4584700"/>
          <p14:tracePt t="229888" x="2590800" y="4629150"/>
          <p14:tracePt t="229905" x="2635250" y="4673600"/>
          <p14:tracePt t="229921" x="2667000" y="4699000"/>
          <p14:tracePt t="229939" x="2705100" y="4711700"/>
          <p14:tracePt t="229954" x="2717800" y="4718050"/>
          <p14:tracePt t="229971" x="2730500" y="4724400"/>
          <p14:tracePt t="229988" x="2768600" y="4762500"/>
          <p14:tracePt t="230005" x="2787650" y="4800600"/>
          <p14:tracePt t="230021" x="2800350" y="4819650"/>
          <p14:tracePt t="230037" x="2813050" y="4851400"/>
          <p14:tracePt t="230054" x="2819400" y="4864100"/>
          <p14:tracePt t="230071" x="2819400" y="4870450"/>
          <p14:tracePt t="230087" x="2819400" y="4876800"/>
          <p14:tracePt t="230121" x="2819400" y="4883150"/>
          <p14:tracePt t="230142" x="2819400" y="4889500"/>
          <p14:tracePt t="230153" x="2813050" y="4889500"/>
          <p14:tracePt t="230198" x="2806700" y="4889500"/>
          <p14:tracePt t="230207" x="2800350" y="4895850"/>
          <p14:tracePt t="230218" x="2794000" y="4895850"/>
          <p14:tracePt t="230233" x="2787650" y="4902200"/>
          <p14:tracePt t="230239" x="2781300" y="4902200"/>
          <p14:tracePt t="230261" x="2774950" y="4902200"/>
          <p14:tracePt t="230274" x="2768600" y="4908550"/>
          <p14:tracePt t="230286" x="2749550" y="4908550"/>
          <p14:tracePt t="230303" x="2736850" y="4914900"/>
          <p14:tracePt t="230320" x="2686050" y="4921250"/>
          <p14:tracePt t="230336" x="2660650" y="4921250"/>
          <p14:tracePt t="230353" x="2546350" y="4927600"/>
          <p14:tracePt t="230369" x="2508250" y="4914900"/>
          <p14:tracePt t="230387" x="2406650" y="4902200"/>
          <p14:tracePt t="230403" x="2368550" y="4895850"/>
          <p14:tracePt t="230419" x="2349500" y="4889500"/>
          <p14:tracePt t="230436" x="2286000" y="4870450"/>
          <p14:tracePt t="230452" x="2260600" y="4864100"/>
          <p14:tracePt t="230469" x="2209800" y="4838700"/>
          <p14:tracePt t="230486" x="2171700" y="4826000"/>
          <p14:tracePt t="230502" x="2152650" y="4819650"/>
          <p14:tracePt t="230519" x="2139950" y="4813300"/>
          <p14:tracePt t="230535" x="2108200" y="4800600"/>
          <p14:tracePt t="230553" x="2063750" y="4794250"/>
          <p14:tracePt t="230569" x="2012950" y="4794250"/>
          <p14:tracePt t="230585" x="1955800" y="4800600"/>
          <p14:tracePt t="230602" x="1905000" y="4832350"/>
          <p14:tracePt t="230619" x="1885950" y="4845050"/>
          <p14:tracePt t="230635" x="1816100" y="4895850"/>
          <p14:tracePt t="230652" x="1771650" y="4933950"/>
          <p14:tracePt t="230668" x="1682750" y="5016500"/>
          <p14:tracePt t="230685" x="1631950" y="5048250"/>
          <p14:tracePt t="230702" x="1581150" y="5105400"/>
          <p14:tracePt t="230718" x="1587500" y="5156200"/>
          <p14:tracePt t="231598" x="1587500" y="5162550"/>
          <p14:tracePt t="231605" x="1581150" y="5168900"/>
          <p14:tracePt t="231625" x="1568450" y="5168900"/>
          <p14:tracePt t="231640" x="1562100" y="5175250"/>
          <p14:tracePt t="231649" x="1562100" y="5181600"/>
          <p14:tracePt t="231668" x="1562100" y="5187950"/>
          <p14:tracePt t="231984" x="1562100" y="5181600"/>
          <p14:tracePt t="231991" x="1568450" y="5175250"/>
          <p14:tracePt t="232005" x="1581150" y="5175250"/>
          <p14:tracePt t="232013" x="1593850" y="5156200"/>
          <p14:tracePt t="232030" x="1612900" y="5143500"/>
          <p14:tracePt t="232048" x="1651000" y="5092700"/>
          <p14:tracePt t="232063" x="1676400" y="5060950"/>
          <p14:tracePt t="232080" x="1714500" y="5016500"/>
          <p14:tracePt t="232097" x="1727200" y="4991100"/>
          <p14:tracePt t="232113" x="1739900" y="4940300"/>
          <p14:tracePt t="232130" x="1752600" y="4921250"/>
          <p14:tracePt t="232147" x="1752600" y="4870450"/>
          <p14:tracePt t="232163" x="1746250" y="4845050"/>
          <p14:tracePt t="232180" x="1739900" y="4813300"/>
          <p14:tracePt t="232196" x="1727200" y="4787900"/>
          <p14:tracePt t="232230" x="1727200" y="4781550"/>
          <p14:tracePt t="232246" x="1727200" y="4775200"/>
          <p14:tracePt t="232262" x="1727200" y="4768850"/>
          <p14:tracePt t="232293" x="1727200" y="4762500"/>
          <p14:tracePt t="232307" x="1733550" y="4762500"/>
          <p14:tracePt t="232316" x="1739900" y="4756150"/>
          <p14:tracePt t="232330" x="1752600" y="4743450"/>
          <p14:tracePt t="232346" x="1765300" y="4730750"/>
          <p14:tracePt t="232363" x="1835150" y="4673600"/>
          <p14:tracePt t="232380" x="1968500" y="4495800"/>
          <p14:tracePt t="232396" x="2076450" y="4349750"/>
          <p14:tracePt t="232413" x="2374900" y="3886200"/>
          <p14:tracePt t="232429" x="2520950" y="3613150"/>
          <p14:tracePt t="232446" x="2667000" y="3333750"/>
          <p14:tracePt t="232462" x="2895600" y="2844800"/>
          <p14:tracePt t="232479" x="2965450" y="2698750"/>
          <p14:tracePt t="232495" x="3060700" y="2482850"/>
          <p14:tracePt t="232512" x="3098800" y="2362200"/>
          <p14:tracePt t="232529" x="3111500" y="2324100"/>
          <p14:tracePt t="232546" x="3111500" y="2228850"/>
          <p14:tracePt t="232562" x="3098800" y="2178050"/>
          <p14:tracePt t="232579" x="3054350" y="2076450"/>
          <p14:tracePt t="232596" x="3003550" y="2000250"/>
          <p14:tracePt t="232611" x="2965450" y="1962150"/>
          <p14:tracePt t="232628" x="2933700" y="1949450"/>
          <p14:tracePt t="232645" x="2882900" y="1917700"/>
          <p14:tracePt t="232661" x="2813050" y="1905000"/>
          <p14:tracePt t="232679" x="2781300" y="1898650"/>
          <p14:tracePt t="232695" x="2724150" y="1898650"/>
          <p14:tracePt t="232711" x="2686050" y="1898650"/>
          <p14:tracePt t="232729" x="2641600" y="1898650"/>
          <p14:tracePt t="232745" x="2628900" y="1898650"/>
          <p14:tracePt t="232761" x="2603500" y="1892300"/>
          <p14:tracePt t="232778" x="2590800" y="1892300"/>
          <p14:tracePt t="232795" x="2584450" y="1892300"/>
          <p14:tracePt t="232834" x="2584450" y="1885950"/>
          <p14:tracePt t="232855" x="2597150" y="1885950"/>
          <p14:tracePt t="232869" x="2609850" y="1885950"/>
          <p14:tracePt t="232877" x="2628900" y="1879600"/>
          <p14:tracePt t="232894" x="2667000" y="1879600"/>
          <p14:tracePt t="232911" x="2781300" y="1879600"/>
          <p14:tracePt t="232927" x="2857500" y="1866900"/>
          <p14:tracePt t="232944" x="3041650" y="1835150"/>
          <p14:tracePt t="232960" x="3213100" y="1809750"/>
          <p14:tracePt t="232977" x="3276600" y="1790700"/>
          <p14:tracePt t="232994" x="3346450" y="1771650"/>
          <p14:tracePt t="233010" x="3429000" y="1752600"/>
          <p14:tracePt t="233027" x="3460750" y="1739900"/>
          <p14:tracePt t="233044" x="3473450" y="1733550"/>
          <p14:tracePt t="233077" x="3473450" y="1727200"/>
          <p14:tracePt t="233096" x="3467100" y="1727200"/>
          <p14:tracePt t="233122" x="3454400" y="1727200"/>
          <p14:tracePt t="233135" x="3448050" y="1727200"/>
          <p14:tracePt t="233144" x="3441700" y="1727200"/>
          <p14:tracePt t="233159" x="3422650" y="1727200"/>
          <p14:tracePt t="233177" x="3409950" y="1727200"/>
          <p14:tracePt t="233193" x="3346450" y="1727200"/>
          <p14:tracePt t="233210" x="3225800" y="1746250"/>
          <p14:tracePt t="233227" x="3060700" y="1746250"/>
          <p14:tracePt t="233243" x="2971800" y="1758950"/>
          <p14:tracePt t="233260" x="2882900" y="1758950"/>
          <p14:tracePt t="233276" x="2705100" y="1765300"/>
          <p14:tracePt t="233293" x="2628900" y="1778000"/>
          <p14:tracePt t="233310" x="2495550" y="1778000"/>
          <p14:tracePt t="233326" x="2419350" y="1778000"/>
          <p14:tracePt t="233343" x="2387600" y="1778000"/>
          <p14:tracePt t="233360" x="2374900" y="1778000"/>
          <p14:tracePt t="233376" x="2362200" y="1778000"/>
          <p14:tracePt t="233507" x="2355850" y="1790700"/>
          <p14:tracePt t="233522" x="2349500" y="1803400"/>
          <p14:tracePt t="233528" x="2343150" y="1835150"/>
          <p14:tracePt t="233545" x="2343150" y="1860550"/>
          <p14:tracePt t="233558" x="2336800" y="1911350"/>
          <p14:tracePt t="233575" x="2324100" y="2000250"/>
          <p14:tracePt t="233592" x="2324100" y="2228850"/>
          <p14:tracePt t="233608" x="2349500" y="2647950"/>
          <p14:tracePt t="233625" x="2393950" y="2921000"/>
          <p14:tracePt t="233641" x="2451100" y="3460750"/>
          <p14:tracePt t="233659" x="2463800" y="3702050"/>
          <p14:tracePt t="233675" x="2482850" y="3943350"/>
          <p14:tracePt t="233691" x="2520950" y="4349750"/>
          <p14:tracePt t="233708" x="2540000" y="4616450"/>
          <p14:tracePt t="233725" x="2540000" y="4845050"/>
          <p14:tracePt t="233741" x="2540000" y="4946650"/>
          <p14:tracePt t="233758" x="2527300" y="5035550"/>
          <p14:tracePt t="233775" x="2520950" y="5168900"/>
          <p14:tracePt t="233791" x="2495550" y="5251450"/>
          <p14:tracePt t="233808" x="2463800" y="5295900"/>
          <p14:tracePt t="233824" x="2425700" y="5384800"/>
          <p14:tracePt t="233841" x="2406650" y="5416550"/>
          <p14:tracePt t="233858" x="2381250" y="5448300"/>
          <p14:tracePt t="233874" x="2349500" y="5530850"/>
          <p14:tracePt t="233890" x="2311400" y="5588000"/>
          <p14:tracePt t="233908" x="2260600" y="5638800"/>
          <p14:tracePt t="233924" x="2228850" y="5664200"/>
          <p14:tracePt t="233940" x="2178050" y="5715000"/>
          <p14:tracePt t="233958" x="2139950" y="5740400"/>
          <p14:tracePt t="233974" x="2120900" y="5753100"/>
          <p14:tracePt t="233990" x="2082800" y="5784850"/>
          <p14:tracePt t="234007" x="2057400" y="5803900"/>
          <p14:tracePt t="234024" x="2044700" y="5810250"/>
          <p14:tracePt t="234041" x="2032000" y="5822950"/>
          <p14:tracePt t="234056" x="2019300" y="5829300"/>
          <p14:tracePt t="234073" x="2012950" y="5829300"/>
          <p14:tracePt t="234118" x="2006600" y="5829300"/>
          <p14:tracePt t="234126" x="2006600" y="5822950"/>
          <p14:tracePt t="234142" x="2006600" y="5816600"/>
          <p14:tracePt t="234161" x="2006600" y="5810250"/>
          <p14:tracePt t="234172" x="2006600" y="5797550"/>
          <p14:tracePt t="234580" x="2006600" y="5784850"/>
          <p14:tracePt t="234593" x="2000250" y="5772150"/>
          <p14:tracePt t="234600" x="1993900" y="5753100"/>
          <p14:tracePt t="234614" x="1987550" y="5740400"/>
          <p14:tracePt t="234624" x="1974850" y="5721350"/>
          <p14:tracePt t="234638" x="1968500" y="5708650"/>
          <p14:tracePt t="234655" x="1968500" y="5695950"/>
          <p14:tracePt t="234671" x="1955800" y="5664200"/>
          <p14:tracePt t="234688" x="1943100" y="5632450"/>
          <p14:tracePt t="234705" x="1936750" y="5600700"/>
          <p14:tracePt t="234721" x="1930400" y="5543550"/>
          <p14:tracePt t="234738" x="1930400" y="5505450"/>
          <p14:tracePt t="234755" x="1917700" y="5410200"/>
          <p14:tracePt t="234771" x="1917700" y="5359400"/>
          <p14:tracePt t="234787" x="1911350" y="5276850"/>
          <p14:tracePt t="234805" x="1911350" y="5213350"/>
          <p14:tracePt t="234821" x="1905000" y="5187950"/>
          <p14:tracePt t="234837" x="1905000" y="5168900"/>
          <p14:tracePt t="234854" x="1898650" y="5143500"/>
          <p14:tracePt t="234871" x="1898650" y="5130800"/>
          <p14:tracePt t="234959" x="1885950" y="5130800"/>
          <p14:tracePt t="234966" x="1879600" y="5130800"/>
          <p14:tracePt t="234988" x="1879600" y="5137150"/>
          <p14:tracePt t="235008" x="1879600" y="5143500"/>
          <p14:tracePt t="235029" x="1879600" y="5149850"/>
          <p14:tracePt t="235050" x="1885950" y="5149850"/>
          <p14:tracePt t="235071" x="1898650" y="5149850"/>
          <p14:tracePt t="235084" x="1911350" y="5149850"/>
          <p14:tracePt t="235099" x="1943100" y="5149850"/>
          <p14:tracePt t="235106" x="1968500" y="5149850"/>
          <p14:tracePt t="235122" x="2006600" y="5149850"/>
          <p14:tracePt t="235137" x="2082800" y="5149850"/>
          <p14:tracePt t="235153" x="2273300" y="5137150"/>
          <p14:tracePt t="235170" x="2508250" y="5080000"/>
          <p14:tracePt t="235186" x="2635250" y="5060950"/>
          <p14:tracePt t="235203" x="2762250" y="5029200"/>
          <p14:tracePt t="235219" x="2984500" y="4984750"/>
          <p14:tracePt t="235236" x="3143250" y="4946650"/>
          <p14:tracePt t="235253" x="3219450" y="4940300"/>
          <p14:tracePt t="235269" x="3244850" y="4940300"/>
          <p14:tracePt t="235286" x="3251200" y="4940300"/>
          <p14:tracePt t="235303" x="3263900" y="4940300"/>
          <p14:tracePt t="235319" x="3270250" y="4940300"/>
          <p14:tracePt t="235353" x="3282950" y="4940300"/>
          <p14:tracePt t="235369" x="3289300" y="4940300"/>
          <p14:tracePt t="235385" x="3295650" y="4940300"/>
          <p14:tracePt t="235402" x="3346450" y="4953000"/>
          <p14:tracePt t="235419" x="3479800" y="4991100"/>
          <p14:tracePt t="235436" x="3581400" y="5022850"/>
          <p14:tracePt t="235452" x="3689350" y="5060950"/>
          <p14:tracePt t="235468" x="3803650" y="5092700"/>
          <p14:tracePt t="235486" x="4064000" y="5162550"/>
          <p14:tracePt t="235502" x="4191000" y="5181600"/>
          <p14:tracePt t="235518" x="4432300" y="5213350"/>
          <p14:tracePt t="235535" x="4610100" y="5226050"/>
          <p14:tracePt t="235552" x="4667250" y="5232400"/>
          <p14:tracePt t="235569" x="4692650" y="5232400"/>
          <p14:tracePt t="235586" x="4737100" y="5238750"/>
          <p14:tracePt t="235601" x="4749800" y="5238750"/>
          <p14:tracePt t="235619" x="4756150" y="5245100"/>
          <p14:tracePt t="235634" x="4762500" y="5245100"/>
          <p14:tracePt t="235675" x="4768850" y="5245100"/>
          <p14:tracePt t="235710" x="4775200" y="5245100"/>
          <p14:tracePt t="235871" x="4775200" y="5238750"/>
          <p14:tracePt t="235899" x="4768850" y="5238750"/>
          <p14:tracePt t="236368" x="4762500" y="5226050"/>
          <p14:tracePt t="236384" x="4743450" y="5213350"/>
          <p14:tracePt t="236389" x="4730750" y="5207000"/>
          <p14:tracePt t="236403" x="4718050" y="5187950"/>
          <p14:tracePt t="236415" x="4692650" y="5181600"/>
          <p14:tracePt t="236432" x="4667250" y="5162550"/>
          <p14:tracePt t="236448" x="4654550" y="5156200"/>
          <p14:tracePt t="236465" x="4641850" y="5143500"/>
          <p14:tracePt t="236481" x="4610100" y="5137150"/>
          <p14:tracePt t="236498" x="4578350" y="5130800"/>
          <p14:tracePt t="236516" x="4546600" y="5124450"/>
          <p14:tracePt t="236532" x="4502150" y="5124450"/>
          <p14:tracePt t="236548" x="4495800" y="5124450"/>
          <p14:tracePt t="236565" x="4483100" y="5124450"/>
          <p14:tracePt t="236581" x="4476750" y="5124450"/>
          <p14:tracePt t="236616" x="4476750" y="5130800"/>
          <p14:tracePt t="236635" x="4476750" y="5137150"/>
          <p14:tracePt t="236651" x="4483100" y="5137150"/>
          <p14:tracePt t="236664" x="4489450" y="5137150"/>
          <p14:tracePt t="236681" x="4495800" y="5137150"/>
          <p14:tracePt t="236698" x="4514850" y="5143500"/>
          <p14:tracePt t="236714" x="4527550" y="5143500"/>
          <p14:tracePt t="236731" x="4546600" y="5143500"/>
          <p14:tracePt t="236748" x="4610100" y="5156200"/>
          <p14:tracePt t="236764" x="4724400" y="5175250"/>
          <p14:tracePt t="236781" x="4794250" y="5181600"/>
          <p14:tracePt t="236797" x="4908550" y="5194300"/>
          <p14:tracePt t="236814" x="4965700" y="5200650"/>
          <p14:tracePt t="236831" x="5022850" y="5200650"/>
          <p14:tracePt t="236847" x="5060950" y="5200650"/>
          <p14:tracePt t="236864" x="5067300" y="5200650"/>
          <p14:tracePt t="236922" x="5060950" y="5200650"/>
          <p14:tracePt t="236936" x="5054600" y="5200650"/>
          <p14:tracePt t="236950" x="5029200" y="5194300"/>
          <p14:tracePt t="236957" x="4991100" y="5194300"/>
          <p14:tracePt t="236971" x="4953000" y="5194300"/>
          <p14:tracePt t="236980" x="4889500" y="5181600"/>
          <p14:tracePt t="236997" x="4826000" y="5181600"/>
          <p14:tracePt t="237015" x="4673600" y="5181600"/>
          <p14:tracePt t="237030" x="4591050" y="5187950"/>
          <p14:tracePt t="237047" x="4476750" y="5187950"/>
          <p14:tracePt t="237066" x="4394200" y="5194300"/>
          <p14:tracePt t="237079" x="4375150" y="5194300"/>
          <p14:tracePt t="237096" x="4356100" y="5194300"/>
          <p14:tracePt t="237113" x="4343400" y="5200650"/>
          <p14:tracePt t="237130" x="4337050" y="5200650"/>
          <p14:tracePt t="237147" x="4337050" y="5207000"/>
          <p14:tracePt t="237163" x="4368800" y="5207000"/>
          <p14:tracePt t="237179" x="4387850" y="5213350"/>
          <p14:tracePt t="237197" x="4457700" y="5213350"/>
          <p14:tracePt t="237213" x="4521200" y="5213350"/>
          <p14:tracePt t="237229" x="4597400" y="5213350"/>
          <p14:tracePt t="237246" x="4800600" y="5213350"/>
          <p14:tracePt t="237262" x="4902200" y="5213350"/>
          <p14:tracePt t="237279" x="5105400" y="5194300"/>
          <p14:tracePt t="237296" x="5238750" y="5175250"/>
          <p14:tracePt t="237312" x="5289550" y="5162550"/>
          <p14:tracePt t="237329" x="5321300" y="5156200"/>
          <p14:tracePt t="237345" x="5340350" y="5149850"/>
          <p14:tracePt t="237392" x="5340350" y="5143500"/>
          <p14:tracePt t="237407" x="5334000" y="5143500"/>
          <p14:tracePt t="237414" x="5327650" y="5143500"/>
          <p14:tracePt t="237432" x="5314950" y="5137150"/>
          <p14:tracePt t="237445" x="5295900" y="5130800"/>
          <p14:tracePt t="237462" x="5219700" y="5124450"/>
          <p14:tracePt t="237478" x="5162550" y="5124450"/>
          <p14:tracePt t="237495" x="5086350" y="5124450"/>
          <p14:tracePt t="237512" x="4933950" y="5124450"/>
          <p14:tracePt t="237528" x="4794250" y="5137150"/>
          <p14:tracePt t="237545" x="4730750" y="5137150"/>
          <p14:tracePt t="237562" x="4648200" y="5143500"/>
          <p14:tracePt t="237578" x="4622800" y="5149850"/>
          <p14:tracePt t="237595" x="4616450" y="5149850"/>
          <p14:tracePt t="237612" x="4597400" y="5168900"/>
          <p14:tracePt t="237628" x="4597400" y="5175250"/>
          <p14:tracePt t="237647" x="4610100" y="5175250"/>
          <p14:tracePt t="237661" x="4622800" y="5175250"/>
          <p14:tracePt t="237678" x="4654550" y="5175250"/>
          <p14:tracePt t="237695" x="4692650" y="5175250"/>
          <p14:tracePt t="237711" x="4806950" y="5175250"/>
          <p14:tracePt t="237727" x="4895850" y="5175250"/>
          <p14:tracePt t="237744" x="5086350" y="5162550"/>
          <p14:tracePt t="237761" x="5257800" y="5143500"/>
          <p14:tracePt t="237777" x="5334000" y="5130800"/>
          <p14:tracePt t="237795" x="5416550" y="5118100"/>
          <p14:tracePt t="237810" x="5429250" y="5111750"/>
          <p14:tracePt t="237828" x="5435600" y="5105400"/>
          <p14:tracePt t="237870" x="5429250" y="5105400"/>
          <p14:tracePt t="237880" x="5410200" y="5105400"/>
          <p14:tracePt t="237894" x="5391150" y="5105400"/>
          <p14:tracePt t="237910" x="5353050" y="5099050"/>
          <p14:tracePt t="237927" x="5257800" y="5099050"/>
          <p14:tracePt t="237944" x="5194300" y="5099050"/>
          <p14:tracePt t="237960" x="5130800" y="5111750"/>
          <p14:tracePt t="237963" x="5048250" y="5137150"/>
          <p14:tracePt t="237977" x="4959350" y="5168900"/>
          <p14:tracePt t="237993" x="4775200" y="5245100"/>
          <p14:tracePt t="238011" x="4679950" y="5270500"/>
          <p14:tracePt t="238026" x="4546600" y="5334000"/>
          <p14:tracePt t="238043" x="4514850" y="5353050"/>
          <p14:tracePt t="238060" x="4470400" y="5378450"/>
          <p14:tracePt t="238076" x="4470400" y="5384800"/>
          <p14:tracePt t="238093" x="4470400" y="5391150"/>
          <p14:tracePt t="238110" x="4521200" y="5397500"/>
          <p14:tracePt t="238126" x="4565650" y="5397500"/>
          <p14:tracePt t="238143" x="4616450" y="5397500"/>
          <p14:tracePt t="238159" x="4756150" y="5378450"/>
          <p14:tracePt t="238176" x="4857750" y="5365750"/>
          <p14:tracePt t="238193" x="4965700" y="5353050"/>
          <p14:tracePt t="238209" x="5143500" y="5314950"/>
          <p14:tracePt t="238226" x="5245100" y="5276850"/>
          <p14:tracePt t="238243" x="5264150" y="5264150"/>
          <p14:tracePt t="238259" x="5276850" y="5264150"/>
          <p14:tracePt t="238292" x="5276850" y="5257800"/>
          <p14:tracePt t="238312" x="5270500" y="5257800"/>
          <p14:tracePt t="238325" x="5257800" y="5251450"/>
          <p14:tracePt t="238342" x="5232400" y="5251450"/>
          <p14:tracePt t="238359" x="5124450" y="5226050"/>
          <p14:tracePt t="238376" x="4921250" y="5194300"/>
          <p14:tracePt t="238392" x="4806950" y="5187950"/>
          <p14:tracePt t="238408" x="4667250" y="5187950"/>
          <p14:tracePt t="238426" x="4413250" y="5175250"/>
          <p14:tracePt t="238442" x="4210050" y="5175250"/>
          <p14:tracePt t="238458" x="4146550" y="5175250"/>
          <p14:tracePt t="238461" x="4108450" y="5175250"/>
          <p14:tracePt t="238476" x="4070350" y="5175250"/>
          <p14:tracePt t="238492" x="4057650" y="5175250"/>
          <p14:tracePt t="238508" x="4044950" y="5175250"/>
          <p14:tracePt t="238525" x="4038600" y="5181600"/>
          <p14:tracePt t="238542" x="4070350" y="5187950"/>
          <p14:tracePt t="238558" x="4095750" y="5187950"/>
          <p14:tracePt t="238575" x="4178300" y="5194300"/>
          <p14:tracePt t="238592" x="4248150" y="5207000"/>
          <p14:tracePt t="238609" x="4413250" y="5207000"/>
          <p14:tracePt t="238625" x="4508500" y="5207000"/>
          <p14:tracePt t="238641" x="4616450" y="5200650"/>
          <p14:tracePt t="238658" x="4705350" y="5200650"/>
          <p14:tracePt t="238675" x="4768850" y="5194300"/>
          <p14:tracePt t="238692" x="4826000" y="5194300"/>
          <p14:tracePt t="238707" x="4832350" y="5194300"/>
          <p14:tracePt t="238724" x="4832350" y="5187950"/>
          <p14:tracePt t="238757" x="4819650" y="5181600"/>
          <p14:tracePt t="238774" x="4794250" y="5175250"/>
          <p14:tracePt t="238792" x="4667250" y="5187950"/>
          <p14:tracePt t="238807" x="4578350" y="5187950"/>
          <p14:tracePt t="238824" x="4381500" y="5226050"/>
          <p14:tracePt t="238840" x="4203700" y="5270500"/>
          <p14:tracePt t="238857" x="4121150" y="5289550"/>
          <p14:tracePt t="238874" x="4044950" y="5314950"/>
          <p14:tracePt t="238890" x="3917950" y="5372100"/>
          <p14:tracePt t="238907" x="3860800" y="5391150"/>
          <p14:tracePt t="238924" x="3810000" y="5416550"/>
          <p14:tracePt t="238940" x="3797300" y="5416550"/>
          <p14:tracePt t="238957" x="3797300" y="5422900"/>
          <p14:tracePt t="238974" x="3790950" y="5422900"/>
          <p14:tracePt t="239008" x="3797300" y="5422900"/>
          <p14:tracePt t="239015" x="3803650" y="5422900"/>
          <p14:tracePt t="239026" x="3829050" y="5422900"/>
          <p14:tracePt t="239040" x="3835400" y="5422900"/>
          <p14:tracePt t="239514" x="3797300" y="5410200"/>
          <p14:tracePt t="239528" x="3727450" y="5378450"/>
          <p14:tracePt t="239542" x="3651250" y="5353050"/>
          <p14:tracePt t="239549" x="3556000" y="5321300"/>
          <p14:tracePt t="239563" x="3454400" y="5302250"/>
          <p14:tracePt t="239573" x="3340100" y="5289550"/>
          <p14:tracePt t="239588" x="3200400" y="5276850"/>
          <p14:tracePt t="239604" x="2908300" y="5276850"/>
          <p14:tracePt t="239621" x="2571750" y="5308600"/>
          <p14:tracePt t="239637" x="2400300" y="5334000"/>
          <p14:tracePt t="239657" x="2101850" y="5365750"/>
          <p14:tracePt t="239671" x="1974850" y="5365750"/>
          <p14:tracePt t="239687" x="1784350" y="5384800"/>
          <p14:tracePt t="239705" x="1695450" y="5397500"/>
          <p14:tracePt t="239721" x="1651000" y="5403850"/>
          <p14:tracePt t="239737" x="1644650" y="5403850"/>
          <p14:tracePt t="239754" x="1638300" y="5403850"/>
          <p14:tracePt t="240847" x="1631950" y="5397500"/>
          <p14:tracePt t="240861" x="1606550" y="5397500"/>
          <p14:tracePt t="240869" x="1581150" y="5391150"/>
          <p14:tracePt t="240884" x="1549400" y="5391150"/>
          <p14:tracePt t="240900" x="1530350" y="5384800"/>
          <p14:tracePt t="240918" x="1473200" y="5384800"/>
          <p14:tracePt t="240933" x="1428750" y="5391150"/>
          <p14:tracePt t="240950" x="1416050" y="5391150"/>
          <p14:tracePt t="240967" x="1403350" y="5397500"/>
          <p14:tracePt t="240983" x="1397000" y="5397500"/>
          <p14:tracePt t="241064" x="1409700" y="5397500"/>
          <p14:tracePt t="241071" x="1416050" y="5397500"/>
          <p14:tracePt t="241086" x="1428750" y="5397500"/>
          <p14:tracePt t="241100" x="1447800" y="5397500"/>
          <p14:tracePt t="241116" x="1498600" y="5397500"/>
          <p14:tracePt t="241132" x="1536700" y="5397500"/>
          <p14:tracePt t="241150" x="1638300" y="5397500"/>
          <p14:tracePt t="241166" x="1701800" y="5397500"/>
          <p14:tracePt t="241183" x="1778000" y="5403850"/>
          <p14:tracePt t="241199" x="1943100" y="5403850"/>
          <p14:tracePt t="241216" x="2089150" y="5403850"/>
          <p14:tracePt t="241232" x="2139950" y="5397500"/>
          <p14:tracePt t="241249" x="2235200" y="5378450"/>
          <p14:tracePt t="241265" x="2260600" y="5378450"/>
          <p14:tracePt t="241282" x="2305050" y="5365750"/>
          <p14:tracePt t="241299" x="2336800" y="5359400"/>
          <p14:tracePt t="241315" x="2362200" y="5353050"/>
          <p14:tracePt t="241332" x="2400300" y="5340350"/>
          <p14:tracePt t="241348" x="2438400" y="5334000"/>
          <p14:tracePt t="241365" x="2482850" y="5314950"/>
          <p14:tracePt t="241382" x="2603500" y="5270500"/>
          <p14:tracePt t="241399" x="2698750" y="5238750"/>
          <p14:tracePt t="241417" x="2787650" y="5213350"/>
          <p14:tracePt t="241431" x="3073400" y="5149850"/>
          <p14:tracePt t="241448" x="3340100" y="5105400"/>
          <p14:tracePt t="241466" x="3613150" y="5060950"/>
          <p14:tracePt t="241481" x="3740150" y="5041900"/>
          <p14:tracePt t="241498" x="3854450" y="5029200"/>
          <p14:tracePt t="241501" x="3962400" y="5010150"/>
          <p14:tracePt t="241515" x="4064000" y="5010150"/>
          <p14:tracePt t="241531" x="4229100" y="5035550"/>
          <p14:tracePt t="241548" x="4311650" y="5054600"/>
          <p14:tracePt t="241564" x="4419600" y="5111750"/>
          <p14:tracePt t="241581" x="4451350" y="5118100"/>
          <p14:tracePt t="241599" x="4483100" y="5137150"/>
          <p14:tracePt t="241614" x="4502150" y="5143500"/>
          <p14:tracePt t="241631" x="4508500" y="5149850"/>
          <p14:tracePt t="241648" x="4527550" y="5156200"/>
          <p14:tracePt t="241664" x="4527550" y="5162550"/>
          <p14:tracePt t="241680" x="4533900" y="5162550"/>
          <p14:tracePt t="241697" x="4546600" y="5168900"/>
          <p14:tracePt t="241714" x="4546600" y="5175250"/>
          <p14:tracePt t="241731" x="4552950" y="5181600"/>
          <p14:tracePt t="241747" x="4572000" y="5181600"/>
          <p14:tracePt t="241764" x="4578350" y="5181600"/>
          <p14:tracePt t="241781" x="4591050" y="5181600"/>
          <p14:tracePt t="242086" x="4578350" y="5207000"/>
          <p14:tracePt t="242100" x="4540250" y="5264150"/>
          <p14:tracePt t="242115" x="4514850" y="5321300"/>
          <p14:tracePt t="242121" x="4483100" y="5378450"/>
          <p14:tracePt t="242135" x="4457700" y="5422900"/>
          <p14:tracePt t="242145" x="4432300" y="5480050"/>
          <p14:tracePt t="242162" x="4413250" y="5518150"/>
          <p14:tracePt t="242180" x="4368800" y="5632450"/>
          <p14:tracePt t="242195" x="4337050" y="5676900"/>
          <p14:tracePt t="242212" x="4311650" y="5727700"/>
          <p14:tracePt t="242229" x="4267200" y="5791200"/>
          <p14:tracePt t="242245" x="4222750" y="5848350"/>
          <p14:tracePt t="242264" x="4184650" y="5892800"/>
          <p14:tracePt t="242278" x="4171950" y="5911850"/>
          <p14:tracePt t="242295" x="4140200" y="5943600"/>
          <p14:tracePt t="242313" x="4095750" y="5969000"/>
          <p14:tracePt t="242328" x="4076700" y="5975350"/>
          <p14:tracePt t="242346" x="4064000" y="5981700"/>
          <p14:tracePt t="242362" x="4019550" y="6000750"/>
          <p14:tracePt t="242378" x="4000500" y="6007100"/>
          <p14:tracePt t="242395" x="3987800" y="6007100"/>
          <p14:tracePt t="242411" x="3975100" y="6013450"/>
          <p14:tracePt t="242428" x="3968750" y="6013450"/>
          <p14:tracePt t="242445" x="3949700" y="6013450"/>
          <p14:tracePt t="242461" x="3937000" y="6019800"/>
          <p14:tracePt t="242478" x="3905250" y="6019800"/>
          <p14:tracePt t="242495" x="3886200" y="6019800"/>
          <p14:tracePt t="242511" x="3835400" y="6007100"/>
          <p14:tracePt t="242528" x="3790950" y="6000750"/>
          <p14:tracePt t="242545" x="3689350" y="5969000"/>
          <p14:tracePt t="242561" x="3663950" y="5969000"/>
          <p14:tracePt t="242578" x="3619500" y="5956300"/>
          <p14:tracePt t="242594" x="3594100" y="5949950"/>
          <p14:tracePt t="242611" x="3581400" y="5943600"/>
          <p14:tracePt t="242628" x="3581400" y="5937250"/>
          <p14:tracePt t="242661" x="3581400" y="5930900"/>
          <p14:tracePt t="242680" x="3575050" y="5930900"/>
          <p14:tracePt t="242704" x="3568700" y="5930900"/>
          <p14:tracePt t="242725" x="3562350" y="5930900"/>
          <p14:tracePt t="242760" x="3556000" y="5930900"/>
          <p14:tracePt t="243048" x="3562350" y="5930900"/>
          <p14:tracePt t="243062" x="3568700" y="5930900"/>
          <p14:tracePt t="243069" x="3575050" y="5930900"/>
          <p14:tracePt t="243083" x="3600450" y="5930900"/>
          <p14:tracePt t="243092" x="3625850" y="5930900"/>
          <p14:tracePt t="243109" x="3676650" y="5924550"/>
          <p14:tracePt t="243127" x="3803650" y="5924550"/>
          <p14:tracePt t="243142" x="3879850" y="5911850"/>
          <p14:tracePt t="243159" x="3968750" y="5911850"/>
          <p14:tracePt t="243176" x="4159250" y="5911850"/>
          <p14:tracePt t="243192" x="4248150" y="5911850"/>
          <p14:tracePt t="243209" x="4324350" y="5911850"/>
          <p14:tracePt t="243225" x="4375150" y="5911850"/>
          <p14:tracePt t="243242" x="4425950" y="5911850"/>
          <p14:tracePt t="243258" x="4470400" y="5911850"/>
          <p14:tracePt t="243275" x="4495800" y="5911850"/>
          <p14:tracePt t="243291" x="4514850" y="5911850"/>
          <p14:tracePt t="243309" x="4533900" y="5905500"/>
          <p14:tracePt t="243325" x="4540250" y="5905500"/>
          <p14:tracePt t="243413" x="4533900" y="5905500"/>
          <p14:tracePt t="243434" x="4527550" y="5899150"/>
          <p14:tracePt t="243442" x="4527550" y="5892800"/>
          <p14:tracePt t="243469" x="4527550" y="5886450"/>
          <p14:tracePt t="243955" x="4546600" y="5886450"/>
          <p14:tracePt t="243962" x="4597400" y="5886450"/>
          <p14:tracePt t="243976" x="4673600" y="5886450"/>
          <p14:tracePt t="243989" x="4762500" y="5886450"/>
          <p14:tracePt t="244006" x="4927600" y="5886450"/>
          <p14:tracePt t="244022" x="5003800" y="5886450"/>
          <p14:tracePt t="244040" x="5080000" y="5886450"/>
          <p14:tracePt t="244056" x="5187950" y="5867400"/>
          <p14:tracePt t="244073" x="5270500" y="5842000"/>
          <p14:tracePt t="244091" x="5327650" y="5829300"/>
          <p14:tracePt t="244106" x="5353050" y="5822950"/>
          <p14:tracePt t="244122" x="5365750" y="5822950"/>
          <p14:tracePt t="244139" x="5378450" y="5822950"/>
          <p14:tracePt t="244172" x="5384800" y="5822950"/>
          <p14:tracePt t="244222" x="5391150" y="5822950"/>
          <p14:tracePt t="244264" x="5397500" y="5822950"/>
          <p14:tracePt t="244292" x="5403850" y="5822950"/>
          <p14:tracePt t="244320" x="5416550" y="5822950"/>
          <p14:tracePt t="244341" x="5429250" y="5822950"/>
          <p14:tracePt t="244369" x="5448300" y="5822950"/>
          <p14:tracePt t="244376" x="5461000" y="5829300"/>
          <p14:tracePt t="244391" x="5492750" y="5829300"/>
          <p14:tracePt t="244405" x="5543550" y="5842000"/>
          <p14:tracePt t="244421" x="5657850" y="5861050"/>
          <p14:tracePt t="244438" x="5753100" y="5880100"/>
          <p14:tracePt t="244455" x="5956300" y="5886450"/>
          <p14:tracePt t="244471" x="6057900" y="5899150"/>
          <p14:tracePt t="244488" x="6172200" y="5911850"/>
          <p14:tracePt t="244505" x="6388100" y="5911850"/>
          <p14:tracePt t="244521" x="6553200" y="5911850"/>
          <p14:tracePt t="244537" x="6604000" y="5905500"/>
          <p14:tracePt t="244554" x="6686550" y="5899150"/>
          <p14:tracePt t="244571" x="6705600" y="5899150"/>
          <p14:tracePt t="244574" x="6724650" y="5899150"/>
          <p14:tracePt t="244588" x="6737350" y="5899150"/>
          <p14:tracePt t="244604" x="6750050" y="5892800"/>
          <p14:tracePt t="244620" x="6756400" y="5892800"/>
          <p14:tracePt t="244637" x="6762750" y="5892800"/>
          <p14:tracePt t="244654" x="6769100" y="5892800"/>
          <p14:tracePt t="244670" x="6775450" y="5892800"/>
          <p14:tracePt t="244687" x="6800850" y="5873750"/>
          <p14:tracePt t="244703" x="6807200" y="5861050"/>
          <p14:tracePt t="244720" x="6826250" y="5842000"/>
          <p14:tracePt t="248885" x="6781800" y="5791200"/>
          <p14:tracePt t="248898" x="6686550" y="5708650"/>
          <p14:tracePt t="248908" x="6572250" y="5588000"/>
          <p14:tracePt t="248921" x="6400800" y="5435600"/>
          <p14:tracePt t="248938" x="6235700" y="5295900"/>
          <p14:tracePt t="248955" x="5835650" y="4984750"/>
          <p14:tracePt t="248971" x="5645150" y="4826000"/>
          <p14:tracePt t="248989" x="5270500" y="4533900"/>
          <p14:tracePt t="249005" x="4940300" y="4337050"/>
          <p14:tracePt t="249022" x="4806950" y="4254500"/>
          <p14:tracePt t="249039" x="4641850" y="4178300"/>
          <p14:tracePt t="249055" x="4413250" y="4044950"/>
          <p14:tracePt t="249071" x="4191000" y="3943350"/>
          <p14:tracePt t="249089" x="4013200" y="3829050"/>
          <p14:tracePt t="249105" x="3930650" y="3765550"/>
          <p14:tracePt t="249121" x="3778250" y="3676650"/>
          <p14:tracePt t="249138" x="3676650" y="3606800"/>
          <p14:tracePt t="249155" x="3619500" y="3549650"/>
          <p14:tracePt t="249171" x="3460750" y="3403600"/>
          <p14:tracePt t="249187" x="3340100" y="3225800"/>
          <p14:tracePt t="249204" x="3276600" y="3136900"/>
          <p14:tracePt t="249222" x="3155950" y="2990850"/>
          <p14:tracePt t="249238" x="2978150" y="2857500"/>
          <p14:tracePt t="249254" x="2895600" y="2781300"/>
          <p14:tracePt t="249271" x="2813050" y="2730500"/>
          <p14:tracePt t="249287" x="2641600" y="2628900"/>
          <p14:tracePt t="249304" x="2609850" y="2622550"/>
          <p14:tracePt t="249808" x="2590800" y="2622550"/>
          <p14:tracePt t="249815" x="2546350" y="2635250"/>
          <p14:tracePt t="249829" x="2514600" y="2654300"/>
          <p14:tracePt t="249838" x="2476500" y="2667000"/>
          <p14:tracePt t="249852" x="2432050" y="2686050"/>
          <p14:tracePt t="249869" x="2387600" y="2717800"/>
          <p14:tracePt t="249886" x="2355850" y="2736850"/>
          <p14:tracePt t="249902" x="2336800" y="2755900"/>
          <p14:tracePt t="249919" x="2324100" y="2768600"/>
          <p14:tracePt t="249935" x="2305050" y="2794000"/>
          <p14:tracePt t="249952" x="2298700" y="2806700"/>
          <p14:tracePt t="249969" x="2292350" y="2819400"/>
          <p14:tracePt t="249985" x="2286000" y="2832100"/>
          <p14:tracePt t="250002" x="2273300" y="2838450"/>
          <p14:tracePt t="250034" x="2273300" y="2844800"/>
          <p14:tracePt t="250075" x="2273300" y="2851150"/>
          <p14:tracePt t="250300" x="2273300" y="2857500"/>
          <p14:tracePt t="250313" x="2279650" y="2863850"/>
          <p14:tracePt t="250321" x="2286000" y="2870200"/>
          <p14:tracePt t="250336" x="2292350" y="2882900"/>
          <p14:tracePt t="250350" x="2298700" y="2895600"/>
          <p14:tracePt t="250366" x="2330450" y="2927350"/>
          <p14:tracePt t="250384" x="2400300" y="2997200"/>
          <p14:tracePt t="250400" x="2444750" y="3028950"/>
          <p14:tracePt t="250417" x="2489200" y="3067050"/>
          <p14:tracePt t="250433" x="2590800" y="3143250"/>
          <p14:tracePt t="250451" x="2698750" y="3219450"/>
          <p14:tracePt t="250467" x="2755900" y="3257550"/>
          <p14:tracePt t="250483" x="2851150" y="3314700"/>
          <p14:tracePt t="250499" x="2908300" y="3327400"/>
          <p14:tracePt t="250517" x="2997200" y="3365500"/>
          <p14:tracePt t="250533" x="3041650" y="3390900"/>
          <p14:tracePt t="250550" x="3149600" y="3448050"/>
          <p14:tracePt t="250567" x="3314700" y="3536950"/>
          <p14:tracePt t="250583" x="3409950" y="3587750"/>
          <p14:tracePt t="250600" x="3498850" y="3644900"/>
          <p14:tracePt t="250616" x="3733800" y="3740150"/>
          <p14:tracePt t="250633" x="3841750" y="3790950"/>
          <p14:tracePt t="250650" x="3949700" y="3841750"/>
          <p14:tracePt t="250666" x="4203700" y="3968750"/>
          <p14:tracePt t="250683" x="4425950" y="4076700"/>
          <p14:tracePt t="250700" x="4591050" y="4152900"/>
          <p14:tracePt t="250715" x="4667250" y="4184650"/>
          <p14:tracePt t="250733" x="4724400" y="4210050"/>
          <p14:tracePt t="250750" x="4813300" y="4235450"/>
          <p14:tracePt t="250765" x="4832350" y="4254500"/>
          <p14:tracePt t="250782" x="4864100" y="4260850"/>
          <p14:tracePt t="250799" x="4889500" y="4260850"/>
          <p14:tracePt t="250816" x="4921250" y="4241800"/>
          <p14:tracePt t="251339" x="4953000" y="4254500"/>
          <p14:tracePt t="251353" x="5010150" y="4260850"/>
          <p14:tracePt t="251361" x="5048250" y="4279900"/>
          <p14:tracePt t="251374" x="5092700" y="4286250"/>
          <p14:tracePt t="251389" x="5149850" y="4305300"/>
          <p14:tracePt t="251397" x="5200650" y="4305300"/>
          <p14:tracePt t="251413" x="5251450" y="4311650"/>
          <p14:tracePt t="251431" x="5372100" y="4324350"/>
          <p14:tracePt t="251447" x="5422900" y="4330700"/>
          <p14:tracePt t="251463" x="5530850" y="4343400"/>
          <p14:tracePt t="251480" x="5588000" y="4356100"/>
          <p14:tracePt t="251496" x="5600700" y="4356100"/>
          <p14:tracePt t="251513" x="5613400" y="4362450"/>
          <p14:tracePt t="251530" x="5626100" y="4368800"/>
          <p14:tracePt t="251547" x="5632450" y="4368800"/>
          <p14:tracePt t="251580" x="5638800" y="4368800"/>
          <p14:tracePt t="251599" x="5638800" y="4362450"/>
          <p14:tracePt t="251691" x="5638800" y="4356100"/>
          <p14:tracePt t="252617" x="5626100" y="4362450"/>
          <p14:tracePt t="252631" x="5613400" y="4375150"/>
          <p14:tracePt t="252638" x="5588000" y="4400550"/>
          <p14:tracePt t="252652" x="5575300" y="4413250"/>
          <p14:tracePt t="252661" x="5556250" y="4432300"/>
          <p14:tracePt t="252676" x="5543550" y="4451350"/>
          <p14:tracePt t="252693" x="5524500" y="4470400"/>
          <p14:tracePt t="252709" x="5505450" y="4495800"/>
          <p14:tracePt t="252725" x="5486400" y="4521200"/>
          <p14:tracePt t="252742" x="5486400" y="4527550"/>
          <p14:tracePt t="252758" x="5480050" y="4533900"/>
          <p14:tracePt t="252795" x="5480050" y="4540250"/>
          <p14:tracePt t="252809" x="5480050" y="4546600"/>
          <p14:tracePt t="252825" x="5480050" y="4552950"/>
          <p14:tracePt t="252842" x="5492750" y="4552950"/>
          <p14:tracePt t="252875" x="5499100" y="4552950"/>
          <p14:tracePt t="252892" x="5511800" y="4552950"/>
          <p14:tracePt t="252908" x="5524500" y="4546600"/>
          <p14:tracePt t="252925" x="5537200" y="4540250"/>
          <p14:tracePt t="252941" x="5562600" y="4514850"/>
          <p14:tracePt t="252958" x="5575300" y="4502150"/>
          <p14:tracePt t="252975" x="5607050" y="4464050"/>
          <p14:tracePt t="252991" x="5613400" y="4451350"/>
          <p14:tracePt t="253008" x="5619750" y="4419600"/>
          <p14:tracePt t="253025" x="5600700" y="4368800"/>
          <p14:tracePt t="253041" x="5568950" y="4343400"/>
          <p14:tracePt t="253058" x="5454650" y="4235450"/>
          <p14:tracePt t="253074" x="5238750" y="4127500"/>
          <p14:tracePt t="253091" x="5124450" y="4076700"/>
          <p14:tracePt t="253108" x="4819650" y="3994150"/>
          <p14:tracePt t="253124" x="4565650" y="3949700"/>
          <p14:tracePt t="253141" x="4464050" y="3943350"/>
          <p14:tracePt t="253158" x="4311650" y="3930650"/>
          <p14:tracePt t="253174" x="4229100" y="3930650"/>
          <p14:tracePt t="253681" x="4171950" y="3917950"/>
          <p14:tracePt t="253696" x="4108450" y="3892550"/>
          <p14:tracePt t="253703" x="4013200" y="3860800"/>
          <p14:tracePt t="253717" x="3943350" y="3829050"/>
          <p14:tracePt t="253725" x="3879850" y="3803650"/>
          <p14:tracePt t="253739" x="3797300" y="3759200"/>
          <p14:tracePt t="253755" x="3727450" y="3733800"/>
          <p14:tracePt t="253773" x="3600450" y="3663950"/>
          <p14:tracePt t="253789" x="3492500" y="3625850"/>
          <p14:tracePt t="253805" x="3429000" y="3606800"/>
          <p14:tracePt t="253822" x="3295650" y="3581400"/>
          <p14:tracePt t="253838" x="3244850" y="3581400"/>
          <p14:tracePt t="253855" x="3187700" y="3575050"/>
          <p14:tracePt t="253872" x="3117850" y="3556000"/>
          <p14:tracePt t="253888" x="3060700" y="3549650"/>
          <p14:tracePt t="253905" x="3041650" y="3543300"/>
          <p14:tracePt t="253922" x="2978150" y="3536950"/>
          <p14:tracePt t="253938" x="2959100" y="3536950"/>
          <p14:tracePt t="253955" x="2927350" y="3536950"/>
          <p14:tracePt t="253971" x="2921000" y="3530600"/>
          <p14:tracePt t="255088" x="2927350" y="3530600"/>
          <p14:tracePt t="255095" x="2933700" y="3530600"/>
          <p14:tracePt t="255108" x="2940050" y="3536950"/>
          <p14:tracePt t="255117" x="2952750" y="3543300"/>
          <p14:tracePt t="255133" x="2971800" y="3556000"/>
          <p14:tracePt t="255151" x="3035300" y="3594100"/>
          <p14:tracePt t="255167" x="3092450" y="3625850"/>
          <p14:tracePt t="255184" x="3251200" y="3695700"/>
          <p14:tracePt t="255200" x="3371850" y="3733800"/>
          <p14:tracePt t="255217" x="3644900" y="3803650"/>
          <p14:tracePt t="255233" x="3873500" y="3848100"/>
          <p14:tracePt t="255250" x="4324350" y="3860800"/>
          <p14:tracePt t="255266" x="4527550" y="3860800"/>
          <p14:tracePt t="255283" x="4914900" y="3829050"/>
          <p14:tracePt t="255300" x="5207000" y="3790950"/>
          <p14:tracePt t="255316" x="5308600" y="3765550"/>
          <p14:tracePt t="255334" x="5480050" y="3702050"/>
          <p14:tracePt t="255349" x="5549900" y="3663950"/>
          <p14:tracePt t="255367" x="5619750" y="3625850"/>
          <p14:tracePt t="255383" x="5721350" y="3556000"/>
          <p14:tracePt t="255399" x="5797550" y="3505200"/>
          <p14:tracePt t="255416" x="5835650" y="3479800"/>
          <p14:tracePt t="255433" x="5886450" y="3441700"/>
          <p14:tracePt t="255449" x="5918200" y="3416300"/>
          <p14:tracePt t="255468" x="5962650" y="3371850"/>
          <p14:tracePt t="255482" x="5988050" y="3352800"/>
          <p14:tracePt t="255499" x="6000750" y="3308350"/>
          <p14:tracePt t="255517" x="6038850" y="3263900"/>
          <p14:tracePt t="255532" x="6051550" y="3244850"/>
          <p14:tracePt t="255549" x="6070600" y="3225800"/>
          <p14:tracePt t="255566" x="6089650" y="3162300"/>
          <p14:tracePt t="255582" x="6127750" y="3054350"/>
          <p14:tracePt t="255599" x="6146800" y="2984500"/>
          <p14:tracePt t="255616" x="6223000" y="2768600"/>
          <p14:tracePt t="256198" x="6229350" y="2768600"/>
          <p14:tracePt t="256211" x="6235700" y="2768600"/>
          <p14:tracePt t="256218" x="6242050" y="2768600"/>
          <p14:tracePt t="256233" x="6248400" y="2768600"/>
          <p14:tracePt t="256247" x="6261100" y="2768600"/>
          <p14:tracePt t="256263" x="6286500" y="2768600"/>
          <p14:tracePt t="256280" x="6311900" y="2781300"/>
          <p14:tracePt t="256297" x="6343650" y="2781300"/>
          <p14:tracePt t="256313" x="6356350" y="2787650"/>
          <p14:tracePt t="256330" x="6381750" y="2787650"/>
          <p14:tracePt t="256346" x="6394450" y="2787650"/>
          <p14:tracePt t="256363" x="6400800" y="2787650"/>
          <p14:tracePt t="256380" x="6407150" y="2787650"/>
          <p14:tracePt t="256402" x="6413500" y="2787650"/>
          <p14:tracePt t="256983" x="6369050" y="2787650"/>
          <p14:tracePt t="256991" x="6280150" y="2787650"/>
          <p14:tracePt t="257005" x="6191250" y="2781300"/>
          <p14:tracePt t="257013" x="6064250" y="2768600"/>
          <p14:tracePt t="257027" x="5899150" y="2749550"/>
          <p14:tracePt t="257044" x="5702300" y="2705100"/>
          <p14:tracePt t="257061" x="5251450" y="2622550"/>
          <p14:tracePt t="257077" x="4718050" y="2501900"/>
          <p14:tracePt t="257094" x="4438650" y="2438400"/>
          <p14:tracePt t="257110" x="3778250" y="2305050"/>
          <p14:tracePt t="257127" x="3435350" y="2286000"/>
          <p14:tracePt t="257143" x="2806700" y="2273300"/>
          <p14:tracePt t="257160" x="2139950" y="2349500"/>
          <p14:tracePt t="257177" x="1936750" y="2387600"/>
          <p14:tracePt t="257194" x="1784350" y="2425700"/>
          <p14:tracePt t="257626" x="1778000" y="2438400"/>
          <p14:tracePt t="257633" x="1771650" y="2457450"/>
          <p14:tracePt t="257647" x="1765300" y="2476500"/>
          <p14:tracePt t="257658" x="1752600" y="2501900"/>
          <p14:tracePt t="257676" x="1739900" y="2552700"/>
          <p14:tracePt t="257692" x="1733550" y="2565400"/>
          <p14:tracePt t="257708" x="1714500" y="2584450"/>
          <p14:tracePt t="257725" x="1708150" y="2628900"/>
          <p14:tracePt t="257741" x="1701800" y="2667000"/>
          <p14:tracePt t="257758" x="1695450" y="2686050"/>
          <p14:tracePt t="257775" x="1689100" y="2743200"/>
          <p14:tracePt t="257791" x="1689100" y="2755900"/>
          <p14:tracePt t="257809" x="1682750" y="2768600"/>
          <p14:tracePt t="257825" x="1682750" y="2774950"/>
          <p14:tracePt t="257842" x="1682750" y="2781300"/>
          <p14:tracePt t="257874" x="1695450" y="2800350"/>
          <p14:tracePt t="257891" x="1708150" y="2806700"/>
          <p14:tracePt t="257908" x="1739900" y="2851150"/>
          <p14:tracePt t="257925" x="1784350" y="2889250"/>
          <p14:tracePt t="257941" x="1885950" y="2990850"/>
          <p14:tracePt t="257957" x="2038350" y="3149600"/>
          <p14:tracePt t="257974" x="2133600" y="3244850"/>
          <p14:tracePt t="257991" x="2343150" y="3429000"/>
          <p14:tracePt t="258007" x="2438400" y="3511550"/>
          <p14:tracePt t="258024" x="2628900" y="3651250"/>
          <p14:tracePt t="258041" x="2711450" y="3714750"/>
          <p14:tracePt t="258057" x="2832100" y="3771900"/>
          <p14:tracePt t="258074" x="2863850" y="3784600"/>
          <p14:tracePt t="258090" x="2914650" y="3803650"/>
          <p14:tracePt t="258107" x="2940050" y="3803650"/>
          <p14:tracePt t="258124" x="2952750" y="3803650"/>
          <p14:tracePt t="258141" x="2959100" y="3790950"/>
          <p14:tracePt t="258156" x="2965450" y="3790950"/>
          <p14:tracePt t="258174" x="2971800" y="3778250"/>
          <p14:tracePt t="258190" x="2978150" y="3771900"/>
          <p14:tracePt t="258206" x="2965450" y="3689350"/>
          <p14:tracePt t="258224" x="2927350" y="3568700"/>
          <p14:tracePt t="258240" x="2901950" y="3498850"/>
          <p14:tracePt t="258256" x="2863850" y="3429000"/>
          <p14:tracePt t="258273" x="2749550" y="3289300"/>
          <p14:tracePt t="258289" x="2692400" y="3232150"/>
          <p14:tracePt t="258307" x="2552700" y="3130550"/>
          <p14:tracePt t="258323" x="2400300" y="3048000"/>
          <p14:tracePt t="258339" x="2324100" y="3028950"/>
          <p14:tracePt t="258357" x="2165350" y="3009900"/>
          <p14:tracePt t="258372" x="2089150" y="3009900"/>
          <p14:tracePt t="258389" x="1955800" y="3054350"/>
          <p14:tracePt t="258406" x="1866900" y="3124200"/>
          <p14:tracePt t="258422" x="1828800" y="3162300"/>
          <p14:tracePt t="258440" x="1803400" y="3206750"/>
          <p14:tracePt t="258456" x="1778000" y="3289300"/>
          <p14:tracePt t="258472" x="1771650" y="3327400"/>
          <p14:tracePt t="258489" x="1771650" y="3409950"/>
          <p14:tracePt t="258506" x="1797050" y="3486150"/>
          <p14:tracePt t="258522" x="1803400" y="3524250"/>
          <p14:tracePt t="258539" x="1866900" y="3613150"/>
          <p14:tracePt t="258555" x="1911350" y="3663950"/>
          <p14:tracePt t="258572" x="2019300" y="3759200"/>
          <p14:tracePt t="258589" x="2159000" y="3860800"/>
          <p14:tracePt t="258605" x="2216150" y="3898900"/>
          <p14:tracePt t="258622" x="2286000" y="3937000"/>
          <p14:tracePt t="258638" x="2400300" y="4000500"/>
          <p14:tracePt t="258655" x="2501900" y="4057650"/>
          <p14:tracePt t="258673" x="2584450" y="4089400"/>
          <p14:tracePt t="258688" x="2628900" y="4102100"/>
          <p14:tracePt t="258705" x="2679700" y="4102100"/>
          <p14:tracePt t="258722" x="2749550" y="4108450"/>
          <p14:tracePt t="258738" x="2774950" y="4108450"/>
          <p14:tracePt t="258754" x="2819400" y="4102100"/>
          <p14:tracePt t="258772" x="2844800" y="4083050"/>
          <p14:tracePt t="258788" x="2857500" y="4076700"/>
          <p14:tracePt t="258805" x="2863850" y="4064000"/>
          <p14:tracePt t="258821" x="2895600" y="3987800"/>
          <p14:tracePt t="258838" x="2927350" y="3816350"/>
          <p14:tracePt t="258854" x="2927350" y="3702050"/>
          <p14:tracePt t="258871" x="2901950" y="3448050"/>
          <p14:tracePt t="258887" x="2857500" y="3346450"/>
          <p14:tracePt t="258905" x="2743200" y="3181350"/>
          <p14:tracePt t="258921" x="2686050" y="3130550"/>
          <p14:tracePt t="258937" x="2552700" y="3092450"/>
          <p14:tracePt t="258955" x="2438400" y="3092450"/>
          <p14:tracePt t="258970" x="2381250" y="3130550"/>
          <p14:tracePt t="258987" x="2330450" y="3168650"/>
          <p14:tracePt t="259004" x="2247900" y="3263900"/>
          <p14:tracePt t="259020" x="2222500" y="3384550"/>
          <p14:tracePt t="259037" x="2222500" y="3448050"/>
          <p14:tracePt t="259053" x="2222500" y="3625850"/>
          <p14:tracePt t="259070" x="2254250" y="3740150"/>
          <p14:tracePt t="259088" x="2330450" y="3930650"/>
          <p14:tracePt t="259103" x="2393950" y="4051300"/>
          <p14:tracePt t="259120" x="2432050" y="4102100"/>
          <p14:tracePt t="259137" x="2501900" y="4159250"/>
          <p14:tracePt t="259153" x="2533650" y="4171950"/>
          <p14:tracePt t="259170" x="2565400" y="4191000"/>
          <p14:tracePt t="259186" x="2628900" y="4197350"/>
          <p14:tracePt t="259203" x="2692400" y="4191000"/>
          <p14:tracePt t="259220" x="2717800" y="4178300"/>
          <p14:tracePt t="259236" x="2755900" y="4165600"/>
          <p14:tracePt t="259253" x="2768600" y="4159250"/>
          <p14:tracePt t="259256" x="2781300" y="4152900"/>
          <p14:tracePt t="259270" x="2787650" y="4146550"/>
          <p14:tracePt t="259286" x="2787650" y="4140200"/>
          <p14:tracePt t="259303" x="2794000" y="4133850"/>
          <p14:tracePt t="259320" x="2794000" y="4108450"/>
          <p14:tracePt t="259336" x="2794000" y="4089400"/>
          <p14:tracePt t="259353" x="2794000" y="4057650"/>
          <p14:tracePt t="259369" x="2749550" y="4013200"/>
          <p14:tracePt t="259386" x="2717800" y="3994150"/>
          <p14:tracePt t="262102" x="2692400" y="4013200"/>
          <p14:tracePt t="262110" x="2654300" y="4070350"/>
          <p14:tracePt t="262123" x="2616200" y="4127500"/>
          <p14:tracePt t="262130" x="2590800" y="4191000"/>
          <p14:tracePt t="262146" x="2559050" y="4235450"/>
          <p14:tracePt t="262159" x="2495550" y="4349750"/>
          <p14:tracePt t="262176" x="2463800" y="4419600"/>
          <p14:tracePt t="262194" x="2413000" y="4610100"/>
          <p14:tracePt t="262210" x="2381250" y="4686300"/>
          <p14:tracePt t="262226" x="2368550" y="4756150"/>
          <p14:tracePt t="262243" x="2330450" y="4889500"/>
          <p14:tracePt t="262259" x="2292350" y="5035550"/>
          <p14:tracePt t="262276" x="2286000" y="5111750"/>
          <p14:tracePt t="262292" x="2241550" y="5283200"/>
          <p14:tracePt t="262309" x="2228850" y="5384800"/>
          <p14:tracePt t="262326" x="2216150" y="5416550"/>
          <p14:tracePt t="262342" x="2209800" y="5448300"/>
          <p14:tracePt t="262359" x="2209800" y="5461000"/>
          <p14:tracePt t="262376" x="2209800" y="5467350"/>
          <p14:tracePt t="262426" x="2209800" y="5454650"/>
          <p14:tracePt t="262439" x="2184400" y="5448300"/>
          <p14:tracePt t="264392" x="2190750" y="5448300"/>
          <p14:tracePt t="264406" x="2197100" y="5448300"/>
          <p14:tracePt t="264413" x="2209800" y="5448300"/>
          <p14:tracePt t="264427" x="2216150" y="5454650"/>
          <p14:tracePt t="264436" x="2228850" y="5454650"/>
          <p14:tracePt t="264451" x="2241550" y="5461000"/>
          <p14:tracePt t="264468" x="2266950" y="5461000"/>
          <p14:tracePt t="264485" x="2336800" y="5486400"/>
          <p14:tracePt t="264501" x="2381250" y="5492750"/>
          <p14:tracePt t="264519" x="2527300" y="5530850"/>
          <p14:tracePt t="264535" x="2667000" y="5549900"/>
          <p14:tracePt t="264551" x="2762250" y="5562600"/>
          <p14:tracePt t="264568" x="2851150" y="5562600"/>
          <p14:tracePt t="264584" x="3054350" y="5575300"/>
          <p14:tracePt t="264601" x="3244850" y="5568950"/>
          <p14:tracePt t="264618" x="3448050" y="5549900"/>
          <p14:tracePt t="264634" x="3536950" y="5524500"/>
          <p14:tracePt t="264650" x="3632200" y="5505450"/>
          <p14:tracePt t="264667" x="3822700" y="5454650"/>
          <p14:tracePt t="264684" x="3917950" y="5422900"/>
          <p14:tracePt t="264701" x="4089400" y="5384800"/>
          <p14:tracePt t="264717" x="4152900" y="5365750"/>
          <p14:tracePt t="264734" x="4222750" y="5334000"/>
          <p14:tracePt t="264751" x="4343400" y="5289550"/>
          <p14:tracePt t="264767" x="4413250" y="5270500"/>
          <p14:tracePt t="264784" x="4483100" y="5238750"/>
          <p14:tracePt t="264801" x="4572000" y="5187950"/>
          <p14:tracePt t="264817" x="4603750" y="5168900"/>
          <p14:tracePt t="264821" x="4616450" y="5149850"/>
          <p14:tracePt t="264837" x="4622800" y="5137150"/>
          <p14:tracePt t="264850" x="4635500" y="5105400"/>
          <p14:tracePt t="264867" x="4654550" y="5035550"/>
          <p14:tracePt t="264885" x="4679950" y="4902200"/>
          <p14:tracePt t="266315" x="4692650" y="4889500"/>
          <p14:tracePt t="266322" x="4711700" y="4870450"/>
          <p14:tracePt t="266336" x="4737100" y="4851400"/>
          <p14:tracePt t="266344" x="4762500" y="4819650"/>
          <p14:tracePt t="266361" x="4787900" y="4787900"/>
          <p14:tracePt t="266379" x="4845050" y="4705350"/>
          <p14:tracePt t="266395" x="4883150" y="4660900"/>
          <p14:tracePt t="266412" x="4908550" y="4629150"/>
          <p14:tracePt t="266428" x="4959350" y="4540250"/>
          <p14:tracePt t="266445" x="4991100" y="4495800"/>
          <p14:tracePt t="266461" x="5054600" y="4356100"/>
          <p14:tracePt t="266478" x="5118100" y="4197350"/>
          <p14:tracePt t="266495" x="5137150" y="4114800"/>
          <p14:tracePt t="266512" x="5194300" y="3968750"/>
          <p14:tracePt t="266528" x="5213350" y="3905250"/>
          <p14:tracePt t="266544" x="5245100" y="3841750"/>
          <p14:tracePt t="266561" x="5251450" y="3829050"/>
          <p14:tracePt t="266577" x="5251450" y="3822700"/>
          <p14:tracePt t="266765" x="5251450" y="3829050"/>
          <p14:tracePt t="266792" x="5245100" y="3829050"/>
          <p14:tracePt t="266814" x="5238750" y="3829050"/>
          <p14:tracePt t="266821" x="5232400" y="3829050"/>
          <p14:tracePt t="266841" x="5219700" y="3829050"/>
          <p14:tracePt t="266856" x="5213350" y="3829050"/>
          <p14:tracePt t="266863" x="5200650" y="3829050"/>
          <p14:tracePt t="266879" x="5187950" y="3829050"/>
          <p14:tracePt t="266893" x="5168900" y="3829050"/>
          <p14:tracePt t="266909" x="5130800" y="3841750"/>
          <p14:tracePt t="266927" x="5067300" y="3860800"/>
          <p14:tracePt t="266943" x="5035550" y="3873500"/>
          <p14:tracePt t="266959" x="5010150" y="3879850"/>
          <p14:tracePt t="266976" x="4946650" y="3911600"/>
          <p14:tracePt t="266993" x="4914900" y="3930650"/>
          <p14:tracePt t="267010" x="4864100" y="3968750"/>
          <p14:tracePt t="267026" x="4819650" y="4006850"/>
          <p14:tracePt t="267042" x="4800600" y="4032250"/>
          <p14:tracePt t="267060" x="4781550" y="4057650"/>
          <p14:tracePt t="267076" x="4768850" y="4076700"/>
          <p14:tracePt t="267092" x="4749800" y="4095750"/>
          <p14:tracePt t="267109" x="4737100" y="4114800"/>
          <p14:tracePt t="267126" x="4737100" y="4121150"/>
          <p14:tracePt t="267142" x="4730750" y="4127500"/>
          <p14:tracePt t="267159" x="4718050" y="4140200"/>
          <p14:tracePt t="267175" x="4711700" y="4159250"/>
          <p14:tracePt t="267193" x="4705350" y="4178300"/>
          <p14:tracePt t="267225" x="4705350" y="4184650"/>
          <p14:tracePt t="267245" x="4705350" y="4191000"/>
          <p14:tracePt t="267270" x="4705350" y="4197350"/>
          <p14:tracePt t="267278" x="4711700" y="4203700"/>
          <p14:tracePt t="267299" x="4724400" y="4210050"/>
          <p14:tracePt t="267312" x="4730750" y="4216400"/>
          <p14:tracePt t="267325" x="4749800" y="4222750"/>
          <p14:tracePt t="267341" x="4800600" y="4241800"/>
          <p14:tracePt t="267358" x="4845050" y="4248150"/>
          <p14:tracePt t="267361" x="4889500" y="4267200"/>
          <p14:tracePt t="267377" x="4953000" y="4267200"/>
          <p14:tracePt t="267391" x="5022850" y="4279900"/>
          <p14:tracePt t="267408" x="5086350" y="4279900"/>
          <p14:tracePt t="267425" x="5200650" y="4273550"/>
          <p14:tracePt t="267441" x="5257800" y="4254500"/>
          <p14:tracePt t="267458" x="5308600" y="4235450"/>
          <p14:tracePt t="267475" x="5384800" y="4203700"/>
          <p14:tracePt t="267491" x="5429250" y="4191000"/>
          <p14:tracePt t="267508" x="5441950" y="4178300"/>
          <p14:tracePt t="267525" x="5454650" y="4171950"/>
          <p14:tracePt t="267541" x="5454650" y="4165600"/>
          <p14:tracePt t="267615" x="5448300" y="4165600"/>
          <p14:tracePt t="267706" x="5441950" y="4165600"/>
          <p14:tracePt t="267755" x="5435600" y="4165600"/>
          <p14:tracePt t="267790" x="5429250" y="4171950"/>
          <p14:tracePt t="267811" x="5422900" y="4171950"/>
          <p14:tracePt t="267832" x="5416550" y="4178300"/>
          <p14:tracePt t="267839" x="5403850" y="4178300"/>
          <p14:tracePt t="267853" x="5397500" y="4184650"/>
          <p14:tracePt t="267861" x="5378450" y="4191000"/>
          <p14:tracePt t="267876" x="5353050" y="4191000"/>
          <p14:tracePt t="267889" x="5321300" y="4203700"/>
          <p14:tracePt t="267906" x="5238750" y="4229100"/>
          <p14:tracePt t="267924" x="5111750" y="4267200"/>
          <p14:tracePt t="267939" x="5060950" y="4286250"/>
          <p14:tracePt t="267956" x="4991100" y="4311650"/>
          <p14:tracePt t="267973" x="4895850" y="4349750"/>
          <p14:tracePt t="267989" x="4851400" y="4368800"/>
          <p14:tracePt t="268006" x="4806950" y="4387850"/>
          <p14:tracePt t="268023" x="4775200" y="4400550"/>
          <p14:tracePt t="268039" x="4768850" y="4406900"/>
          <p14:tracePt t="268056" x="4762500" y="4413250"/>
          <p14:tracePt t="268073" x="4762500" y="4419600"/>
          <p14:tracePt t="268089" x="4762500" y="4425950"/>
          <p14:tracePt t="268108" x="4762500" y="4432300"/>
          <p14:tracePt t="268128" x="4768850" y="4432300"/>
          <p14:tracePt t="268142" x="4781550" y="4432300"/>
          <p14:tracePt t="268156" x="4794250" y="4432300"/>
          <p14:tracePt t="268172" x="4813300" y="4432300"/>
          <p14:tracePt t="268189" x="4838700" y="4432300"/>
          <p14:tracePt t="268206" x="4902200" y="4432300"/>
          <p14:tracePt t="268223" x="4940300" y="4432300"/>
          <p14:tracePt t="268238" x="4997450" y="4432300"/>
          <p14:tracePt t="268255" x="5080000" y="4406900"/>
          <p14:tracePt t="268272" x="5168900" y="4368800"/>
          <p14:tracePt t="268289" x="5213350" y="4343400"/>
          <p14:tracePt t="268305" x="5232400" y="4324350"/>
          <p14:tracePt t="268321" x="5283200" y="4267200"/>
          <p14:tracePt t="268339" x="5302250" y="4216400"/>
          <p14:tracePt t="268355" x="5302250" y="4197350"/>
          <p14:tracePt t="268371" x="5302250" y="4184650"/>
          <p14:tracePt t="268388" x="5302250" y="4152900"/>
          <p14:tracePt t="268404" x="5289550" y="4133850"/>
          <p14:tracePt t="268421" x="5270500" y="4121150"/>
          <p14:tracePt t="268438" x="5245100" y="4102100"/>
          <p14:tracePt t="268455" x="5226050" y="4083050"/>
          <p14:tracePt t="268472" x="5168900" y="4083050"/>
          <p14:tracePt t="268488" x="5137150" y="4083050"/>
          <p14:tracePt t="268505" x="5073650" y="4083050"/>
          <p14:tracePt t="268521" x="4984750" y="4121150"/>
          <p14:tracePt t="268537" x="4965700" y="4133850"/>
          <p14:tracePt t="268554" x="4933950" y="4159250"/>
          <p14:tracePt t="268571" x="4895850" y="4203700"/>
          <p14:tracePt t="268587" x="4883150" y="4229100"/>
          <p14:tracePt t="268604" x="4876800" y="4273550"/>
          <p14:tracePt t="268621" x="4876800" y="4298950"/>
          <p14:tracePt t="268637" x="4883150" y="4311650"/>
          <p14:tracePt t="268653" x="4889500" y="4324350"/>
          <p14:tracePt t="268670" x="4921250" y="4337050"/>
          <p14:tracePt t="268687" x="4953000" y="4356100"/>
          <p14:tracePt t="268704" x="5016500" y="4375150"/>
          <p14:tracePt t="268720" x="5041900" y="4375150"/>
          <p14:tracePt t="268736" x="5073650" y="4375150"/>
          <p14:tracePt t="268753" x="5143500" y="4362450"/>
          <p14:tracePt t="268770" x="5168900" y="4356100"/>
          <p14:tracePt t="268787" x="5200650" y="4337050"/>
          <p14:tracePt t="268803" x="5264150" y="4298950"/>
          <p14:tracePt t="268820" x="5302250" y="4267200"/>
          <p14:tracePt t="268837" x="5346700" y="4191000"/>
          <p14:tracePt t="268853" x="5372100" y="4102100"/>
          <p14:tracePt t="268870" x="5378450" y="4038600"/>
          <p14:tracePt t="268872" x="5384800" y="3987800"/>
          <p14:tracePt t="268889" x="5384800" y="3924300"/>
          <p14:tracePt t="268903" x="5384800" y="3860800"/>
          <p14:tracePt t="268919" x="5365750" y="3740150"/>
          <p14:tracePt t="268936" x="5327650" y="3613150"/>
          <p14:tracePt t="268953" x="5302250" y="3568700"/>
          <p14:tracePt t="268970" x="5276850" y="3524250"/>
          <p14:tracePt t="268986" x="5181600" y="3422650"/>
          <p14:tracePt t="269003" x="5130800" y="3378200"/>
          <p14:tracePt t="269020" x="5029200" y="3302000"/>
          <p14:tracePt t="269036" x="4883150" y="3263900"/>
          <p14:tracePt t="269053" x="4806950" y="3238500"/>
          <p14:tracePt t="269069" x="4673600" y="3213100"/>
          <p14:tracePt t="269085" x="4603750" y="3206750"/>
          <p14:tracePt t="269103" x="4489450" y="3187700"/>
          <p14:tracePt t="269119" x="4394200" y="3187700"/>
          <p14:tracePt t="269135" x="4343400" y="3194050"/>
          <p14:tracePt t="269152" x="4286250" y="3206750"/>
          <p14:tracePt t="269168" x="4210050" y="3244850"/>
          <p14:tracePt t="269186" x="4152900" y="3276600"/>
          <p14:tracePt t="269202" x="4089400" y="3333750"/>
          <p14:tracePt t="269218" x="4051300" y="3390900"/>
          <p14:tracePt t="269235" x="4044950" y="3416300"/>
          <p14:tracePt t="269252" x="4025900" y="3498850"/>
          <p14:tracePt t="269268" x="4032250" y="3556000"/>
          <p14:tracePt t="269285" x="4057650" y="3708400"/>
          <p14:tracePt t="269301" x="4133850" y="3886200"/>
          <p14:tracePt t="269318" x="4184650" y="3975100"/>
          <p14:tracePt t="269335" x="4235450" y="4044950"/>
          <p14:tracePt t="269351" x="4330700" y="4178300"/>
          <p14:tracePt t="269368" x="4457700" y="4273550"/>
          <p14:tracePt t="269386" x="4622800" y="4337050"/>
          <p14:tracePt t="269401" x="4686300" y="4356100"/>
          <p14:tracePt t="269418" x="4737100" y="4362450"/>
          <p14:tracePt t="269435" x="4832350" y="4368800"/>
          <p14:tracePt t="269451" x="4864100" y="4368800"/>
          <p14:tracePt t="269468" x="4921250" y="4368800"/>
          <p14:tracePt t="269485" x="4972050" y="4368800"/>
          <p14:tracePt t="269501" x="4984750" y="4362450"/>
          <p14:tracePt t="269518" x="4997450" y="4356100"/>
          <p14:tracePt t="269534" x="5003800" y="4356100"/>
          <p14:tracePt t="269569" x="5003800" y="4349750"/>
          <p14:tracePt t="269687" x="4997450" y="4349750"/>
          <p14:tracePt t="269694" x="4997450" y="4343400"/>
          <p14:tracePt t="269723" x="4997450" y="4337050"/>
          <p14:tracePt t="269730" x="4997450" y="4330700"/>
          <p14:tracePt t="270058" x="4997450" y="4337050"/>
          <p14:tracePt t="270072" x="4997450" y="4356100"/>
          <p14:tracePt t="270078" x="4984750" y="4375150"/>
          <p14:tracePt t="270093" x="4972050" y="4406900"/>
          <p14:tracePt t="270101" x="4965700" y="4438650"/>
          <p14:tracePt t="270115" x="4953000" y="4502150"/>
          <p14:tracePt t="270132" x="4946650" y="4546600"/>
          <p14:tracePt t="270149" x="4927600" y="4660900"/>
          <p14:tracePt t="270165" x="4921250" y="4743450"/>
          <p14:tracePt t="270182" x="4921250" y="4781550"/>
          <p14:tracePt t="270199" x="4914900" y="4838700"/>
          <p14:tracePt t="270215" x="4914900" y="4870450"/>
          <p14:tracePt t="270232" x="4914900" y="4895850"/>
          <p14:tracePt t="270248" x="4914900" y="4953000"/>
          <p14:tracePt t="270265" x="4908550" y="5010150"/>
          <p14:tracePt t="270281" x="4908550" y="5035550"/>
          <p14:tracePt t="270298" x="4908550" y="5067300"/>
          <p14:tracePt t="270314" x="4902200" y="5086350"/>
          <p14:tracePt t="270332" x="4902200" y="5111750"/>
          <p14:tracePt t="270348" x="4895850" y="5130800"/>
          <p14:tracePt t="270364" x="4889500" y="5137150"/>
          <p14:tracePt t="270382" x="4883150" y="5149850"/>
          <p14:tracePt t="270397" x="4883150" y="5156200"/>
          <p14:tracePt t="270414" x="4883150" y="5162550"/>
          <p14:tracePt t="270444" x="4876800" y="5168900"/>
          <p14:tracePt t="270466" x="4870450" y="5175250"/>
          <p14:tracePt t="270486" x="4864100" y="5175250"/>
          <p14:tracePt t="270507" x="4857750" y="5181600"/>
          <p14:tracePt t="270529" x="4857750" y="5187950"/>
          <p14:tracePt t="270535" x="4851400" y="5187950"/>
          <p14:tracePt t="270550" x="4851400" y="5194300"/>
          <p14:tracePt t="270571" x="4845050" y="5200650"/>
          <p14:tracePt t="270585" x="4845050" y="5207000"/>
          <p14:tracePt t="270597" x="4838700" y="5213350"/>
          <p14:tracePt t="270614" x="4832350" y="5219700"/>
          <p14:tracePt t="270630" x="4826000" y="5226050"/>
          <p14:tracePt t="270647" x="4819650" y="5238750"/>
          <p14:tracePt t="270664" x="4800600" y="5276850"/>
          <p14:tracePt t="270680" x="4800600" y="5308600"/>
          <p14:tracePt t="271155" x="4787900" y="5308600"/>
          <p14:tracePt t="271170" x="4762500" y="5308600"/>
          <p14:tracePt t="271176" x="4730750" y="5308600"/>
          <p14:tracePt t="271191" x="4705350" y="5308600"/>
          <p14:tracePt t="271198" x="4673600" y="5308600"/>
          <p14:tracePt t="271214" x="4648200" y="5308600"/>
          <p14:tracePt t="271228" x="4635500" y="5308600"/>
          <p14:tracePt t="271245" x="4597400" y="5308600"/>
          <p14:tracePt t="271262" x="4572000" y="5302250"/>
          <p14:tracePt t="271278" x="4559300" y="5302250"/>
          <p14:tracePt t="271295" x="4546600" y="5302250"/>
          <p14:tracePt t="271311" x="4502150" y="5289550"/>
          <p14:tracePt t="271328" x="4483100" y="5283200"/>
          <p14:tracePt t="271345" x="4432300" y="5276850"/>
          <p14:tracePt t="271361" x="4381500" y="5270500"/>
          <p14:tracePt t="271378" x="4362450" y="5257800"/>
          <p14:tracePt t="271396" x="4324350" y="5257800"/>
          <p14:tracePt t="271411" x="4311650" y="5257800"/>
          <p14:tracePt t="271427" x="4286250" y="5251450"/>
          <p14:tracePt t="271445" x="4260850" y="5251450"/>
          <p14:tracePt t="271461" x="4254500" y="5251450"/>
          <p14:tracePt t="271477" x="4248150" y="5251450"/>
          <p14:tracePt t="271494" x="4222750" y="5251450"/>
          <p14:tracePt t="271510" x="4210050" y="5251450"/>
          <p14:tracePt t="271527" x="4197350" y="5257800"/>
          <p14:tracePt t="271543" x="4165600" y="5264150"/>
          <p14:tracePt t="271560" x="4146550" y="5264150"/>
          <p14:tracePt t="271578" x="4140200" y="5264150"/>
          <p14:tracePt t="272022" x="4108450" y="5264150"/>
          <p14:tracePt t="272029" x="4076700" y="5264150"/>
          <p14:tracePt t="272044" x="4019550" y="5264150"/>
          <p14:tracePt t="272059" x="3956050" y="5264150"/>
          <p14:tracePt t="272075" x="3816350" y="5264150"/>
          <p14:tracePt t="272094" x="3644900" y="5245100"/>
          <p14:tracePt t="272108" x="3543300" y="5219700"/>
          <p14:tracePt t="272125" x="3441700" y="5219700"/>
          <p14:tracePt t="272142" x="3143250" y="5181600"/>
          <p14:tracePt t="272158" x="3067050" y="5168900"/>
          <p14:tracePt t="272175" x="3003550" y="5162550"/>
          <p14:tracePt t="272191" x="2870200" y="5156200"/>
          <p14:tracePt t="272208" x="2806700" y="5162550"/>
          <p14:tracePt t="272225" x="2673350" y="5181600"/>
          <p14:tracePt t="272242" x="2546350" y="5194300"/>
          <p14:tracePt t="272258" x="2495550" y="5194300"/>
          <p14:tracePt t="272275" x="2432050" y="5200650"/>
          <p14:tracePt t="272291" x="2413000" y="5207000"/>
          <p14:tracePt t="272307" x="2381250" y="5226050"/>
          <p14:tracePt t="272325" x="2362200" y="5238750"/>
          <p14:tracePt t="272341" x="2349500" y="5245100"/>
          <p14:tracePt t="272358" x="2343150" y="5251450"/>
          <p14:tracePt t="272374" x="2336800" y="5257800"/>
          <p14:tracePt t="272391" x="2330450" y="5264150"/>
          <p14:tracePt t="272408" x="2324100" y="5270500"/>
          <p14:tracePt t="272424" x="2311400" y="5283200"/>
          <p14:tracePt t="272440" x="2298700" y="5289550"/>
          <p14:tracePt t="272444" x="2286000" y="5295900"/>
          <p14:tracePt t="272460" x="2279650" y="5295900"/>
          <p14:tracePt t="272474" x="2273300" y="5302250"/>
          <p14:tracePt t="272490" x="2260600" y="5308600"/>
          <p14:tracePt t="272507" x="2260600" y="5314950"/>
          <p14:tracePt t="272540" x="2254250" y="5321300"/>
          <p14:tracePt t="272605" x="2260600" y="5321300"/>
          <p14:tracePt t="272619" x="2273300" y="5321300"/>
          <p14:tracePt t="272626" x="2298700" y="5327650"/>
          <p14:tracePt t="272643" x="2317750" y="5334000"/>
          <p14:tracePt t="272656" x="2355850" y="5334000"/>
          <p14:tracePt t="272673" x="2514600" y="5365750"/>
          <p14:tracePt t="272690" x="2705100" y="5397500"/>
          <p14:tracePt t="272706" x="2832100" y="5397500"/>
          <p14:tracePt t="272723" x="2946400" y="5416550"/>
          <p14:tracePt t="272740" x="3225800" y="5435600"/>
          <p14:tracePt t="272756" x="3524250" y="5461000"/>
          <p14:tracePt t="272774" x="3663950" y="5467350"/>
          <p14:tracePt t="272789" x="3924300" y="5480050"/>
          <p14:tracePt t="272806" x="4051300" y="5492750"/>
          <p14:tracePt t="272823" x="4267200" y="5492750"/>
          <p14:tracePt t="272839" x="4356100" y="5492750"/>
          <p14:tracePt t="272856" x="4495800" y="5499100"/>
          <p14:tracePt t="272873" x="4603750" y="5511800"/>
          <p14:tracePt t="272889" x="4641850" y="5511800"/>
          <p14:tracePt t="272906" x="4679950" y="5511800"/>
          <p14:tracePt t="272922" x="4724400" y="5511800"/>
          <p14:tracePt t="272939" x="4749800" y="5511800"/>
          <p14:tracePt t="272956" x="4762500" y="5511800"/>
          <p14:tracePt t="272959" x="4775200" y="5511800"/>
          <p14:tracePt t="272978" x="4781550" y="5511800"/>
          <p14:tracePt t="272992" x="4794250" y="5511800"/>
          <p14:tracePt t="273006" x="4806950" y="5511800"/>
          <p14:tracePt t="273022" x="4838700" y="5505450"/>
          <p14:tracePt t="273038" x="4857750" y="5505450"/>
          <p14:tracePt t="273055" x="4908550" y="5492750"/>
          <p14:tracePt t="273072" x="4953000" y="5486400"/>
          <p14:tracePt t="273088" x="4991100" y="5480050"/>
          <p14:tracePt t="273105" x="5086350" y="5461000"/>
          <p14:tracePt t="273121" x="5194300" y="5454650"/>
          <p14:tracePt t="273139" x="5289550" y="5435600"/>
          <p14:tracePt t="273155" x="5327650" y="5429250"/>
          <p14:tracePt t="273171" x="5372100" y="5416550"/>
          <p14:tracePt t="273189" x="5403850" y="5410200"/>
          <p14:tracePt t="273205" x="5422900" y="5410200"/>
          <p14:tracePt t="273222" x="5429250" y="5410200"/>
          <p14:tracePt t="273301" x="5422900" y="5410200"/>
          <p14:tracePt t="273329" x="5416550" y="5410200"/>
          <p14:tracePt t="274129" x="5422900" y="5410200"/>
          <p14:tracePt t="274143" x="5435600" y="5403850"/>
          <p14:tracePt t="274164" x="5454650" y="5397500"/>
          <p14:tracePt t="274177" x="5480050" y="5378450"/>
          <p14:tracePt t="274187" x="5505450" y="5365750"/>
          <p14:tracePt t="274201" x="5537200" y="5353050"/>
          <p14:tracePt t="274218" x="5581650" y="5321300"/>
          <p14:tracePt t="274235" x="5664200" y="5264150"/>
          <p14:tracePt t="274251" x="5740400" y="5213350"/>
          <p14:tracePt t="274268" x="5765800" y="5187950"/>
          <p14:tracePt t="274284" x="5803900" y="5149850"/>
          <p14:tracePt t="274300" x="5822950" y="5130800"/>
          <p14:tracePt t="274319" x="5848350" y="5105400"/>
          <p14:tracePt t="274334" x="5867400" y="5086350"/>
          <p14:tracePt t="274350" x="5867400" y="5080000"/>
          <p14:tracePt t="274368" x="5880100" y="5067300"/>
          <p14:tracePt t="274384" x="5880100" y="5060950"/>
          <p14:tracePt t="274417" x="5886450" y="5060950"/>
          <p14:tracePt t="274466" x="5892800" y="5054600"/>
          <p14:tracePt t="274585" x="5899150" y="5054600"/>
          <p14:tracePt t="274677" x="5892800" y="5054600"/>
          <p14:tracePt t="274712" x="5886450" y="5054600"/>
          <p14:tracePt t="274761" x="5880100" y="5054600"/>
          <p14:tracePt t="274775" x="5873750" y="5054600"/>
          <p14:tracePt t="274789" x="5867400" y="5054600"/>
          <p14:tracePt t="274796" x="5861050" y="5054600"/>
          <p14:tracePt t="274810" x="5854700" y="5048250"/>
          <p14:tracePt t="274832" x="5842000" y="5048250"/>
          <p14:tracePt t="274838" x="5829300" y="5041900"/>
          <p14:tracePt t="274852" x="5816600" y="5035550"/>
          <p14:tracePt t="274866" x="5797550" y="5029200"/>
          <p14:tracePt t="274882" x="5753100" y="5003800"/>
          <p14:tracePt t="274899" x="5734050" y="4997450"/>
          <p14:tracePt t="274916" x="5676900" y="4978400"/>
          <p14:tracePt t="274932" x="5645150" y="4959350"/>
          <p14:tracePt t="274949" x="5568950" y="4933950"/>
          <p14:tracePt t="274966" x="5492750" y="4902200"/>
          <p14:tracePt t="274982" x="5467350" y="4895850"/>
          <p14:tracePt t="274998" x="5422900" y="4876800"/>
          <p14:tracePt t="275001" x="5391150" y="4864100"/>
          <p14:tracePt t="275016" x="5346700" y="4845050"/>
          <p14:tracePt t="275032" x="5308600" y="4838700"/>
          <p14:tracePt t="275050" x="5219700" y="4813300"/>
          <p14:tracePt t="275065" x="5149850" y="4794250"/>
          <p14:tracePt t="275081" x="5124450" y="4787900"/>
          <p14:tracePt t="275099" x="5073650" y="4775200"/>
          <p14:tracePt t="275115" x="5054600" y="4775200"/>
          <p14:tracePt t="275132" x="5035550" y="4768850"/>
          <p14:tracePt t="275149" x="5029200" y="4768850"/>
          <p14:tracePt t="275470" x="5022850" y="4768850"/>
          <p14:tracePt t="275485" x="5016500" y="4775200"/>
          <p14:tracePt t="275492" x="5003800" y="4775200"/>
          <p14:tracePt t="275506" x="4991100" y="4781550"/>
          <p14:tracePt t="275516" x="4978400" y="4787900"/>
          <p14:tracePt t="275529" x="4959350" y="4794250"/>
          <p14:tracePt t="275547" x="4927600" y="4800600"/>
          <p14:tracePt t="275563" x="4845050" y="4826000"/>
          <p14:tracePt t="275580" x="4762500" y="4845050"/>
          <p14:tracePt t="275596" x="4711700" y="4851400"/>
          <p14:tracePt t="275612" x="4654550" y="4857750"/>
          <p14:tracePt t="275629" x="4629150" y="4864100"/>
          <p14:tracePt t="275647" x="4610100" y="4864100"/>
          <p14:tracePt t="275663" x="4591050" y="4864100"/>
          <p14:tracePt t="275679" x="4578350" y="4864100"/>
          <p14:tracePt t="275731" x="4584700" y="4857750"/>
          <p14:tracePt t="275738" x="4591050" y="4857750"/>
          <p14:tracePt t="275752" x="4597400" y="4851400"/>
          <p14:tracePt t="275762" x="4603750" y="4845050"/>
          <p14:tracePt t="275780" x="4610100" y="4832350"/>
          <p14:tracePt t="275795" x="4629150" y="4813300"/>
          <p14:tracePt t="275812" x="4641850" y="4806950"/>
          <p14:tracePt t="275830" x="4660900" y="4775200"/>
          <p14:tracePt t="275845" x="4673600" y="4749800"/>
          <p14:tracePt t="275862" x="4699000" y="4711700"/>
          <p14:tracePt t="275879" x="4711700" y="4673600"/>
          <p14:tracePt t="275895" x="4711700" y="4660900"/>
          <p14:tracePt t="275912" x="4718050" y="4660900"/>
          <p14:tracePt t="275929" x="4718050" y="4648200"/>
          <p14:tracePt t="275956" x="4711700" y="4648200"/>
          <p14:tracePt t="275965" x="4705350" y="4648200"/>
          <p14:tracePt t="275984" x="4699000" y="4648200"/>
          <p14:tracePt t="276005" x="4692650" y="4648200"/>
          <p14:tracePt t="276018" x="4686300" y="4648200"/>
          <p14:tracePt t="276033" x="4679950" y="4648200"/>
          <p14:tracePt t="276045" x="4673600" y="4648200"/>
          <p14:tracePt t="276062" x="4648200" y="4648200"/>
          <p14:tracePt t="276077" x="4635500" y="4648200"/>
          <p14:tracePt t="276095" x="4616450" y="4654550"/>
          <p14:tracePt t="276111" x="4584700" y="4660900"/>
          <p14:tracePt t="276128" x="4546600" y="4673600"/>
          <p14:tracePt t="276145" x="4521200" y="4692650"/>
          <p14:tracePt t="276161" x="4508500" y="4705350"/>
          <p14:tracePt t="276178" x="4495800" y="4711700"/>
          <p14:tracePt t="276195" x="4483100" y="4730750"/>
          <p14:tracePt t="276211" x="4476750" y="4737100"/>
          <p14:tracePt t="276244" x="4476750" y="4743450"/>
          <p14:tracePt t="276265" x="4476750" y="4749800"/>
          <p14:tracePt t="276307" x="4470400" y="4749800"/>
          <p14:tracePt t="276363" x="4470400" y="4756150"/>
          <p14:tracePt t="276504" x="4470400" y="4762500"/>
          <p14:tracePt t="276546" x="4483100" y="4768850"/>
          <p14:tracePt t="276552" x="4489450" y="4775200"/>
          <p14:tracePt t="276567" x="4502150" y="4775200"/>
          <p14:tracePt t="276576" x="4514850" y="4781550"/>
          <p14:tracePt t="276592" x="4533900" y="4787900"/>
          <p14:tracePt t="276610" x="4603750" y="4806950"/>
          <p14:tracePt t="276626" x="4660900" y="4813300"/>
          <p14:tracePt t="276643" x="4711700" y="4819650"/>
          <p14:tracePt t="276659" x="4832350" y="4838700"/>
          <p14:tracePt t="276676" x="4921250" y="4851400"/>
          <p14:tracePt t="276693" x="4953000" y="4851400"/>
          <p14:tracePt t="276709" x="4991100" y="4857750"/>
          <p14:tracePt t="276726" x="4997450" y="4857750"/>
          <p14:tracePt t="276743" x="5016500" y="4864100"/>
          <p14:tracePt t="277051" x="5029200" y="4864100"/>
          <p14:tracePt t="277059" x="5048250" y="4851400"/>
          <p14:tracePt t="277073" x="5073650" y="4832350"/>
          <p14:tracePt t="277080" x="5099050" y="4819650"/>
          <p14:tracePt t="277094" x="5137150" y="4781550"/>
          <p14:tracePt t="277108" x="5168900" y="4762500"/>
          <p14:tracePt t="277124" x="5238750" y="4699000"/>
          <p14:tracePt t="277141" x="5264150" y="4667250"/>
          <p14:tracePt t="277158" x="5314950" y="4610100"/>
          <p14:tracePt t="277174" x="5334000" y="4591050"/>
          <p14:tracePt t="277191" x="5359400" y="4559300"/>
          <p14:tracePt t="277207" x="5378450" y="4533900"/>
          <p14:tracePt t="277224" x="5391150" y="4527550"/>
          <p14:tracePt t="277242" x="5410200" y="4508500"/>
          <p14:tracePt t="277257" x="5416550" y="4502150"/>
          <p14:tracePt t="277274" x="5422900" y="4495800"/>
          <p14:tracePt t="277291" x="5441950" y="4495800"/>
          <p14:tracePt t="277307" x="5448300" y="4483100"/>
          <p14:tracePt t="277324" x="5461000" y="4483100"/>
          <p14:tracePt t="277340" x="5467350" y="4470400"/>
          <p14:tracePt t="277357" x="5473700" y="4464050"/>
          <p14:tracePt t="277374" x="5480050" y="4464050"/>
          <p14:tracePt t="277390" x="5486400" y="4464050"/>
          <p14:tracePt t="277431" x="5486400" y="4457700"/>
          <p14:tracePt t="277487" x="5480050" y="4457700"/>
          <p14:tracePt t="277501" x="5473700" y="4457700"/>
          <p14:tracePt t="277530" x="5467350" y="4464050"/>
          <p14:tracePt t="277543" x="5461000" y="4470400"/>
          <p14:tracePt t="277551" x="5448300" y="4476750"/>
          <p14:tracePt t="277565" x="5435600" y="4495800"/>
          <p14:tracePt t="277573" x="5422900" y="4521200"/>
          <p14:tracePt t="277590" x="5397500" y="4552950"/>
          <p14:tracePt t="277608" x="5321300" y="4654550"/>
          <p14:tracePt t="277623" x="5283200" y="4711700"/>
          <p14:tracePt t="277639" x="5213350" y="4857750"/>
          <p14:tracePt t="277656" x="5156200" y="5010150"/>
          <p14:tracePt t="277673" x="5149850" y="5060950"/>
          <p14:tracePt t="277689" x="5149850" y="5124450"/>
          <p14:tracePt t="277706" x="5162550" y="5245100"/>
          <p14:tracePt t="277722" x="5175250" y="5276850"/>
          <p14:tracePt t="277739" x="5238750" y="5353050"/>
          <p14:tracePt t="277756" x="5314950" y="5403850"/>
          <p14:tracePt t="277772" x="5346700" y="5422900"/>
          <p14:tracePt t="277790" x="5403850" y="5435600"/>
          <p14:tracePt t="277806" x="5429250" y="5435600"/>
          <p14:tracePt t="277822" x="5461000" y="5435600"/>
          <p14:tracePt t="277839" x="5505450" y="5435600"/>
          <p14:tracePt t="277855" x="5505450" y="5429250"/>
          <p14:tracePt t="277872" x="5511800" y="5429250"/>
          <p14:tracePt t="277889" x="5524500" y="5422900"/>
          <p14:tracePt t="277972" x="5524500" y="5416550"/>
          <p14:tracePt t="278015" x="5530850" y="5416550"/>
          <p14:tracePt t="278022" x="5530850" y="5410200"/>
          <p14:tracePt t="278043" x="5537200" y="5410200"/>
          <p14:tracePt t="278057" x="5543550" y="5410200"/>
          <p14:tracePt t="278064" x="5543550" y="5403850"/>
          <p14:tracePt t="278077" x="5549900" y="5397500"/>
          <p14:tracePt t="278088" x="5556250" y="5391150"/>
          <p14:tracePt t="278105" x="5568950" y="5378450"/>
          <p14:tracePt t="278121" x="5613400" y="5334000"/>
          <p14:tracePt t="278137" x="5638800" y="5289550"/>
          <p14:tracePt t="278156" x="5727700" y="5187950"/>
          <p14:tracePt t="278171" x="5778500" y="5130800"/>
          <p14:tracePt t="278187" x="5854700" y="5016500"/>
          <p14:tracePt t="278205" x="5892800" y="4946650"/>
          <p14:tracePt t="278221" x="5905500" y="4927600"/>
          <p14:tracePt t="278237" x="5911850" y="4914900"/>
          <p14:tracePt t="278254" x="5918200" y="4895850"/>
          <p14:tracePt t="278270" x="5924550" y="4895850"/>
          <p14:tracePt t="278366" x="5918200" y="4902200"/>
          <p14:tracePt t="278394" x="5918200" y="4908550"/>
          <p14:tracePt t="278415" x="5918200" y="4914900"/>
          <p14:tracePt t="279002" x="5930900" y="4914900"/>
          <p14:tracePt t="279016" x="5937250" y="4914900"/>
          <p14:tracePt t="279023" x="5949950" y="4914900"/>
          <p14:tracePt t="279038" x="5956300" y="4914900"/>
          <p14:tracePt t="279052" x="5975350" y="4914900"/>
          <p14:tracePt t="279068" x="6007100" y="4914900"/>
          <p14:tracePt t="279084" x="6026150" y="4914900"/>
          <p14:tracePt t="279101" x="6083300" y="4914900"/>
          <p14:tracePt t="279117" x="6121400" y="4914900"/>
          <p14:tracePt t="279134" x="6159500" y="4914900"/>
          <p14:tracePt t="279151" x="6242050" y="4914900"/>
          <p14:tracePt t="279167" x="6311900" y="4914900"/>
          <p14:tracePt t="279185" x="6350000" y="4908550"/>
          <p14:tracePt t="279200" x="6362700" y="4902200"/>
          <p14:tracePt t="279217" x="6369050" y="4902200"/>
          <p14:tracePt t="279234" x="6381750" y="4902200"/>
          <p14:tracePt t="280261" x="6388100" y="4902200"/>
          <p14:tracePt t="280268" x="6400800" y="4902200"/>
          <p14:tracePt t="280283" x="6426200" y="4902200"/>
          <p14:tracePt t="280296" x="6445250" y="4902200"/>
          <p14:tracePt t="280313" x="6502400" y="4902200"/>
          <p14:tracePt t="280331" x="6527800" y="4902200"/>
          <p14:tracePt t="280346" x="6597650" y="4883150"/>
          <p14:tracePt t="280363" x="6635750" y="4883150"/>
          <p14:tracePt t="280380" x="6692900" y="4876800"/>
          <p14:tracePt t="280396" x="6756400" y="4864100"/>
          <p14:tracePt t="280413" x="6775450" y="4864100"/>
          <p14:tracePt t="280430" x="6800850" y="4864100"/>
          <p14:tracePt t="280446" x="6813550" y="4857750"/>
          <p14:tracePt t="280463" x="6826250" y="4857750"/>
          <p14:tracePt t="280479" x="6838950" y="4857750"/>
          <p14:tracePt t="280496" x="6851650" y="4851400"/>
          <p14:tracePt t="280529" x="6858000" y="4851400"/>
          <p14:tracePt t="280546" x="6864350" y="4851400"/>
          <p14:tracePt t="280591" x="6870700" y="4845050"/>
          <p14:tracePt t="281394" x="6883400" y="4845050"/>
          <p14:tracePt t="281408" x="6896100" y="4845050"/>
          <p14:tracePt t="281429" x="6902450" y="4845050"/>
          <p14:tracePt t="281436" x="6915150" y="4845050"/>
          <p14:tracePt t="281450" x="6934200" y="4851400"/>
          <p14:tracePt t="281459" x="6959600" y="4857750"/>
          <p14:tracePt t="281476" x="6991350" y="4864100"/>
          <p14:tracePt t="281493" x="7023100" y="4883150"/>
          <p14:tracePt t="281509" x="7048500" y="4889500"/>
          <p14:tracePt t="281525" x="7092950" y="4895850"/>
          <p14:tracePt t="281542" x="7200900" y="4927600"/>
          <p14:tracePt t="281559" x="7239000" y="4933950"/>
          <p14:tracePt t="281576" x="7334250" y="4940300"/>
          <p14:tracePt t="281592" x="7385050" y="4946650"/>
          <p14:tracePt t="281609" x="7404100" y="4946650"/>
          <p14:tracePt t="281626" x="7416800" y="4946650"/>
          <p14:tracePt t="281642" x="7429500" y="4946650"/>
          <p14:tracePt t="281659" x="7435850" y="4946650"/>
          <p14:tracePt t="281696" x="7442200" y="4946650"/>
          <p14:tracePt t="281808" x="7435850" y="4946650"/>
          <p14:tracePt t="282069" x="7442200" y="4946650"/>
          <p14:tracePt t="282082" x="7467600" y="4946650"/>
          <p14:tracePt t="282096" x="7505700" y="4946650"/>
          <p14:tracePt t="282111" x="7543800" y="4946650"/>
          <p14:tracePt t="282125" x="7600950" y="4933950"/>
          <p14:tracePt t="282139" x="7639050" y="4933950"/>
          <p14:tracePt t="282153" x="7677150" y="4933950"/>
          <p14:tracePt t="282167" x="7734300" y="4927600"/>
          <p14:tracePt t="282181" x="7759700" y="4927600"/>
          <p14:tracePt t="282195" x="7791450" y="4921250"/>
          <p14:tracePt t="282210" x="7816850" y="4921250"/>
          <p14:tracePt t="282226" x="7835900" y="4914900"/>
          <p14:tracePt t="282239" x="7848600" y="4914900"/>
          <p14:tracePt t="282258" x="7861300" y="4914900"/>
          <p14:tracePt t="282273" x="7867650" y="4914900"/>
          <p14:tracePt t="282290" x="7874000" y="4914900"/>
          <p14:tracePt t="282309" x="7880350" y="4914900"/>
          <p14:tracePt t="282687" x="7874000" y="4908550"/>
          <p14:tracePt t="282715" x="7867650" y="4908550"/>
          <p14:tracePt t="282757" x="7861300" y="4908550"/>
          <p14:tracePt t="282806" x="7861300" y="4902200"/>
          <p14:tracePt t="282856" x="7861300" y="4895850"/>
          <p14:tracePt t="282884" x="7861300" y="4883150"/>
          <p14:tracePt t="282898" x="7861300" y="4876800"/>
          <p14:tracePt t="282919" x="7861300" y="4870450"/>
          <p14:tracePt t="282940" x="7861300" y="4851400"/>
          <p14:tracePt t="282947" x="7861300" y="4819650"/>
          <p14:tracePt t="282961" x="7861300" y="4794250"/>
          <p14:tracePt t="282970" x="7854950" y="4756150"/>
          <p14:tracePt t="282987" x="7854950" y="4711700"/>
          <p14:tracePt t="283004" x="7842250" y="4629150"/>
          <p14:tracePt t="283021" x="7829550" y="4578350"/>
          <p14:tracePt t="283038" x="7810500" y="4483100"/>
          <p14:tracePt t="283054" x="7797800" y="4438650"/>
          <p14:tracePt t="283070" x="7772400" y="4356100"/>
          <p14:tracePt t="283088" x="7753350" y="4286250"/>
          <p14:tracePt t="283104" x="7740650" y="4273550"/>
          <p14:tracePt t="283121" x="7734300" y="4248150"/>
          <p14:tracePt t="283137" x="7734300" y="4235450"/>
          <p14:tracePt t="283169" x="7747000" y="4235450"/>
          <p14:tracePt t="283186" x="7766050" y="4254500"/>
          <p14:tracePt t="283203" x="7778750" y="4267200"/>
          <p14:tracePt t="283221" x="7816850" y="4318000"/>
          <p14:tracePt t="283236" x="7861300" y="4375150"/>
          <p14:tracePt t="283253" x="7893050" y="4419600"/>
          <p14:tracePt t="283271" x="7937500" y="4489450"/>
          <p14:tracePt t="283286" x="7950200" y="4508500"/>
          <p14:tracePt t="283303" x="7962900" y="4540250"/>
          <p14:tracePt t="283320" x="7981950" y="4597400"/>
          <p14:tracePt t="283336" x="7988300" y="4648200"/>
          <p14:tracePt t="283353" x="7988300" y="4667250"/>
          <p14:tracePt t="283370" x="7981950" y="4699000"/>
          <p14:tracePt t="283386" x="7975600" y="4718050"/>
          <p14:tracePt t="283403" x="7950200" y="4743450"/>
          <p14:tracePt t="283419" x="7924800" y="4762500"/>
          <p14:tracePt t="283436" x="7899400" y="4768850"/>
          <p14:tracePt t="283453" x="7861300" y="4787900"/>
          <p14:tracePt t="283469" x="7835900" y="4794250"/>
          <p14:tracePt t="283486" x="7816850" y="4794250"/>
          <p14:tracePt t="283502" x="7778750" y="4806950"/>
          <p14:tracePt t="283519" x="7759700" y="4806950"/>
          <p14:tracePt t="283535" x="7753350" y="4806950"/>
          <p14:tracePt t="283552" x="7747000" y="4806950"/>
          <p14:tracePt t="283762" x="7747000" y="4794250"/>
          <p14:tracePt t="283783" x="7747000" y="4787900"/>
          <p14:tracePt t="283797" x="7747000" y="4775200"/>
          <p14:tracePt t="283804" x="7747000" y="4768850"/>
          <p14:tracePt t="283821" x="7747000" y="4756150"/>
          <p14:tracePt t="283834" x="7734300" y="4737100"/>
          <p14:tracePt t="283851" x="7708900" y="4673600"/>
          <p14:tracePt t="283868" x="7677150" y="4622800"/>
          <p14:tracePt t="283884" x="7594600" y="4527550"/>
          <p14:tracePt t="283902" x="7537450" y="4470400"/>
          <p14:tracePt t="283918" x="7385050" y="4387850"/>
          <p14:tracePt t="283934" x="7302500" y="4356100"/>
          <p14:tracePt t="283951" x="7124700" y="4305300"/>
          <p14:tracePt t="283968" x="6940550" y="4298950"/>
          <p14:tracePt t="283984" x="6851650" y="4298950"/>
          <p14:tracePt t="284002" x="6673850" y="4318000"/>
          <p14:tracePt t="284017" x="6604000" y="4337050"/>
          <p14:tracePt t="284034" x="6477000" y="4368800"/>
          <p14:tracePt t="284051" x="6350000" y="4413250"/>
          <p14:tracePt t="284067" x="6305550" y="4445000"/>
          <p14:tracePt t="284084" x="6261100" y="4470400"/>
          <p14:tracePt t="284100" x="6172200" y="4533900"/>
          <p14:tracePt t="284117" x="6140450" y="4559300"/>
          <p14:tracePt t="284134" x="6038850" y="4635500"/>
          <p14:tracePt t="284150" x="6019800" y="4654550"/>
          <p14:tracePt t="284770" x="6019800" y="4667250"/>
          <p14:tracePt t="284798" x="6019800" y="4673600"/>
          <p14:tracePt t="284805" x="6026150" y="4679950"/>
          <p14:tracePt t="284819" x="6038850" y="4692650"/>
          <p14:tracePt t="284831" x="6051550" y="4705350"/>
          <p14:tracePt t="284848" x="6064250" y="4718050"/>
          <p14:tracePt t="284864" x="6096000" y="4743450"/>
          <p14:tracePt t="284883" x="6127750" y="4756150"/>
          <p14:tracePt t="284898" x="6254750" y="4838700"/>
          <p14:tracePt t="284914" x="6337300" y="4864100"/>
          <p14:tracePt t="284932" x="6540500" y="4908550"/>
          <p14:tracePt t="284947" x="6667500" y="4927600"/>
          <p14:tracePt t="284964" x="6775450" y="4940300"/>
          <p14:tracePt t="284981" x="6870700" y="4940300"/>
          <p14:tracePt t="284997" x="6965950" y="4933950"/>
          <p14:tracePt t="285014" x="7042150" y="4933950"/>
          <p14:tracePt t="285030" x="7137400" y="4914900"/>
          <p14:tracePt t="285047" x="7175500" y="4908550"/>
          <p14:tracePt t="285065" x="7194550" y="4908550"/>
          <p14:tracePt t="285080" x="7200900" y="4902200"/>
          <p14:tracePt t="285097" x="7213600" y="4902200"/>
          <p14:tracePt t="285135" x="7207250" y="4895850"/>
          <p14:tracePt t="285142" x="7200900" y="4895850"/>
          <p14:tracePt t="285156" x="7194550" y="4895850"/>
          <p14:tracePt t="285166" x="7181850" y="4895850"/>
          <p14:tracePt t="285179" x="7162800" y="4889500"/>
          <p14:tracePt t="285197" x="7137400" y="4889500"/>
          <p14:tracePt t="285213" x="7042150" y="4883150"/>
          <p14:tracePt t="285230" x="6927850" y="4883150"/>
          <p14:tracePt t="285246" x="6851650" y="4870450"/>
          <p14:tracePt t="285263" x="6699250" y="4870450"/>
          <p14:tracePt t="285279" x="6623050" y="4870450"/>
          <p14:tracePt t="285297" x="6470650" y="4870450"/>
          <p14:tracePt t="285313" x="6381750" y="4870450"/>
          <p14:tracePt t="285330" x="6223000" y="4883150"/>
          <p14:tracePt t="285347" x="6096000" y="4883150"/>
          <p14:tracePt t="285363" x="6064250" y="4883150"/>
          <p14:tracePt t="285379" x="6038850" y="4889500"/>
          <p14:tracePt t="285396" x="6013450" y="4889500"/>
          <p14:tracePt t="285412" x="6000750" y="4889500"/>
          <p14:tracePt t="285429" x="5994400" y="4889500"/>
          <p14:tracePt t="285507" x="5994400" y="4895850"/>
          <p14:tracePt t="285528" x="6000750" y="4895850"/>
          <p14:tracePt t="285542" x="6013450" y="4895850"/>
          <p14:tracePt t="285550" x="6032500" y="4895850"/>
          <p14:tracePt t="285565" x="6051550" y="4895850"/>
          <p14:tracePt t="285579" x="6083300" y="4895850"/>
          <p14:tracePt t="285595" x="6121400" y="4895850"/>
          <p14:tracePt t="285612" x="6197600" y="4902200"/>
          <p14:tracePt t="285629" x="6299200" y="4914900"/>
          <p14:tracePt t="285645" x="6413500" y="4914900"/>
          <p14:tracePt t="285662" x="6667500" y="4921250"/>
          <p14:tracePt t="285678" x="6781800" y="4921250"/>
          <p14:tracePt t="285695" x="6870700" y="4921250"/>
          <p14:tracePt t="285712" x="6934200" y="4921250"/>
          <p14:tracePt t="285728" x="6965950" y="4921250"/>
          <p14:tracePt t="285745" x="6985000" y="4921250"/>
          <p14:tracePt t="285762" x="6997700" y="4921250"/>
          <p14:tracePt t="285795" x="6997700" y="4914900"/>
          <p14:tracePt t="285811" x="6991350" y="4914900"/>
          <p14:tracePt t="285828" x="6985000" y="4908550"/>
          <p14:tracePt t="285845" x="6959600" y="4908550"/>
          <p14:tracePt t="285861" x="6896100" y="4902200"/>
          <p14:tracePt t="285877" x="6832600" y="4902200"/>
          <p14:tracePt t="285894" x="6673850" y="4883150"/>
          <p14:tracePt t="285911" x="6572250" y="4870450"/>
          <p14:tracePt t="285927" x="6381750" y="4864100"/>
          <p14:tracePt t="285944" x="6178550" y="4851400"/>
          <p14:tracePt t="285961" x="6108700" y="4845050"/>
          <p14:tracePt t="285978" x="6007100" y="4826000"/>
          <p14:tracePt t="285994" x="5956300" y="4826000"/>
          <p14:tracePt t="286010" x="5911850" y="4826000"/>
          <p14:tracePt t="286027" x="5873750" y="4813300"/>
          <p14:tracePt t="286043" x="5861050" y="4806950"/>
          <p14:tracePt t="286060" x="5854700" y="4781550"/>
          <p14:tracePt t="286077" x="5861050" y="4775200"/>
          <p14:tracePt t="286388" x="5848350" y="4756150"/>
          <p14:tracePt t="286395" x="5791200" y="4705350"/>
          <p14:tracePt t="286411" x="5721350" y="4654550"/>
          <p14:tracePt t="286425" x="5670550" y="4610100"/>
          <p14:tracePt t="286442" x="5530850" y="4521200"/>
          <p14:tracePt t="286460" x="5372100" y="4406900"/>
          <p14:tracePt t="286475" x="5289550" y="4356100"/>
          <p14:tracePt t="286492" x="5207000" y="4318000"/>
          <p14:tracePt t="286509" x="5060950" y="4254500"/>
          <p14:tracePt t="286525" x="4914900" y="4216400"/>
          <p14:tracePt t="286542" x="4838700" y="4216400"/>
          <p14:tracePt t="286558" x="4667250" y="4229100"/>
          <p14:tracePt t="286575" x="4591050" y="4241800"/>
          <p14:tracePt t="286593" x="4470400" y="4267200"/>
          <p14:tracePt t="286608" x="4425950" y="4286250"/>
          <p14:tracePt t="286625" x="4324350" y="4343400"/>
          <p14:tracePt t="286642" x="4248150" y="4413250"/>
          <p14:tracePt t="286658" x="4222750" y="4432300"/>
          <p14:tracePt t="286675" x="4197350" y="4483100"/>
          <p14:tracePt t="286692" x="4184650" y="4514850"/>
          <p14:tracePt t="286708" x="4178300" y="4527550"/>
          <p14:tracePt t="286725" x="4178300" y="4533900"/>
          <p14:tracePt t="286757" x="4184650" y="4533900"/>
          <p14:tracePt t="286775" x="4197350" y="4533900"/>
          <p14:tracePt t="286791" x="4203700" y="4533900"/>
          <p14:tracePt t="286808" x="4216400" y="4533900"/>
          <p14:tracePt t="286825" x="4248150" y="4527550"/>
          <p14:tracePt t="286841" x="4279900" y="4527550"/>
          <p14:tracePt t="286857" x="4305300" y="4527550"/>
          <p14:tracePt t="286874" x="4375150" y="4527550"/>
          <p14:tracePt t="286890" x="4476750" y="4527550"/>
          <p14:tracePt t="286907" x="4527550" y="4527550"/>
          <p14:tracePt t="286923" x="4641850" y="4533900"/>
          <p14:tracePt t="286940" x="4699000" y="4540250"/>
          <p14:tracePt t="286958" x="4826000" y="4559300"/>
          <p14:tracePt t="286974" x="4946650" y="4578350"/>
          <p14:tracePt t="286990" x="5016500" y="4597400"/>
          <p14:tracePt t="287007" x="5149850" y="4635500"/>
          <p14:tracePt t="287024" x="5213350" y="4654550"/>
          <p14:tracePt t="287040" x="5346700" y="4705350"/>
          <p14:tracePt t="287057" x="5473700" y="4762500"/>
          <p14:tracePt t="287074" x="5530850" y="4800600"/>
          <p14:tracePt t="287090" x="5556250" y="4832350"/>
          <p14:tracePt t="287106" x="5594350" y="4870450"/>
          <p14:tracePt t="287123" x="5600700" y="4883150"/>
          <p14:tracePt t="287140" x="5607050" y="4902200"/>
          <p14:tracePt t="287156" x="5607050" y="4908550"/>
          <p14:tracePt t="287190" x="5607050" y="4914900"/>
          <p14:tracePt t="287330" x="5600700" y="4908550"/>
          <p14:tracePt t="287421" x="5594350" y="4902200"/>
          <p14:tracePt t="287456" x="5594350" y="4895850"/>
          <p14:tracePt t="287492" x="5594350" y="4889500"/>
          <p14:tracePt t="287498" x="5594350" y="4883150"/>
          <p14:tracePt t="287520" x="5594350" y="4870450"/>
          <p14:tracePt t="289257" x="5588000" y="4883150"/>
          <p14:tracePt t="289264" x="5575300" y="4889500"/>
          <p14:tracePt t="289278" x="5562600" y="4902200"/>
          <p14:tracePt t="289291" x="5556250" y="4914900"/>
          <p14:tracePt t="289302" x="5549900" y="4921250"/>
          <p14:tracePt t="289315" x="5543550" y="4933950"/>
          <p14:tracePt t="289332" x="5537200" y="4946650"/>
          <p14:tracePt t="289349" x="5518150" y="4965700"/>
          <p14:tracePt t="289366" x="5511800" y="4991100"/>
          <p14:tracePt t="289382" x="5505450" y="4991100"/>
          <p14:tracePt t="289398" x="5499100" y="5003800"/>
          <p14:tracePt t="289415" x="5492750" y="5010150"/>
          <p14:tracePt t="289432" x="5492750" y="5016500"/>
          <p14:tracePt t="289448" x="5486400" y="5016500"/>
          <p14:tracePt t="289496" x="5486400" y="5022850"/>
          <p14:tracePt t="289537" x="5486400" y="5029200"/>
          <p14:tracePt t="289566" x="5486400" y="5035550"/>
          <p14:tracePt t="289601" x="5492750" y="5035550"/>
          <p14:tracePt t="289608" x="5499100" y="5035550"/>
          <p14:tracePt t="289622" x="5505450" y="5035550"/>
          <p14:tracePt t="289631" x="5511800" y="5035550"/>
          <p14:tracePt t="289647" x="5518150" y="5035550"/>
          <p14:tracePt t="289665" x="5537200" y="5022850"/>
          <p14:tracePt t="289681" x="5549900" y="5022850"/>
          <p14:tracePt t="289698" x="5581650" y="5010150"/>
          <p14:tracePt t="289714" x="5645150" y="4984750"/>
          <p14:tracePt t="289731" x="5683250" y="4984750"/>
          <p14:tracePt t="289748" x="5727700" y="4965700"/>
          <p14:tracePt t="289764" x="5810250" y="4953000"/>
          <p14:tracePt t="289781" x="5854700" y="4933950"/>
          <p14:tracePt t="289798" x="5892800" y="4933950"/>
          <p14:tracePt t="289814" x="5943600" y="4914900"/>
          <p14:tracePt t="289830" x="5988050" y="4914900"/>
          <p14:tracePt t="289847" x="6038850" y="4908550"/>
          <p14:tracePt t="289864" x="6089650" y="4908550"/>
          <p14:tracePt t="289880" x="6140450" y="4908550"/>
          <p14:tracePt t="289897" x="6191250" y="4908550"/>
          <p14:tracePt t="289931" x="6248400" y="4895850"/>
          <p14:tracePt t="289946" x="6362700" y="4895850"/>
          <p14:tracePt t="289963" x="6426200" y="4889500"/>
          <p14:tracePt t="289980" x="6483350" y="4883150"/>
          <p14:tracePt t="289996" x="6508750" y="4883150"/>
          <p14:tracePt t="290013" x="6540500" y="4870450"/>
          <p14:tracePt t="290030" x="6565900" y="4864100"/>
          <p14:tracePt t="290063" x="6572250" y="4864100"/>
          <p14:tracePt t="290100" x="6565900" y="4857750"/>
          <p14:tracePt t="290114" x="6553200" y="4857750"/>
          <p14:tracePt t="290128" x="6534150" y="4851400"/>
          <p14:tracePt t="290142" x="6496050" y="4851400"/>
          <p14:tracePt t="290149" x="6451600" y="4845050"/>
          <p14:tracePt t="290165" x="6362700" y="4838700"/>
          <p14:tracePt t="290179" x="6286500" y="4826000"/>
          <p14:tracePt t="290196" x="6108700" y="4813300"/>
          <p14:tracePt t="290213" x="5943600" y="4813300"/>
          <p14:tracePt t="290229" x="5873750" y="4813300"/>
          <p14:tracePt t="290246" x="5822950" y="4813300"/>
          <p14:tracePt t="290262" x="5734050" y="4819650"/>
          <p14:tracePt t="290279" x="5683250" y="4826000"/>
          <p14:tracePt t="290296" x="5664200" y="4832350"/>
          <p14:tracePt t="290312" x="5645150" y="4832350"/>
          <p14:tracePt t="290328" x="5638800" y="4832350"/>
          <p14:tracePt t="290362" x="5632450" y="4838700"/>
          <p14:tracePt t="290378" x="5626100" y="4838700"/>
          <p14:tracePt t="290662" x="5626100" y="4832350"/>
          <p14:tracePt t="290676" x="5613400" y="4826000"/>
          <p14:tracePt t="290683" x="5607050" y="4819650"/>
          <p14:tracePt t="290697" x="5600700" y="4813300"/>
          <p14:tracePt t="290711" x="5581650" y="4794250"/>
          <p14:tracePt t="290727" x="5505450" y="4737100"/>
          <p14:tracePt t="290744" x="5448300" y="4686300"/>
          <p14:tracePt t="290761" x="5283200" y="4572000"/>
          <p14:tracePt t="290777" x="5175250" y="4508500"/>
          <p14:tracePt t="290795" x="5067300" y="4457700"/>
          <p14:tracePt t="290810" x="4832350" y="4356100"/>
          <p14:tracePt t="290827" x="4610100" y="4286250"/>
          <p14:tracePt t="290844" x="4406900" y="4241800"/>
          <p14:tracePt t="290860" x="4318000" y="4241800"/>
          <p14:tracePt t="290877" x="4241800" y="4241800"/>
          <p14:tracePt t="290894" x="4083050" y="4267200"/>
          <p14:tracePt t="290910" x="3937000" y="4324350"/>
          <p14:tracePt t="290927" x="3810000" y="4406900"/>
          <p14:tracePt t="290943" x="3702050" y="4476750"/>
          <p14:tracePt t="290960" x="3670300" y="4527550"/>
          <p14:tracePt t="290977" x="3600450" y="4629150"/>
          <p14:tracePt t="290993" x="3549650" y="4705350"/>
          <p14:tracePt t="291010" x="3536950" y="4724400"/>
          <p14:tracePt t="291027" x="3524250" y="4756150"/>
          <p14:tracePt t="291043" x="3517900" y="4775200"/>
          <p14:tracePt t="291059" x="3517900" y="4781550"/>
          <p14:tracePt t="291077" x="3524250" y="4781550"/>
          <p14:tracePt t="292022" x="3524250" y="4775200"/>
          <p14:tracePt t="292029" x="3530600" y="4775200"/>
          <p14:tracePt t="292043" x="3543300" y="4768850"/>
          <p14:tracePt t="292056" x="3549650" y="4768850"/>
          <p14:tracePt t="292073" x="3562350" y="4762500"/>
          <p14:tracePt t="292089" x="3568700" y="4756150"/>
          <p14:tracePt t="292107" x="3575050" y="4756150"/>
          <p14:tracePt t="292122" x="3587750" y="4749800"/>
          <p14:tracePt t="292139" x="3619500" y="4749800"/>
          <p14:tracePt t="292157" x="3651250" y="4749800"/>
          <p14:tracePt t="292172" x="3670300" y="4749800"/>
          <p14:tracePt t="292189" x="3683000" y="4749800"/>
          <p14:tracePt t="292206" x="3721100" y="4749800"/>
          <p14:tracePt t="292222" x="3746500" y="4749800"/>
          <p14:tracePt t="292239" x="3803650" y="4749800"/>
          <p14:tracePt t="292255" x="3860800" y="4762500"/>
          <p14:tracePt t="292272" x="3898900" y="4775200"/>
          <p14:tracePt t="292290" x="3981450" y="4787900"/>
          <p14:tracePt t="292305" x="4038600" y="4806950"/>
          <p14:tracePt t="292322" x="4146550" y="4845050"/>
          <p14:tracePt t="292339" x="4229100" y="4864100"/>
          <p14:tracePt t="292355" x="4375150" y="4895850"/>
          <p14:tracePt t="292372" x="4438650" y="4914900"/>
          <p14:tracePt t="292388" x="4572000" y="4959350"/>
          <p14:tracePt t="292405" x="4629150" y="4991100"/>
          <p14:tracePt t="292421" x="4730750" y="5022850"/>
          <p14:tracePt t="292438" x="4768850" y="5048250"/>
          <p14:tracePt t="292455" x="4781550" y="5048250"/>
          <p14:tracePt t="292472" x="4794250" y="5048250"/>
          <p14:tracePt t="292535" x="4794250" y="5054600"/>
          <p14:tracePt t="292563" x="4787900" y="5054600"/>
          <p14:tracePt t="292585" x="4781550" y="5054600"/>
          <p14:tracePt t="292619" x="4775200" y="5054600"/>
          <p14:tracePt t="292676" x="4775200" y="5048250"/>
          <p14:tracePt t="292717" x="4768850" y="5048250"/>
          <p14:tracePt t="292760" x="4762500" y="5041900"/>
          <p14:tracePt t="292788" x="4756150" y="5035550"/>
          <p14:tracePt t="292837" x="4756150" y="5029200"/>
          <p14:tracePt t="292879" x="4756150" y="5022850"/>
          <p14:tracePt t="292907" x="4756150" y="5016500"/>
          <p14:tracePt t="292921" x="4756150" y="5010150"/>
          <p14:tracePt t="292928" x="4756150" y="5003800"/>
          <p14:tracePt t="292942" x="4756150" y="4997450"/>
          <p14:tracePt t="292952" x="4749800" y="4984750"/>
          <p14:tracePt t="292971" x="4743450" y="4965700"/>
          <p14:tracePt t="292986" x="4737100" y="4946650"/>
          <p14:tracePt t="293003" x="4730750" y="4933950"/>
          <p14:tracePt t="293020" x="4711700" y="4908550"/>
          <p14:tracePt t="293036" x="4705350" y="4895850"/>
          <p14:tracePt t="293053" x="4686300" y="4883150"/>
          <p14:tracePt t="293069" x="4673600" y="4883150"/>
          <p14:tracePt t="293102" x="4667250" y="4876800"/>
          <p14:tracePt t="293125" x="4667250" y="4870450"/>
          <p14:tracePt t="293230" x="4667250" y="4876800"/>
          <p14:tracePt t="293265" x="4673600" y="4876800"/>
          <p14:tracePt t="293273" x="4679950" y="4876800"/>
          <p14:tracePt t="293288" x="4699000" y="4876800"/>
          <p14:tracePt t="293302" x="4718050" y="4876800"/>
          <p14:tracePt t="293318" x="4756150" y="4883150"/>
          <p14:tracePt t="293336" x="4889500" y="4895850"/>
          <p14:tracePt t="293352" x="5003800" y="4902200"/>
          <p14:tracePt t="293368" x="5232400" y="4927600"/>
          <p14:tracePt t="293385" x="5486400" y="4946650"/>
          <p14:tracePt t="293401" x="5613400" y="4959350"/>
          <p14:tracePt t="293418" x="5740400" y="4959350"/>
          <p14:tracePt t="293435" x="5981700" y="4978400"/>
          <p14:tracePt t="293451" x="6083300" y="4978400"/>
          <p14:tracePt t="293468" x="6273800" y="4997450"/>
          <p14:tracePt t="293485" x="6394450" y="5016500"/>
          <p14:tracePt t="293501" x="6432550" y="5022850"/>
          <p14:tracePt t="293519" x="6477000" y="5029200"/>
          <p14:tracePt t="293551" x="6483350" y="5029200"/>
          <p14:tracePt t="293624" x="6483350" y="5022850"/>
          <p14:tracePt t="293631" x="6477000" y="5022850"/>
          <p14:tracePt t="293645" x="6464300" y="5016500"/>
          <p14:tracePt t="293659" x="6432550" y="5010150"/>
          <p14:tracePt t="293668" x="6407150" y="5003800"/>
          <p14:tracePt t="293683" x="6350000" y="4991100"/>
          <p14:tracePt t="293701" x="6197600" y="4984750"/>
          <p14:tracePt t="293717" x="6096000" y="4972050"/>
          <p14:tracePt t="293734" x="5880100" y="4959350"/>
          <p14:tracePt t="293751" x="5765800" y="4959350"/>
          <p14:tracePt t="293767" x="5575300" y="4978400"/>
          <p14:tracePt t="293783" x="5473700" y="4978400"/>
          <p14:tracePt t="293800" x="5334000" y="4978400"/>
          <p14:tracePt t="293816" x="5289550" y="4978400"/>
          <p14:tracePt t="293834" x="5232400" y="4984750"/>
          <p14:tracePt t="293850" x="5213350" y="4984750"/>
          <p14:tracePt t="293866" x="5200650" y="4984750"/>
          <p14:tracePt t="293884" x="5200650" y="4991100"/>
          <p14:tracePt t="293900" x="5207000" y="4991100"/>
          <p14:tracePt t="293916" x="5213350" y="4991100"/>
          <p14:tracePt t="293934" x="5251450" y="4991100"/>
          <p14:tracePt t="293950" x="5270500" y="4991100"/>
          <p14:tracePt t="293966" x="5302250" y="4997450"/>
          <p14:tracePt t="293982" x="5429250" y="5003800"/>
          <p14:tracePt t="293999" x="5619750" y="5016500"/>
          <p14:tracePt t="294016" x="5708650" y="5016500"/>
          <p14:tracePt t="294032" x="5905500" y="5035550"/>
          <p14:tracePt t="294049" x="5981700" y="5048250"/>
          <p14:tracePt t="294066" x="6083300" y="5048250"/>
          <p14:tracePt t="294082" x="6134100" y="5048250"/>
          <p14:tracePt t="294099" x="6146800" y="5048250"/>
          <p14:tracePt t="294116" x="6153150" y="5048250"/>
          <p14:tracePt t="294149" x="6153150" y="5041900"/>
          <p14:tracePt t="294172" x="6153150" y="5035550"/>
          <p14:tracePt t="294214" x="6153150" y="5029200"/>
          <p14:tracePt t="294221" x="6140450" y="5022850"/>
          <p14:tracePt t="294235" x="6108700" y="5016500"/>
          <p14:tracePt t="294249" x="6070600" y="5016500"/>
          <p14:tracePt t="294265" x="5924550" y="4997450"/>
          <p14:tracePt t="294282" x="5848350" y="4984750"/>
          <p14:tracePt t="294299" x="5759450" y="4984750"/>
          <p14:tracePt t="294315" x="5581650" y="4991100"/>
          <p14:tracePt t="294332" x="5505450" y="4997450"/>
          <p14:tracePt t="294348" x="5372100" y="5010150"/>
          <p14:tracePt t="294365" x="5302250" y="5016500"/>
          <p14:tracePt t="294382" x="5289550" y="5022850"/>
          <p14:tracePt t="294398" x="5270500" y="5029200"/>
          <p14:tracePt t="294415" x="5264150" y="5029200"/>
          <p14:tracePt t="294432" x="5264150" y="5041900"/>
          <p14:tracePt t="294464" x="5276850" y="5041900"/>
          <p14:tracePt t="294481" x="5289550" y="5048250"/>
          <p14:tracePt t="294498" x="5340350" y="5048250"/>
          <p14:tracePt t="294516" x="5397500" y="5054600"/>
          <p14:tracePt t="294531" x="5568950" y="5067300"/>
          <p14:tracePt t="294547" x="5670550" y="5086350"/>
          <p14:tracePt t="294564" x="5772150" y="5099050"/>
          <p14:tracePt t="294581" x="5949950" y="5105400"/>
          <p14:tracePt t="294597" x="6064250" y="5105400"/>
          <p14:tracePt t="294615" x="6115050" y="5105400"/>
          <p14:tracePt t="294630" x="6127750" y="5105400"/>
          <p14:tracePt t="294647" x="6134100" y="5105400"/>
          <p14:tracePt t="294664" x="6140450" y="5099050"/>
          <p14:tracePt t="294680" x="6140450" y="5092700"/>
          <p14:tracePt t="294741" x="6134100" y="5092700"/>
          <p14:tracePt t="295149" x="6096000" y="5092700"/>
          <p14:tracePt t="295156" x="6038850" y="5092700"/>
          <p14:tracePt t="295171" x="5975350" y="5092700"/>
          <p14:tracePt t="295180" x="5911850" y="5092700"/>
          <p14:tracePt t="295195" x="5848350" y="5092700"/>
          <p14:tracePt t="295213" x="5708650" y="5092700"/>
          <p14:tracePt t="295228" x="5645150" y="5092700"/>
          <p14:tracePt t="295245" x="5524500" y="5105400"/>
          <p14:tracePt t="295263" x="5429250" y="5118100"/>
          <p14:tracePt t="295278" x="5397500" y="5137150"/>
          <p14:tracePt t="295295" x="5365750" y="5149850"/>
          <p14:tracePt t="295312" x="5340350" y="5156200"/>
          <p14:tracePt t="295328" x="5327650" y="5156200"/>
          <p14:tracePt t="295345" x="5327650" y="5149850"/>
          <p14:tracePt t="319410" x="5334000" y="5149850"/>
          <p14:tracePt t="319417" x="5359400" y="5149850"/>
          <p14:tracePt t="319427" x="5372100" y="5143500"/>
          <p14:tracePt t="319446" x="5448300" y="5124450"/>
          <p14:tracePt t="319462" x="5505450" y="5111750"/>
          <p14:tracePt t="319478" x="5600700" y="5086350"/>
          <p14:tracePt t="319495" x="5727700" y="5060950"/>
          <p14:tracePt t="319511" x="5784850" y="5048250"/>
          <p14:tracePt t="319528" x="5842000" y="5041900"/>
          <p14:tracePt t="319544" x="5918200" y="5041900"/>
          <p14:tracePt t="319561" x="5949950" y="5041900"/>
          <p14:tracePt t="319578" x="5975350" y="5041900"/>
          <p14:tracePt t="319594" x="6007100" y="5035550"/>
          <p14:tracePt t="319611" x="6019800" y="5035550"/>
          <p14:tracePt t="319629" x="6045200" y="5029200"/>
          <p14:tracePt t="319644" x="6057900" y="5029200"/>
          <p14:tracePt t="319660" x="6070600" y="5022850"/>
          <p14:tracePt t="319678" x="6076950" y="5022850"/>
          <p14:tracePt t="319694" x="6083300" y="5022850"/>
          <p14:tracePt t="319710" x="6089650" y="5022850"/>
          <p14:tracePt t="319761" x="6089650" y="5016500"/>
          <p14:tracePt t="319881" x="6083300" y="5016500"/>
          <p14:tracePt t="319909" x="6076950" y="5016500"/>
          <p14:tracePt t="319951" x="6076950" y="5010150"/>
          <p14:tracePt t="319958" x="6070600" y="5010150"/>
          <p14:tracePt t="319972" x="6064250" y="5010150"/>
          <p14:tracePt t="319979" x="6057900" y="5010150"/>
          <p14:tracePt t="319993" x="6038850" y="5010150"/>
          <p14:tracePt t="320009" x="6007100" y="5010150"/>
          <p14:tracePt t="320026" x="5969000" y="5010150"/>
          <p14:tracePt t="320043" x="5880100" y="5010150"/>
          <p14:tracePt t="320059" x="5816600" y="5010150"/>
          <p14:tracePt t="320062" x="5765800" y="5010150"/>
          <p14:tracePt t="320076" x="5721350" y="5010150"/>
          <p14:tracePt t="320092" x="5613400" y="5029200"/>
          <p14:tracePt t="320109" x="5530850" y="5035550"/>
          <p14:tracePt t="320126" x="5435600" y="5041900"/>
          <p14:tracePt t="320142" x="5384800" y="5041900"/>
          <p14:tracePt t="320159" x="5346700" y="5048250"/>
          <p14:tracePt t="320176" x="5314950" y="5048250"/>
          <p14:tracePt t="320192" x="5308600" y="5048250"/>
          <p14:tracePt t="320209" x="5308600" y="5054600"/>
          <p14:tracePt t="321565" x="5308600" y="5060950"/>
          <p14:tracePt t="321572" x="5302250" y="5060950"/>
          <p14:tracePt t="321579" x="5295900" y="5067300"/>
          <p14:tracePt t="321593" x="5289550" y="5073650"/>
          <p14:tracePt t="321607" x="5283200" y="5080000"/>
          <p14:tracePt t="321656" x="5276850" y="5086350"/>
          <p14:tracePt t="321672" x="5276850" y="5092700"/>
          <p14:tracePt t="321678" x="5270500" y="5099050"/>
          <p14:tracePt t="321692" x="5270500" y="5105400"/>
          <p14:tracePt t="321703" x="5264150" y="5111750"/>
          <p14:tracePt t="321723" x="5257800" y="5118100"/>
          <p14:tracePt t="321737" x="5251450" y="5124450"/>
          <p14:tracePt t="321770" x="5245100" y="5124450"/>
          <p14:tracePt t="321797" x="5245100" y="5130800"/>
          <p14:tracePt t="321811" x="5245100" y="5137150"/>
          <p14:tracePt t="321818" x="5238750" y="5137150"/>
          <p14:tracePt t="321839" x="5238750" y="5143500"/>
          <p14:tracePt t="321860" x="5232400" y="5149850"/>
          <p14:tracePt t="321868" x="5232400" y="5156200"/>
          <p14:tracePt t="321889" x="5226050" y="5162550"/>
          <p14:tracePt t="323620" x="5226050" y="5168900"/>
          <p14:tracePt t="323627" x="5226050" y="5175250"/>
          <p14:tracePt t="323634" x="5226050" y="5194300"/>
          <p14:tracePt t="323646" x="5226050" y="5213350"/>
          <p14:tracePt t="323663" x="5219700" y="5270500"/>
          <p14:tracePt t="323680" x="5219700" y="5295900"/>
          <p14:tracePt t="323698" x="5226050" y="5340350"/>
          <p14:tracePt t="323714" x="5226050" y="5372100"/>
          <p14:tracePt t="323730" x="5238750" y="5403850"/>
          <p14:tracePt t="323747" x="5257800" y="5448300"/>
          <p14:tracePt t="323763" x="5270500" y="5473700"/>
          <p14:tracePt t="323780" x="5289550" y="5492750"/>
          <p14:tracePt t="323797" x="5334000" y="5511800"/>
          <p14:tracePt t="323813" x="5372100" y="5524500"/>
          <p14:tracePt t="323830" x="5403850" y="5530850"/>
          <p14:tracePt t="323846" x="5454650" y="5530850"/>
          <p14:tracePt t="323863" x="5486400" y="5530850"/>
          <p14:tracePt t="323880" x="5518150" y="5524500"/>
          <p14:tracePt t="323896" x="5537200" y="5511800"/>
          <p14:tracePt t="323913" x="5556250" y="5499100"/>
          <p14:tracePt t="323930" x="5568950" y="5461000"/>
          <p14:tracePt t="323946" x="5575300" y="5429250"/>
          <p14:tracePt t="323963" x="5581650" y="5384800"/>
          <p14:tracePt t="323980" x="5568950" y="5308600"/>
          <p14:tracePt t="323996" x="5549900" y="5264150"/>
          <p14:tracePt t="324014" x="5511800" y="5207000"/>
          <p14:tracePt t="324029" x="5473700" y="5187950"/>
          <p14:tracePt t="324045" x="5435600" y="5175250"/>
          <p14:tracePt t="324063" x="5378450" y="5168900"/>
          <p14:tracePt t="324079" x="5340350" y="5200650"/>
          <p14:tracePt t="324095" x="5283200" y="5238750"/>
          <p14:tracePt t="324098" x="5264150" y="5257800"/>
          <p14:tracePt t="324112" x="5219700" y="5321300"/>
          <p14:tracePt t="324128" x="5175250" y="5422900"/>
          <p14:tracePt t="324145" x="5143500" y="5505450"/>
          <p14:tracePt t="324162" x="5137150" y="5600700"/>
          <p14:tracePt t="324178" x="5143500" y="5651500"/>
          <p14:tracePt t="324197" x="5175250" y="5734050"/>
          <p14:tracePt t="324212" x="5187950" y="5765800"/>
          <p14:tracePt t="324228" x="5232400" y="5810250"/>
          <p14:tracePt t="324246" x="5289550" y="5848350"/>
          <p14:tracePt t="324261" x="5327650" y="5867400"/>
          <p14:tracePt t="324278" x="5365750" y="5873750"/>
          <p14:tracePt t="324295" x="5416550" y="5880100"/>
          <p14:tracePt t="324311" x="5454650" y="5880100"/>
          <p14:tracePt t="324328" x="5499100" y="5867400"/>
          <p14:tracePt t="324345" x="5556250" y="5842000"/>
          <p14:tracePt t="324361" x="5581650" y="5822950"/>
          <p14:tracePt t="324378" x="5613400" y="5778500"/>
          <p14:tracePt t="324395" x="5626100" y="5740400"/>
          <p14:tracePt t="324411" x="5651500" y="5676900"/>
          <p14:tracePt t="324428" x="5676900" y="5588000"/>
          <p14:tracePt t="324444" x="5676900" y="5530850"/>
          <p14:tracePt t="324461" x="5670550" y="5461000"/>
          <p14:tracePt t="324477" x="5645150" y="5359400"/>
          <p14:tracePt t="324494" x="5600700" y="5283200"/>
          <p14:tracePt t="324511" x="5556250" y="5238750"/>
          <p14:tracePt t="324527" x="5448300" y="5200650"/>
          <p14:tracePt t="324544" x="5391150" y="5194300"/>
          <p14:tracePt t="324561" x="5276850" y="5219700"/>
          <p14:tracePt t="324577" x="5226050" y="5257800"/>
          <p14:tracePt t="324594" x="5168900" y="5314950"/>
          <p14:tracePt t="324597" x="5143500" y="5340350"/>
          <p14:tracePt t="324611" x="5111750" y="5397500"/>
          <p14:tracePt t="324627" x="5080000" y="5467350"/>
          <p14:tracePt t="324643" x="5048250" y="5524500"/>
          <p14:tracePt t="324660" x="5041900" y="5581650"/>
          <p14:tracePt t="324676" x="5041900" y="5619750"/>
          <p14:tracePt t="324695" x="5067300" y="5657850"/>
          <p14:tracePt t="324709" x="5080000" y="5689600"/>
          <p14:tracePt t="324726" x="5099050" y="5721350"/>
          <p14:tracePt t="324744" x="5162550" y="5759450"/>
          <p14:tracePt t="324760" x="5207000" y="5784850"/>
          <p14:tracePt t="324776" x="5257800" y="5797550"/>
          <p14:tracePt t="324793" x="5353050" y="5803900"/>
          <p14:tracePt t="324810" x="5422900" y="5791200"/>
          <p14:tracePt t="324826" x="5505450" y="5778500"/>
          <p14:tracePt t="324843" x="5594350" y="5746750"/>
          <p14:tracePt t="324859" x="5632450" y="5727700"/>
          <p14:tracePt t="324876" x="5657850" y="5702300"/>
          <p14:tracePt t="324892" x="5670550" y="5676900"/>
          <p14:tracePt t="324909" x="5676900" y="5651500"/>
          <p14:tracePt t="324927" x="5689600" y="5619750"/>
          <p14:tracePt t="324942" x="5683250" y="5594350"/>
          <p14:tracePt t="324959" x="5683250" y="5575300"/>
          <p14:tracePt t="324976" x="5657850" y="5524500"/>
          <p14:tracePt t="324992" x="5638800" y="5480050"/>
          <p14:tracePt t="325009" x="5607050" y="5448300"/>
          <p14:tracePt t="325026" x="5568950" y="5410200"/>
          <p14:tracePt t="325042" x="5537200" y="5397500"/>
          <p14:tracePt t="326433" x="5537200" y="5384800"/>
          <p14:tracePt t="326440" x="5530850" y="5384800"/>
          <p14:tracePt t="326455" x="5530850" y="5353050"/>
          <p14:tracePt t="326470" x="5530850" y="5327650"/>
          <p14:tracePt t="326487" x="5530850" y="5302250"/>
          <p14:tracePt t="326504" x="5524500" y="5257800"/>
          <p14:tracePt t="326520" x="5524500" y="5232400"/>
          <p14:tracePt t="326537" x="5524500" y="5213350"/>
          <p14:tracePt t="326553" x="5524500" y="5194300"/>
          <p14:tracePt t="326570" x="5524500" y="5187950"/>
          <p14:tracePt t="326587" x="5524500" y="5181600"/>
          <p14:tracePt t="326619" x="5524500" y="5175250"/>
          <p14:tracePt t="326875" x="5518150" y="5175250"/>
          <p14:tracePt t="327184" x="5524500" y="5175250"/>
          <p14:tracePt t="327248" x="5537200" y="5175250"/>
          <p14:tracePt t="327255" x="5543550" y="5175250"/>
          <p14:tracePt t="327270" x="5543550" y="5168900"/>
          <p14:tracePt t="327284" x="5556250" y="5156200"/>
          <p14:tracePt t="327301" x="5568950" y="5137150"/>
          <p14:tracePt t="327318" x="5594350" y="5124450"/>
          <p14:tracePt t="327334" x="5613400" y="5105400"/>
          <p14:tracePt t="327351" x="5632450" y="5099050"/>
          <p14:tracePt t="327368" x="5645150" y="5080000"/>
          <p14:tracePt t="327384" x="5657850" y="5073650"/>
          <p14:tracePt t="327401" x="5670550" y="5060950"/>
          <p14:tracePt t="327417" x="5695950" y="5022850"/>
          <p14:tracePt t="327434" x="5708650" y="5010150"/>
          <p14:tracePt t="327451" x="5721350" y="4991100"/>
          <p14:tracePt t="327467" x="5734050" y="4972050"/>
          <p14:tracePt t="327484" x="5740400" y="4972050"/>
          <p14:tracePt t="327521" x="5746750" y="4972050"/>
          <p14:tracePt t="328572" x="5753100" y="4972050"/>
          <p14:tracePt t="328601" x="5759450" y="4972050"/>
          <p14:tracePt t="328615" x="5772150" y="4965700"/>
          <p14:tracePt t="328622" x="5778500" y="4965700"/>
          <p14:tracePt t="328630" x="5784850" y="4965700"/>
          <p14:tracePt t="328646" x="5803900" y="4965700"/>
          <p14:tracePt t="328663" x="5822950" y="4965700"/>
          <p14:tracePt t="328666" x="5829300" y="4965700"/>
          <p14:tracePt t="328679" x="5854700" y="4965700"/>
          <p14:tracePt t="328696" x="5880100" y="4965700"/>
          <p14:tracePt t="328713" x="5918200" y="4972050"/>
          <p14:tracePt t="328729" x="5930900" y="4978400"/>
          <p14:tracePt t="328746" x="5949950" y="4978400"/>
          <p14:tracePt t="328763" x="5969000" y="4978400"/>
          <p14:tracePt t="328779" x="5981700" y="4978400"/>
          <p14:tracePt t="328973" x="5975350" y="4978400"/>
          <p14:tracePt t="329022" x="5969000" y="4978400"/>
          <p14:tracePt t="329050" x="5962650" y="4978400"/>
          <p14:tracePt t="329064" x="5956300" y="4978400"/>
          <p14:tracePt t="329071" x="5943600" y="4978400"/>
          <p14:tracePt t="329085" x="5937250" y="4978400"/>
          <p14:tracePt t="329095" x="5924550" y="4978400"/>
          <p14:tracePt t="329111" x="5905500" y="4978400"/>
          <p14:tracePt t="329128" x="5854700" y="4978400"/>
          <p14:tracePt t="329144" x="5822950" y="4978400"/>
          <p14:tracePt t="329161" x="5778500" y="4978400"/>
          <p14:tracePt t="329178" x="5727700" y="4978400"/>
          <p14:tracePt t="329194" x="5702300" y="4984750"/>
          <p14:tracePt t="329211" x="5676900" y="4991100"/>
          <p14:tracePt t="329227" x="5670550" y="4991100"/>
          <p14:tracePt t="329275" x="5664200" y="4991100"/>
          <p14:tracePt t="329289" x="5657850" y="4984750"/>
          <p14:tracePt t="329303" x="5651500" y="4984750"/>
          <p14:tracePt t="329311" x="5651500" y="4978400"/>
          <p14:tracePt t="329966" x="5651500" y="4984750"/>
          <p14:tracePt t="329973" x="5645150" y="4997450"/>
          <p14:tracePt t="329980" x="5638800" y="5010150"/>
          <p14:tracePt t="329991" x="5632450" y="5022850"/>
          <p14:tracePt t="330009" x="5619750" y="5048250"/>
          <p14:tracePt t="330025" x="5613400" y="5067300"/>
          <p14:tracePt t="330041" x="5600700" y="5086350"/>
          <p14:tracePt t="330058" x="5588000" y="5111750"/>
          <p14:tracePt t="330074" x="5581650" y="5118100"/>
          <p14:tracePt t="330106" x="5575300" y="5124450"/>
          <p14:tracePt t="330113" x="5575300" y="5130800"/>
          <p14:tracePt t="330177" x="5575300" y="5137150"/>
          <p14:tracePt t="330289" x="5568950" y="5137150"/>
          <p14:tracePt t="330387" x="5575300" y="5137150"/>
          <p14:tracePt t="330394" x="5581650" y="5137150"/>
          <p14:tracePt t="330410" x="5588000" y="5137150"/>
          <p14:tracePt t="330423" x="5607050" y="5137150"/>
          <p14:tracePt t="330440" x="5613400" y="5137150"/>
          <p14:tracePt t="330457" x="5664200" y="5124450"/>
          <p14:tracePt t="330473" x="5702300" y="5118100"/>
          <p14:tracePt t="330490" x="5759450" y="5111750"/>
          <p14:tracePt t="330508" x="5861050" y="5092700"/>
          <p14:tracePt t="330523" x="5918200" y="5086350"/>
          <p14:tracePt t="330540" x="5975350" y="5086350"/>
          <p14:tracePt t="330556" x="6057900" y="5086350"/>
          <p14:tracePt t="330573" x="6096000" y="5086350"/>
          <p14:tracePt t="330590" x="6127750" y="5092700"/>
          <p14:tracePt t="330606" x="6165850" y="5092700"/>
          <p14:tracePt t="330623" x="6184900" y="5092700"/>
          <p14:tracePt t="330641" x="6197600" y="5092700"/>
          <p14:tracePt t="330656" x="6216650" y="5092700"/>
          <p14:tracePt t="330672" x="6223000" y="5092700"/>
          <p14:tracePt t="330689" x="6235700" y="5092700"/>
          <p14:tracePt t="330717" x="6242050" y="5092700"/>
          <p14:tracePt t="330745" x="6242050" y="5086350"/>
          <p14:tracePt t="330871" x="6235700" y="5086350"/>
          <p14:tracePt t="330878" x="6229350" y="5086350"/>
          <p14:tracePt t="330888" x="6216650" y="5086350"/>
          <p14:tracePt t="330905" x="6197600" y="5086350"/>
          <p14:tracePt t="330922" x="6140450" y="5092700"/>
          <p14:tracePt t="330938" x="6083300" y="5099050"/>
          <p14:tracePt t="330956" x="5943600" y="5124450"/>
          <p14:tracePt t="330971" x="5861050" y="5143500"/>
          <p14:tracePt t="330988" x="5791200" y="5162550"/>
          <p14:tracePt t="331005" x="5708650" y="5187950"/>
          <p14:tracePt t="331021" x="5676900" y="5194300"/>
          <p14:tracePt t="331038" x="5651500" y="5200650"/>
          <p14:tracePt t="331055" x="5638800" y="5207000"/>
          <p14:tracePt t="331071" x="5632450" y="5207000"/>
          <p14:tracePt t="331110" x="5638800" y="5207000"/>
          <p14:tracePt t="331124" x="5645150" y="5207000"/>
          <p14:tracePt t="331556" x="5638800" y="5207000"/>
          <p14:tracePt t="331563" x="5626100" y="5207000"/>
          <p14:tracePt t="331572" x="5619750" y="5207000"/>
          <p14:tracePt t="331586" x="5600700" y="5207000"/>
          <p14:tracePt t="331603" x="5575300" y="5207000"/>
          <p14:tracePt t="331620" x="5524500" y="5207000"/>
          <p14:tracePt t="331636" x="5454650" y="5207000"/>
          <p14:tracePt t="331652" x="5403850" y="5187950"/>
          <p14:tracePt t="331670" x="5308600" y="5156200"/>
          <p14:tracePt t="331686" x="5251450" y="5137150"/>
          <p14:tracePt t="331702" x="5175250" y="5111750"/>
          <p14:tracePt t="331719" x="5086350" y="5080000"/>
          <p14:tracePt t="331735" x="5029200" y="5060950"/>
          <p14:tracePt t="331752" x="4978400" y="5041900"/>
          <p14:tracePt t="331769" x="4895850" y="5029200"/>
          <p14:tracePt t="331785" x="4857750" y="5016500"/>
          <p14:tracePt t="331803" x="4813300" y="5010150"/>
          <p14:tracePt t="331818" x="4762500" y="5010150"/>
          <p14:tracePt t="331835" x="4724400" y="5003800"/>
          <p14:tracePt t="331852" x="4673600" y="5003800"/>
          <p14:tracePt t="331868" x="4648200" y="5003800"/>
          <p14:tracePt t="331885" x="4578350" y="5003800"/>
          <p14:tracePt t="331902" x="4508500" y="5010150"/>
          <p14:tracePt t="331918" x="4457700" y="5016500"/>
          <p14:tracePt t="331935" x="4349750" y="5016500"/>
          <p14:tracePt t="331951" x="4248150" y="5029200"/>
          <p14:tracePt t="331968" x="4191000" y="5035550"/>
          <p14:tracePt t="331985" x="4064000" y="5035550"/>
          <p14:tracePt t="332001" x="3937000" y="5035550"/>
          <p14:tracePt t="332018" x="3873500" y="5035550"/>
          <p14:tracePt t="332035" x="3740150" y="5035550"/>
          <p14:tracePt t="332051" x="3676650" y="5035550"/>
          <p14:tracePt t="332068" x="3587750" y="5022850"/>
          <p14:tracePt t="332084" x="3486150" y="5022850"/>
          <p14:tracePt t="332101" x="3429000" y="5016500"/>
          <p14:tracePt t="332118" x="3333750" y="5016500"/>
          <p14:tracePt t="332134" x="3244850" y="5029200"/>
          <p14:tracePt t="332151" x="3213100" y="5035550"/>
          <p14:tracePt t="332168" x="3155950" y="5041900"/>
          <p14:tracePt t="332184" x="3124200" y="5048250"/>
          <p14:tracePt t="332200" x="3111500" y="5054600"/>
          <p14:tracePt t="332217" x="3092450" y="5054600"/>
          <p14:tracePt t="332234" x="3073400" y="5060950"/>
          <p14:tracePt t="332267" x="3060700" y="5060950"/>
          <p14:tracePt t="332283" x="3054350" y="5060950"/>
          <p14:tracePt t="332302" x="3048000" y="5067300"/>
          <p14:tracePt t="332336" x="3041650" y="5067300"/>
          <p14:tracePt t="332991" x="3041650" y="5060950"/>
          <p14:tracePt t="333006" x="3041650" y="5041900"/>
          <p14:tracePt t="333013" x="3035300" y="5029200"/>
          <p14:tracePt t="333027" x="3028950" y="5016500"/>
          <p14:tracePt t="333034" x="3016250" y="5003800"/>
          <p14:tracePt t="333050" x="3009900" y="4984750"/>
          <p14:tracePt t="333064" x="3003550" y="4984750"/>
          <p14:tracePt t="333081" x="2997200" y="4972050"/>
          <p14:tracePt t="333098" x="2990850" y="4959350"/>
          <p14:tracePt t="333131" x="2984500" y="4953000"/>
          <p14:tracePt t="333216" x="2984500" y="4946650"/>
          <p14:tracePt t="333223" x="2997200" y="4946650"/>
          <p14:tracePt t="333237" x="3003550" y="4940300"/>
          <p14:tracePt t="333247" x="3009900" y="4940300"/>
          <p14:tracePt t="333264" x="3022600" y="4933950"/>
          <p14:tracePt t="333280" x="3041650" y="4921250"/>
          <p14:tracePt t="333297" x="3086100" y="4902200"/>
          <p14:tracePt t="333313" x="3111500" y="4883150"/>
          <p14:tracePt t="333330" x="3162300" y="4870450"/>
          <p14:tracePt t="333347" x="3187700" y="4864100"/>
          <p14:tracePt t="333364" x="3263900" y="4857750"/>
          <p14:tracePt t="333380" x="3289300" y="4857750"/>
          <p14:tracePt t="333397" x="3308350" y="4857750"/>
          <p14:tracePt t="333414" x="3333750" y="4864100"/>
          <p14:tracePt t="333430" x="3346450" y="4864100"/>
          <p14:tracePt t="333617" x="3340100" y="4864100"/>
          <p14:tracePt t="333645" x="3333750" y="4864100"/>
          <p14:tracePt t="333666" x="3327400" y="4864100"/>
          <p14:tracePt t="333708" x="3321050" y="4864100"/>
          <p14:tracePt t="333714" x="3314700" y="4864100"/>
          <p14:tracePt t="333731" x="3314700" y="4870450"/>
          <p14:tracePt t="333745" x="3314700" y="4876800"/>
          <p14:tracePt t="333762" x="3314700" y="4883150"/>
          <p14:tracePt t="333779" x="3314700" y="4908550"/>
          <p14:tracePt t="333795" x="3308350" y="4927600"/>
          <p14:tracePt t="333812" x="3308350" y="4965700"/>
          <p14:tracePt t="333828" x="3295650" y="4997450"/>
          <p14:tracePt t="333845" x="3289300" y="5010150"/>
          <p14:tracePt t="333862" x="3276600" y="5022850"/>
          <p14:tracePt t="333878" x="3225800" y="5029200"/>
          <p14:tracePt t="333895" x="3175000" y="5029200"/>
          <p14:tracePt t="333912" x="3041650" y="4997450"/>
          <p14:tracePt t="333928" x="2857500" y="4946650"/>
          <p14:tracePt t="333945" x="2755900" y="4914900"/>
          <p14:tracePt t="333962" x="2533650" y="4864100"/>
          <p14:tracePt t="333978" x="2432050" y="4845050"/>
          <p14:tracePt t="333994" x="2228850" y="4819650"/>
          <p14:tracePt t="334011" x="2025650" y="4819650"/>
          <p14:tracePt t="334027" x="1943100" y="4838700"/>
          <p14:tracePt t="334047" x="1708150" y="4914900"/>
          <p14:tracePt t="334060" x="1638300" y="4946650"/>
          <p14:tracePt t="334077" x="1593850" y="4978400"/>
          <p14:tracePt t="334095" x="1511300" y="5041900"/>
          <p14:tracePt t="334111" x="1460500" y="5086350"/>
          <p14:tracePt t="334127" x="1441450" y="5105400"/>
          <p14:tracePt t="334144" x="1435100" y="5118100"/>
          <p14:tracePt t="334161" x="1428750" y="5124450"/>
          <p14:tracePt t="334221" x="1428750" y="5130800"/>
          <p14:tracePt t="334368" x="1435100" y="5137150"/>
          <p14:tracePt t="334382" x="1441450" y="5137150"/>
          <p14:tracePt t="334389" x="1447800" y="5137150"/>
          <p14:tracePt t="334404" x="1454150" y="5143500"/>
          <p14:tracePt t="334412" x="1460500" y="5143500"/>
          <p14:tracePt t="334426" x="1460500" y="5149850"/>
          <p14:tracePt t="334443" x="1485900" y="5156200"/>
          <p14:tracePt t="334460" x="1511300" y="5168900"/>
          <p14:tracePt t="334476" x="1536700" y="5175250"/>
          <p14:tracePt t="334492" x="1562100" y="5187950"/>
          <p14:tracePt t="334510" x="1574800" y="5194300"/>
          <p14:tracePt t="334526" x="1581150" y="5194300"/>
          <p14:tracePt t="334542" x="1587500" y="5194300"/>
          <p14:tracePt t="334559" x="1600200" y="5181600"/>
          <p14:tracePt t="334575" x="1600200" y="5168900"/>
          <p14:tracePt t="334593" x="1606550" y="5130800"/>
          <p14:tracePt t="334609" x="1606550" y="5105400"/>
          <p14:tracePt t="334625" x="1606550" y="5060950"/>
          <p14:tracePt t="334643" x="1612900" y="5029200"/>
          <p14:tracePt t="334659" x="1612900" y="4972050"/>
          <p14:tracePt t="334675" x="1625600" y="4927600"/>
          <p14:tracePt t="334692" x="1651000" y="4895850"/>
          <p14:tracePt t="334708" x="1663700" y="4883150"/>
          <p14:tracePt t="334725" x="1689100" y="4876800"/>
          <p14:tracePt t="334742" x="1727200" y="4876800"/>
          <p14:tracePt t="334758" x="1739900" y="4876800"/>
          <p14:tracePt t="334776" x="1790700" y="4876800"/>
          <p14:tracePt t="334792" x="1822450" y="4883150"/>
          <p14:tracePt t="334808" x="1841500" y="4883150"/>
          <p14:tracePt t="334826" x="1892300" y="4876800"/>
          <p14:tracePt t="334842" x="1943100" y="4864100"/>
          <p14:tracePt t="334858" x="1974850" y="4851400"/>
          <p14:tracePt t="334875" x="2025650" y="4813300"/>
          <p14:tracePt t="334891" x="2044700" y="4800600"/>
          <p14:tracePt t="334908" x="2089150" y="4775200"/>
          <p14:tracePt t="334924" x="2114550" y="4756150"/>
          <p14:tracePt t="334941" x="2120900" y="4749800"/>
          <p14:tracePt t="334959" x="2133600" y="4737100"/>
          <p14:tracePt t="335022" x="2127250" y="4737100"/>
          <p14:tracePt t="335043" x="2120900" y="4737100"/>
          <p14:tracePt t="335049" x="2120900" y="4743450"/>
          <p14:tracePt t="335071" x="2114550" y="4749800"/>
          <p14:tracePt t="335084" x="2108200" y="4749800"/>
          <p14:tracePt t="335093" x="2108200" y="4756150"/>
          <p14:tracePt t="335108" x="2101850" y="4762500"/>
          <p14:tracePt t="335124" x="2095500" y="4781550"/>
          <p14:tracePt t="335141" x="2089150" y="4813300"/>
          <p14:tracePt t="335157" x="2089150" y="4832350"/>
          <p14:tracePt t="335174" x="2082800" y="4864100"/>
          <p14:tracePt t="335191" x="2082800" y="4889500"/>
          <p14:tracePt t="335207" x="2101850" y="4927600"/>
          <p14:tracePt t="335224" x="2120900" y="4953000"/>
          <p14:tracePt t="335240" x="2152650" y="4984750"/>
          <p14:tracePt t="335256" x="2197100" y="5010150"/>
          <p14:tracePt t="335274" x="2216150" y="5022850"/>
          <p14:tracePt t="335290" x="2260600" y="5029200"/>
          <p14:tracePt t="335306" x="2292350" y="5029200"/>
          <p14:tracePt t="335324" x="2311400" y="5029200"/>
          <p14:tracePt t="335339" x="2311400" y="5022850"/>
          <p14:tracePt t="335356" x="2317750" y="5016500"/>
          <p14:tracePt t="335422" x="2317750" y="5010150"/>
          <p14:tracePt t="335471" x="2317750" y="5003800"/>
          <p14:tracePt t="335492" x="2317750" y="4997450"/>
          <p14:tracePt t="335507" x="2317750" y="4991100"/>
          <p14:tracePt t="335528" x="2324100" y="4984750"/>
          <p14:tracePt t="335535" x="2324100" y="4978400"/>
          <p14:tracePt t="335563" x="2324100" y="4972050"/>
          <p14:tracePt t="335605" x="2324100" y="4965700"/>
          <p14:tracePt t="335612" x="2330450" y="4959350"/>
          <p14:tracePt t="335633" x="2336800" y="4953000"/>
          <p14:tracePt t="335647" x="2343150" y="4946650"/>
          <p14:tracePt t="335655" x="2355850" y="4940300"/>
          <p14:tracePt t="335672" x="2368550" y="4940300"/>
          <p14:tracePt t="335689" x="2413000" y="4914900"/>
          <p14:tracePt t="335705" x="2476500" y="4883150"/>
          <p14:tracePt t="335721" x="2501900" y="4870450"/>
          <p14:tracePt t="335739" x="2584450" y="4845050"/>
          <p14:tracePt t="335755" x="2679700" y="4832350"/>
          <p14:tracePt t="335771" x="2724150" y="4832350"/>
          <p14:tracePt t="335788" x="2787650" y="4832350"/>
          <p14:tracePt t="335805" x="2819400" y="4832350"/>
          <p14:tracePt t="335822" x="2851150" y="4832350"/>
          <p14:tracePt t="335838" x="2863850" y="4832350"/>
          <p14:tracePt t="335855" x="2870200" y="4832350"/>
          <p14:tracePt t="335956" x="2876550" y="4832350"/>
          <p14:tracePt t="335963" x="2882900" y="4832350"/>
          <p14:tracePt t="335977" x="2889250" y="4832350"/>
          <p14:tracePt t="335987" x="2895600" y="4832350"/>
          <p14:tracePt t="336004" x="2901950" y="4838700"/>
          <p14:tracePt t="336021" x="2914650" y="4838700"/>
          <p14:tracePt t="336037" x="2946400" y="4845050"/>
          <p14:tracePt t="336055" x="2990850" y="4857750"/>
          <p14:tracePt t="336071" x="3009900" y="4864100"/>
          <p14:tracePt t="336087" x="3035300" y="4876800"/>
          <p14:tracePt t="336104" x="3060700" y="4889500"/>
          <p14:tracePt t="336120" x="3073400" y="4895850"/>
          <p14:tracePt t="336137" x="3079750" y="4908550"/>
          <p14:tracePt t="336170" x="3079750" y="4914900"/>
          <p14:tracePt t="336187" x="3079750" y="4921250"/>
          <p14:tracePt t="336203" x="3073400" y="4921250"/>
          <p14:tracePt t="336220" x="3067050" y="4927600"/>
          <p14:tracePt t="336300" x="3067050" y="4933950"/>
          <p14:tracePt t="336314" x="3073400" y="4933950"/>
          <p14:tracePt t="336328" x="3079750" y="4933950"/>
          <p14:tracePt t="336337" x="3086100" y="4933950"/>
          <p14:tracePt t="336353" x="3098800" y="4933950"/>
          <p14:tracePt t="336370" x="3143250" y="4933950"/>
          <p14:tracePt t="336386" x="3206750" y="4933950"/>
          <p14:tracePt t="336403" x="3251200" y="4927600"/>
          <p14:tracePt t="336420" x="3314700" y="4921250"/>
          <p14:tracePt t="336436" x="3340100" y="4921250"/>
          <p14:tracePt t="336453" x="3378200" y="4921250"/>
          <p14:tracePt t="336470" x="3397250" y="4921250"/>
          <p14:tracePt t="336486" x="3403600" y="4921250"/>
          <p14:tracePt t="336519" x="3403600" y="4927600"/>
          <p14:tracePt t="336553" x="3397250" y="4933950"/>
          <p14:tracePt t="336560" x="3390900" y="4940300"/>
          <p14:tracePt t="336574" x="3384550" y="4940300"/>
          <p14:tracePt t="336585" x="3378200" y="4946650"/>
          <p14:tracePt t="336603" x="3365500" y="4953000"/>
          <p14:tracePt t="336619" x="3346450" y="4972050"/>
          <p14:tracePt t="336635" x="3321050" y="4978400"/>
          <p14:tracePt t="336652" x="3289300" y="5003800"/>
          <p14:tracePt t="336668" x="3244850" y="5029200"/>
          <p14:tracePt t="336685" x="3225800" y="5048250"/>
          <p14:tracePt t="336702" x="3200400" y="5067300"/>
          <p14:tracePt t="336718" x="3194050" y="5080000"/>
          <p14:tracePt t="336735" x="3194050" y="5092700"/>
          <p14:tracePt t="336751" x="3194050" y="5099050"/>
          <p14:tracePt t="336768" x="3200400" y="5099050"/>
          <p14:tracePt t="336785" x="3225800" y="5099050"/>
          <p14:tracePt t="336801" x="3276600" y="5099050"/>
          <p14:tracePt t="336818" x="3314700" y="5099050"/>
          <p14:tracePt t="336835" x="3429000" y="5086350"/>
          <p14:tracePt t="336851" x="3562350" y="5080000"/>
          <p14:tracePt t="336868" x="3625850" y="5060950"/>
          <p14:tracePt t="336884" x="3708400" y="5048250"/>
          <p14:tracePt t="336901" x="3778250" y="5035550"/>
          <p14:tracePt t="336918" x="3797300" y="5035550"/>
          <p14:tracePt t="336934" x="3816350" y="5035550"/>
          <p14:tracePt t="336951" x="3835400" y="5029200"/>
          <p14:tracePt t="336968" x="3848100" y="5029200"/>
          <p14:tracePt t="337000" x="3854450" y="5029200"/>
          <p14:tracePt t="337017" x="3892550" y="5048250"/>
          <p14:tracePt t="337034" x="3905250" y="5054600"/>
          <p14:tracePt t="337051" x="3930650" y="5060950"/>
          <p14:tracePt t="337067" x="3968750" y="5086350"/>
          <p14:tracePt t="337084" x="4019550" y="5099050"/>
          <p14:tracePt t="337101" x="4051300" y="5118100"/>
          <p14:tracePt t="337117" x="4102100" y="5130800"/>
          <p14:tracePt t="337133" x="4152900" y="5143500"/>
          <p14:tracePt t="337151" x="4197350" y="5162550"/>
          <p14:tracePt t="337167" x="4203700" y="5162550"/>
          <p14:tracePt t="337184" x="4222750" y="5168900"/>
          <p14:tracePt t="337200" x="4235450" y="5175250"/>
          <p14:tracePt t="337233" x="4241800" y="5175250"/>
          <p14:tracePt t="337284" x="4241800" y="5168900"/>
          <p14:tracePt t="337333" x="4241800" y="5162550"/>
          <p14:tracePt t="337403" x="4235450" y="5162550"/>
          <p14:tracePt t="337459" x="4235450" y="5156200"/>
          <p14:tracePt t="337551" x="4229100" y="5149850"/>
          <p14:tracePt t="337593" x="4222750" y="5149850"/>
          <p14:tracePt t="337642" x="4216400" y="5149850"/>
          <p14:tracePt t="337684" x="4210050" y="5149850"/>
          <p14:tracePt t="337712" x="4203700" y="5149850"/>
          <p14:tracePt t="337733" x="4197350" y="5149850"/>
          <p14:tracePt t="337740" x="4197350" y="5143500"/>
          <p14:tracePt t="337755" x="4191000" y="5143500"/>
          <p14:tracePt t="337776" x="4178300" y="5143500"/>
          <p14:tracePt t="337784" x="4159250" y="5137150"/>
          <p14:tracePt t="337798" x="4133850" y="5124450"/>
          <p14:tracePt t="337814" x="4051300" y="5105400"/>
          <p14:tracePt t="337832" x="3987800" y="5086350"/>
          <p14:tracePt t="337848" x="3829050" y="5041900"/>
          <p14:tracePt t="337864" x="3606800" y="4978400"/>
          <p14:tracePt t="337881" x="3390900" y="4927600"/>
          <p14:tracePt t="337898" x="3282950" y="4895850"/>
          <p14:tracePt t="337915" x="3098800" y="4845050"/>
          <p14:tracePt t="337930" x="2971800" y="4819650"/>
          <p14:tracePt t="337947" x="2927350" y="4800600"/>
          <p14:tracePt t="337964" x="2895600" y="4794250"/>
          <p14:tracePt t="337981" x="2851150" y="4775200"/>
          <p14:tracePt t="337997" x="2844800" y="4775200"/>
          <p14:tracePt t="338015" x="2832100" y="4768850"/>
          <p14:tracePt t="338030" x="2825750" y="4768850"/>
          <p14:tracePt t="338047" x="2819400" y="4756150"/>
          <p14:tracePt t="338064" x="2819400" y="4749800"/>
          <p14:tracePt t="338080" x="2813050" y="4743450"/>
          <p14:tracePt t="338114" x="2813050" y="4737100"/>
          <p14:tracePt t="338155" x="2819400" y="4737100"/>
          <p14:tracePt t="338161" x="2825750" y="4737100"/>
          <p14:tracePt t="338176" x="2832100" y="4737100"/>
          <p14:tracePt t="338183" x="2844800" y="4737100"/>
          <p14:tracePt t="338199" x="2863850" y="4737100"/>
          <p14:tracePt t="338213" x="2914650" y="4743450"/>
          <p14:tracePt t="338230" x="2946400" y="4749800"/>
          <p14:tracePt t="338247" x="3035300" y="4768850"/>
          <p14:tracePt t="338263" x="3105150" y="4768850"/>
          <p14:tracePt t="338280" x="3244850" y="4787900"/>
          <p14:tracePt t="338296" x="3416300" y="4806950"/>
          <p14:tracePt t="338312" x="3505200" y="4813300"/>
          <p14:tracePt t="338331" x="3683000" y="4845050"/>
          <p14:tracePt t="338346" x="3759200" y="4857750"/>
          <p14:tracePt t="338363" x="3841750" y="4864100"/>
          <p14:tracePt t="338380" x="3930650" y="4876800"/>
          <p14:tracePt t="338396" x="3949700" y="4876800"/>
          <p14:tracePt t="338412" x="3968750" y="4883150"/>
          <p14:tracePt t="338471" x="3968750" y="4876800"/>
          <p14:tracePt t="338485" x="3962400" y="4876800"/>
          <p14:tracePt t="338492" x="3949700" y="4876800"/>
          <p14:tracePt t="338499" x="3937000" y="4870450"/>
          <p14:tracePt t="338515" x="3924300" y="4870450"/>
          <p14:tracePt t="338529" x="3854450" y="4864100"/>
          <p14:tracePt t="338545" x="3803650" y="4851400"/>
          <p14:tracePt t="338563" x="3594100" y="4826000"/>
          <p14:tracePt t="338578" x="3517900" y="4826000"/>
          <p14:tracePt t="338595" x="3441700" y="4813300"/>
          <p14:tracePt t="338612" x="3302000" y="4813300"/>
          <p14:tracePt t="338628" x="3194050" y="4806950"/>
          <p14:tracePt t="338646" x="3155950" y="4806950"/>
          <p14:tracePt t="338662" x="3111500" y="4806950"/>
          <p14:tracePt t="338678" x="3098800" y="4806950"/>
          <p14:tracePt t="338696" x="3092450" y="4806950"/>
          <p14:tracePt t="338728" x="3098800" y="4813300"/>
          <p14:tracePt t="338745" x="3124200" y="4813300"/>
          <p14:tracePt t="338761" x="3149600" y="4813300"/>
          <p14:tracePt t="338778" x="3213100" y="4819650"/>
          <p14:tracePt t="338795" x="3327400" y="4819650"/>
          <p14:tracePt t="338811" x="3403600" y="4819650"/>
          <p14:tracePt t="338828" x="3492500" y="4819650"/>
          <p14:tracePt t="338844" x="3746500" y="4819650"/>
          <p14:tracePt t="338861" x="3816350" y="4819650"/>
          <p14:tracePt t="338879" x="3917950" y="4819650"/>
          <p14:tracePt t="338894" x="3949700" y="4819650"/>
          <p14:tracePt t="338911" x="3981450" y="4813300"/>
          <p14:tracePt t="338928" x="3987800" y="4813300"/>
          <p14:tracePt t="338977" x="3981450" y="4806950"/>
          <p14:tracePt t="339005" x="3968750" y="4806950"/>
          <p14:tracePt t="339018" x="3956050" y="4806950"/>
          <p14:tracePt t="339027" x="3943350" y="4806950"/>
          <p14:tracePt t="339040" x="3924300" y="4806950"/>
          <p14:tracePt t="339047" x="3905250" y="4806950"/>
          <p14:tracePt t="339060" x="3867150" y="4806950"/>
          <p14:tracePt t="339077" x="3765550" y="4800600"/>
          <p14:tracePt t="339093" x="3695700" y="4787900"/>
          <p14:tracePt t="339111" x="3556000" y="4781550"/>
          <p14:tracePt t="339127" x="3416300" y="4781550"/>
          <p14:tracePt t="339143" x="3352800" y="4781550"/>
          <p14:tracePt t="339160" x="3244850" y="4781550"/>
          <p14:tracePt t="339176" x="3194050" y="4781550"/>
          <p14:tracePt t="339193" x="3130550" y="4781550"/>
          <p14:tracePt t="339210" x="3086100" y="4781550"/>
          <p14:tracePt t="339226" x="3079750" y="4781550"/>
          <p14:tracePt t="339244" x="3073400" y="4768850"/>
          <p14:tracePt t="339259" x="3073400" y="4756150"/>
          <p14:tracePt t="339276" x="3092450" y="4749800"/>
          <p14:tracePt t="342097" x="3105150" y="4749800"/>
          <p14:tracePt t="342104" x="3130550" y="4749800"/>
          <p14:tracePt t="342119" x="3168650" y="4749800"/>
          <p14:tracePt t="342133" x="3213100" y="4749800"/>
          <p14:tracePt t="342150" x="3327400" y="4749800"/>
          <p14:tracePt t="342167" x="3390900" y="4749800"/>
          <p14:tracePt t="342182" x="3536950" y="4768850"/>
          <p14:tracePt t="342199" x="3689350" y="4781550"/>
          <p14:tracePt t="342217" x="3854450" y="4781550"/>
          <p14:tracePt t="342232" x="3917950" y="4781550"/>
          <p14:tracePt t="342249" x="4038600" y="4787900"/>
          <p14:tracePt t="342266" x="4114800" y="4787900"/>
          <p14:tracePt t="342282" x="4133850" y="4787900"/>
          <p14:tracePt t="342299" x="4152900" y="4787900"/>
          <p14:tracePt t="342316" x="4165600" y="4787900"/>
          <p14:tracePt t="342350" x="4159250" y="4787900"/>
          <p14:tracePt t="342385" x="4152900" y="4787900"/>
          <p14:tracePt t="343432" x="4165600" y="4794250"/>
          <p14:tracePt t="343438" x="4191000" y="4806950"/>
          <p14:tracePt t="343452" x="4210050" y="4813300"/>
          <p14:tracePt t="343467" x="4241800" y="4819650"/>
          <p14:tracePt t="343478" x="4267200" y="4826000"/>
          <p14:tracePt t="343495" x="4349750" y="4838700"/>
          <p14:tracePt t="343511" x="4394200" y="4845050"/>
          <p14:tracePt t="343528" x="4464050" y="4845050"/>
          <p14:tracePt t="343545" x="4521200" y="4832350"/>
          <p14:tracePt t="343561" x="4540250" y="4826000"/>
          <p14:tracePt t="343578" x="4584700" y="4813300"/>
          <p14:tracePt t="343595" x="4616450" y="4794250"/>
          <p14:tracePt t="343611" x="4622800" y="4787900"/>
          <p14:tracePt t="343628" x="4635500" y="4787900"/>
          <p14:tracePt t="343644" x="4641850" y="4781550"/>
          <p14:tracePt t="343671" x="4648200" y="4775200"/>
          <p14:tracePt t="343691" x="4654550" y="4775200"/>
          <p14:tracePt t="343713" x="4660900" y="4775200"/>
          <p14:tracePt t="343755" x="4667250" y="4781550"/>
          <p14:tracePt t="343804" x="4673600" y="4781550"/>
          <p14:tracePt t="343923" x="4673600" y="4787900"/>
          <p14:tracePt t="343951" x="4667250" y="4794250"/>
          <p14:tracePt t="343965" x="4660900" y="4794250"/>
          <p14:tracePt t="343973" x="4654550" y="4800600"/>
          <p14:tracePt t="343987" x="4648200" y="4800600"/>
          <p14:tracePt t="343995" x="4641850" y="4806950"/>
          <p14:tracePt t="344009" x="4629150" y="4813300"/>
          <p14:tracePt t="344026" x="4584700" y="4845050"/>
          <p14:tracePt t="344043" x="4540250" y="4889500"/>
          <p14:tracePt t="344059" x="4508500" y="4921250"/>
          <p14:tracePt t="344077" x="4451350" y="4978400"/>
          <p14:tracePt t="344094" x="4394200" y="5035550"/>
          <p14:tracePt t="344109" x="4375150" y="5048250"/>
          <p14:tracePt t="344126" x="4356100" y="5073650"/>
          <p14:tracePt t="344142" x="4324350" y="5105400"/>
          <p14:tracePt t="344159" x="4318000" y="5111750"/>
          <p14:tracePt t="344177" x="4318000" y="5124450"/>
          <p14:tracePt t="344373" x="4324350" y="5124450"/>
          <p14:tracePt t="344394" x="4330700" y="5124450"/>
          <p14:tracePt t="344422" x="4337050" y="5124450"/>
          <p14:tracePt t="344443" x="4343400" y="5124450"/>
          <p14:tracePt t="344478" x="4349750" y="5124450"/>
          <p14:tracePt t="344493" x="4356100" y="5124450"/>
          <p14:tracePt t="344506" x="4362450" y="5124450"/>
          <p14:tracePt t="344513" x="4368800" y="5124450"/>
          <p14:tracePt t="344528" x="4381500" y="5124450"/>
          <p14:tracePt t="344542" x="4394200" y="5124450"/>
          <p14:tracePt t="344558" x="4457700" y="5118100"/>
          <p14:tracePt t="344574" x="4514850" y="5111750"/>
          <p14:tracePt t="344591" x="4660900" y="5080000"/>
          <p14:tracePt t="344608" x="4851400" y="5029200"/>
          <p14:tracePt t="344625" x="4959350" y="5010150"/>
          <p14:tracePt t="344641" x="5137150" y="4972050"/>
          <p14:tracePt t="344657" x="5283200" y="4940300"/>
          <p14:tracePt t="344676" x="5353050" y="4933950"/>
          <p14:tracePt t="344691" x="5365750" y="4927600"/>
          <p14:tracePt t="344708" x="5391150" y="4921250"/>
          <p14:tracePt t="344725" x="5397500" y="4914900"/>
          <p14:tracePt t="344774" x="5397500" y="4908550"/>
          <p14:tracePt t="344795" x="5391150" y="4902200"/>
          <p14:tracePt t="344801" x="5384800" y="4902200"/>
          <p14:tracePt t="344815" x="5384800" y="4895850"/>
          <p14:tracePt t="344824" x="5384800" y="4883150"/>
          <p14:tracePt t="345135" x="5353050" y="4883150"/>
          <p14:tracePt t="345149" x="5314950" y="4883150"/>
          <p14:tracePt t="345157" x="5257800" y="4870450"/>
          <p14:tracePt t="345170" x="5207000" y="4870450"/>
          <p14:tracePt t="345177" x="5168900" y="4864100"/>
          <p14:tracePt t="345192" x="5118100" y="4864100"/>
          <p14:tracePt t="345206" x="5022850" y="4857750"/>
          <p14:tracePt t="345222" x="4972050" y="4857750"/>
          <p14:tracePt t="345240" x="4933950" y="4857750"/>
          <p14:tracePt t="345256" x="4826000" y="4857750"/>
          <p14:tracePt t="345272" x="4749800" y="4857750"/>
          <p14:tracePt t="345289" x="4699000" y="4857750"/>
          <p14:tracePt t="345305" x="4686300" y="4857750"/>
          <p14:tracePt t="345322" x="4667250" y="4851400"/>
          <p14:tracePt t="345346" x="4660900" y="4845050"/>
          <p14:tracePt t="345395" x="4654550" y="4832350"/>
          <p14:tracePt t="345416" x="4648200" y="4819650"/>
          <p14:tracePt t="345802" x="4673600" y="4832350"/>
          <p14:tracePt t="345809" x="4711700" y="4845050"/>
          <p14:tracePt t="345823" x="4768850" y="4864100"/>
          <p14:tracePt t="345837" x="4826000" y="4895850"/>
          <p14:tracePt t="345853" x="4959350" y="4921250"/>
          <p14:tracePt t="345870" x="5035550" y="4933950"/>
          <p14:tracePt t="345887" x="5162550" y="4933950"/>
          <p14:tracePt t="345903" x="5283200" y="4927600"/>
          <p14:tracePt t="345920" x="5334000" y="4921250"/>
          <p14:tracePt t="345936" x="5403850" y="4908550"/>
          <p14:tracePt t="345953" x="5435600" y="4902200"/>
          <p14:tracePt t="345986" x="5441950" y="4902200"/>
          <p14:tracePt t="346089" x="5435600" y="4902200"/>
          <p14:tracePt t="346132" x="5429250" y="4902200"/>
          <p14:tracePt t="346139" x="5422900" y="4902200"/>
          <p14:tracePt t="346155" x="5410200" y="4902200"/>
          <p14:tracePt t="346169" x="5397500" y="4895850"/>
          <p14:tracePt t="346185" x="5346700" y="4883150"/>
          <p14:tracePt t="346203" x="5270500" y="4876800"/>
          <p14:tracePt t="346219" x="5200650" y="4870450"/>
          <p14:tracePt t="346236" x="5073650" y="4857750"/>
          <p14:tracePt t="346252" x="4927600" y="4851400"/>
          <p14:tracePt t="346268" x="4864100" y="4851400"/>
          <p14:tracePt t="346285" x="4775200" y="4864100"/>
          <p14:tracePt t="346302" x="4711700" y="4876800"/>
          <p14:tracePt t="346318" x="4692650" y="4876800"/>
          <p14:tracePt t="346336" x="4679950" y="4883150"/>
          <p14:tracePt t="346351" x="4673600" y="4889500"/>
          <p14:tracePt t="346540" x="4679950" y="4889500"/>
          <p14:tracePt t="347005" x="4679950" y="4895850"/>
          <p14:tracePt t="347012" x="4679950" y="4908550"/>
          <p14:tracePt t="347026" x="4679950" y="4933950"/>
          <p14:tracePt t="347035" x="4679950" y="4940300"/>
          <p14:tracePt t="347049" x="4679950" y="4965700"/>
          <p14:tracePt t="347066" x="4679950" y="5003800"/>
          <p14:tracePt t="347083" x="4679950" y="5048250"/>
          <p14:tracePt t="347099" x="4692650" y="5073650"/>
          <p14:tracePt t="347116" x="4711700" y="5105400"/>
          <p14:tracePt t="347132" x="4768850" y="5181600"/>
          <p14:tracePt t="347149" x="4806950" y="5219700"/>
          <p14:tracePt t="347165" x="4826000" y="5238750"/>
          <p14:tracePt t="347182" x="4902200" y="5283200"/>
          <p14:tracePt t="347199" x="4965700" y="5314950"/>
          <p14:tracePt t="347216" x="5035550" y="5327650"/>
          <p14:tracePt t="347232" x="5067300" y="5327650"/>
          <p14:tracePt t="347249" x="5105400" y="5334000"/>
          <p14:tracePt t="347266" x="5130800" y="5334000"/>
          <p14:tracePt t="347282" x="5137150" y="5334000"/>
          <p14:tracePt t="347298" x="5149850" y="5334000"/>
          <p14:tracePt t="347378" x="5149850" y="5327650"/>
          <p14:tracePt t="347399" x="5143500" y="5327650"/>
          <p14:tracePt t="347406" x="5130800" y="5327650"/>
          <p14:tracePt t="347415" x="5118100" y="5327650"/>
          <p14:tracePt t="347431" x="5099050" y="5327650"/>
          <p14:tracePt t="347449" x="5035550" y="5327650"/>
          <p14:tracePt t="347465" x="4978400" y="5327650"/>
          <p14:tracePt t="347481" x="4851400" y="5340350"/>
          <p14:tracePt t="347498" x="4660900" y="5346700"/>
          <p14:tracePt t="347515" x="4572000" y="5359400"/>
          <p14:tracePt t="347531" x="4375150" y="5378450"/>
          <p14:tracePt t="347547" x="4210050" y="5410200"/>
          <p14:tracePt t="347564" x="4152900" y="5416550"/>
          <p14:tracePt t="347581" x="4083050" y="5429250"/>
          <p14:tracePt t="347597" x="4038600" y="5441950"/>
          <p14:tracePt t="347614" x="4025900" y="5448300"/>
          <p14:tracePt t="347631" x="4019550" y="5454650"/>
          <p14:tracePt t="347664" x="4019550" y="5461000"/>
          <p14:tracePt t="347680" x="4038600" y="5467350"/>
          <p14:tracePt t="347697" x="4051300" y="5473700"/>
          <p14:tracePt t="347715" x="4064000" y="5473700"/>
          <p14:tracePt t="347730" x="4127500" y="5486400"/>
          <p14:tracePt t="347747" x="4152900" y="5499100"/>
          <p14:tracePt t="347764" x="4330700" y="5530850"/>
          <p14:tracePt t="347780" x="4406900" y="5543550"/>
          <p14:tracePt t="347796" x="4476750" y="5562600"/>
          <p14:tracePt t="347813" x="4603750" y="5581650"/>
          <p14:tracePt t="347830" x="4749800" y="5607050"/>
          <p14:tracePt t="347847" x="4826000" y="5619750"/>
          <p14:tracePt t="347863" x="4946650" y="5638800"/>
          <p14:tracePt t="347880" x="5010150" y="5645150"/>
          <p14:tracePt t="347897" x="5022850" y="5645150"/>
          <p14:tracePt t="347913" x="5029200" y="5645150"/>
          <p14:tracePt t="347975" x="5022850" y="5645150"/>
          <p14:tracePt t="347989" x="5003800" y="5638800"/>
          <p14:tracePt t="347997" x="4991100" y="5638800"/>
          <p14:tracePt t="348003" x="4991100" y="5626100"/>
          <p14:tracePt t="348377" x="4984750" y="5632450"/>
          <p14:tracePt t="348391" x="4953000" y="5657850"/>
          <p14:tracePt t="348398" x="4927600" y="5676900"/>
          <p14:tracePt t="348414" x="4883150" y="5715000"/>
          <p14:tracePt t="348428" x="4819650" y="5765800"/>
          <p14:tracePt t="348444" x="4775200" y="5791200"/>
          <p14:tracePt t="348462" x="4724400" y="5822950"/>
          <p14:tracePt t="348477" x="4667250" y="5854700"/>
          <p14:tracePt t="348494" x="4648200" y="5873750"/>
          <p14:tracePt t="348511" x="4591050" y="5911850"/>
          <p14:tracePt t="348528" x="4578350" y="5924550"/>
          <p14:tracePt t="348544" x="4546600" y="5956300"/>
          <p14:tracePt t="348560" x="4533900" y="5969000"/>
          <p14:tracePt t="348595" x="4533900" y="5975350"/>
          <p14:tracePt t="348610" x="4546600" y="5981700"/>
          <p14:tracePt t="348627" x="4565650" y="5981700"/>
          <p14:tracePt t="348644" x="4616450" y="5981700"/>
          <p14:tracePt t="349219" x="4641850" y="5981700"/>
          <p14:tracePt t="349233" x="4673600" y="5981700"/>
          <p14:tracePt t="349240" x="4711700" y="5975350"/>
          <p14:tracePt t="349253" x="4743450" y="5969000"/>
          <p14:tracePt t="349262" x="4768850" y="5969000"/>
          <p14:tracePt t="349278" x="4800600" y="5956300"/>
          <p14:tracePt t="349292" x="4870450" y="5949950"/>
          <p14:tracePt t="349308" x="4895850" y="5949950"/>
          <p14:tracePt t="349325" x="4991100" y="5943600"/>
          <p14:tracePt t="349341" x="5041900" y="5937250"/>
          <p14:tracePt t="349358" x="5187950" y="5918200"/>
          <p14:tracePt t="349374" x="5365750" y="5873750"/>
          <p14:tracePt t="349391" x="5467350" y="5867400"/>
          <p14:tracePt t="349408" x="5664200" y="5835650"/>
          <p14:tracePt t="349424" x="5803900" y="5816600"/>
          <p14:tracePt t="349441" x="5886450" y="5816600"/>
          <p14:tracePt t="349458" x="6026150" y="5797550"/>
          <p14:tracePt t="349474" x="6165850" y="5797550"/>
          <p14:tracePt t="349491" x="6216650" y="5797550"/>
          <p14:tracePt t="349508" x="6299200" y="5784850"/>
          <p14:tracePt t="349524" x="6318250" y="5784850"/>
          <p14:tracePt t="349541" x="6343650" y="5784850"/>
          <p14:tracePt t="349557" x="6369050" y="5784850"/>
          <p14:tracePt t="349574" x="6388100" y="5784850"/>
          <p14:tracePt t="349591" x="6413500" y="5778500"/>
          <p14:tracePt t="349607" x="6451600" y="5772150"/>
          <p14:tracePt t="349624" x="6470650" y="5765800"/>
          <p14:tracePt t="349641" x="6508750" y="5759450"/>
          <p14:tracePt t="349657" x="6515100" y="5759450"/>
          <p14:tracePt t="349674" x="6534150" y="5746750"/>
          <p14:tracePt t="349690" x="6546850" y="5721350"/>
          <p14:tracePt t="349707" x="6559550" y="5708650"/>
          <p14:tracePt t="349723" x="6559550" y="5695950"/>
          <p14:tracePt t="350087" x="6540500" y="5695950"/>
          <p14:tracePt t="350094" x="6508750" y="5695950"/>
          <p14:tracePt t="350108" x="6464300" y="5695950"/>
          <p14:tracePt t="350123" x="6369050" y="5695950"/>
          <p14:tracePt t="350138" x="6318250" y="5689600"/>
          <p14:tracePt t="350155" x="6280150" y="5689600"/>
          <p14:tracePt t="350172" x="6134100" y="5676900"/>
          <p14:tracePt t="350188" x="6064250" y="5657850"/>
          <p14:tracePt t="350205" x="6026150" y="5651500"/>
          <p14:tracePt t="350222" x="5943600" y="5626100"/>
          <p14:tracePt t="350238" x="5886450" y="5600700"/>
          <p14:tracePt t="350255" x="5867400" y="5594350"/>
          <p14:tracePt t="350271" x="5835650" y="5581650"/>
          <p14:tracePt t="350288" x="5822950" y="5581650"/>
          <p14:tracePt t="350305" x="5822950" y="5575300"/>
          <p14:tracePt t="350321" x="5816600" y="5568950"/>
          <p14:tracePt t="350789" x="5829300" y="5568950"/>
          <p14:tracePt t="350796" x="5848350" y="5575300"/>
          <p14:tracePt t="350810" x="5867400" y="5594350"/>
          <p14:tracePt t="350819" x="5899150" y="5607050"/>
          <p14:tracePt t="350836" x="5930900" y="5626100"/>
          <p14:tracePt t="350853" x="6026150" y="5651500"/>
          <p14:tracePt t="350869" x="6153150" y="5695950"/>
          <p14:tracePt t="350887" x="6311900" y="5734050"/>
          <p14:tracePt t="350903" x="6400800" y="5765800"/>
          <p14:tracePt t="350919" x="6559550" y="5803900"/>
          <p14:tracePt t="350936" x="6667500" y="5822950"/>
          <p14:tracePt t="350952" x="6692900" y="5829300"/>
          <p14:tracePt t="350969" x="6718300" y="5835650"/>
          <p14:tracePt t="350986" x="6737350" y="5848350"/>
          <p14:tracePt t="351055" x="6731000" y="5848350"/>
          <p14:tracePt t="351147" x="6737350" y="5848350"/>
          <p14:tracePt t="351168" x="6750050" y="5848350"/>
          <p14:tracePt t="351189" x="6756400" y="5848350"/>
          <p14:tracePt t="351196" x="6762750" y="5848350"/>
          <p14:tracePt t="351210" x="6775450" y="5848350"/>
          <p14:tracePt t="351219" x="6781800" y="5848350"/>
          <p14:tracePt t="351234" x="6800850" y="5848350"/>
          <p14:tracePt t="351252" x="6851650" y="5835650"/>
          <p14:tracePt t="351268" x="6927850" y="5829300"/>
          <p14:tracePt t="351285" x="6985000" y="5822950"/>
          <p14:tracePt t="351302" x="7067550" y="5803900"/>
          <p14:tracePt t="351319" x="7105650" y="5797550"/>
          <p14:tracePt t="351335" x="7156450" y="5784850"/>
          <p14:tracePt t="351351" x="7188200" y="5772150"/>
          <p14:tracePt t="351368" x="7194550" y="5772150"/>
          <p14:tracePt t="351384" x="7200900" y="5772150"/>
          <p14:tracePt t="351428" x="7200900" y="5765800"/>
          <p14:tracePt t="351449" x="7194550" y="5765800"/>
          <p14:tracePt t="351463" x="7181850" y="5765800"/>
          <p14:tracePt t="351471" x="7175500" y="5765800"/>
          <p14:tracePt t="351484" x="7143750" y="5765800"/>
          <p14:tracePt t="351500" x="7042150" y="5753100"/>
          <p14:tracePt t="351517" x="6965950" y="5753100"/>
          <p14:tracePt t="351534" x="6750050" y="5746750"/>
          <p14:tracePt t="351550" x="6483350" y="5746750"/>
          <p14:tracePt t="351567" x="6343650" y="5753100"/>
          <p14:tracePt t="351584" x="6000750" y="5765800"/>
          <p14:tracePt t="351600" x="5829300" y="5784850"/>
          <p14:tracePt t="351617" x="5467350" y="5842000"/>
          <p14:tracePt t="351634" x="5149850" y="5886450"/>
          <p14:tracePt t="351650" x="4997450" y="5918200"/>
          <p14:tracePt t="351667" x="4629150" y="5975350"/>
          <p14:tracePt t="351683" x="4502150" y="5981700"/>
          <p14:tracePt t="351700" x="4356100" y="6019800"/>
          <p14:tracePt t="351717" x="3968750" y="6140450"/>
          <p14:tracePt t="351734" x="3924300" y="6178550"/>
          <p14:tracePt t="352272" x="3968750" y="6178550"/>
          <p14:tracePt t="352286" x="4044950" y="6178550"/>
          <p14:tracePt t="352293" x="4159250" y="6191250"/>
          <p14:tracePt t="352301" x="4286250" y="6197600"/>
          <p14:tracePt t="352316" x="4425950" y="6210300"/>
          <p14:tracePt t="352331" x="4622800" y="6203950"/>
          <p14:tracePt t="352348" x="5022850" y="6178550"/>
          <p14:tracePt t="352365" x="5207000" y="6178550"/>
          <p14:tracePt t="352381" x="5549900" y="6127750"/>
          <p14:tracePt t="352398" x="5835650" y="6083300"/>
          <p14:tracePt t="352414" x="5937250" y="6064250"/>
          <p14:tracePt t="352431" x="6083300" y="6032500"/>
          <p14:tracePt t="352448" x="6203950" y="6019800"/>
          <p14:tracePt t="352464" x="6229350" y="6007100"/>
          <p14:tracePt t="352481" x="6261100" y="6007100"/>
          <p14:tracePt t="352497" x="6280150" y="6000750"/>
          <p14:tracePt t="352514" x="6286500" y="5975350"/>
          <p14:tracePt t="352530" x="6299200" y="5962650"/>
          <p14:tracePt t="352546" x="6299200" y="5949950"/>
          <p14:tracePt t="374506" x="6273800" y="5949950"/>
          <p14:tracePt t="374520" x="6242050" y="5949950"/>
          <p14:tracePt t="374527" x="6191250" y="5937250"/>
          <p14:tracePt t="374541" x="6153150" y="5937250"/>
          <p14:tracePt t="374555" x="6115050" y="5924550"/>
          <p14:tracePt t="374571" x="6000750" y="5886450"/>
          <p14:tracePt t="374587" x="5924550" y="5867400"/>
          <p14:tracePt t="374604" x="5791200" y="5816600"/>
          <p14:tracePt t="374620" x="5632450" y="5778500"/>
          <p14:tracePt t="374637" x="5562600" y="5759450"/>
          <p14:tracePt t="374654" x="5448300" y="5759450"/>
          <p14:tracePt t="374670" x="5359400" y="5759450"/>
          <p14:tracePt t="374687" x="5314950" y="5759450"/>
          <p14:tracePt t="374704" x="5283200" y="5765800"/>
          <p14:tracePt t="374720" x="5264150" y="5772150"/>
          <p14:tracePt t="374821" x="5270500" y="5778500"/>
          <p14:tracePt t="374828" x="5276850" y="5778500"/>
          <p14:tracePt t="374837" x="5295900" y="5778500"/>
          <p14:tracePt t="374853" x="5314950" y="5778500"/>
          <p14:tracePt t="374870" x="5340350" y="5778500"/>
          <p14:tracePt t="374886" x="5410200" y="5778500"/>
          <p14:tracePt t="374903" x="5549900" y="5778500"/>
          <p14:tracePt t="374921" x="5727700" y="5784850"/>
          <p14:tracePt t="374936" x="5816600" y="5784850"/>
          <p14:tracePt t="374952" x="5981700" y="5784850"/>
          <p14:tracePt t="374970" x="6134100" y="5791200"/>
          <p14:tracePt t="374986" x="6216650" y="5803900"/>
          <p14:tracePt t="375003" x="6330950" y="5803900"/>
          <p14:tracePt t="375020" x="6445250" y="5803900"/>
          <p14:tracePt t="375036" x="6477000" y="5803900"/>
          <p14:tracePt t="375053" x="6508750" y="5803900"/>
          <p14:tracePt t="375069" x="6527800" y="5803900"/>
          <p14:tracePt t="375103" x="6527800" y="5797550"/>
          <p14:tracePt t="375131" x="6521450" y="5797550"/>
          <p14:tracePt t="375138" x="6515100" y="5797550"/>
          <p14:tracePt t="375155" x="6508750" y="5797550"/>
          <p14:tracePt t="375169" x="6496050" y="5797550"/>
          <p14:tracePt t="375185" x="6438900" y="5803900"/>
          <p14:tracePt t="375202" x="6343650" y="5829300"/>
          <p14:tracePt t="375218" x="6292850" y="5842000"/>
          <p14:tracePt t="375235" x="6134100" y="5880100"/>
          <p14:tracePt t="375251" x="5975350" y="5911850"/>
          <p14:tracePt t="375268" x="5899150" y="5930900"/>
          <p14:tracePt t="375285" x="5740400" y="5937250"/>
          <p14:tracePt t="375301" x="5600700" y="5949950"/>
          <p14:tracePt t="375318" x="5537200" y="5956300"/>
          <p14:tracePt t="375336" x="5429250" y="5962650"/>
          <p14:tracePt t="375351" x="5321300" y="5981700"/>
          <p14:tracePt t="375368" x="5295900" y="5981700"/>
          <p14:tracePt t="375385" x="5245100" y="5981700"/>
          <p14:tracePt t="375401" x="5226050" y="5988050"/>
          <p14:tracePt t="375418" x="5213350" y="5988050"/>
          <p14:tracePt t="375469" x="5213350" y="5994400"/>
          <p14:tracePt t="375482" x="5226050" y="5994400"/>
          <p14:tracePt t="375489" x="5238750" y="5994400"/>
          <p14:tracePt t="375504" x="5251450" y="5994400"/>
          <p14:tracePt t="375518" x="5270500" y="6000750"/>
          <p14:tracePt t="375534" x="5340350" y="6000750"/>
          <p14:tracePt t="375551" x="5391150" y="6000750"/>
          <p14:tracePt t="375567" x="5556250" y="6000750"/>
          <p14:tracePt t="375584" x="5772150" y="6013450"/>
          <p14:tracePt t="375601" x="5873750" y="6013450"/>
          <p14:tracePt t="375617" x="6076950" y="6013450"/>
          <p14:tracePt t="375634" x="6242050" y="6007100"/>
          <p14:tracePt t="375651" x="6318250" y="6007100"/>
          <p14:tracePt t="375667" x="6388100" y="6000750"/>
          <p14:tracePt t="375683" x="6426200" y="5994400"/>
          <p14:tracePt t="375701" x="6426200" y="5988050"/>
          <p14:tracePt t="375717" x="6419850" y="5988050"/>
          <p14:tracePt t="375734" x="6407150" y="5988050"/>
          <p14:tracePt t="375750" x="6280150" y="5975350"/>
          <p14:tracePt t="375766" x="6216650" y="5962650"/>
          <p14:tracePt t="375784" x="6026150" y="5962650"/>
          <p14:tracePt t="375800" x="5911850" y="5962650"/>
          <p14:tracePt t="375816" x="5632450" y="5962650"/>
          <p14:tracePt t="375834" x="5321300" y="5981700"/>
          <p14:tracePt t="375850" x="5162550" y="5994400"/>
          <p14:tracePt t="375866" x="4800600" y="6032500"/>
          <p14:tracePt t="375883" x="4419600" y="6070600"/>
          <p14:tracePt t="375899" x="4273550" y="6089650"/>
          <p14:tracePt t="375916" x="3987800" y="6159500"/>
          <p14:tracePt t="375933" x="3771900" y="6210300"/>
          <p14:tracePt t="375949" x="3663950" y="6242050"/>
          <p14:tracePt t="375967" x="3473450" y="6305550"/>
          <p14:tracePt t="375982" x="3321050" y="6356350"/>
          <p14:tracePt t="375999" x="3270250" y="6362700"/>
          <p14:tracePt t="376016" x="3175000" y="6400800"/>
          <p14:tracePt t="376032" x="3111500" y="6419850"/>
          <p14:tracePt t="376049" x="3079750" y="6426200"/>
          <p14:tracePt t="376066" x="3041650" y="6451600"/>
          <p14:tracePt t="376083" x="3028950" y="6451600"/>
          <p14:tracePt t="376099" x="3003550" y="6451600"/>
          <p14:tracePt t="376115" x="2984500" y="6445250"/>
          <p14:tracePt t="376132" x="2984500" y="6438900"/>
          <p14:tracePt t="376149" x="2990850" y="6432550"/>
          <p14:tracePt t="376165" x="3009900" y="6426200"/>
          <p14:tracePt t="377801" x="3016250" y="6426200"/>
          <p14:tracePt t="377809" x="3022600" y="6426200"/>
          <p14:tracePt t="377822" x="3035300" y="6426200"/>
          <p14:tracePt t="377829" x="3048000" y="6426200"/>
          <p14:tracePt t="377844" x="3067050" y="6426200"/>
          <p14:tracePt t="377859" x="3136900" y="6426200"/>
          <p14:tracePt t="377876" x="3187700" y="6426200"/>
          <p14:tracePt t="377893" x="3302000" y="6426200"/>
          <p14:tracePt t="377909" x="3467100" y="6426200"/>
          <p14:tracePt t="377926" x="3581400" y="6432550"/>
          <p14:tracePt t="377943" x="3822700" y="6451600"/>
          <p14:tracePt t="377959" x="3937000" y="6470650"/>
          <p14:tracePt t="377976" x="4171950" y="6502400"/>
          <p14:tracePt t="377992" x="4400550" y="6534150"/>
          <p14:tracePt t="378008" x="4502150" y="6534150"/>
          <p14:tracePt t="378026" x="4667250" y="6534150"/>
          <p14:tracePt t="378043" x="4775200" y="6521450"/>
          <p14:tracePt t="378058" x="4826000" y="6515100"/>
          <p14:tracePt t="378076" x="4902200" y="6451600"/>
          <p14:tracePt t="378092" x="4946650" y="6438900"/>
          <p14:tracePt t="378108" x="4972050" y="6400800"/>
          <p14:tracePt t="378125" x="5010150" y="6362700"/>
          <p14:tracePt t="378142" x="5016500" y="6337300"/>
          <p14:tracePt t="378159" x="5022850" y="6330950"/>
          <p14:tracePt t="378175" x="5035550" y="6299200"/>
          <p14:tracePt t="378191" x="5035550" y="6286500"/>
          <p14:tracePt t="378209" x="5035550" y="6248400"/>
          <p14:tracePt t="378225" x="5016500" y="6184900"/>
          <p14:tracePt t="378241" x="4991100" y="6140450"/>
          <p14:tracePt t="378258" x="4921250" y="6051550"/>
          <p14:tracePt t="378275" x="4826000" y="5969000"/>
          <p14:tracePt t="378291" x="4768850" y="5937250"/>
          <p14:tracePt t="378308" x="4648200" y="5880100"/>
          <p14:tracePt t="378324" x="4578350" y="5854700"/>
          <p14:tracePt t="378342" x="4406900" y="5822950"/>
          <p14:tracePt t="378357" x="4305300" y="5816600"/>
          <p14:tracePt t="378375" x="4127500" y="5829300"/>
          <p14:tracePt t="378392" x="3956050" y="5854700"/>
          <p14:tracePt t="378407" x="3886200" y="5886450"/>
          <p14:tracePt t="378424" x="3765550" y="5943600"/>
          <p14:tracePt t="378441" x="3689350" y="5994400"/>
          <p14:tracePt t="378457" x="3670300" y="6019800"/>
          <p14:tracePt t="378474" x="3644900" y="6038850"/>
          <p14:tracePt t="378490" x="3644900" y="6045200"/>
          <p14:tracePt t="378507" x="3644900" y="6051550"/>
          <p14:tracePt t="378525" x="3670300" y="6064250"/>
          <p14:tracePt t="378540" x="3727450" y="6070600"/>
          <p14:tracePt t="378557" x="3778250" y="6089650"/>
          <p14:tracePt t="378574" x="3924300" y="6127750"/>
          <p14:tracePt t="378590" x="4025900" y="6146800"/>
          <p14:tracePt t="378606" x="4267200" y="6178550"/>
          <p14:tracePt t="378624" x="4546600" y="6203950"/>
          <p14:tracePt t="378640" x="4673600" y="6210300"/>
          <p14:tracePt t="378656" x="4800600" y="6210300"/>
          <p14:tracePt t="378673" x="4991100" y="6210300"/>
          <p14:tracePt t="378690" x="5060950" y="6191250"/>
          <p14:tracePt t="378708" x="5156200" y="6146800"/>
          <p14:tracePt t="378723" x="5187950" y="6121400"/>
          <p14:tracePt t="378739" x="5213350" y="6108700"/>
          <p14:tracePt t="378757" x="5226050" y="6076950"/>
          <p14:tracePt t="378773" x="5232400" y="6070600"/>
          <p14:tracePt t="378789" x="5232400" y="6051550"/>
          <p14:tracePt t="378806" x="5232400" y="6013450"/>
          <p14:tracePt t="378823" x="5232400" y="5988050"/>
          <p14:tracePt t="378856" x="5207000" y="5937250"/>
          <p14:tracePt t="378872" x="5162550" y="5899150"/>
          <p14:tracePt t="378891" x="4902200" y="5778500"/>
          <p14:tracePt t="378906" x="4813300" y="5746750"/>
          <p14:tracePt t="378922" x="4711700" y="5721350"/>
          <p14:tracePt t="378939" x="4489450" y="5695950"/>
          <p14:tracePt t="378956" x="4267200" y="5702300"/>
          <p14:tracePt t="378972" x="4171950" y="5721350"/>
          <p14:tracePt t="378989" x="4000500" y="5784850"/>
          <p14:tracePt t="379005" x="3911600" y="5822950"/>
          <p14:tracePt t="379022" x="3905250" y="5848350"/>
          <p14:tracePt t="379038" x="3898900" y="5854700"/>
          <p14:tracePt t="379055" x="3911600" y="5867400"/>
          <p14:tracePt t="379072" x="3930650" y="5873750"/>
          <p14:tracePt t="379088" x="4006850" y="5911850"/>
          <p14:tracePt t="379105" x="4127500" y="5956300"/>
          <p14:tracePt t="379123" x="4298950" y="6007100"/>
          <p14:tracePt t="379138" x="4394200" y="6026150"/>
          <p14:tracePt t="379154" x="4495800" y="6026150"/>
          <p14:tracePt t="379173" x="4711700" y="6007100"/>
          <p14:tracePt t="379188" x="4768850" y="5988050"/>
          <p14:tracePt t="379205" x="4813300" y="5969000"/>
          <p14:tracePt t="379221" x="4845050" y="5943600"/>
          <p14:tracePt t="379238" x="4864100" y="5930900"/>
          <p14:tracePt t="379255" x="4889500" y="5905500"/>
          <p14:tracePt t="379271" x="4902200" y="5886450"/>
          <p14:tracePt t="379288" x="4914900" y="5816600"/>
          <p14:tracePt t="379305" x="4914900" y="5753100"/>
          <p14:tracePt t="379321" x="4889500" y="5715000"/>
          <p14:tracePt t="379338" x="4819650" y="5638800"/>
          <p14:tracePt t="379354" x="4692650" y="5549900"/>
          <p14:tracePt t="379371" x="4610100" y="5511800"/>
          <p14:tracePt t="379374" x="4521200" y="5492750"/>
          <p14:tracePt t="379387" x="4406900" y="5467350"/>
          <p14:tracePt t="379404" x="4191000" y="5467350"/>
          <p14:tracePt t="379420" x="4076700" y="5486400"/>
          <p14:tracePt t="379439" x="3854450" y="5537200"/>
          <p14:tracePt t="379454" x="3683000" y="5619750"/>
          <p14:tracePt t="379470" x="3625850" y="5657850"/>
          <p14:tracePt t="379487" x="3581400" y="5689600"/>
          <p14:tracePt t="379504" x="3524250" y="5740400"/>
          <p14:tracePt t="379520" x="3505200" y="5759450"/>
          <p14:tracePt t="379537" x="3492500" y="5772150"/>
          <p14:tracePt t="379585" x="3498850" y="5772150"/>
          <p14:tracePt t="379593" x="3505200" y="5772150"/>
          <p14:tracePt t="379607" x="3511550" y="5772150"/>
          <p14:tracePt t="379655" x="3517900" y="5772150"/>
          <p14:tracePt t="379663" x="3524250" y="5772150"/>
          <p14:tracePt t="379684" x="3530600" y="5772150"/>
          <p14:tracePt t="379705" x="3543300" y="5765800"/>
          <p14:tracePt t="379720" x="3556000" y="5765800"/>
          <p14:tracePt t="379726" x="3575050" y="5765800"/>
          <p14:tracePt t="379736" x="3594100" y="5765800"/>
          <p14:tracePt t="379753" x="3625850" y="5765800"/>
          <p14:tracePt t="379769" x="3714750" y="5746750"/>
          <p14:tracePt t="379786" x="3784600" y="5727700"/>
          <p14:tracePt t="379804" x="3975100" y="5664200"/>
          <p14:tracePt t="379819" x="4032250" y="5632450"/>
          <p14:tracePt t="379836" x="4064000" y="5619750"/>
          <p14:tracePt t="379853" x="4089400" y="5588000"/>
          <p14:tracePt t="379869" x="4095750" y="5588000"/>
          <p14:tracePt t="379886" x="4095750" y="5581650"/>
          <p14:tracePt t="379902" x="4089400" y="5556250"/>
          <p14:tracePt t="379919" x="4051300" y="5524500"/>
          <p14:tracePt t="379936" x="4032250" y="5505450"/>
          <p14:tracePt t="379952" x="3943350" y="5454650"/>
          <p14:tracePt t="379969" x="3841750" y="5397500"/>
          <p14:tracePt t="379986" x="3708400" y="5359400"/>
          <p14:tracePt t="380002" x="3632200" y="5346700"/>
          <p14:tracePt t="380019" x="3498850" y="5327650"/>
          <p14:tracePt t="380036" x="3403600" y="5321300"/>
          <p14:tracePt t="380052" x="3384550" y="5321300"/>
          <p14:tracePt t="380068" x="3365500" y="5321300"/>
          <p14:tracePt t="380085" x="3333750" y="5327650"/>
          <p14:tracePt t="380118" x="3327400" y="5334000"/>
          <p14:tracePt t="380148" x="3327400" y="5340350"/>
          <p14:tracePt t="380176" x="3327400" y="5346700"/>
          <p14:tracePt t="380217" x="3333750" y="5346700"/>
          <p14:tracePt t="380260" x="3340100" y="5346700"/>
          <p14:tracePt t="380337" x="3346450" y="5346700"/>
          <p14:tracePt t="380386" x="3359150" y="5346700"/>
          <p14:tracePt t="380402" x="3365500" y="5346700"/>
          <p14:tracePt t="380407" x="3371850" y="5346700"/>
          <p14:tracePt t="380422" x="3384550" y="5340350"/>
          <p14:tracePt t="380433" x="3397250" y="5340350"/>
          <p14:tracePt t="380450" x="3454400" y="5314950"/>
          <p14:tracePt t="380467" x="3492500" y="5289550"/>
          <p14:tracePt t="380484" x="3613150" y="5213350"/>
          <p14:tracePt t="380500" x="3746500" y="5092700"/>
          <p14:tracePt t="380517" x="3829050" y="4997450"/>
          <p14:tracePt t="380534" x="3987800" y="4705350"/>
          <p14:tracePt t="380550" x="4165600" y="4248150"/>
          <p14:tracePt t="380566" x="4241800" y="3987800"/>
          <p14:tracePt t="380584" x="4362450" y="3454400"/>
          <p14:tracePt t="380600" x="4394200" y="3232150"/>
          <p14:tracePt t="380616" x="4419600" y="3035300"/>
          <p14:tracePt t="380633" x="4438650" y="2730500"/>
          <p14:tracePt t="380650" x="4438650" y="2692400"/>
          <p14:tracePt t="380666" x="4438650" y="2647950"/>
          <p14:tracePt t="380683" x="4438650" y="2641600"/>
          <p14:tracePt t="380808" x="4432300" y="2647950"/>
          <p14:tracePt t="380815" x="4425950" y="2647950"/>
          <p14:tracePt t="380829" x="4425950" y="2654300"/>
          <p14:tracePt t="380836" x="4419600" y="2660650"/>
          <p14:tracePt t="380852" x="4406900" y="2660650"/>
          <p14:tracePt t="380866" x="4387850" y="2679700"/>
          <p14:tracePt t="380882" x="4375150" y="2686050"/>
          <p14:tracePt t="380899" x="4343400" y="2711450"/>
          <p14:tracePt t="380916" x="4298950" y="2749550"/>
          <p14:tracePt t="380932" x="4260850" y="2794000"/>
          <p14:tracePt t="380950" x="4222750" y="2832100"/>
          <p14:tracePt t="380966" x="4210050" y="2857500"/>
          <p14:tracePt t="380982" x="4197350" y="2876550"/>
          <p14:tracePt t="380998" x="4184650" y="2901950"/>
          <p14:tracePt t="381015" x="4178300" y="2901950"/>
          <p14:tracePt t="381032" x="4178300" y="2908300"/>
          <p14:tracePt t="381837" x="4171950" y="2914650"/>
          <p14:tracePt t="381851" x="4171950" y="2946400"/>
          <p14:tracePt t="381858" x="4171950" y="2965450"/>
          <p14:tracePt t="381872" x="4165600" y="2997200"/>
          <p14:tracePt t="381882" x="4165600" y="3016250"/>
          <p14:tracePt t="381895" x="4165600" y="3054350"/>
          <p14:tracePt t="381912" x="4165600" y="3124200"/>
          <p14:tracePt t="381929" x="4165600" y="3225800"/>
          <p14:tracePt t="381945" x="4165600" y="3289300"/>
          <p14:tracePt t="381961" x="4197350" y="3460750"/>
          <p14:tracePt t="381979" x="4241800" y="3689350"/>
          <p14:tracePt t="381995" x="4260850" y="3816350"/>
          <p14:tracePt t="382012" x="4279900" y="3962400"/>
          <p14:tracePt t="382028" x="4375150" y="4305300"/>
          <p14:tracePt t="382045" x="4406900" y="4413250"/>
          <p14:tracePt t="382062" x="4470400" y="4546600"/>
          <p14:tracePt t="382078" x="4483100" y="4603750"/>
          <p14:tracePt t="382094" x="4521200" y="4692650"/>
          <p14:tracePt t="382112" x="4540250" y="4749800"/>
          <p14:tracePt t="382128" x="4540250" y="4768850"/>
          <p14:tracePt t="382144" x="4552950" y="4794250"/>
          <p14:tracePt t="382161" x="4559300" y="4819650"/>
          <p14:tracePt t="382178" x="4572000" y="4845050"/>
          <p14:tracePt t="382194" x="4578350" y="4857750"/>
          <p14:tracePt t="383047" x="4578350" y="4794250"/>
          <p14:tracePt t="383061" x="4559300" y="4679950"/>
          <p14:tracePt t="383067" x="4521200" y="4533900"/>
          <p14:tracePt t="383082" x="4489450" y="4406900"/>
          <p14:tracePt t="383091" x="4470400" y="4229100"/>
          <p14:tracePt t="383108" x="4425950" y="4025900"/>
          <p14:tracePt t="383124" x="4356100" y="3581400"/>
          <p14:tracePt t="383141" x="4298950" y="3232150"/>
          <p14:tracePt t="383158" x="4273550" y="3117850"/>
          <p14:tracePt t="383175" x="4248150" y="2959100"/>
          <p14:tracePt t="383191" x="4241800" y="2876550"/>
          <p14:tracePt t="383209" x="4241800" y="2838450"/>
          <p14:tracePt t="383224" x="4241800" y="2832100"/>
          <p14:tracePt t="383241" x="4235450" y="2825750"/>
          <p14:tracePt t="383258" x="4235450" y="2819400"/>
          <p14:tracePt t="383349" x="4235450" y="2813050"/>
          <p14:tracePt t="383363" x="4235450" y="2806700"/>
          <p14:tracePt t="383370" x="4216400" y="2774950"/>
          <p14:tracePt t="383384" x="4191000" y="2730500"/>
          <p14:tracePt t="383392" x="4152900" y="2660650"/>
          <p14:tracePt t="383407" x="4108450" y="2552700"/>
          <p14:tracePt t="383423" x="3937000" y="2197100"/>
          <p14:tracePt t="383440" x="3702050" y="1676400"/>
          <p14:tracePt t="383456" x="3575050" y="1428750"/>
          <p14:tracePt t="383473" x="3333750" y="958850"/>
          <p14:tracePt t="383490" x="3155950" y="654050"/>
          <p14:tracePt t="383506" x="3092450" y="558800"/>
          <p14:tracePt t="383524" x="3022600" y="476250"/>
          <p14:tracePt t="383539" x="2876550" y="311150"/>
          <p14:tracePt t="383556" x="2832100" y="273050"/>
          <p14:tracePt t="383573" x="2806700" y="254000"/>
          <p14:tracePt t="383589" x="2768600" y="222250"/>
          <p14:tracePt t="383606" x="2743200" y="215900"/>
          <p14:tracePt t="383623" x="2736850" y="215900"/>
          <p14:tracePt t="383639" x="2705100" y="215900"/>
          <p14:tracePt t="383656" x="2660650" y="222250"/>
          <p14:tracePt t="383673" x="2622550" y="234950"/>
          <p14:tracePt t="383689" x="2584450" y="241300"/>
          <p14:tracePt t="383707" x="2482850" y="266700"/>
          <p14:tracePt t="383722" x="2381250" y="285750"/>
          <p14:tracePt t="383739" x="2324100" y="292100"/>
          <p14:tracePt t="383756" x="2228850" y="330200"/>
          <p14:tracePt t="383772" x="2089150" y="400050"/>
          <p14:tracePt t="383789" x="2019300" y="438150"/>
          <p14:tracePt t="383806" x="1873250" y="520700"/>
          <p14:tracePt t="383822" x="1758950" y="596900"/>
          <p14:tracePt t="383838" x="1708150" y="635000"/>
          <p14:tracePt t="383855" x="1638300" y="711200"/>
          <p14:tracePt t="383872" x="1612900" y="742950"/>
          <p14:tracePt t="383889" x="1581150" y="806450"/>
          <p14:tracePt t="383905" x="1562100" y="869950"/>
          <p14:tracePt t="383922" x="1549400" y="908050"/>
          <p14:tracePt t="383939" x="1549400" y="977900"/>
          <p14:tracePt t="383955" x="1555750" y="1047750"/>
          <p14:tracePt t="383971" x="1555750" y="1073150"/>
          <p14:tracePt t="383989" x="1581150" y="1117600"/>
          <p14:tracePt t="384005" x="1619250" y="1149350"/>
          <p14:tracePt t="384021" x="1631950" y="1174750"/>
          <p14:tracePt t="384038" x="1682750" y="1212850"/>
          <p14:tracePt t="384055" x="1771650" y="1263650"/>
          <p14:tracePt t="384071" x="1828800" y="1282700"/>
          <p14:tracePt t="384087" x="1987550" y="1333500"/>
          <p14:tracePt t="384104" x="2159000" y="1365250"/>
          <p14:tracePt t="384123" x="2349500" y="1358900"/>
          <p14:tracePt t="384138" x="2476500" y="1346200"/>
          <p14:tracePt t="384154" x="2590800" y="1327150"/>
          <p14:tracePt t="384171" x="2990850" y="1263650"/>
          <p14:tracePt t="384187" x="3117850" y="1238250"/>
          <p14:tracePt t="384205" x="3244850" y="1206500"/>
          <p14:tracePt t="384221" x="3441700" y="1155700"/>
          <p14:tracePt t="384237" x="3575050" y="1130300"/>
          <p14:tracePt t="384255" x="3625850" y="1117600"/>
          <p14:tracePt t="384271" x="3708400" y="1104900"/>
          <p14:tracePt t="384287" x="3746500" y="1104900"/>
          <p14:tracePt t="384305" x="3765550" y="1104900"/>
          <p14:tracePt t="384321" x="3771900" y="1104900"/>
          <p14:tracePt t="384337" x="3778250" y="1104900"/>
          <p14:tracePt t="384370" x="3784600" y="1104900"/>
          <p14:tracePt t="384536" x="3778250" y="1104900"/>
          <p14:tracePt t="384578" x="3771900" y="1104900"/>
          <p14:tracePt t="385107" x="3771900" y="1123950"/>
          <p14:tracePt t="385114" x="3771900" y="1155700"/>
          <p14:tracePt t="385128" x="3771900" y="1193800"/>
          <p14:tracePt t="385137" x="3771900" y="1231900"/>
          <p14:tracePt t="385150" x="3790950" y="1289050"/>
          <p14:tracePt t="385167" x="3816350" y="1346200"/>
          <p14:tracePt t="385185" x="3937000" y="1549400"/>
          <p14:tracePt t="385200" x="4000500" y="1644650"/>
          <p14:tracePt t="385217" x="4076700" y="1771650"/>
          <p14:tracePt t="385234" x="4260850" y="2057400"/>
          <p14:tracePt t="385250" x="4470400" y="2406650"/>
          <p14:tracePt t="385267" x="4591050" y="2571750"/>
          <p14:tracePt t="385283" x="4794250" y="2882900"/>
          <p14:tracePt t="385300" x="4921250" y="3060700"/>
          <p14:tracePt t="385318" x="5029200" y="3168650"/>
          <p14:tracePt t="385334" x="5073650" y="3200400"/>
          <p14:tracePt t="385350" x="5162550" y="3257550"/>
          <p14:tracePt t="385368" x="5257800" y="3276600"/>
          <p14:tracePt t="385384" x="5283200" y="3276600"/>
          <p14:tracePt t="385400" x="5334000" y="3276600"/>
          <p14:tracePt t="385417" x="5384800" y="3276600"/>
          <p14:tracePt t="385433" x="5403850" y="3263900"/>
          <p14:tracePt t="385450" x="5416550" y="3251200"/>
          <p14:tracePt t="385466" x="5467350" y="3238500"/>
          <p14:tracePt t="385483" x="5480050" y="3232150"/>
          <p14:tracePt t="385500" x="5486400" y="3232150"/>
          <p14:tracePt t="385516" x="5505450" y="3225800"/>
          <p14:tracePt t="385533" x="5518150" y="3225800"/>
          <p14:tracePt t="385550" x="5543550" y="3219450"/>
          <p14:tracePt t="385566" x="5549900" y="3219450"/>
          <p14:tracePt t="385583" x="5581650" y="3200400"/>
          <p14:tracePt t="385599" x="5594350" y="3194050"/>
          <p14:tracePt t="385616" x="5619750" y="3181350"/>
          <p14:tracePt t="385633" x="5632450" y="3168650"/>
          <p14:tracePt t="385649" x="5645150" y="3162300"/>
          <p14:tracePt t="385666" x="5651500" y="3155950"/>
          <p14:tracePt t="385683" x="5657850" y="3149600"/>
          <p14:tracePt t="385715" x="5657850" y="3136900"/>
          <p14:tracePt t="385733" x="5645150" y="3111500"/>
          <p14:tracePt t="385749" x="5626100" y="3067050"/>
          <p14:tracePt t="386017" x="5568950" y="3016250"/>
          <p14:tracePt t="386032" x="5486400" y="2927350"/>
          <p14:tracePt t="386038" x="5391150" y="2844800"/>
          <p14:tracePt t="386052" x="5295900" y="2768600"/>
          <p14:tracePt t="386064" x="5187950" y="2686050"/>
          <p14:tracePt t="386081" x="4997450" y="2533650"/>
          <p14:tracePt t="386097" x="4914900" y="2482850"/>
          <p14:tracePt t="386114" x="4724400" y="2355850"/>
          <p14:tracePt t="386131" x="4584700" y="2292350"/>
          <p14:tracePt t="386147" x="4521200" y="2260600"/>
          <p14:tracePt t="386164" x="4432300" y="2216150"/>
          <p14:tracePt t="386181" x="4381500" y="2190750"/>
          <p14:tracePt t="386197" x="4375150" y="2190750"/>
          <p14:tracePt t="386214" x="4362450" y="2184400"/>
          <p14:tracePt t="386230" x="4356100" y="2184400"/>
          <p14:tracePt t="386264" x="4375150" y="2178050"/>
          <p14:tracePt t="386280" x="4394200" y="2178050"/>
          <p14:tracePt t="386297" x="4457700" y="2184400"/>
          <p14:tracePt t="386313" x="4597400" y="2216150"/>
          <p14:tracePt t="386330" x="4679950" y="2235200"/>
          <p14:tracePt t="386347" x="4908550" y="2273300"/>
          <p14:tracePt t="386363" x="5251450" y="2349500"/>
          <p14:tracePt t="386380" x="5448300" y="2374900"/>
          <p14:tracePt t="386397" x="5873750" y="2457450"/>
          <p14:tracePt t="386414" x="6235700" y="2546350"/>
          <p14:tracePt t="386430" x="6394450" y="2609850"/>
          <p14:tracePt t="386446" x="6667500" y="2679700"/>
          <p14:tracePt t="386463" x="6781800" y="2698750"/>
          <p14:tracePt t="386480" x="6972300" y="2711450"/>
          <p14:tracePt t="386496" x="7080250" y="2724150"/>
          <p14:tracePt t="386513" x="7105650" y="2724150"/>
          <p14:tracePt t="386530" x="7162800" y="2724150"/>
          <p14:tracePt t="386546" x="7175500" y="2724150"/>
          <p14:tracePt t="386562" x="7181850" y="2724150"/>
          <p14:tracePt t="386580" x="7188200" y="2724150"/>
          <p14:tracePt t="386596" x="7194550" y="2724150"/>
          <p14:tracePt t="386612" x="7200900" y="2724150"/>
          <p14:tracePt t="386984" x="7245350" y="2724150"/>
          <p14:tracePt t="386992" x="7321550" y="2717800"/>
          <p14:tracePt t="387005" x="7397750" y="2705100"/>
          <p14:tracePt t="387014" x="7512050" y="2686050"/>
          <p14:tracePt t="387028" x="7632700" y="2654300"/>
          <p14:tracePt t="387044" x="7810500" y="2616200"/>
          <p14:tracePt t="387061" x="7893050" y="2597150"/>
          <p14:tracePt t="387077" x="8013700" y="2565400"/>
          <p14:tracePt t="387094" x="8039100" y="2559050"/>
          <p14:tracePt t="387111" x="8115300" y="2520950"/>
          <p14:tracePt t="387128" x="8134350" y="2514600"/>
          <p14:tracePt t="387144" x="8147050" y="2508250"/>
          <p14:tracePt t="387161" x="8178800" y="2501900"/>
          <p14:tracePt t="387177" x="8197850" y="2489200"/>
          <p14:tracePt t="387194" x="8210550" y="2476500"/>
          <p14:tracePt t="387210" x="8229600" y="2457450"/>
          <p14:tracePt t="387227" x="8248650" y="2451100"/>
          <p14:tracePt t="387260" x="8261350" y="2438400"/>
          <p14:tracePt t="387277" x="8267700" y="2438400"/>
          <p14:tracePt t="387315" x="8267700" y="2432050"/>
          <p14:tracePt t="387434" x="8274050" y="2425700"/>
          <p14:tracePt t="387462" x="8280400" y="2419350"/>
          <p14:tracePt t="387469" x="8286750" y="2419350"/>
          <p14:tracePt t="387483" x="8293100" y="2413000"/>
          <p14:tracePt t="387498" x="8293100" y="2406650"/>
          <p14:tracePt t="387513" x="8299450" y="2400300"/>
          <p14:tracePt t="387526" x="8312150" y="2387600"/>
          <p14:tracePt t="387546" x="8324850" y="2374900"/>
          <p14:tracePt t="387559" x="8331200" y="2362200"/>
          <p14:tracePt t="387576" x="8350250" y="2349500"/>
          <p14:tracePt t="387593" x="8369300" y="2317750"/>
          <p14:tracePt t="387610" x="8375650" y="2311400"/>
          <p14:tracePt t="387625" x="8382000" y="2305050"/>
          <p14:tracePt t="387642" x="8382000" y="2298700"/>
          <p14:tracePt t="387675" x="8388350" y="2292350"/>
          <p14:tracePt t="387695" x="8394700" y="2292350"/>
          <p14:tracePt t="387981" x="8382000" y="2292350"/>
          <p14:tracePt t="388009" x="8375650" y="2292350"/>
          <p14:tracePt t="388017" x="8369300" y="2292350"/>
          <p14:tracePt t="388031" x="8362950" y="2298700"/>
          <p14:tracePt t="388040" x="8350250" y="2305050"/>
          <p14:tracePt t="388057" x="8331200" y="2311400"/>
          <p14:tracePt t="388074" x="8255000" y="2349500"/>
          <p14:tracePt t="388091" x="8089900" y="2476500"/>
          <p14:tracePt t="388108" x="7981950" y="2565400"/>
          <p14:tracePt t="388124" x="7632700" y="2825750"/>
          <p14:tracePt t="388140" x="7213600" y="3130550"/>
          <p14:tracePt t="388158" x="6807200" y="3460750"/>
          <p14:tracePt t="388174" x="6591300" y="3625850"/>
          <p14:tracePt t="388190" x="6261100" y="3898900"/>
          <p14:tracePt t="388207" x="6032500" y="4083050"/>
          <p14:tracePt t="388224" x="5949950" y="4159250"/>
          <p14:tracePt t="388240" x="5880100" y="4203700"/>
          <p14:tracePt t="388981" x="5854700" y="4248150"/>
          <p14:tracePt t="388989" x="5822950" y="4305300"/>
          <p14:tracePt t="389002" x="5797550" y="4349750"/>
          <p14:tracePt t="389008" x="5772150" y="4387850"/>
          <p14:tracePt t="389024" x="5746750" y="4432300"/>
          <p14:tracePt t="389037" x="5715000" y="4483100"/>
          <p14:tracePt t="389055" x="5664200" y="4584700"/>
          <p14:tracePt t="389071" x="5645150" y="4629150"/>
          <p14:tracePt t="389087" x="5607050" y="4724400"/>
          <p14:tracePt t="389103" x="5581650" y="4838700"/>
          <p14:tracePt t="389121" x="5543550" y="4946650"/>
          <p14:tracePt t="389137" x="5537200" y="4972050"/>
          <p14:tracePt t="389154" x="5518150" y="5035550"/>
          <p14:tracePt t="389171" x="5492750" y="5067300"/>
          <p14:tracePt t="389186" x="5480050" y="5092700"/>
          <p14:tracePt t="389204" x="5461000" y="5118100"/>
          <p14:tracePt t="389221" x="5435600" y="5149850"/>
          <p14:tracePt t="389237" x="5429250" y="5156200"/>
          <p14:tracePt t="389253" x="5416550" y="5168900"/>
          <p14:tracePt t="389270" x="5410200" y="5181600"/>
          <p14:tracePt t="389286" x="5410200" y="5187950"/>
          <p14:tracePt t="389304" x="5410200" y="5194300"/>
          <p14:tracePt t="391611" x="5397500" y="5194300"/>
          <p14:tracePt t="391618" x="5378450" y="5175250"/>
          <p14:tracePt t="391632" x="5346700" y="5143500"/>
          <p14:tracePt t="391645" x="5295900" y="5111750"/>
          <p14:tracePt t="391662" x="5207000" y="5029200"/>
          <p14:tracePt t="391678" x="5156200" y="4978400"/>
          <p14:tracePt t="391695" x="5041900" y="4857750"/>
          <p14:tracePt t="391711" x="4908550" y="4705350"/>
          <p14:tracePt t="391728" x="4845050" y="4622800"/>
          <p14:tracePt t="391745" x="4711700" y="4470400"/>
          <p14:tracePt t="391762" x="4552950" y="4305300"/>
          <p14:tracePt t="391778" x="4483100" y="4216400"/>
          <p14:tracePt t="391794" x="4324350" y="4038600"/>
          <p14:tracePt t="391811" x="4171950" y="3835400"/>
          <p14:tracePt t="391829" x="4102100" y="3740150"/>
          <p14:tracePt t="391844" x="3956050" y="3562350"/>
          <p14:tracePt t="391861" x="3841750" y="3435350"/>
          <p14:tracePt t="391878" x="3784600" y="3365500"/>
          <p14:tracePt t="391894" x="3771900" y="3346450"/>
          <p14:tracePt t="391911" x="3759200" y="3333750"/>
          <p14:tracePt t="391928" x="3740150" y="3308350"/>
          <p14:tracePt t="391944" x="3733800" y="3308350"/>
          <p14:tracePt t="391991" x="3733800" y="3333750"/>
          <p14:tracePt t="391998" x="3740150" y="3340100"/>
          <p14:tracePt t="392013" x="3752850" y="3346450"/>
          <p14:tracePt t="392027" x="3797300" y="3333750"/>
          <p14:tracePt t="392043" x="3822700" y="3333750"/>
          <p14:tracePt t="392353" x="3848100" y="3390900"/>
          <p14:tracePt t="392360" x="3873500" y="3460750"/>
          <p14:tracePt t="392374" x="3917950" y="3536950"/>
          <p14:tracePt t="392381" x="3956050" y="3619500"/>
          <p14:tracePt t="392395" x="3994150" y="3689350"/>
          <p14:tracePt t="392410" x="4064000" y="3848100"/>
          <p14:tracePt t="392425" x="4121150" y="3956050"/>
          <p14:tracePt t="392442" x="4152900" y="4044950"/>
          <p14:tracePt t="392459" x="4191000" y="4191000"/>
          <p14:tracePt t="392475" x="4235450" y="4343400"/>
          <p14:tracePt t="392492" x="4267200" y="4406900"/>
          <p14:tracePt t="392508" x="4324350" y="4521200"/>
          <p14:tracePt t="392525" x="4362450" y="4629150"/>
          <p14:tracePt t="392543" x="4387850" y="4730750"/>
          <p14:tracePt t="392558" x="4406900" y="4781550"/>
          <p14:tracePt t="392575" x="4432300" y="4845050"/>
          <p14:tracePt t="392592" x="4451350" y="4883150"/>
          <p14:tracePt t="392609" x="4451350" y="4889500"/>
          <p14:tracePt t="392625" x="4457700" y="4895850"/>
          <p14:tracePt t="392642" x="4457700" y="4914900"/>
          <p14:tracePt t="392658" x="4457700" y="4921250"/>
          <p14:tracePt t="392675" x="4464050" y="4933950"/>
          <p14:tracePt t="392691" x="4476750" y="4997450"/>
          <p14:tracePt t="392708" x="4489450" y="5016500"/>
          <p14:tracePt t="392726" x="4495800" y="5054600"/>
          <p14:tracePt t="392741" x="4508500" y="5092700"/>
          <p14:tracePt t="392758" x="4508500" y="5105400"/>
          <p14:tracePt t="395191" x="4502150" y="5111750"/>
          <p14:tracePt t="395197" x="4489450" y="5118100"/>
          <p14:tracePt t="395212" x="4470400" y="5130800"/>
          <p14:tracePt t="395220" x="4457700" y="5143500"/>
          <p14:tracePt t="395235" x="4445000" y="5162550"/>
          <p14:tracePt t="395249" x="4419600" y="5194300"/>
          <p14:tracePt t="395266" x="4394200" y="5238750"/>
          <p14:tracePt t="395283" x="4368800" y="5270500"/>
          <p14:tracePt t="395299" x="4356100" y="5289550"/>
          <p14:tracePt t="395316" x="4343400" y="5321300"/>
          <p14:tracePt t="395332" x="4330700" y="5353050"/>
          <p14:tracePt t="395349" x="4330700" y="5365750"/>
          <p14:tracePt t="395366" x="4330700" y="5391150"/>
          <p14:tracePt t="395382" x="4330700" y="5410200"/>
          <p14:tracePt t="395399" x="4330700" y="5416550"/>
          <p14:tracePt t="395416" x="4337050" y="5416550"/>
          <p14:tracePt t="395431" x="4349750" y="5422900"/>
          <p14:tracePt t="395449" x="4356100" y="5429250"/>
          <p14:tracePt t="395465" x="4368800" y="5435600"/>
          <p14:tracePt t="395482" x="4387850" y="5448300"/>
          <p14:tracePt t="395498" x="4406900" y="5448300"/>
          <p14:tracePt t="395515" x="4451350" y="5461000"/>
          <p14:tracePt t="395531" x="4476750" y="5467350"/>
          <p14:tracePt t="395549" x="4559300" y="5473700"/>
          <p14:tracePt t="395565" x="4584700" y="5473700"/>
          <p14:tracePt t="395581" x="4616450" y="5473700"/>
          <p14:tracePt t="395599" x="4679950" y="5473700"/>
          <p14:tracePt t="395615" x="4730750" y="5473700"/>
          <p14:tracePt t="395631" x="4749800" y="5467350"/>
          <p14:tracePt t="395648" x="4775200" y="5461000"/>
          <p14:tracePt t="395665" x="4787900" y="5454650"/>
          <p14:tracePt t="395681" x="4794250" y="5454650"/>
          <p14:tracePt t="396174" x="4813300" y="5454650"/>
          <p14:tracePt t="396181" x="4851400" y="5461000"/>
          <p14:tracePt t="396196" x="4876800" y="5461000"/>
          <p14:tracePt t="396202" x="4908550" y="5480050"/>
          <p14:tracePt t="396216" x="4965700" y="5486400"/>
          <p14:tracePt t="396230" x="5003800" y="5499100"/>
          <p14:tracePt t="396246" x="5099050" y="5505450"/>
          <p14:tracePt t="396263" x="5149850" y="5511800"/>
          <p14:tracePt t="396280" x="5283200" y="5524500"/>
          <p14:tracePt t="396295" x="5410200" y="5524500"/>
          <p14:tracePt t="396312" x="5473700" y="5530850"/>
          <p14:tracePt t="396329" x="5600700" y="5543550"/>
          <p14:tracePt t="396345" x="5657850" y="5562600"/>
          <p14:tracePt t="396362" x="5765800" y="5575300"/>
          <p14:tracePt t="396379" x="5867400" y="5588000"/>
          <p14:tracePt t="396395" x="5899150" y="5588000"/>
          <p14:tracePt t="396412" x="5956300" y="5594350"/>
          <p14:tracePt t="396428" x="5988050" y="5600700"/>
          <p14:tracePt t="396445" x="6013450" y="5600700"/>
          <p14:tracePt t="396464" x="6064250" y="5600700"/>
          <p14:tracePt t="396478" x="6083300" y="5607050"/>
          <p14:tracePt t="396495" x="6102350" y="5613400"/>
          <p14:tracePt t="396511" x="6140450" y="5626100"/>
          <p14:tracePt t="396528" x="6178550" y="5651500"/>
          <p14:tracePt t="396545" x="6191250" y="5657850"/>
          <p14:tracePt t="396561" x="6229350" y="5670550"/>
          <p14:tracePt t="396578" x="6248400" y="5683250"/>
          <p14:tracePt t="396595" x="6261100" y="5689600"/>
          <p14:tracePt t="396627" x="6267450" y="5689600"/>
          <p14:tracePt t="396665" x="6273800" y="5689600"/>
          <p14:tracePt t="396806" x="6267450" y="5683250"/>
          <p14:tracePt t="396813" x="6261100" y="5676900"/>
          <p14:tracePt t="396828" x="6254750" y="5676900"/>
          <p14:tracePt t="396834" x="6242050" y="5670550"/>
          <p14:tracePt t="396848" x="6216650" y="5657850"/>
          <p14:tracePt t="396860" x="6178550" y="5638800"/>
          <p14:tracePt t="396877" x="6064250" y="5581650"/>
          <p14:tracePt t="396894" x="5975350" y="5556250"/>
          <p14:tracePt t="396910" x="5734050" y="5480050"/>
          <p14:tracePt t="396926" x="5473700" y="5403850"/>
          <p14:tracePt t="396943" x="5327650" y="5365750"/>
          <p14:tracePt t="396960" x="5041900" y="5289550"/>
          <p14:tracePt t="396976" x="4806950" y="5226050"/>
          <p14:tracePt t="396993" x="4692650" y="5200650"/>
          <p14:tracePt t="397010" x="4578350" y="5194300"/>
          <p14:tracePt t="397027" x="4286250" y="5162550"/>
          <p14:tracePt t="397043" x="4191000" y="5168900"/>
          <p14:tracePt t="397060" x="4013200" y="5175250"/>
          <p14:tracePt t="397076" x="3924300" y="5175250"/>
          <p14:tracePt t="397094" x="3657600" y="5187950"/>
          <p14:tracePt t="397109" x="3568700" y="5187950"/>
          <p14:tracePt t="397126" x="3492500" y="5194300"/>
          <p14:tracePt t="397143" x="3346450" y="5207000"/>
          <p14:tracePt t="397159" x="3206750" y="5213350"/>
          <p14:tracePt t="397176" x="3143250" y="5232400"/>
          <p14:tracePt t="397192" x="3022600" y="5245100"/>
          <p14:tracePt t="397209" x="2921000" y="5251450"/>
          <p14:tracePt t="397226" x="2889250" y="5251450"/>
          <p14:tracePt t="397242" x="2832100" y="5251450"/>
          <p14:tracePt t="397259" x="2781300" y="5251450"/>
          <p14:tracePt t="397276" x="2717800" y="5257800"/>
          <p14:tracePt t="397292" x="2686050" y="5264150"/>
          <p14:tracePt t="397308" x="2590800" y="5276850"/>
          <p14:tracePt t="397326" x="2514600" y="5283200"/>
          <p14:tracePt t="397342" x="2457450" y="5302250"/>
          <p14:tracePt t="397359" x="2406650" y="5308600"/>
          <p14:tracePt t="397375" x="2247900" y="5308600"/>
          <p14:tracePt t="397392" x="2184400" y="5308600"/>
          <p14:tracePt t="397409" x="2108200" y="5308600"/>
          <p14:tracePt t="397425" x="1968500" y="5308600"/>
          <p14:tracePt t="397442" x="1822450" y="5295900"/>
          <p14:tracePt t="397459" x="1771650" y="5295900"/>
          <p14:tracePt t="397475" x="1670050" y="5295900"/>
          <p14:tracePt t="397491" x="1587500" y="5289550"/>
          <p14:tracePt t="397509" x="1511300" y="5283200"/>
          <p14:tracePt t="397525" x="1479550" y="5283200"/>
          <p14:tracePt t="397542" x="1422400" y="5276850"/>
          <p14:tracePt t="397558" x="1371600" y="5276850"/>
          <p14:tracePt t="397574" x="1358900" y="5276850"/>
          <p14:tracePt t="397591" x="1346200" y="5276850"/>
          <p14:tracePt t="397655" x="1358900" y="5276850"/>
          <p14:tracePt t="397670" x="1365250" y="5276850"/>
          <p14:tracePt t="397677" x="1371600" y="5276850"/>
          <p14:tracePt t="398794" x="1397000" y="5276850"/>
          <p14:tracePt t="398801" x="1428750" y="5289550"/>
          <p14:tracePt t="398815" x="1460500" y="5295900"/>
          <p14:tracePt t="398823" x="1492250" y="5314950"/>
          <p14:tracePt t="398837" x="1511300" y="5321300"/>
          <p14:tracePt t="398853" x="1562100" y="5346700"/>
          <p14:tracePt t="398870" x="1593850" y="5365750"/>
          <p14:tracePt t="398887" x="1657350" y="5384800"/>
          <p14:tracePt t="398903" x="1727200" y="5410200"/>
          <p14:tracePt t="398920" x="1771650" y="5429250"/>
          <p14:tracePt t="398936" x="1879600" y="5448300"/>
          <p14:tracePt t="398953" x="1955800" y="5454650"/>
          <p14:tracePt t="398970" x="2190750" y="5492750"/>
          <p14:tracePt t="398986" x="2292350" y="5505450"/>
          <p14:tracePt t="399003" x="2406650" y="5518150"/>
          <p14:tracePt t="399020" x="2647950" y="5518150"/>
          <p14:tracePt t="399036" x="2946400" y="5499100"/>
          <p14:tracePt t="399053" x="3155950" y="5441950"/>
          <p14:tracePt t="399069" x="3606800" y="5264150"/>
          <p14:tracePt t="399086" x="4171950" y="4895850"/>
          <p14:tracePt t="399102" x="4495800" y="4591050"/>
          <p14:tracePt t="399119" x="5099050" y="4006850"/>
          <p14:tracePt t="399136" x="5562600" y="3594100"/>
          <p14:tracePt t="399153" x="5873750" y="3327400"/>
          <p14:tracePt t="399169" x="5988050" y="3238500"/>
          <p14:tracePt t="399185" x="6165850" y="3079750"/>
          <p14:tracePt t="399203" x="6248400" y="2997200"/>
          <p14:tracePt t="399218" x="6261100" y="2965450"/>
          <p14:tracePt t="399235" x="6267450" y="2952750"/>
          <p14:tracePt t="399252" x="6273800" y="2889250"/>
          <p14:tracePt t="399269" x="6254750" y="2838450"/>
          <p14:tracePt t="399286" x="6229350" y="2781300"/>
          <p14:tracePt t="399302" x="6191250" y="2698750"/>
          <p14:tracePt t="399618" x="6178550" y="2711450"/>
          <p14:tracePt t="399625" x="6153150" y="2743200"/>
          <p14:tracePt t="399634" x="6140450" y="2774950"/>
          <p14:tracePt t="399650" x="6127750" y="2806700"/>
          <p14:tracePt t="399668" x="6115050" y="2825750"/>
          <p14:tracePt t="399684" x="6096000" y="2870200"/>
          <p14:tracePt t="399700" x="6070600" y="2914650"/>
          <p14:tracePt t="399717" x="6051550" y="2946400"/>
          <p14:tracePt t="399734" x="6045200" y="2959100"/>
          <p14:tracePt t="399750" x="6045200" y="2984500"/>
          <p14:tracePt t="399767" x="6045200" y="2990850"/>
          <p14:tracePt t="399801" x="6045200" y="2997200"/>
          <p14:tracePt t="399816" x="6045200" y="3003550"/>
          <p14:tracePt t="399833" x="6057900" y="3009900"/>
          <p14:tracePt t="399851" x="6070600" y="3022600"/>
          <p14:tracePt t="399866" x="6102350" y="3035300"/>
          <p14:tracePt t="399883" x="6121400" y="3048000"/>
          <p14:tracePt t="399900" x="6172200" y="3060700"/>
          <p14:tracePt t="399916" x="6223000" y="3086100"/>
          <p14:tracePt t="399933" x="6254750" y="3092450"/>
          <p14:tracePt t="399950" x="6337300" y="3105150"/>
          <p14:tracePt t="399966" x="6369050" y="3117850"/>
          <p14:tracePt t="399983" x="6432550" y="3117850"/>
          <p14:tracePt t="399999" x="6457950" y="3117850"/>
          <p14:tracePt t="400016" x="6477000" y="3117850"/>
          <p14:tracePt t="400033" x="6502400" y="3117850"/>
          <p14:tracePt t="400049" x="6515100" y="3111500"/>
          <p14:tracePt t="400082" x="6521450" y="3105150"/>
          <p14:tracePt t="400099" x="6540500" y="3092450"/>
          <p14:tracePt t="400116" x="6546850" y="3092450"/>
          <p14:tracePt t="400132" x="6559550" y="3079750"/>
          <p14:tracePt t="400149" x="6565900" y="3073400"/>
          <p14:tracePt t="400166" x="6578600" y="3067050"/>
          <p14:tracePt t="400182" x="6597650" y="3060700"/>
          <p14:tracePt t="400198" x="6610350" y="3048000"/>
          <p14:tracePt t="400216" x="6629400" y="3035300"/>
          <p14:tracePt t="400232" x="6642100" y="3022600"/>
          <p14:tracePt t="400249" x="6654800" y="3016250"/>
          <p14:tracePt t="400265" x="6699250" y="2990850"/>
          <p14:tracePt t="400282" x="6711950" y="2984500"/>
          <p14:tracePt t="400298" x="6724650" y="2971800"/>
          <p14:tracePt t="400315" x="6743700" y="2952750"/>
          <p14:tracePt t="400331" x="6762750" y="2940050"/>
          <p14:tracePt t="400349" x="6775450" y="2933700"/>
          <p14:tracePt t="400365" x="6794500" y="2921000"/>
          <p14:tracePt t="400381" x="6800850" y="2908300"/>
          <p14:tracePt t="400399" x="6813550" y="2901950"/>
          <p14:tracePt t="400415" x="6819900" y="2901950"/>
          <p14:tracePt t="400431" x="6826250" y="2895600"/>
          <p14:tracePt t="400448" x="6832600" y="2895600"/>
          <p14:tracePt t="400481" x="6838950" y="2895600"/>
          <p14:tracePt t="400498" x="6838950" y="2889250"/>
          <p14:tracePt t="400518" x="6845300" y="2889250"/>
          <p14:tracePt t="400545" x="6851650" y="2882900"/>
          <p14:tracePt t="400566" x="6851650" y="2876550"/>
          <p14:tracePt t="400602" x="6858000" y="2870200"/>
          <p14:tracePt t="400756" x="6851650" y="2870200"/>
          <p14:tracePt t="400777" x="6845300" y="2870200"/>
          <p14:tracePt t="400819" x="6832600" y="2870200"/>
          <p14:tracePt t="400826" x="6832600" y="2876550"/>
          <p14:tracePt t="400841" x="6826250" y="2882900"/>
          <p14:tracePt t="400849" x="6819900" y="2882900"/>
          <p14:tracePt t="400863" x="6813550" y="2889250"/>
          <p14:tracePt t="400880" x="6794500" y="2901950"/>
          <p14:tracePt t="400897" x="6711950" y="2971800"/>
          <p14:tracePt t="400913" x="6661150" y="3016250"/>
          <p14:tracePt t="400930" x="6604000" y="3067050"/>
          <p14:tracePt t="400946" x="6483350" y="3181350"/>
          <p14:tracePt t="400963" x="6330950" y="3308350"/>
          <p14:tracePt t="400979" x="6248400" y="3365500"/>
          <p14:tracePt t="400996" x="6070600" y="3517900"/>
          <p14:tracePt t="401012" x="5892800" y="3632200"/>
          <p14:tracePt t="401029" x="5810250" y="3683000"/>
          <p14:tracePt t="401046" x="5600700" y="3784600"/>
          <p14:tracePt t="401062" x="5378450" y="3860800"/>
          <p14:tracePt t="401080" x="5181600" y="3911600"/>
          <p14:tracePt t="401095" x="5092700" y="3930650"/>
          <p14:tracePt t="401112" x="4876800" y="3981450"/>
          <p14:tracePt t="401129" x="4667250" y="4013200"/>
          <p14:tracePt t="401145" x="4565650" y="4025900"/>
          <p14:tracePt t="401162" x="4394200" y="4057650"/>
          <p14:tracePt t="401179" x="4254500" y="4064000"/>
          <p14:tracePt t="401195" x="4191000" y="4064000"/>
          <p14:tracePt t="401212" x="4070350" y="4051300"/>
          <p14:tracePt t="401228" x="3956050" y="4032250"/>
          <p14:tracePt t="401245" x="3924300" y="4025900"/>
          <p14:tracePt t="401262" x="3873500" y="4019550"/>
          <p14:tracePt t="401278" x="3841750" y="4019550"/>
          <p14:tracePt t="401295" x="3822700" y="4019550"/>
          <p14:tracePt t="401312" x="3816350" y="4019550"/>
          <p14:tracePt t="401328" x="3810000" y="4019550"/>
          <p14:tracePt t="401362" x="3822700" y="4019550"/>
          <p14:tracePt t="401378" x="3829050" y="4019550"/>
          <p14:tracePt t="401395" x="3848100" y="4019550"/>
          <p14:tracePt t="401411" x="3886200" y="4019550"/>
          <p14:tracePt t="401428" x="3905250" y="4019550"/>
          <p14:tracePt t="401445" x="3943350" y="4025900"/>
          <p14:tracePt t="401461" x="4006850" y="4032250"/>
          <p14:tracePt t="401477" x="4044950" y="4044950"/>
          <p14:tracePt t="401494" x="4140200" y="4057650"/>
          <p14:tracePt t="401511" x="4210050" y="4064000"/>
          <p14:tracePt t="401527" x="4229100" y="4076700"/>
          <p14:tracePt t="401544" x="4260850" y="4089400"/>
          <p14:tracePt t="401561" x="4273550" y="4095750"/>
          <p14:tracePt t="401578" x="4292600" y="4102100"/>
          <p14:tracePt t="401614" x="4286250" y="4108450"/>
          <p14:tracePt t="401628" x="4267200" y="4114800"/>
          <p14:tracePt t="401644" x="4229100" y="4121150"/>
          <p14:tracePt t="401660" x="4184650" y="4140200"/>
          <p14:tracePt t="401677" x="4076700" y="4165600"/>
          <p14:tracePt t="401694" x="3956050" y="4203700"/>
          <p14:tracePt t="401711" x="3898900" y="4229100"/>
          <p14:tracePt t="401727" x="3803650" y="4279900"/>
          <p14:tracePt t="401743" x="3721100" y="4330700"/>
          <p14:tracePt t="401761" x="3644900" y="4387850"/>
          <p14:tracePt t="401777" x="3619500" y="4425950"/>
          <p14:tracePt t="401793" x="3581400" y="4489450"/>
          <p14:tracePt t="401812" x="3556000" y="4527550"/>
          <p14:tracePt t="401827" x="3556000" y="4533900"/>
          <p14:tracePt t="401843" x="3556000" y="4540250"/>
          <p14:tracePt t="401860" x="3543300" y="4546600"/>
          <p14:tracePt t="402432" x="3562350" y="4540250"/>
          <p14:tracePt t="402446" x="3619500" y="4508500"/>
          <p14:tracePt t="402453" x="3663950" y="4483100"/>
          <p14:tracePt t="402467" x="3721100" y="4457700"/>
          <p14:tracePt t="402477" x="3790950" y="4438650"/>
          <p14:tracePt t="402490" x="3867150" y="4406900"/>
          <p14:tracePt t="402507" x="4025900" y="4343400"/>
          <p14:tracePt t="402524" x="4229100" y="4260850"/>
          <p14:tracePt t="402541" x="4343400" y="4210050"/>
          <p14:tracePt t="402558" x="4464050" y="4140200"/>
          <p14:tracePt t="402574" x="4686300" y="3962400"/>
          <p14:tracePt t="402591" x="4864100" y="3810000"/>
          <p14:tracePt t="402608" x="4997450" y="3708400"/>
          <p14:tracePt t="402624" x="5041900" y="3663950"/>
          <p14:tracePt t="402640" x="5092700" y="3594100"/>
          <p14:tracePt t="402657" x="5137150" y="3556000"/>
          <p14:tracePt t="402674" x="5143500" y="3536950"/>
          <p14:tracePt t="402690" x="5168900" y="3505200"/>
          <p14:tracePt t="402706" x="5175250" y="3486150"/>
          <p14:tracePt t="402723" x="5181600" y="3479800"/>
          <p14:tracePt t="402741" x="5181600" y="3473450"/>
          <p14:tracePt t="402776" x="5181600" y="3467100"/>
          <p14:tracePt t="402790" x="5168900" y="3454400"/>
          <p14:tracePt t="402806" x="5086350" y="3429000"/>
          <p14:tracePt t="402823" x="5016500" y="3409950"/>
          <p14:tracePt t="402840" x="4832350" y="3352800"/>
          <p14:tracePt t="402856" x="4565650" y="3295650"/>
          <p14:tracePt t="402873" x="4419600" y="3276600"/>
          <p14:tracePt t="402890" x="4032250" y="3238500"/>
          <p14:tracePt t="402906" x="3841750" y="3225800"/>
          <p14:tracePt t="402924" x="3473450" y="3213100"/>
          <p14:tracePt t="402939" x="3162300" y="3175000"/>
          <p14:tracePt t="402956" x="2990850" y="3155950"/>
          <p14:tracePt t="402973" x="2717800" y="3098800"/>
          <p14:tracePt t="402989" x="2508250" y="3022600"/>
          <p14:tracePt t="403006" x="2419350" y="2997200"/>
          <p14:tracePt t="403022" x="2247900" y="2933700"/>
          <p14:tracePt t="403039" x="2076450" y="2870200"/>
          <p14:tracePt t="403055" x="1981200" y="2851150"/>
          <p14:tracePt t="403072" x="1860550" y="2806700"/>
          <p14:tracePt t="403089" x="1784350" y="2762250"/>
          <p14:tracePt t="403106" x="1733550" y="2730500"/>
          <p14:tracePt t="403122" x="1708150" y="2717800"/>
          <p14:tracePt t="403138" x="1644650" y="2686050"/>
          <p14:tracePt t="403156" x="1587500" y="2679700"/>
          <p14:tracePt t="403171" x="1562100" y="2667000"/>
          <p14:tracePt t="403188" x="1536700" y="2667000"/>
          <p14:tracePt t="403205" x="1466850" y="2667000"/>
          <p14:tracePt t="403221" x="1447800" y="2667000"/>
          <p14:tracePt t="403238" x="1435100" y="2667000"/>
          <p14:tracePt t="403254" x="1416050" y="2667000"/>
          <p14:tracePt t="403271" x="1403350" y="2686050"/>
          <p14:tracePt t="403289" x="1403350" y="2692400"/>
          <p14:tracePt t="403305" x="1416050" y="2692400"/>
          <p14:tracePt t="405153" x="1435100" y="2717800"/>
          <p14:tracePt t="405159" x="1466850" y="2768600"/>
          <p14:tracePt t="405174" x="1504950" y="2838450"/>
          <p14:tracePt t="405184" x="1543050" y="2895600"/>
          <p14:tracePt t="405198" x="1606550" y="2965450"/>
          <p14:tracePt t="405214" x="1670050" y="3060700"/>
          <p14:tracePt t="405232" x="1847850" y="3340100"/>
          <p14:tracePt t="405248" x="1911350" y="3448050"/>
          <p14:tracePt t="405264" x="1974850" y="3568700"/>
          <p14:tracePt t="405281" x="2139950" y="3867150"/>
          <p14:tracePt t="405298" x="2324100" y="4216400"/>
          <p14:tracePt t="405315" x="2501900" y="4584700"/>
          <p14:tracePt t="405331" x="2578100" y="4730750"/>
          <p14:tracePt t="405348" x="2647950" y="4927600"/>
          <p14:tracePt t="405364" x="2692400" y="5035550"/>
          <p14:tracePt t="405381" x="2711450" y="5092700"/>
          <p14:tracePt t="405397" x="2717800" y="5124450"/>
          <p14:tracePt t="405414" x="2724150" y="5137150"/>
          <p14:tracePt t="405483" x="2724150" y="5130800"/>
          <p14:tracePt t="405490" x="2724150" y="5111750"/>
          <p14:tracePt t="405505" x="2717800" y="5092700"/>
          <p14:tracePt t="405513" x="2717800" y="5060950"/>
          <p14:tracePt t="405530" x="2711450" y="5022850"/>
          <p14:tracePt t="405547" x="2698750" y="4965700"/>
          <p14:tracePt t="405564" x="2673350" y="4870450"/>
          <p14:tracePt t="405581" x="2660650" y="4800600"/>
          <p14:tracePt t="405597" x="2641600" y="4699000"/>
          <p14:tracePt t="405613" x="2641600" y="4667250"/>
          <p14:tracePt t="405630" x="2635250" y="4629150"/>
          <p14:tracePt t="405646" x="2622550" y="4591050"/>
          <p14:tracePt t="405663" x="2616200" y="4565650"/>
          <p14:tracePt t="405680" x="2609850" y="4483100"/>
          <p14:tracePt t="405696" x="2597150" y="4368800"/>
          <p14:tracePt t="405714" x="2597150" y="4279900"/>
          <p14:tracePt t="405730" x="2597150" y="4140200"/>
          <p14:tracePt t="405746" x="2584450" y="4032250"/>
          <p14:tracePt t="405763" x="2571750" y="3994150"/>
          <p14:tracePt t="405779" x="2565400" y="3962400"/>
          <p14:tracePt t="405796" x="2565400" y="3956050"/>
          <p14:tracePt t="406688" x="2597150" y="4000500"/>
          <p14:tracePt t="406695" x="2686050" y="4076700"/>
          <p14:tracePt t="406710" x="2768600" y="4159250"/>
          <p14:tracePt t="406716" x="2863850" y="4254500"/>
          <p14:tracePt t="406730" x="2990850" y="4362450"/>
          <p14:tracePt t="406743" x="3136900" y="4489450"/>
          <p14:tracePt t="406759" x="3505200" y="4762500"/>
          <p14:tracePt t="406775" x="3670300" y="4883150"/>
          <p14:tracePt t="406793" x="3848100" y="5010150"/>
          <p14:tracePt t="406809" x="4159250" y="5200650"/>
          <p14:tracePt t="406826" x="4311650" y="5289550"/>
          <p14:tracePt t="406843" x="4533900" y="5384800"/>
          <p14:tracePt t="406859" x="4718050" y="5461000"/>
          <p14:tracePt t="406876" x="4775200" y="5473700"/>
          <p14:tracePt t="406893" x="4857750" y="5505450"/>
          <p14:tracePt t="406909" x="4870450" y="5511800"/>
          <p14:tracePt t="406925" x="4889500" y="5511800"/>
          <p14:tracePt t="406942" x="4895850" y="5511800"/>
          <p14:tracePt t="406958" x="4927600" y="5505450"/>
          <p14:tracePt t="406976" x="4965700" y="5511800"/>
          <p14:tracePt t="406992" x="4965700" y="55181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Using Inheritance to </a:t>
            </a:r>
            <a:br>
              <a:rPr lang="en-US" altLang="en-US" sz="4400" dirty="0">
                <a:latin typeface="Elephant" panose="02020904090505020303" pitchFamily="18" charset="0"/>
              </a:rPr>
            </a:br>
            <a:r>
              <a:rPr lang="en-US" altLang="en-US" sz="4400" dirty="0">
                <a:latin typeface="Elephant" panose="02020904090505020303" pitchFamily="18" charset="0"/>
              </a:rPr>
              <a:t>Create New Classes</a:t>
            </a:r>
          </a:p>
        </p:txBody>
      </p:sp>
      <p:sp>
        <p:nvSpPr>
          <p:cNvPr id="21506" name="Rectangle 1027"/>
          <p:cNvSpPr>
            <a:spLocks noGrp="1" noChangeArrowheads="1"/>
          </p:cNvSpPr>
          <p:nvPr>
            <p:ph idx="1"/>
          </p:nvPr>
        </p:nvSpPr>
        <p:spPr>
          <a:xfrm>
            <a:off x="274320" y="1447800"/>
            <a:ext cx="8793480" cy="5410200"/>
          </a:xfrm>
        </p:spPr>
        <p:txBody>
          <a:bodyPr/>
          <a:lstStyle/>
          <a:p>
            <a:pPr eaLnBrk="1" hangingPunct="1">
              <a:lnSpc>
                <a:spcPct val="92000"/>
              </a:lnSpc>
            </a:pPr>
            <a:r>
              <a:rPr lang="en-US" altLang="en-US" sz="3200" b="1" dirty="0">
                <a:solidFill>
                  <a:srgbClr val="00B0F0"/>
                </a:solidFill>
              </a:rPr>
              <a:t>Inheritance</a:t>
            </a:r>
            <a:r>
              <a:rPr lang="en-US" altLang="en-US" sz="3200" dirty="0"/>
              <a:t> allows a new class to be </a:t>
            </a:r>
            <a:r>
              <a:rPr lang="en-US" altLang="en-US" sz="3200" dirty="0">
                <a:solidFill>
                  <a:srgbClr val="006600"/>
                </a:solidFill>
              </a:rPr>
              <a:t>based</a:t>
            </a:r>
            <a:r>
              <a:rPr lang="en-US" altLang="en-US" sz="3200" dirty="0"/>
              <a:t> on an existing one, automatically getting (</a:t>
            </a:r>
            <a:r>
              <a:rPr lang="en-US" altLang="en-US" sz="3200" dirty="0" err="1"/>
              <a:t>ie</a:t>
            </a:r>
            <a:r>
              <a:rPr lang="en-US" altLang="en-US" sz="3200" dirty="0"/>
              <a:t>, </a:t>
            </a:r>
            <a:r>
              <a:rPr lang="en-US" altLang="en-US" sz="3200" dirty="0">
                <a:solidFill>
                  <a:srgbClr val="00B0F0"/>
                </a:solidFill>
              </a:rPr>
              <a:t>inheriting</a:t>
            </a:r>
            <a:r>
              <a:rPr lang="en-US" altLang="en-US" sz="3200" dirty="0"/>
              <a:t>) all of its methods and attributes.</a:t>
            </a:r>
          </a:p>
          <a:p>
            <a:pPr lvl="1" eaLnBrk="1" hangingPunct="1">
              <a:lnSpc>
                <a:spcPct val="92000"/>
              </a:lnSpc>
            </a:pPr>
            <a:r>
              <a:rPr lang="en-US" altLang="en-US" sz="3200" dirty="0"/>
              <a:t>The new class is the child, also called the </a:t>
            </a:r>
            <a:r>
              <a:rPr lang="en-US" altLang="en-US" sz="3200" b="1" dirty="0">
                <a:solidFill>
                  <a:srgbClr val="006600"/>
                </a:solidFill>
              </a:rPr>
              <a:t>derived</a:t>
            </a:r>
            <a:r>
              <a:rPr lang="en-US" altLang="en-US" sz="3200" b="1" dirty="0"/>
              <a:t> </a:t>
            </a:r>
            <a:r>
              <a:rPr lang="en-US" altLang="en-US" sz="3200" b="1" dirty="0">
                <a:solidFill>
                  <a:srgbClr val="006600"/>
                </a:solidFill>
              </a:rPr>
              <a:t>class</a:t>
            </a:r>
            <a:r>
              <a:rPr lang="en-US" altLang="en-US" sz="3200" dirty="0">
                <a:solidFill>
                  <a:schemeClr val="tx1"/>
                </a:solidFill>
              </a:rPr>
              <a:t>, or the subclass</a:t>
            </a:r>
            <a:r>
              <a:rPr lang="en-US" altLang="en-US" sz="3200" dirty="0"/>
              <a:t>.</a:t>
            </a:r>
          </a:p>
          <a:p>
            <a:pPr lvl="1" eaLnBrk="1" hangingPunct="1">
              <a:lnSpc>
                <a:spcPct val="92000"/>
              </a:lnSpc>
            </a:pPr>
            <a:r>
              <a:rPr lang="en-US" altLang="en-US" sz="3200" dirty="0"/>
              <a:t>The preexisting class is the parent, also called the </a:t>
            </a:r>
            <a:r>
              <a:rPr lang="en-US" altLang="en-US" sz="3200" b="1" dirty="0">
                <a:solidFill>
                  <a:srgbClr val="006600"/>
                </a:solidFill>
              </a:rPr>
              <a:t>base class</a:t>
            </a:r>
            <a:r>
              <a:rPr lang="en-US" altLang="en-US" sz="3200" dirty="0">
                <a:solidFill>
                  <a:schemeClr val="tx1"/>
                </a:solidFill>
              </a:rPr>
              <a:t>, or the superclass</a:t>
            </a:r>
            <a:r>
              <a:rPr lang="en-US" altLang="en-US" sz="3200" dirty="0"/>
              <a:t>.</a:t>
            </a:r>
          </a:p>
          <a:p>
            <a:pPr eaLnBrk="1" hangingPunct="1">
              <a:lnSpc>
                <a:spcPct val="92000"/>
              </a:lnSpc>
            </a:pPr>
            <a:r>
              <a:rPr lang="en-US" altLang="en-US" sz="3200" dirty="0">
                <a:solidFill>
                  <a:schemeClr val="tx1"/>
                </a:solidFill>
              </a:rPr>
              <a:t>Base class(</a:t>
            </a:r>
            <a:r>
              <a:rPr lang="en-US" altLang="en-US" sz="3200" dirty="0" err="1">
                <a:solidFill>
                  <a:schemeClr val="tx1"/>
                </a:solidFill>
              </a:rPr>
              <a:t>es</a:t>
            </a:r>
            <a:r>
              <a:rPr lang="en-US" altLang="en-US" sz="3200" dirty="0">
                <a:solidFill>
                  <a:schemeClr val="tx1"/>
                </a:solidFill>
              </a:rPr>
              <a:t>) are indicated by putting them in the top line of the derived class’s definition.</a:t>
            </a:r>
          </a:p>
          <a:p>
            <a:pPr lvl="1" eaLnBrk="1" hangingPunct="1">
              <a:lnSpc>
                <a:spcPct val="92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That is: in the place where the parameter list of a function would go in its definition.</a:t>
            </a:r>
          </a:p>
        </p:txBody>
      </p:sp>
    </p:spTree>
    <p:extLst>
      <p:ext uri="{BB962C8B-B14F-4D97-AF65-F5344CB8AC3E}">
        <p14:creationId xmlns:p14="http://schemas.microsoft.com/office/powerpoint/2010/main" val="302239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621"/>
    </mc:Choice>
    <mc:Fallback xmlns="">
      <p:transition spd="slow" advTm="65621"/>
    </mc:Fallback>
  </mc:AlternateContent>
  <p:extLst>
    <p:ext uri="{3A86A75C-4F4B-4683-9AE1-C65F6400EC91}">
      <p14:laserTraceLst xmlns:p14="http://schemas.microsoft.com/office/powerpoint/2010/main">
        <p14:tracePtLst>
          <p14:tracePt t="2269" x="4965700" y="5499100"/>
          <p14:tracePt t="2275" x="4965700" y="5448300"/>
          <p14:tracePt t="2289" x="4946650" y="5384800"/>
          <p14:tracePt t="2301" x="4927600" y="5302250"/>
          <p14:tracePt t="2318" x="4895850" y="5111750"/>
          <p14:tracePt t="2335" x="4876800" y="4984750"/>
          <p14:tracePt t="2352" x="4832350" y="4711700"/>
          <p14:tracePt t="2368" x="4762500" y="4438650"/>
          <p14:tracePt t="2385" x="4730750" y="4286250"/>
          <p14:tracePt t="2402" x="4654550" y="3956050"/>
          <p14:tracePt t="2418" x="4565650" y="3600450"/>
          <p14:tracePt t="2434" x="4527550" y="3422650"/>
          <p14:tracePt t="2437" x="4464050" y="3232150"/>
          <p14:tracePt t="2451" x="4406900" y="3048000"/>
          <p14:tracePt t="2467" x="4311650" y="2616200"/>
          <p14:tracePt t="2484" x="4241800" y="2432050"/>
          <p14:tracePt t="2501" x="4165600" y="2190750"/>
          <p14:tracePt t="2517" x="4108450" y="2070100"/>
          <p14:tracePt t="2534" x="4083050" y="2025650"/>
          <p14:tracePt t="2550" x="4064000" y="1981200"/>
          <p14:tracePt t="2567" x="4051300" y="1968500"/>
          <p14:tracePt t="2585" x="4019550" y="1936750"/>
          <p14:tracePt t="2601" x="4013200" y="1924050"/>
          <p14:tracePt t="2617" x="4000500" y="1917700"/>
          <p14:tracePt t="2634" x="3975100" y="1898650"/>
          <p14:tracePt t="2650" x="3937000" y="1866900"/>
          <p14:tracePt t="2667" x="3917950" y="1854200"/>
          <p14:tracePt t="2683" x="3873500" y="1835150"/>
          <p14:tracePt t="2700" x="3829050" y="1809750"/>
          <p14:tracePt t="2717" x="3790950" y="1803400"/>
          <p14:tracePt t="2733" x="3740150" y="1778000"/>
          <p14:tracePt t="2750" x="3689350" y="1752600"/>
          <p14:tracePt t="2767" x="3619500" y="1739900"/>
          <p14:tracePt t="2783" x="3587750" y="1739900"/>
          <p14:tracePt t="2800" x="3530600" y="1733550"/>
          <p14:tracePt t="2817" x="3460750" y="1739900"/>
          <p14:tracePt t="2833" x="3429000" y="1752600"/>
          <p14:tracePt t="2850" x="3397250" y="1778000"/>
          <p14:tracePt t="2867" x="3333750" y="1847850"/>
          <p14:tracePt t="2883" x="3314700" y="1866900"/>
          <p14:tracePt t="2900" x="3302000" y="1898650"/>
          <p14:tracePt t="2916" x="3295650" y="1930400"/>
          <p14:tracePt t="2933" x="3295650" y="1936750"/>
          <p14:tracePt t="2951" x="3327400" y="1962150"/>
          <p14:tracePt t="5949" x="3327400" y="2000250"/>
          <p14:tracePt t="5957" x="3327400" y="2025650"/>
          <p14:tracePt t="5970" x="3327400" y="2063750"/>
          <p14:tracePt t="5977" x="3340100" y="2108200"/>
          <p14:tracePt t="5992" x="3346450" y="2146300"/>
          <p14:tracePt t="6006" x="3352800" y="2216150"/>
          <p14:tracePt t="6022" x="3365500" y="2235200"/>
          <p14:tracePt t="6039" x="3371850" y="2254250"/>
          <p14:tracePt t="6055" x="3403600" y="2273300"/>
          <p14:tracePt t="6071" x="3416300" y="2279650"/>
          <p14:tracePt t="6089" x="3422650" y="2279650"/>
          <p14:tracePt t="6110" x="3435350" y="2279650"/>
          <p14:tracePt t="6121" x="3441700" y="2279650"/>
          <p14:tracePt t="6141" x="3454400" y="2279650"/>
          <p14:tracePt t="6155" x="3460750" y="2279650"/>
          <p14:tracePt t="15648" x="3454400" y="2279650"/>
          <p14:tracePt t="15654" x="3448050" y="2279650"/>
          <p14:tracePt t="15662" x="3441700" y="2286000"/>
          <p14:tracePt t="15671" x="3435350" y="2292350"/>
          <p14:tracePt t="15689" x="3435350" y="2298700"/>
          <p14:tracePt t="15711" x="3429000" y="2305050"/>
          <p14:tracePt t="15746" x="3422650" y="2317750"/>
          <p14:tracePt t="15760" x="3422650" y="2330450"/>
          <p14:tracePt t="15774" x="3422650" y="2336800"/>
          <p14:tracePt t="15781" x="3416300" y="2343150"/>
          <p14:tracePt t="15791" x="3416300" y="2349500"/>
          <p14:tracePt t="15804" x="3416300" y="2355850"/>
          <p14:tracePt t="15830" x="3416300" y="2362200"/>
          <p14:tracePt t="15879" x="3422650" y="2368550"/>
          <p14:tracePt t="15894" x="3429000" y="2374900"/>
          <p14:tracePt t="15901" x="3435350" y="2381250"/>
          <p14:tracePt t="15908" x="3441700" y="2387600"/>
          <p14:tracePt t="15922" x="3454400" y="2406650"/>
          <p14:tracePt t="15938" x="3473450" y="2432050"/>
          <p14:tracePt t="15955" x="3498850" y="2451100"/>
          <p14:tracePt t="15971" x="3543300" y="2489200"/>
          <p14:tracePt t="15987" x="3575050" y="2520950"/>
          <p14:tracePt t="16004" x="3613150" y="2540000"/>
          <p14:tracePt t="16021" x="3670300" y="2559050"/>
          <p14:tracePt t="16037" x="3714750" y="2559050"/>
          <p14:tracePt t="16055" x="3759200" y="2546350"/>
          <p14:tracePt t="16070" x="3797300" y="2533650"/>
          <p14:tracePt t="16087" x="3803650" y="2520950"/>
          <p14:tracePt t="16104" x="3810000" y="2520950"/>
          <p14:tracePt t="16140" x="3816350" y="2514600"/>
          <p14:tracePt t="16224" x="3822700" y="2514600"/>
          <p14:tracePt t="16231" x="3829050" y="2514600"/>
          <p14:tracePt t="16664" x="3822700" y="2527300"/>
          <p14:tracePt t="16671" x="3803650" y="2571750"/>
          <p14:tracePt t="16678" x="3790950" y="2603500"/>
          <p14:tracePt t="16687" x="3778250" y="2622550"/>
          <p14:tracePt t="16702" x="3740150" y="2667000"/>
          <p14:tracePt t="16718" x="3702050" y="2711450"/>
          <p14:tracePt t="16735" x="3657600" y="2768600"/>
          <p14:tracePt t="16752" x="3632200" y="2800350"/>
          <p14:tracePt t="16768" x="3606800" y="2838450"/>
          <p14:tracePt t="16785" x="3562350" y="2908300"/>
          <p14:tracePt t="16801" x="3530600" y="2971800"/>
          <p14:tracePt t="16819" x="3498850" y="3016250"/>
          <p14:tracePt t="16835" x="3467100" y="3086100"/>
          <p14:tracePt t="16851" x="3454400" y="3117850"/>
          <p14:tracePt t="16869" x="3441700" y="3143250"/>
          <p14:tracePt t="16885" x="3435350" y="3162300"/>
          <p14:tracePt t="16901" x="3429000" y="3181350"/>
          <p14:tracePt t="16918" x="3429000" y="3213100"/>
          <p14:tracePt t="16934" x="3429000" y="3251200"/>
          <p14:tracePt t="16951" x="3429000" y="3289300"/>
          <p14:tracePt t="16968" x="3429000" y="3352800"/>
          <p14:tracePt t="16984" x="3429000" y="3397250"/>
          <p14:tracePt t="17913" x="3441700" y="3403600"/>
          <p14:tracePt t="17920" x="3454400" y="3403600"/>
          <p14:tracePt t="17931" x="3454400" y="3409950"/>
          <p14:tracePt t="17947" x="3479800" y="3409950"/>
          <p14:tracePt t="17964" x="3536950" y="3416300"/>
          <p14:tracePt t="17981" x="3568700" y="3422650"/>
          <p14:tracePt t="17998" x="3613150" y="3429000"/>
          <p14:tracePt t="18014" x="3644900" y="3429000"/>
          <p14:tracePt t="18031" x="3676650" y="3435350"/>
          <p14:tracePt t="18047" x="3727450" y="3441700"/>
          <p14:tracePt t="18063" x="3759200" y="3448050"/>
          <p14:tracePt t="18081" x="3784600" y="3454400"/>
          <p14:tracePt t="18097" x="3816350" y="3460750"/>
          <p14:tracePt t="18113" x="3835400" y="3460750"/>
          <p14:tracePt t="18130" x="3854450" y="3460750"/>
          <p14:tracePt t="18147" x="3873500" y="3460750"/>
          <p14:tracePt t="18163" x="3879850" y="3467100"/>
          <p14:tracePt t="18181" x="3886200" y="3467100"/>
          <p14:tracePt t="18213" x="3892550" y="3473450"/>
          <p14:tracePt t="18279" x="3898900" y="3473450"/>
          <p14:tracePt t="18286" x="3905250" y="3473450"/>
          <p14:tracePt t="18875" x="3898900" y="3473450"/>
          <p14:tracePt t="18882" x="3898900" y="3479800"/>
          <p14:tracePt t="18931" x="3892550" y="3479800"/>
          <p14:tracePt t="18945" x="3886200" y="3486150"/>
          <p14:tracePt t="18951" x="3886200" y="3498850"/>
          <p14:tracePt t="18966" x="3879850" y="3511550"/>
          <p14:tracePt t="18977" x="3879850" y="3517900"/>
          <p14:tracePt t="18994" x="3873500" y="3536950"/>
          <p14:tracePt t="19011" x="3873500" y="3543300"/>
          <p14:tracePt t="19027" x="3873500" y="3549650"/>
          <p14:tracePt t="19044" x="3873500" y="3562350"/>
          <p14:tracePt t="19060" x="3867150" y="3562350"/>
          <p14:tracePt t="19077" x="3867150" y="3568700"/>
          <p14:tracePt t="19080" x="3867150" y="3575050"/>
          <p14:tracePt t="19141" x="3867150" y="3581400"/>
          <p14:tracePt t="19149" x="3860800" y="3581400"/>
          <p14:tracePt t="19163" x="3860800" y="3587750"/>
          <p14:tracePt t="19177" x="3854450" y="3594100"/>
          <p14:tracePt t="19193" x="3854450" y="3606800"/>
          <p14:tracePt t="19209" x="3854450" y="3613150"/>
          <p14:tracePt t="19226" x="3854450" y="3625850"/>
          <p14:tracePt t="19541" x="3848100" y="3625850"/>
          <p14:tracePt t="19548" x="3835400" y="3625850"/>
          <p14:tracePt t="19559" x="3829050" y="3625850"/>
          <p14:tracePt t="19575" x="3810000" y="3625850"/>
          <p14:tracePt t="19579" x="3797300" y="3632200"/>
          <p14:tracePt t="19592" x="3771900" y="3644900"/>
          <p14:tracePt t="19608" x="3752850" y="3651250"/>
          <p14:tracePt t="19627" x="3721100" y="3670300"/>
          <p14:tracePt t="19642" x="3695700" y="3683000"/>
          <p14:tracePt t="19658" x="3670300" y="3695700"/>
          <p14:tracePt t="19675" x="3625850" y="3727450"/>
          <p14:tracePt t="19691" x="3587750" y="3746500"/>
          <p14:tracePt t="19708" x="3562350" y="3765550"/>
          <p14:tracePt t="19725" x="3524250" y="3784600"/>
          <p14:tracePt t="19741" x="3498850" y="3797300"/>
          <p14:tracePt t="19759" x="3479800" y="3810000"/>
          <p14:tracePt t="19774" x="3460750" y="3816350"/>
          <p14:tracePt t="19836" x="3460750" y="3822700"/>
          <p14:tracePt t="19871" x="3473450" y="3822700"/>
          <p14:tracePt t="20376" x="3492500" y="3829050"/>
          <p14:tracePt t="20383" x="3536950" y="3841750"/>
          <p14:tracePt t="20392" x="3562350" y="3848100"/>
          <p14:tracePt t="20405" x="3613150" y="3854450"/>
          <p14:tracePt t="20422" x="3644900" y="3860800"/>
          <p14:tracePt t="20440" x="3663950" y="3867150"/>
          <p14:tracePt t="20455" x="3676650" y="3867150"/>
          <p14:tracePt t="20472" x="3689350" y="3867150"/>
          <p14:tracePt t="20489" x="3702050" y="3867150"/>
          <p14:tracePt t="20505" x="3721100" y="3860800"/>
          <p14:tracePt t="20522" x="3740150" y="3854450"/>
          <p14:tracePt t="20539" x="3765550" y="3848100"/>
          <p14:tracePt t="20555" x="3790950" y="3841750"/>
          <p14:tracePt t="20573" x="3835400" y="3835400"/>
          <p14:tracePt t="20588" x="3860800" y="3835400"/>
          <p14:tracePt t="20605" x="3886200" y="3835400"/>
          <p14:tracePt t="20622" x="3911600" y="3829050"/>
          <p14:tracePt t="20639" x="3924300" y="3829050"/>
          <p14:tracePt t="20672" x="3937000" y="3829050"/>
          <p14:tracePt t="20688" x="3943350" y="3822700"/>
          <p14:tracePt t="20722" x="3949700" y="3822700"/>
          <p14:tracePt t="20769" x="3956050" y="3822700"/>
          <p14:tracePt t="20882" x="3962400" y="3822700"/>
          <p14:tracePt t="20917" x="3968750" y="3822700"/>
          <p14:tracePt t="20959" x="3975100" y="3816350"/>
          <p14:tracePt t="20980" x="3981450" y="3816350"/>
          <p14:tracePt t="20988" x="3987800" y="3816350"/>
          <p14:tracePt t="21001" x="3994150" y="3816350"/>
          <p14:tracePt t="21022" x="4000500" y="3816350"/>
          <p14:tracePt t="21029" x="4006850" y="3816350"/>
          <p14:tracePt t="21039" x="4013200" y="3816350"/>
          <p14:tracePt t="21054" x="4025900" y="3816350"/>
          <p14:tracePt t="21070" x="4032250" y="3816350"/>
          <p14:tracePt t="21086" x="4038600" y="3816350"/>
          <p14:tracePt t="21104" x="4051300" y="3816350"/>
          <p14:tracePt t="21136" x="4057650" y="3816350"/>
          <p14:tracePt t="21163" x="4064000" y="3816350"/>
          <p14:tracePt t="21177" x="4070350" y="3810000"/>
          <p14:tracePt t="21938" x="4095750" y="3810000"/>
          <p14:tracePt t="21953" x="4127500" y="3810000"/>
          <p14:tracePt t="21960" x="4159250" y="3822700"/>
          <p14:tracePt t="21974" x="4197350" y="3822700"/>
          <p14:tracePt t="21984" x="4235450" y="3822700"/>
          <p14:tracePt t="22000" x="4273550" y="3829050"/>
          <p14:tracePt t="22017" x="4368800" y="3829050"/>
          <p14:tracePt t="22033" x="4457700" y="3829050"/>
          <p14:tracePt t="22050" x="4521200" y="3829050"/>
          <p14:tracePt t="22067" x="4572000" y="3829050"/>
          <p14:tracePt t="22084" x="4679950" y="3829050"/>
          <p14:tracePt t="22100" x="4730750" y="3829050"/>
          <p14:tracePt t="22117" x="4781550" y="3829050"/>
          <p14:tracePt t="22133" x="4845050" y="3822700"/>
          <p14:tracePt t="22150" x="4972050" y="3822700"/>
          <p14:tracePt t="22166" x="5060950" y="3822700"/>
          <p14:tracePt t="22183" x="5124450" y="3822700"/>
          <p14:tracePt t="22200" x="5270500" y="3829050"/>
          <p14:tracePt t="22216" x="5321300" y="3829050"/>
          <p14:tracePt t="22233" x="5359400" y="3835400"/>
          <p14:tracePt t="22249" x="5454650" y="3841750"/>
          <p14:tracePt t="22266" x="5486400" y="3854450"/>
          <p14:tracePt t="22283" x="5568950" y="3860800"/>
          <p14:tracePt t="22299" x="5626100" y="3867150"/>
          <p14:tracePt t="22316" x="5638800" y="3867150"/>
          <p14:tracePt t="22332" x="5664200" y="3873500"/>
          <p14:tracePt t="22349" x="5683250" y="3873500"/>
          <p14:tracePt t="22366" x="5689600" y="3873500"/>
          <p14:tracePt t="22382" x="5702300" y="3873500"/>
          <p14:tracePt t="22415" x="5708650" y="3873500"/>
          <p14:tracePt t="22529" x="5702300" y="3873500"/>
          <p14:tracePt t="22648" x="5695950" y="3873500"/>
          <p14:tracePt t="22704" x="5695950" y="3867150"/>
          <p14:tracePt t="22726" x="5689600" y="3867150"/>
          <p14:tracePt t="22732" x="5683250" y="3867150"/>
          <p14:tracePt t="22747" x="5676900" y="3867150"/>
          <p14:tracePt t="22761" x="5670550" y="3860800"/>
          <p14:tracePt t="22768" x="5664200" y="3860800"/>
          <p14:tracePt t="22784" x="5651500" y="3860800"/>
          <p14:tracePt t="22797" x="5638800" y="3854450"/>
          <p14:tracePt t="22814" x="5613400" y="3848100"/>
          <p14:tracePt t="22831" x="5556250" y="3841750"/>
          <p14:tracePt t="22847" x="5499100" y="3835400"/>
          <p14:tracePt t="22864" x="5461000" y="3829050"/>
          <p14:tracePt t="22881" x="5378450" y="3816350"/>
          <p14:tracePt t="22897" x="5289550" y="3816350"/>
          <p14:tracePt t="22914" x="5232400" y="3816350"/>
          <p14:tracePt t="22931" x="5118100" y="3816350"/>
          <p14:tracePt t="22947" x="4991100" y="3810000"/>
          <p14:tracePt t="22964" x="4832350" y="3790950"/>
          <p14:tracePt t="22980" x="4743450" y="3771900"/>
          <p14:tracePt t="22997" x="4667250" y="3759200"/>
          <p14:tracePt t="23014" x="4432300" y="3708400"/>
          <p14:tracePt t="23030" x="4375150" y="3702050"/>
          <p14:tracePt t="23046" x="4343400" y="3689350"/>
          <p14:tracePt t="23063" x="4273550" y="3676650"/>
          <p14:tracePt t="23079" x="4267200" y="3676650"/>
          <p14:tracePt t="23439" x="4241800" y="3683000"/>
          <p14:tracePt t="23446" x="4197350" y="3695700"/>
          <p14:tracePt t="23460" x="4165600" y="3714750"/>
          <p14:tracePt t="23467" x="4121150" y="3740150"/>
          <p14:tracePt t="23482" x="4064000" y="3759200"/>
          <p14:tracePt t="23496" x="3987800" y="3803650"/>
          <p14:tracePt t="23511" x="3943350" y="3829050"/>
          <p14:tracePt t="23528" x="3898900" y="3854450"/>
          <p14:tracePt t="23545" x="3835400" y="3892550"/>
          <p14:tracePt t="23562" x="3746500" y="3949700"/>
          <p14:tracePt t="23578" x="3702050" y="3968750"/>
          <p14:tracePt t="23594" x="3651250" y="4006850"/>
          <p14:tracePt t="23611" x="3600450" y="4032250"/>
          <p14:tracePt t="23628" x="3543300" y="4083050"/>
          <p14:tracePt t="23644" x="3511550" y="4095750"/>
          <p14:tracePt t="23661" x="3467100" y="4133850"/>
          <p14:tracePt t="23678" x="3435350" y="4159250"/>
          <p14:tracePt t="23694" x="3422650" y="4171950"/>
          <p14:tracePt t="23711" x="3409950" y="4191000"/>
          <p14:tracePt t="23728" x="3397250" y="4203700"/>
          <p14:tracePt t="23744" x="3390900" y="4210050"/>
          <p14:tracePt t="23761" x="3390900" y="4216400"/>
          <p14:tracePt t="23777" x="3397250" y="4222750"/>
          <p14:tracePt t="23794" x="3397250" y="4235450"/>
          <p14:tracePt t="24378" x="3403600" y="4235450"/>
          <p14:tracePt t="24393" x="3422650" y="4235450"/>
          <p14:tracePt t="24399" x="3441700" y="4235450"/>
          <p14:tracePt t="24413" x="3460750" y="4241800"/>
          <p14:tracePt t="24428" x="3492500" y="4241800"/>
          <p14:tracePt t="24443" x="3562350" y="4260850"/>
          <p14:tracePt t="24458" x="3600450" y="4267200"/>
          <p14:tracePt t="24475" x="3670300" y="4279900"/>
          <p14:tracePt t="24491" x="3778250" y="4292600"/>
          <p14:tracePt t="24508" x="3829050" y="4305300"/>
          <p14:tracePt t="24525" x="3879850" y="4311650"/>
          <p14:tracePt t="24541" x="3962400" y="4311650"/>
          <p14:tracePt t="24558" x="3987800" y="4311650"/>
          <p14:tracePt t="24575" x="4019550" y="4311650"/>
          <p14:tracePt t="24592" x="4032250" y="4311650"/>
          <p14:tracePt t="24625" x="4038600" y="4311650"/>
          <p14:tracePt t="24821" x="4032250" y="4311650"/>
          <p14:tracePt t="24856" x="4025900" y="4311650"/>
          <p14:tracePt t="24863" x="4019550" y="4311650"/>
          <p14:tracePt t="24891" x="4013200" y="4311650"/>
          <p14:tracePt t="24905" x="4006850" y="4311650"/>
          <p14:tracePt t="24912" x="4000500" y="4311650"/>
          <p14:tracePt t="24927" x="3987800" y="4311650"/>
          <p14:tracePt t="24941" x="3956050" y="4311650"/>
          <p14:tracePt t="24956" x="3924300" y="4311650"/>
          <p14:tracePt t="24973" x="3898900" y="4324350"/>
          <p14:tracePt t="24990" x="3829050" y="4330700"/>
          <p14:tracePt t="25007" x="3733800" y="4343400"/>
          <p14:tracePt t="25023" x="3683000" y="4356100"/>
          <p14:tracePt t="25040" x="3587750" y="4375150"/>
          <p14:tracePt t="25056" x="3479800" y="4381500"/>
          <p14:tracePt t="25074" x="3429000" y="4387850"/>
          <p14:tracePt t="25090" x="3333750" y="4400550"/>
          <p14:tracePt t="25106" x="3232150" y="4406900"/>
          <p14:tracePt t="25124" x="3136900" y="4425950"/>
          <p14:tracePt t="25139" x="3092450" y="4432300"/>
          <p14:tracePt t="25156" x="3054350" y="4438650"/>
          <p14:tracePt t="25173" x="3016250" y="4445000"/>
          <p14:tracePt t="25206" x="3016250" y="4457700"/>
          <p14:tracePt t="25669" x="3009900" y="4464050"/>
          <p14:tracePt t="25676" x="2990850" y="4489450"/>
          <p14:tracePt t="25687" x="2971800" y="4502150"/>
          <p14:tracePt t="25705" x="2946400" y="4527550"/>
          <p14:tracePt t="25720" x="2921000" y="4552950"/>
          <p14:tracePt t="25737" x="2889250" y="4572000"/>
          <p14:tracePt t="25754" x="2851150" y="4591050"/>
          <p14:tracePt t="25771" x="2832100" y="4603750"/>
          <p14:tracePt t="25789" x="2794000" y="4635500"/>
          <p14:tracePt t="25803" x="2774950" y="4648200"/>
          <p14:tracePt t="25821" x="2743200" y="4667250"/>
          <p14:tracePt t="25838" x="2711450" y="4699000"/>
          <p14:tracePt t="25853" x="2705100" y="4711700"/>
          <p14:tracePt t="25870" x="2698750" y="4718050"/>
          <p14:tracePt t="25887" x="2692400" y="4724400"/>
          <p14:tracePt t="25903" x="2686050" y="4724400"/>
          <p14:tracePt t="25937" x="2686050" y="4730750"/>
          <p14:tracePt t="26711" x="2679700" y="4743450"/>
          <p14:tracePt t="27209" x="2686050" y="4743450"/>
          <p14:tracePt t="27223" x="2692400" y="4743450"/>
          <p14:tracePt t="27230" x="2692400" y="4749800"/>
          <p14:tracePt t="27244" x="2698750" y="4749800"/>
          <p14:tracePt t="27258" x="2705100" y="4749800"/>
          <p14:tracePt t="27273" x="2711450" y="4749800"/>
          <p14:tracePt t="27282" x="2717800" y="4749800"/>
          <p14:tracePt t="27298" x="2724150" y="4749800"/>
          <p14:tracePt t="27315" x="2730500" y="4749800"/>
          <p14:tracePt t="27332" x="2736850" y="4749800"/>
          <p14:tracePt t="27348" x="2743200" y="4749800"/>
          <p14:tracePt t="27366" x="2749550" y="4749800"/>
          <p14:tracePt t="27382" x="2755900" y="4749800"/>
          <p14:tracePt t="27401" x="2762250" y="4749800"/>
          <p14:tracePt t="27434" x="2768600" y="4749800"/>
          <p14:tracePt t="27469" x="2774950" y="4749800"/>
          <p14:tracePt t="27491" x="2774950" y="4756150"/>
          <p14:tracePt t="27526" x="2781300" y="4756150"/>
          <p14:tracePt t="27554" x="2787650" y="4756150"/>
          <p14:tracePt t="27568" x="2794000" y="4756150"/>
          <p14:tracePt t="28153" x="2787650" y="4762500"/>
          <p14:tracePt t="28174" x="2787650" y="4768850"/>
          <p14:tracePt t="28181" x="2781300" y="4787900"/>
          <p14:tracePt t="28196" x="2774950" y="4800600"/>
          <p14:tracePt t="28202" x="2768600" y="4813300"/>
          <p14:tracePt t="28223" x="2768600" y="4838700"/>
          <p14:tracePt t="28237" x="2762250" y="4851400"/>
          <p14:tracePt t="28246" x="2755900" y="4857750"/>
          <p14:tracePt t="28262" x="2749550" y="4870450"/>
          <p14:tracePt t="28279" x="2749550" y="4895850"/>
          <p14:tracePt t="28294" x="2749550" y="4908550"/>
          <p14:tracePt t="28312" x="2743200" y="4921250"/>
          <p14:tracePt t="28330" x="2743200" y="4927600"/>
          <p14:tracePt t="28345" x="2743200" y="4940300"/>
          <p14:tracePt t="28379" x="2743200" y="4946650"/>
          <p14:tracePt t="28399" x="2743200" y="4953000"/>
          <p14:tracePt t="28428" x="2743200" y="4959350"/>
          <p14:tracePt t="28455" x="2743200" y="4965700"/>
          <p14:tracePt t="28476" x="2743200" y="4972050"/>
          <p14:tracePt t="28976" x="2743200" y="4984750"/>
          <p14:tracePt t="28990" x="2730500" y="4997450"/>
          <p14:tracePt t="28997" x="2717800" y="5022850"/>
          <p14:tracePt t="29012" x="2698750" y="5041900"/>
          <p14:tracePt t="29026" x="2673350" y="5105400"/>
          <p14:tracePt t="29042" x="2647950" y="5137150"/>
          <p14:tracePt t="29059" x="2628900" y="5156200"/>
          <p14:tracePt t="29075" x="2578100" y="5219700"/>
          <p14:tracePt t="29092" x="2565400" y="5238750"/>
          <p14:tracePt t="29110" x="2540000" y="5270500"/>
          <p14:tracePt t="29125" x="2527300" y="5283200"/>
          <p14:tracePt t="29142" x="2495550" y="5314950"/>
          <p14:tracePt t="29159" x="2476500" y="5334000"/>
          <p14:tracePt t="29175" x="2470150" y="5346700"/>
          <p14:tracePt t="29192" x="2463800" y="5353050"/>
          <p14:tracePt t="29209" x="2457450" y="5365750"/>
          <p14:tracePt t="29225" x="2457450" y="5372100"/>
          <p14:tracePt t="29242" x="2457450" y="5384800"/>
          <p14:tracePt t="29258" x="2457450" y="5397500"/>
          <p14:tracePt t="29275" x="2457450" y="5403850"/>
          <p14:tracePt t="29293" x="2476500" y="5422900"/>
          <p14:tracePt t="31146" x="2482850" y="5429250"/>
          <p14:tracePt t="31153" x="2489200" y="5429250"/>
          <p14:tracePt t="31167" x="2495550" y="5429250"/>
          <p14:tracePt t="31174" x="2501900" y="5429250"/>
          <p14:tracePt t="31195" x="2514600" y="5429250"/>
          <p14:tracePt t="31209" x="2520950" y="5429250"/>
          <p14:tracePt t="31237" x="2527300" y="5429250"/>
          <p14:tracePt t="31244" x="2533650" y="5429250"/>
          <p14:tracePt t="31258" x="2540000" y="5429250"/>
          <p14:tracePt t="31268" x="2546350" y="5429250"/>
          <p14:tracePt t="31285" x="2559050" y="5429250"/>
          <p14:tracePt t="31301" x="2584450" y="5429250"/>
          <p14:tracePt t="31317" x="2616200" y="5429250"/>
          <p14:tracePt t="31335" x="2635250" y="5429250"/>
          <p14:tracePt t="31351" x="2660650" y="5429250"/>
          <p14:tracePt t="31368" x="2686050" y="5422900"/>
          <p14:tracePt t="31385" x="2698750" y="5422900"/>
          <p14:tracePt t="31401" x="2698750" y="5416550"/>
          <p14:tracePt t="31418" x="2705100" y="5416550"/>
          <p14:tracePt t="31435" x="2711450" y="5410200"/>
          <p14:tracePt t="31468" x="2717800" y="5410200"/>
          <p14:tracePt t="31484" x="2730500" y="5410200"/>
          <p14:tracePt t="31501" x="2736850" y="5403850"/>
          <p14:tracePt t="31534" x="2743200" y="5397500"/>
          <p14:tracePt t="31550" x="2749550" y="5397500"/>
          <p14:tracePt t="31569" x="2762250" y="5397500"/>
          <p14:tracePt t="31584" x="2762250" y="5391150"/>
          <p14:tracePt t="31600" x="2787650" y="5384800"/>
          <p14:tracePt t="31617" x="2813050" y="5372100"/>
          <p14:tracePt t="31633" x="2832100" y="5365750"/>
          <p14:tracePt t="31650" x="2876550" y="5353050"/>
          <p14:tracePt t="31667" x="2914650" y="5334000"/>
          <p14:tracePt t="31683" x="2933700" y="5327650"/>
          <p14:tracePt t="31686" x="2959100" y="5321300"/>
          <p14:tracePt t="31701" x="2978150" y="5314950"/>
          <p14:tracePt t="31716" x="3022600" y="5302250"/>
          <p14:tracePt t="31733" x="3041650" y="5302250"/>
          <p14:tracePt t="31751" x="3073400" y="5295900"/>
          <p14:tracePt t="31766" x="3092450" y="5295900"/>
          <p14:tracePt t="31783" x="3111500" y="5295900"/>
          <p14:tracePt t="31800" x="3136900" y="5289550"/>
          <p14:tracePt t="31816" x="3155950" y="5289550"/>
          <p14:tracePt t="31833" x="3168650" y="5295900"/>
          <p14:tracePt t="31850" x="3187700" y="5295900"/>
          <p14:tracePt t="31866" x="3200400" y="5295900"/>
          <p14:tracePt t="31883" x="3206750" y="5295900"/>
          <p14:tracePt t="31899" x="3213100" y="5302250"/>
          <p14:tracePt t="31933" x="3225800" y="5302250"/>
          <p14:tracePt t="38235" x="3219450" y="5302250"/>
          <p14:tracePt t="38241" x="3200400" y="5302250"/>
          <p14:tracePt t="38248" x="3181350" y="5302250"/>
          <p14:tracePt t="38263" x="3168650" y="5308600"/>
          <p14:tracePt t="38277" x="3155950" y="5308600"/>
          <p14:tracePt t="38294" x="3130550" y="5314950"/>
          <p14:tracePt t="38310" x="3117850" y="5314950"/>
          <p14:tracePt t="38327" x="3086100" y="5327650"/>
          <p14:tracePt t="38343" x="3041650" y="5334000"/>
          <p14:tracePt t="38362" x="3016250" y="5346700"/>
          <p14:tracePt t="38377" x="2997200" y="5353050"/>
          <p14:tracePt t="38393" x="2978150" y="5359400"/>
          <p14:tracePt t="38410" x="2971800" y="5365750"/>
          <p14:tracePt t="38473" x="2971800" y="5384800"/>
          <p14:tracePt t="38480" x="2984500" y="5384800"/>
          <p14:tracePt t="38496" x="2990850" y="5391150"/>
          <p14:tracePt t="38510" x="3003550" y="5391150"/>
          <p14:tracePt t="38526" x="3041650" y="5403850"/>
          <p14:tracePt t="38543" x="3124200" y="5410200"/>
          <p14:tracePt t="38559" x="3162300" y="5416550"/>
          <p14:tracePt t="38576" x="3270250" y="5416550"/>
          <p14:tracePt t="38593" x="3340100" y="5410200"/>
          <p14:tracePt t="38609" x="3371850" y="5391150"/>
          <p14:tracePt t="38626" x="3422650" y="5365750"/>
          <p14:tracePt t="38643" x="3448050" y="5302250"/>
          <p14:tracePt t="38659" x="3441700" y="5283200"/>
          <p14:tracePt t="38677" x="3422650" y="5213350"/>
          <p14:tracePt t="38692" x="3384550" y="5162550"/>
          <p14:tracePt t="38709" x="3359150" y="5124450"/>
          <p14:tracePt t="38726" x="3295650" y="5099050"/>
          <p14:tracePt t="38742" x="3238500" y="5073650"/>
          <p14:tracePt t="38759" x="3206750" y="5073650"/>
          <p14:tracePt t="38776" x="3130550" y="5073650"/>
          <p14:tracePt t="38792" x="3086100" y="5092700"/>
          <p14:tracePt t="38809" x="2997200" y="5156200"/>
          <p14:tracePt t="38825" x="2927350" y="5226050"/>
          <p14:tracePt t="38842" x="2908300" y="5257800"/>
          <p14:tracePt t="38859" x="2876550" y="5314950"/>
          <p14:tracePt t="38875" x="2876550" y="5353050"/>
          <p14:tracePt t="38892" x="2876550" y="5365750"/>
          <p14:tracePt t="38909" x="2895600" y="5378450"/>
          <p14:tracePt t="38925" x="2921000" y="5384800"/>
          <p14:tracePt t="38942" x="2940050" y="5384800"/>
          <p14:tracePt t="38958" x="2984500" y="5384800"/>
          <p14:tracePt t="38975" x="3041650" y="5378450"/>
          <p14:tracePt t="38991" x="3073400" y="5372100"/>
          <p14:tracePt t="39008" x="3105150" y="5340350"/>
          <p14:tracePt t="39024" x="3130550" y="5321300"/>
          <p14:tracePt t="39042" x="3143250" y="5308600"/>
          <p14:tracePt t="39058" x="3143250" y="5302250"/>
          <p14:tracePt t="39105" x="3143250" y="5295900"/>
          <p14:tracePt t="39112" x="3136900" y="5295900"/>
          <p14:tracePt t="39147" x="3130550" y="5295900"/>
          <p14:tracePt t="39154" x="3124200" y="5295900"/>
          <p14:tracePt t="39169" x="3117850" y="5295900"/>
          <p14:tracePt t="41020" x="3117850" y="5308600"/>
          <p14:tracePt t="41027" x="3111500" y="5314950"/>
          <p14:tracePt t="41041" x="3105150" y="5334000"/>
          <p14:tracePt t="41051" x="3098800" y="5340350"/>
          <p14:tracePt t="41067" x="3092450" y="5353050"/>
          <p14:tracePt t="41084" x="3086100" y="5372100"/>
          <p14:tracePt t="41101" x="3073400" y="5391150"/>
          <p14:tracePt t="41118" x="3073400" y="5403850"/>
          <p14:tracePt t="41134" x="3060700" y="5435600"/>
          <p14:tracePt t="41151" x="3048000" y="5454650"/>
          <p14:tracePt t="41168" x="3022600" y="5543550"/>
          <p14:tracePt t="41184" x="3003550" y="5575300"/>
          <p14:tracePt t="41200" x="2990850" y="5594350"/>
          <p14:tracePt t="41217" x="2965450" y="5657850"/>
          <p14:tracePt t="41234" x="2940050" y="5695950"/>
          <p14:tracePt t="41250" x="2933700" y="5721350"/>
          <p14:tracePt t="41253" x="2921000" y="5740400"/>
          <p14:tracePt t="41267" x="2908300" y="5753100"/>
          <p14:tracePt t="41283" x="2889250" y="5778500"/>
          <p14:tracePt t="41301" x="2882900" y="5797550"/>
          <p14:tracePt t="41316" x="2882900" y="5803900"/>
          <p14:tracePt t="41333" x="2876550" y="5810250"/>
          <p14:tracePt t="41351" x="2870200" y="5810250"/>
          <p14:tracePt t="41470" x="2870200" y="5816600"/>
          <p14:tracePt t="41519" x="2876550" y="5816600"/>
          <p14:tracePt t="41540" x="2882900" y="5810250"/>
          <p14:tracePt t="41553" x="2889250" y="5810250"/>
          <p14:tracePt t="41561" x="2895600" y="5803900"/>
          <p14:tracePt t="41575" x="2901950" y="5803900"/>
          <p14:tracePt t="41583" x="2921000" y="5797550"/>
          <p14:tracePt t="41598" x="2933700" y="5797550"/>
          <p14:tracePt t="41616" x="2990850" y="5791200"/>
          <p14:tracePt t="41632" x="3098800" y="5778500"/>
          <p14:tracePt t="41649" x="3149600" y="5778500"/>
          <p14:tracePt t="41666" x="3314700" y="5759450"/>
          <p14:tracePt t="41682" x="3505200" y="5740400"/>
          <p14:tracePt t="41699" x="3600450" y="5734050"/>
          <p14:tracePt t="41716" x="3778250" y="5702300"/>
          <p14:tracePt t="41732" x="3854450" y="5689600"/>
          <p14:tracePt t="41748" x="3987800" y="5683250"/>
          <p14:tracePt t="41752" x="4038600" y="5670550"/>
          <p14:tracePt t="41766" x="4095750" y="5664200"/>
          <p14:tracePt t="41782" x="4133850" y="5664200"/>
          <p14:tracePt t="41798" x="4216400" y="5645150"/>
          <p14:tracePt t="41815" x="4273550" y="5645150"/>
          <p14:tracePt t="41832" x="4292600" y="5638800"/>
          <p14:tracePt t="41849" x="4337050" y="5619750"/>
          <p14:tracePt t="41865" x="4368800" y="5613400"/>
          <p14:tracePt t="41881" x="4375150" y="5613400"/>
          <p14:tracePt t="41899" x="4400550" y="5607050"/>
          <p14:tracePt t="41914" x="4413250" y="5607050"/>
          <p14:tracePt t="41931" x="4419600" y="5607050"/>
          <p14:tracePt t="41983" x="4419600" y="5600700"/>
          <p14:tracePt t="42010" x="4419600" y="5594350"/>
          <p14:tracePt t="42024" x="4425950" y="5588000"/>
          <p14:tracePt t="42613" x="4451350" y="5588000"/>
          <p14:tracePt t="42627" x="4483100" y="5588000"/>
          <p14:tracePt t="42634" x="4508500" y="5588000"/>
          <p14:tracePt t="42649" x="4540250" y="5588000"/>
          <p14:tracePt t="42662" x="4578350" y="5588000"/>
          <p14:tracePt t="42678" x="4641850" y="5594350"/>
          <p14:tracePt t="42695" x="4686300" y="5594350"/>
          <p14:tracePt t="42712" x="4813300" y="5588000"/>
          <p14:tracePt t="42729" x="5003800" y="5588000"/>
          <p14:tracePt t="42745" x="5130800" y="5588000"/>
          <p14:tracePt t="42762" x="5391150" y="5575300"/>
          <p14:tracePt t="42778" x="5670550" y="5581650"/>
          <p14:tracePt t="42796" x="5911850" y="5600700"/>
          <p14:tracePt t="42811" x="6026150" y="5613400"/>
          <p14:tracePt t="42828" x="6229350" y="5632450"/>
          <p14:tracePt t="42845" x="6362700" y="5632450"/>
          <p14:tracePt t="42861" x="6400800" y="5632450"/>
          <p14:tracePt t="42878" x="6438900" y="5632450"/>
          <p14:tracePt t="42895" x="6483350" y="5632450"/>
          <p14:tracePt t="42911" x="6489700" y="5632450"/>
          <p14:tracePt t="42928" x="6496050" y="5632450"/>
          <p14:tracePt t="42944" x="6508750" y="5632450"/>
          <p14:tracePt t="43070" x="6508750" y="5626100"/>
          <p14:tracePt t="43084" x="6515100" y="5626100"/>
          <p14:tracePt t="43091" x="6521450" y="5613400"/>
          <p14:tracePt t="43105" x="6521450" y="5607050"/>
          <p14:tracePt t="43460" x="6534150" y="5607050"/>
          <p14:tracePt t="43467" x="6565900" y="5613400"/>
          <p14:tracePt t="43481" x="6584950" y="5626100"/>
          <p14:tracePt t="43492" x="6604000" y="5632450"/>
          <p14:tracePt t="43510" x="6629400" y="5638800"/>
          <p14:tracePt t="43525" x="6661150" y="5651500"/>
          <p14:tracePt t="43542" x="6686550" y="5657850"/>
          <p14:tracePt t="43559" x="6718300" y="5670550"/>
          <p14:tracePt t="43576" x="6737350" y="5670550"/>
          <p14:tracePt t="43593" x="6800850" y="5676900"/>
          <p14:tracePt t="43609" x="6858000" y="5683250"/>
          <p14:tracePt t="43625" x="6883400" y="5689600"/>
          <p14:tracePt t="43643" x="6953250" y="5695950"/>
          <p14:tracePt t="43658" x="7004050" y="5695950"/>
          <p14:tracePt t="43675" x="7023100" y="5695950"/>
          <p14:tracePt t="43693" x="7073900" y="5702300"/>
          <p14:tracePt t="43708" x="7099300" y="5702300"/>
          <p14:tracePt t="43725" x="7156450" y="5708650"/>
          <p14:tracePt t="43741" x="7207250" y="5708650"/>
          <p14:tracePt t="43758" x="7232650" y="5708650"/>
          <p14:tracePt t="43777" x="7277100" y="5721350"/>
          <p14:tracePt t="43792" x="7315200" y="5721350"/>
          <p14:tracePt t="43808" x="7334250" y="5721350"/>
          <p14:tracePt t="43825" x="7378700" y="5727700"/>
          <p14:tracePt t="43841" x="7429500" y="5727700"/>
          <p14:tracePt t="43858" x="7454900" y="5734050"/>
          <p14:tracePt t="43875" x="7499350" y="5734050"/>
          <p14:tracePt t="43891" x="7537450" y="5734050"/>
          <p14:tracePt t="43907" x="7556500" y="5734050"/>
          <p14:tracePt t="43924" x="7581900" y="5727700"/>
          <p14:tracePt t="43941" x="7600950" y="5727700"/>
          <p14:tracePt t="43958" x="7607300" y="5721350"/>
          <p14:tracePt t="43974" x="7620000" y="5721350"/>
          <p14:tracePt t="44007" x="7626350" y="5721350"/>
          <p14:tracePt t="44103" x="7632700" y="5708650"/>
          <p14:tracePt t="45002" x="7620000" y="5708650"/>
          <p14:tracePt t="45009" x="7581900" y="5708650"/>
          <p14:tracePt t="45024" x="7518400" y="5708650"/>
          <p14:tracePt t="45038" x="7397750" y="5721350"/>
          <p14:tracePt t="45054" x="7321550" y="5727700"/>
          <p14:tracePt t="45071" x="7232650" y="5740400"/>
          <p14:tracePt t="45087" x="7054850" y="5753100"/>
          <p14:tracePt t="45104" x="6851650" y="5772150"/>
          <p14:tracePt t="45120" x="6743700" y="5778500"/>
          <p14:tracePt t="45136" x="6508750" y="5791200"/>
          <p14:tracePt t="45153" x="6267450" y="5803900"/>
          <p14:tracePt t="45171" x="5988050" y="5810250"/>
          <p14:tracePt t="45187" x="5848350" y="5822950"/>
          <p14:tracePt t="45203" x="5524500" y="5911850"/>
          <p14:tracePt t="45220" x="5187950" y="5994400"/>
          <p14:tracePt t="45236" x="4997450" y="6064250"/>
          <p14:tracePt t="45253" x="4635500" y="6165850"/>
          <p14:tracePt t="45270" x="4286250" y="6280150"/>
          <p14:tracePt t="45286" x="4133850" y="6318250"/>
          <p14:tracePt t="45290" x="4006850" y="6350000"/>
          <p14:tracePt t="45305" x="3879850" y="6362700"/>
          <p14:tracePt t="45320" x="3822700" y="6388100"/>
          <p14:tracePt t="46142" x="3810000" y="6388100"/>
          <p14:tracePt t="46156" x="3797300" y="6388100"/>
          <p14:tracePt t="46163" x="3778250" y="6388100"/>
          <p14:tracePt t="46176" x="3759200" y="6381750"/>
          <p14:tracePt t="46186" x="3740150" y="6381750"/>
          <p14:tracePt t="46199" x="3727450" y="6381750"/>
          <p14:tracePt t="46216" x="3702050" y="6381750"/>
          <p14:tracePt t="46233" x="3683000" y="6375400"/>
          <p14:tracePt t="46249" x="3670300" y="6369050"/>
          <p14:tracePt t="46266" x="3638550" y="6356350"/>
          <p14:tracePt t="46283" x="3606800" y="6343650"/>
          <p14:tracePt t="46299" x="3581400" y="6343650"/>
          <p14:tracePt t="46317" x="3556000" y="6337300"/>
          <p14:tracePt t="46332" x="3492500" y="6337300"/>
          <p14:tracePt t="46349" x="3473450" y="6330950"/>
          <p14:tracePt t="46367" x="3441700" y="6330950"/>
          <p14:tracePt t="46382" x="3429000" y="6330950"/>
          <p14:tracePt t="46399" x="3409950" y="6324600"/>
          <p14:tracePt t="46416" x="3397250" y="6324600"/>
          <p14:tracePt t="46432" x="3390900" y="6324600"/>
          <p14:tracePt t="46676" x="3397250" y="6324600"/>
          <p14:tracePt t="46718" x="3403600" y="6324600"/>
          <p14:tracePt t="46753" x="3409950" y="6324600"/>
          <p14:tracePt t="46767" x="3416300" y="6324600"/>
          <p14:tracePt t="46788" x="3422650" y="6324600"/>
          <p14:tracePt t="46809" x="3429000" y="6324600"/>
          <p14:tracePt t="46822" x="3441700" y="6324600"/>
          <p14:tracePt t="46837" x="3448050" y="6324600"/>
          <p14:tracePt t="46843" x="3467100" y="6324600"/>
          <p14:tracePt t="46858" x="3479800" y="6324600"/>
          <p14:tracePt t="46867" x="3498850" y="6324600"/>
          <p14:tracePt t="46881" x="3517900" y="6324600"/>
          <p14:tracePt t="46898" x="3568700" y="6311900"/>
          <p14:tracePt t="46914" x="3600450" y="6311900"/>
          <p14:tracePt t="46931" x="3644900" y="6299200"/>
          <p14:tracePt t="46947" x="3676650" y="6299200"/>
          <p14:tracePt t="46964" x="3765550" y="6280150"/>
          <p14:tracePt t="46981" x="3778250" y="6280150"/>
          <p14:tracePt t="46997" x="3797300" y="6273800"/>
          <p14:tracePt t="47014" x="3829050" y="6261100"/>
          <p14:tracePt t="47030" x="3841750" y="6261100"/>
          <p14:tracePt t="47047" x="3848100" y="6261100"/>
          <p14:tracePt t="47063" x="3854450" y="6254750"/>
          <p14:tracePt t="47266" x="3848100" y="6254750"/>
          <p14:tracePt t="47287" x="3841750" y="6248400"/>
          <p14:tracePt t="47301" x="3835400" y="6248400"/>
          <p14:tracePt t="47315" x="3822700" y="6248400"/>
          <p14:tracePt t="47330" x="3810000" y="6242050"/>
          <p14:tracePt t="47336" x="3790950" y="6235700"/>
          <p14:tracePt t="47350" x="3771900" y="6229350"/>
          <p14:tracePt t="47362" x="3721100" y="6216650"/>
          <p14:tracePt t="47379" x="3613150" y="6203950"/>
          <p14:tracePt t="47396" x="3536950" y="6178550"/>
          <p14:tracePt t="47413" x="3378200" y="6159500"/>
          <p14:tracePt t="47429" x="3225800" y="6140450"/>
          <p14:tracePt t="47446" x="3162300" y="6140450"/>
          <p14:tracePt t="47463" x="3028950" y="6140450"/>
          <p14:tracePt t="47479" x="2940050" y="6140450"/>
          <p14:tracePt t="47495" x="2914650" y="6140450"/>
          <p14:tracePt t="47512" x="2851150" y="6140450"/>
          <p14:tracePt t="47528" x="2813050" y="6159500"/>
          <p14:tracePt t="47546" x="2787650" y="6165850"/>
          <p14:tracePt t="47562" x="2762250" y="6172200"/>
          <p14:tracePt t="47578" x="2749550" y="6178550"/>
          <p14:tracePt t="47596" x="2736850" y="6191250"/>
          <p14:tracePt t="47612" x="2724150" y="6191250"/>
          <p14:tracePt t="47628" x="2717800" y="6197600"/>
          <p14:tracePt t="47646" x="2711450" y="6197600"/>
          <p14:tracePt t="47661" x="2705100" y="6210300"/>
          <p14:tracePt t="47678" x="2705100" y="6216650"/>
          <p14:tracePt t="47697" x="2711450" y="6223000"/>
          <p14:tracePt t="47711" x="2717800" y="6223000"/>
          <p14:tracePt t="48302" x="2774950" y="6229350"/>
          <p14:tracePt t="48310" x="2794000" y="6229350"/>
          <p14:tracePt t="48324" x="2825750" y="6235700"/>
          <p14:tracePt t="48330" x="2857500" y="6242050"/>
          <p14:tracePt t="48346" x="2882900" y="6242050"/>
          <p14:tracePt t="48360" x="2965450" y="6261100"/>
          <p14:tracePt t="48375" x="2990850" y="6261100"/>
          <p14:tracePt t="48392" x="3035300" y="6267450"/>
          <p14:tracePt t="48409" x="3092450" y="6267450"/>
          <p14:tracePt t="48425" x="3149600" y="6273800"/>
          <p14:tracePt t="48443" x="3175000" y="6273800"/>
          <p14:tracePt t="48458" x="3244850" y="6273800"/>
          <p14:tracePt t="48475" x="3302000" y="6273800"/>
          <p14:tracePt t="48493" x="3340100" y="6273800"/>
          <p14:tracePt t="48508" x="3352800" y="6273800"/>
          <p14:tracePt t="48525" x="3365500" y="6273800"/>
          <p14:tracePt t="48542" x="3378200" y="6273800"/>
          <p14:tracePt t="48605" x="3384550" y="6273800"/>
          <p14:tracePt t="48611" x="3390900" y="6273800"/>
          <p14:tracePt t="49937" x="3390900" y="6254750"/>
          <p14:tracePt t="49944" x="3390900" y="6235700"/>
          <p14:tracePt t="49959" x="3390900" y="6210300"/>
          <p14:tracePt t="49970" x="3390900" y="6184900"/>
          <p14:tracePt t="49987" x="3390900" y="6153150"/>
          <p14:tracePt t="50003" x="3397250" y="6134100"/>
          <p14:tracePt t="50020" x="3416300" y="6089650"/>
          <p14:tracePt t="50037" x="3429000" y="6051550"/>
          <p14:tracePt t="50053" x="3441700" y="6038850"/>
          <p14:tracePt t="50070" x="3448050" y="6026150"/>
          <p14:tracePt t="50086" x="3479800" y="5981700"/>
          <p14:tracePt t="50103" x="3486150" y="5969000"/>
          <p14:tracePt t="50120" x="3498850" y="5956300"/>
          <p14:tracePt t="50136" x="3505200" y="5949950"/>
          <p14:tracePt t="50153" x="3511550" y="5943600"/>
          <p14:tracePt t="50170" x="3517900" y="5943600"/>
          <p14:tracePt t="50186" x="3524250" y="5937250"/>
          <p14:tracePt t="50203" x="3524250" y="5930900"/>
          <p14:tracePt t="50219" x="3530600" y="5930900"/>
          <p14:tracePt t="50261" x="3536950" y="5930900"/>
          <p14:tracePt t="50331" x="3536950" y="5924550"/>
          <p14:tracePt t="50366" x="3530600" y="5924550"/>
          <p14:tracePt t="50387" x="3524250" y="5924550"/>
          <p14:tracePt t="50401" x="3517900" y="5930900"/>
          <p14:tracePt t="50408" x="3511550" y="5930900"/>
          <p14:tracePt t="50422" x="3498850" y="5937250"/>
          <p14:tracePt t="50435" x="3486150" y="5943600"/>
          <p14:tracePt t="50452" x="3441700" y="5962650"/>
          <p14:tracePt t="50468" x="3403600" y="5988050"/>
          <p14:tracePt t="50486" x="3302000" y="6070600"/>
          <p14:tracePt t="53975" x="3314700" y="6083300"/>
          <p14:tracePt t="53982" x="3359150" y="6102350"/>
          <p14:tracePt t="53990" x="3403600" y="6121400"/>
          <p14:tracePt t="54006" x="3467100" y="6140450"/>
          <p14:tracePt t="54023" x="3536950" y="6159500"/>
          <p14:tracePt t="54039" x="3714750" y="6197600"/>
          <p14:tracePt t="54056" x="3962400" y="6261100"/>
          <p14:tracePt t="54074" x="4279900" y="6362700"/>
          <p14:tracePt t="54089" x="4514850" y="6419850"/>
          <p14:tracePt t="54107" x="5111750" y="6515100"/>
          <p14:tracePt t="54123" x="5708650" y="6610350"/>
          <p14:tracePt t="54139" x="6000750" y="6623050"/>
          <p14:tracePt t="54156" x="6508750" y="6667500"/>
          <p14:tracePt t="54172" x="6908800" y="6661150"/>
          <p14:tracePt t="54189" x="7067550" y="6661150"/>
          <p14:tracePt t="54206" x="7283450" y="6642100"/>
          <p14:tracePt t="54222" x="7448550" y="6629400"/>
          <p14:tracePt t="54238" x="7499350" y="6629400"/>
          <p14:tracePt t="54256" x="7581900" y="6623050"/>
          <p14:tracePt t="54272" x="7626350" y="6597650"/>
          <p14:tracePt t="54288" x="7645400" y="6597650"/>
          <p14:tracePt t="54305" x="7658100" y="6591300"/>
          <p14:tracePt t="54322" x="7664450" y="6591300"/>
          <p14:tracePt t="54338" x="7664450" y="6578600"/>
          <p14:tracePt t="54355" x="7670800" y="6565900"/>
          <p14:tracePt t="54502" x="7664450" y="6565900"/>
          <p14:tracePt t="54748" x="7658100" y="6565900"/>
          <p14:tracePt t="54762" x="7651750" y="6565900"/>
          <p14:tracePt t="54783" x="7645400" y="6559550"/>
          <p14:tracePt t="54804" x="7645400" y="6553200"/>
          <p14:tracePt t="54825" x="7645400" y="6546850"/>
          <p14:tracePt t="54832" x="7639050" y="6546850"/>
          <p14:tracePt t="54854" x="7632700" y="6540500"/>
          <p14:tracePt t="54874" x="7626350" y="6540500"/>
          <p14:tracePt t="54902" x="7626350" y="6534150"/>
          <p14:tracePt t="54937" x="7620000" y="6534150"/>
          <p14:tracePt t="54944" x="7620000" y="6527800"/>
          <p14:tracePt t="54966" x="7613650" y="6527800"/>
          <p14:tracePt t="54972" x="7607300" y="6521450"/>
          <p14:tracePt t="55014" x="7607300" y="6515100"/>
          <p14:tracePt t="55028" x="7600950" y="6515100"/>
          <p14:tracePt t="55037" x="7594600" y="6515100"/>
          <p14:tracePt t="55043" x="7588250" y="6508750"/>
          <p14:tracePt t="55057" x="7581900" y="6508750"/>
          <p14:tracePt t="55069" x="7575550" y="6508750"/>
          <p14:tracePt t="55085" x="7537450" y="6489700"/>
          <p14:tracePt t="55102" x="7505700" y="6477000"/>
          <p14:tracePt t="55120" x="7423150" y="6438900"/>
          <p14:tracePt t="55136" x="7283450" y="6394450"/>
          <p14:tracePt t="55152" x="7219950" y="6375400"/>
          <p14:tracePt t="55169" x="7061200" y="6330950"/>
          <p14:tracePt t="55185" x="6902450" y="6292850"/>
          <p14:tracePt t="55202" x="6838950" y="6292850"/>
          <p14:tracePt t="55219" x="6718300" y="6273800"/>
          <p14:tracePt t="55235" x="6667500" y="6273800"/>
          <p14:tracePt t="55254" x="6610350" y="6273800"/>
          <p14:tracePt t="55738" x="6591300" y="6267450"/>
          <p14:tracePt t="55745" x="6572250" y="6254750"/>
          <p14:tracePt t="55759" x="6553200" y="6229350"/>
          <p14:tracePt t="55769" x="6515100" y="6197600"/>
          <p14:tracePt t="55783" x="6496050" y="6184900"/>
          <p14:tracePt t="55800" x="6464300" y="6159500"/>
          <p14:tracePt t="55817" x="6400800" y="6108700"/>
          <p14:tracePt t="55833" x="6369050" y="6083300"/>
          <p14:tracePt t="55850" x="6343650" y="6070600"/>
          <p14:tracePt t="55866" x="6305550" y="6045200"/>
          <p14:tracePt t="55883" x="6261100" y="6013450"/>
          <p14:tracePt t="55900" x="6223000" y="5994400"/>
          <p14:tracePt t="55916" x="6203950" y="5988050"/>
          <p14:tracePt t="55933" x="6159500" y="5969000"/>
          <p14:tracePt t="55950" x="6121400" y="5937250"/>
          <p14:tracePt t="55966" x="6096000" y="5918200"/>
          <p14:tracePt t="55982" x="6057900" y="5880100"/>
          <p14:tracePt t="55999" x="6013450" y="5842000"/>
          <p14:tracePt t="56016" x="5988050" y="5829300"/>
          <p14:tracePt t="56032" x="5956300" y="5803900"/>
          <p14:tracePt t="56048" x="5918200" y="5765800"/>
          <p14:tracePt t="56066" x="5905500" y="5753100"/>
          <p14:tracePt t="56083" x="5873750" y="5721350"/>
          <p14:tracePt t="56099" x="5835650" y="5708650"/>
          <p14:tracePt t="56115" x="5816600" y="5702300"/>
          <p14:tracePt t="56133" x="5797550" y="5683250"/>
          <p14:tracePt t="56149" x="5784850" y="5683250"/>
          <p14:tracePt t="56165" x="5778500" y="5683250"/>
          <p14:tracePt t="56182" x="5765800" y="5676900"/>
          <p14:tracePt t="56198" x="5765800" y="5670550"/>
          <p14:tracePt t="56215" x="5759450" y="5670550"/>
          <p14:tracePt t="56873" x="5765800" y="5670550"/>
          <p14:tracePt t="56881" x="5772150" y="5670550"/>
          <p14:tracePt t="56901" x="5778500" y="5670550"/>
          <p14:tracePt t="56923" x="5784850" y="5670550"/>
          <p14:tracePt t="56944" x="5797550" y="5670550"/>
          <p14:tracePt t="56950" x="5803900" y="5670550"/>
          <p14:tracePt t="56966" x="5816600" y="5670550"/>
          <p14:tracePt t="56979" x="5835650" y="5670550"/>
          <p14:tracePt t="56996" x="5873750" y="5664200"/>
          <p14:tracePt t="57012" x="5899150" y="5664200"/>
          <p14:tracePt t="57029" x="5943600" y="5664200"/>
          <p14:tracePt t="57045" x="6000750" y="5657850"/>
          <p14:tracePt t="57063" x="6032500" y="5657850"/>
          <p14:tracePt t="57079" x="6096000" y="5657850"/>
          <p14:tracePt t="57095" x="6165850" y="5657850"/>
          <p14:tracePt t="57113" x="6235700" y="5664200"/>
          <p14:tracePt t="57129" x="6254750" y="5664200"/>
          <p14:tracePt t="57145" x="6311900" y="5670550"/>
          <p14:tracePt t="57162" x="6362700" y="5683250"/>
          <p14:tracePt t="57178" x="6381750" y="5683250"/>
          <p14:tracePt t="57195" x="6400800" y="5683250"/>
          <p14:tracePt t="57212" x="6426200" y="5683250"/>
          <p14:tracePt t="57228" x="6432550" y="5683250"/>
          <p14:tracePt t="57323" x="6426200" y="5683250"/>
          <p14:tracePt t="57351" x="6419850" y="5683250"/>
          <p14:tracePt t="57372" x="6413500" y="5683250"/>
          <p14:tracePt t="57414" x="6407150" y="5683250"/>
          <p14:tracePt t="57436" x="6400800" y="5683250"/>
          <p14:tracePt t="57456" x="6394450" y="5683250"/>
          <p14:tracePt t="57463" x="6388100" y="5683250"/>
          <p14:tracePt t="57479" x="6381750" y="5683250"/>
          <p14:tracePt t="57485" x="6375400" y="5676900"/>
          <p14:tracePt t="57494" x="6362700" y="5676900"/>
          <p14:tracePt t="57510" x="6350000" y="5676900"/>
          <p14:tracePt t="57528" x="6292850" y="5651500"/>
          <p14:tracePt t="57544" x="6261100" y="5638800"/>
          <p14:tracePt t="57561" x="6165850" y="5600700"/>
          <p14:tracePt t="57577" x="6038850" y="5556250"/>
          <p14:tracePt t="57593" x="5975350" y="5537200"/>
          <p14:tracePt t="57611" x="5829300" y="5486400"/>
          <p14:tracePt t="57626" x="5676900" y="5435600"/>
          <p14:tracePt t="57643" x="5600700" y="5416550"/>
          <p14:tracePt t="57661" x="5467350" y="5391150"/>
          <p14:tracePt t="57677" x="5327650" y="5372100"/>
          <p14:tracePt t="57693" x="5264150" y="5372100"/>
          <p14:tracePt t="57710" x="5143500" y="5359400"/>
          <p14:tracePt t="57726" x="5054600" y="5359400"/>
          <p14:tracePt t="57743" x="5010150" y="5359400"/>
          <p14:tracePt t="57760" x="4997450" y="5359400"/>
          <p14:tracePt t="57776" x="5029200" y="5359400"/>
          <p14:tracePt t="58144" x="5016500" y="5359400"/>
          <p14:tracePt t="58159" x="4997450" y="5372100"/>
          <p14:tracePt t="58165" x="4978400" y="5378450"/>
          <p14:tracePt t="58179" x="4965700" y="5378450"/>
          <p14:tracePt t="58192" x="4940300" y="5384800"/>
          <p14:tracePt t="58209" x="4914900" y="5397500"/>
          <p14:tracePt t="58225" x="4902200" y="5397500"/>
          <p14:tracePt t="58242" x="4889500" y="5403850"/>
          <p14:tracePt t="58258" x="4883150" y="5410200"/>
          <p14:tracePt t="58292" x="4876800" y="5410200"/>
          <p14:tracePt t="58327" x="4876800" y="5416550"/>
          <p14:tracePt t="58342" x="4883150" y="5416550"/>
          <p14:tracePt t="58348" x="4895850" y="5416550"/>
          <p14:tracePt t="58358" x="4908550" y="5422900"/>
          <p14:tracePt t="58374" x="4921250" y="5422900"/>
          <p14:tracePt t="58391" x="4959350" y="5429250"/>
          <p14:tracePt t="58408" x="4997450" y="5441950"/>
          <p14:tracePt t="58411" x="5054600" y="5448300"/>
          <p14:tracePt t="58426" x="5162550" y="5473700"/>
          <p14:tracePt t="58441" x="5226050" y="5492750"/>
          <p14:tracePt t="58457" x="5295900" y="5505450"/>
          <p14:tracePt t="58475" x="5422900" y="5530850"/>
          <p14:tracePt t="58490" x="5556250" y="5562600"/>
          <p14:tracePt t="58507" x="5613400" y="5568950"/>
          <p14:tracePt t="58524" x="5683250" y="5575300"/>
          <p14:tracePt t="58541" x="5740400" y="5588000"/>
          <p14:tracePt t="58557" x="5759450" y="5594350"/>
          <p14:tracePt t="58574" x="5784850" y="5594350"/>
          <p14:tracePt t="58590" x="5797550" y="5594350"/>
          <p14:tracePt t="58608" x="5803900" y="5600700"/>
          <p14:tracePt t="58671" x="5797550" y="5600700"/>
          <p14:tracePt t="58692" x="5797550" y="560705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ChangeArrowheads="1"/>
          </p:cNvSpPr>
          <p:nvPr/>
        </p:nvSpPr>
        <p:spPr bwMode="auto">
          <a:xfrm>
            <a:off x="623888" y="795338"/>
            <a:ext cx="8280400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class Animal: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__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__(self, name): # Constructor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    self.name = name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(self):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    return self.name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 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class Cat(Animal):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talk(self):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    return 'Meow!'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class Dog(Animal):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talk(self):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    return 'Woof! Woof!'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animals = [Cat('Missy'),Cat('Fluffy'),Dog('Lassie')]</a:t>
            </a:r>
          </a:p>
          <a:p>
            <a:pPr eaLnBrk="1" hangingPunct="1">
              <a:buClr>
                <a:srgbClr val="2D2DB9"/>
              </a:buClr>
            </a:pPr>
            <a:endParaRPr lang="en-US" altLang="en-US" dirty="0">
              <a:solidFill>
                <a:srgbClr val="222222"/>
              </a:solidFill>
              <a:latin typeface="Lucida Console" panose="020B0609040504020204" pitchFamily="49" charset="0"/>
            </a:endParaRP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for animal in animals: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print (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animal.talk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()+' I am '+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animal.get_name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())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4648200" y="1600200"/>
            <a:ext cx="4256088" cy="2677656"/>
          </a:xfrm>
          <a:prstGeom prst="rect">
            <a:avLst/>
          </a:prstGeom>
          <a:solidFill>
            <a:srgbClr val="FFC000"/>
          </a:solidFill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2400" b="1" dirty="0">
                <a:solidFill>
                  <a:srgbClr val="000000"/>
                </a:solidFill>
              </a:rPr>
              <a:t>Base class:</a:t>
            </a:r>
            <a:r>
              <a:rPr lang="en-US" altLang="en-US" sz="2400" dirty="0">
                <a:solidFill>
                  <a:srgbClr val="000000"/>
                </a:solidFill>
              </a:rPr>
              <a:t> A class upon which another is based</a:t>
            </a:r>
          </a:p>
          <a:p>
            <a:pPr eaLnBrk="1" hangingPunct="1"/>
            <a:r>
              <a:rPr lang="en-US" altLang="en-US" sz="2400" b="1" dirty="0">
                <a:solidFill>
                  <a:srgbClr val="000000"/>
                </a:solidFill>
              </a:rPr>
              <a:t>Derived class:</a:t>
            </a:r>
            <a:r>
              <a:rPr lang="en-US" altLang="en-US" sz="2400" dirty="0">
                <a:solidFill>
                  <a:srgbClr val="000000"/>
                </a:solidFill>
              </a:rPr>
              <a:t> A class that is based upon another class; it inherits from a base class. Notice that the cat and dog derived classes don’t have constructors.</a:t>
            </a:r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sz="4400" spc="-200" dirty="0">
                <a:latin typeface="Elephant" panose="02020904090505020303" pitchFamily="18" charset="0"/>
              </a:rPr>
              <a:t>Inheritance Example</a:t>
            </a:r>
            <a:r>
              <a:rPr lang="en-US" altLang="en-US" sz="4400" spc="-200" dirty="0"/>
              <a:t>: Animal Class</a:t>
            </a:r>
          </a:p>
        </p:txBody>
      </p:sp>
    </p:spTree>
    <p:extLst>
      <p:ext uri="{BB962C8B-B14F-4D97-AF65-F5344CB8AC3E}">
        <p14:creationId xmlns:p14="http://schemas.microsoft.com/office/powerpoint/2010/main" val="306521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257"/>
    </mc:Choice>
    <mc:Fallback xmlns="">
      <p:transition spd="slow" advTm="170257"/>
    </mc:Fallback>
  </mc:AlternateContent>
  <p:extLst>
    <p:ext uri="{3A86A75C-4F4B-4683-9AE1-C65F6400EC91}">
      <p14:laserTraceLst xmlns:p14="http://schemas.microsoft.com/office/powerpoint/2010/main">
        <p14:tracePtLst>
          <p14:tracePt t="1221" x="5797550" y="5600700"/>
          <p14:tracePt t="1236" x="5784850" y="5594350"/>
          <p14:tracePt t="1243" x="5778500" y="5581650"/>
          <p14:tracePt t="1257" x="5765800" y="5562600"/>
          <p14:tracePt t="1274" x="5753100" y="5549900"/>
          <p14:tracePt t="1291" x="5734050" y="5543550"/>
          <p14:tracePt t="1307" x="5708650" y="5518150"/>
          <p14:tracePt t="1323" x="5695950" y="5505450"/>
          <p14:tracePt t="1341" x="5657850" y="5473700"/>
          <p14:tracePt t="1357" x="5626100" y="5435600"/>
          <p14:tracePt t="1373" x="5568950" y="5391150"/>
          <p14:tracePt t="1391" x="5511800" y="5327650"/>
          <p14:tracePt t="1393" x="5480050" y="5302250"/>
          <p14:tracePt t="1407" x="5429250" y="5245100"/>
          <p14:tracePt t="1423" x="5346700" y="5162550"/>
          <p14:tracePt t="1440" x="5232400" y="5054600"/>
          <p14:tracePt t="1457" x="5143500" y="4984750"/>
          <p14:tracePt t="1473" x="5035550" y="4889500"/>
          <p14:tracePt t="1490" x="4857750" y="4711700"/>
          <p14:tracePt t="1506" x="4737100" y="4578350"/>
          <p14:tracePt t="1524" x="4546600" y="4381500"/>
          <p14:tracePt t="1540" x="4394200" y="4222750"/>
          <p14:tracePt t="1557" x="4216400" y="4064000"/>
          <p14:tracePt t="1573" x="3956050" y="3765550"/>
          <p14:tracePt t="1589" x="3810000" y="3587750"/>
          <p14:tracePt t="1606" x="3657600" y="3384550"/>
          <p14:tracePt t="1623" x="3390900" y="3092450"/>
          <p14:tracePt t="1639" x="3244850" y="2940050"/>
          <p14:tracePt t="1656" x="3130550" y="2749550"/>
          <p14:tracePt t="1672" x="2933700" y="2476500"/>
          <p14:tracePt t="1689" x="2882900" y="2317750"/>
          <p14:tracePt t="2209" x="2876550" y="2298700"/>
          <p14:tracePt t="2216" x="2863850" y="2266950"/>
          <p14:tracePt t="2223" x="2844800" y="2228850"/>
          <p14:tracePt t="2238" x="2794000" y="2146300"/>
          <p14:tracePt t="2254" x="2736850" y="2038350"/>
          <p14:tracePt t="2270" x="2686050" y="1955800"/>
          <p14:tracePt t="2287" x="2609850" y="1847850"/>
          <p14:tracePt t="2304" x="2565400" y="1784350"/>
          <p14:tracePt t="2320" x="2540000" y="1720850"/>
          <p14:tracePt t="2337" x="2489200" y="1606550"/>
          <p14:tracePt t="2353" x="2444750" y="1549400"/>
          <p14:tracePt t="2371" x="2393950" y="1473200"/>
          <p14:tracePt t="2387" x="2355850" y="1428750"/>
          <p14:tracePt t="2403" x="2330450" y="1384300"/>
          <p14:tracePt t="2406" x="2311400" y="1365250"/>
          <p14:tracePt t="2420" x="2279650" y="1308100"/>
          <p14:tracePt t="2436" x="2254250" y="1263650"/>
          <p14:tracePt t="2453" x="2228850" y="1231900"/>
          <p14:tracePt t="2470" x="2165350" y="1143000"/>
          <p14:tracePt t="2486" x="2120900" y="1098550"/>
          <p14:tracePt t="2503" x="2076450" y="1066800"/>
          <p14:tracePt t="2519" x="2044700" y="1016000"/>
          <p14:tracePt t="2536" x="2025650" y="1009650"/>
          <p14:tracePt t="2553" x="2012950" y="1009650"/>
          <p14:tracePt t="2569" x="2000250" y="1009650"/>
          <p14:tracePt t="2603" x="1993900" y="1003300"/>
          <p14:tracePt t="2619" x="1987550" y="1003300"/>
          <p14:tracePt t="2635" x="1981200" y="1009650"/>
          <p14:tracePt t="2652" x="1974850" y="1009650"/>
          <p14:tracePt t="3406" x="1974850" y="1016000"/>
          <p14:tracePt t="3413" x="1962150" y="1028700"/>
          <p14:tracePt t="3420" x="1949450" y="1041400"/>
          <p14:tracePt t="3433" x="1936750" y="1054100"/>
          <p14:tracePt t="3450" x="1924050" y="1092200"/>
          <p14:tracePt t="3466" x="1917700" y="1111250"/>
          <p14:tracePt t="3482" x="1911350" y="1123950"/>
          <p14:tracePt t="3499" x="1911350" y="1149350"/>
          <p14:tracePt t="3516" x="1911350" y="1162050"/>
          <p14:tracePt t="3533" x="1917700" y="1187450"/>
          <p14:tracePt t="3549" x="1917700" y="1200150"/>
          <p14:tracePt t="3566" x="1917700" y="1225550"/>
          <p14:tracePt t="3583" x="1924050" y="1238250"/>
          <p14:tracePt t="3599" x="1930400" y="1257300"/>
          <p14:tracePt t="3616" x="1936750" y="1270000"/>
          <p14:tracePt t="3632" x="1943100" y="1276350"/>
          <p14:tracePt t="3666" x="1949450" y="1276350"/>
          <p14:tracePt t="3695" x="1955800" y="1276350"/>
          <p14:tracePt t="3793" x="1962150" y="1276350"/>
          <p14:tracePt t="3807" x="1962150" y="1270000"/>
          <p14:tracePt t="3814" x="1962150" y="1263650"/>
          <p14:tracePt t="3821" x="1962150" y="1257300"/>
          <p14:tracePt t="3835" x="1962150" y="1244600"/>
          <p14:tracePt t="3849" x="1962150" y="1231900"/>
          <p14:tracePt t="3865" x="1962150" y="1206500"/>
          <p14:tracePt t="3882" x="1962150" y="1187450"/>
          <p14:tracePt t="3899" x="1955800" y="1149350"/>
          <p14:tracePt t="3915" x="1949450" y="1111250"/>
          <p14:tracePt t="3931" x="1949450" y="1092200"/>
          <p14:tracePt t="3948" x="1943100" y="1073150"/>
          <p14:tracePt t="3964" x="1943100" y="1066800"/>
          <p14:tracePt t="3981" x="1936750" y="1060450"/>
          <p14:tracePt t="4014" x="1936750" y="1054100"/>
          <p14:tracePt t="4214" x="1936750" y="1060450"/>
          <p14:tracePt t="4228" x="1936750" y="1073150"/>
          <p14:tracePt t="4235" x="1936750" y="1092200"/>
          <p14:tracePt t="4246" x="1943100" y="1111250"/>
          <p14:tracePt t="4264" x="1962150" y="1193800"/>
          <p14:tracePt t="4280" x="1968500" y="1231900"/>
          <p14:tracePt t="4297" x="1987550" y="1276350"/>
          <p14:tracePt t="4314" x="2032000" y="1416050"/>
          <p14:tracePt t="4330" x="2038350" y="1447800"/>
          <p14:tracePt t="4346" x="2044700" y="1466850"/>
          <p14:tracePt t="4363" x="2057400" y="1498600"/>
          <p14:tracePt t="4380" x="2063750" y="1524000"/>
          <p14:tracePt t="4397" x="2070100" y="1530350"/>
          <p14:tracePt t="4413" x="2070100" y="1536700"/>
          <p14:tracePt t="4449" x="2070100" y="1543050"/>
          <p14:tracePt t="4495" x="2070100" y="1549400"/>
          <p14:tracePt t="4958" x="2070100" y="1543050"/>
          <p14:tracePt t="5015" x="2076450" y="1543050"/>
          <p14:tracePt t="5029" x="2082800" y="1549400"/>
          <p14:tracePt t="5539" x="2082800" y="1568450"/>
          <p14:tracePt t="5553" x="2089150" y="1593850"/>
          <p14:tracePt t="5561" x="2095500" y="1651000"/>
          <p14:tracePt t="5576" x="2114550" y="1701800"/>
          <p14:tracePt t="5592" x="2152650" y="1790700"/>
          <p14:tracePt t="5610" x="2178050" y="1860550"/>
          <p14:tracePt t="5625" x="2203450" y="1905000"/>
          <p14:tracePt t="5642" x="2260600" y="2019300"/>
          <p14:tracePt t="5659" x="2292350" y="2063750"/>
          <p14:tracePt t="5676" x="2400300" y="2241550"/>
          <p14:tracePt t="5692" x="2457450" y="2311400"/>
          <p14:tracePt t="5709" x="2698750" y="2565400"/>
          <p14:tracePt t="5725" x="2794000" y="2635250"/>
          <p14:tracePt t="5742" x="2908300" y="2724150"/>
          <p14:tracePt t="5758" x="3149600" y="2914650"/>
          <p14:tracePt t="5775" x="3384550" y="3060700"/>
          <p14:tracePt t="5792" x="3600450" y="3155950"/>
          <p14:tracePt t="5808" x="3689350" y="3181350"/>
          <p14:tracePt t="5825" x="3822700" y="3219450"/>
          <p14:tracePt t="5842" x="3930650" y="3232150"/>
          <p14:tracePt t="5858" x="3968750" y="3232150"/>
          <p14:tracePt t="5875" x="4025900" y="3232150"/>
          <p14:tracePt t="5891" x="4083050" y="3232150"/>
          <p14:tracePt t="5908" x="4114800" y="3213100"/>
          <p14:tracePt t="5925" x="4197350" y="3187700"/>
          <p14:tracePt t="5941" x="4298950" y="3155950"/>
          <p14:tracePt t="5957" x="4349750" y="3136900"/>
          <p14:tracePt t="5961" x="4394200" y="3105150"/>
          <p14:tracePt t="5977" x="4438650" y="3079750"/>
          <p14:tracePt t="5990" x="4527550" y="3028950"/>
          <p14:tracePt t="6007" x="4559300" y="3009900"/>
          <p14:tracePt t="6025" x="4622800" y="2978150"/>
          <p14:tracePt t="6041" x="4654550" y="2965450"/>
          <p14:tracePt t="6057" x="4686300" y="2946400"/>
          <p14:tracePt t="6074" x="4724400" y="2933700"/>
          <p14:tracePt t="6090" x="4743450" y="2921000"/>
          <p14:tracePt t="6107" x="4768850" y="2914650"/>
          <p14:tracePt t="6123" x="4781550" y="2908300"/>
          <p14:tracePt t="6140" x="4787900" y="2908300"/>
          <p14:tracePt t="6221" x="4781550" y="2901950"/>
          <p14:tracePt t="6235" x="4775200" y="2901950"/>
          <p14:tracePt t="6243" x="4762500" y="2901950"/>
          <p14:tracePt t="6257" x="4749800" y="2901950"/>
          <p14:tracePt t="6273" x="4679950" y="2882900"/>
          <p14:tracePt t="6290" x="4629150" y="2876550"/>
          <p14:tracePt t="6306" x="4445000" y="2857500"/>
          <p14:tracePt t="6323" x="4318000" y="2844800"/>
          <p14:tracePt t="6341" x="3924300" y="2794000"/>
          <p14:tracePt t="6356" x="3784600" y="2768600"/>
          <p14:tracePt t="6373" x="3644900" y="2762250"/>
          <p14:tracePt t="6390" x="3390900" y="2730500"/>
          <p14:tracePt t="6406" x="3162300" y="2717800"/>
          <p14:tracePt t="6423" x="3073400" y="2705100"/>
          <p14:tracePt t="6439" x="2914650" y="2686050"/>
          <p14:tracePt t="6456" x="2794000" y="2667000"/>
          <p14:tracePt t="6459" x="2768600" y="2667000"/>
          <p14:tracePt t="6489" x="2717800" y="2673350"/>
          <p14:tracePt t="6506" x="2692400" y="2673350"/>
          <p14:tracePt t="6523" x="2686050" y="2673350"/>
          <p14:tracePt t="6555" x="2679700" y="2673350"/>
          <p14:tracePt t="6621" x="2673350" y="2673350"/>
          <p14:tracePt t="6635" x="2673350" y="2679700"/>
          <p14:tracePt t="6643" x="2667000" y="2686050"/>
          <p14:tracePt t="6658" x="2654300" y="2698750"/>
          <p14:tracePt t="6671" x="2647950" y="2705100"/>
          <p14:tracePt t="6689" x="2616200" y="2730500"/>
          <p14:tracePt t="6706" x="2578100" y="2768600"/>
          <p14:tracePt t="6722" x="2546350" y="2800350"/>
          <p14:tracePt t="6738" x="2476500" y="2870200"/>
          <p14:tracePt t="6755" x="2444750" y="2901950"/>
          <p14:tracePt t="6771" x="2381250" y="2984500"/>
          <p14:tracePt t="6787" x="2317750" y="3073400"/>
          <p14:tracePt t="6804" x="2266950" y="3162300"/>
          <p14:tracePt t="6821" x="2247900" y="3232150"/>
          <p14:tracePt t="6838" x="2203450" y="3390900"/>
          <p14:tracePt t="6855" x="2184400" y="3594100"/>
          <p14:tracePt t="6871" x="2184400" y="3708400"/>
          <p14:tracePt t="6890" x="2203450" y="3962400"/>
          <p14:tracePt t="6904" x="2228850" y="4191000"/>
          <p14:tracePt t="6921" x="2254250" y="4305300"/>
          <p14:tracePt t="6938" x="2286000" y="4394200"/>
          <p14:tracePt t="6954" x="2355850" y="4572000"/>
          <p14:tracePt t="6971" x="2387600" y="4635500"/>
          <p14:tracePt t="6988" x="2406650" y="4648200"/>
          <p14:tracePt t="7021" x="2406650" y="4660900"/>
          <p14:tracePt t="7085" x="2406650" y="4654550"/>
          <p14:tracePt t="7098" x="2400300" y="4641850"/>
          <p14:tracePt t="7107" x="2400300" y="4622800"/>
          <p14:tracePt t="7121" x="2393950" y="4591050"/>
          <p14:tracePt t="7137" x="2374900" y="4464050"/>
          <p14:tracePt t="7153" x="2349500" y="4368800"/>
          <p14:tracePt t="7170" x="2317750" y="4114800"/>
          <p14:tracePt t="7187" x="2286000" y="3816350"/>
          <p14:tracePt t="7203" x="2266950" y="3670300"/>
          <p14:tracePt t="7219" x="2222500" y="3441700"/>
          <p14:tracePt t="7236" x="2209800" y="3352800"/>
          <p14:tracePt t="7254" x="2197100" y="3155950"/>
          <p14:tracePt t="7270" x="2184400" y="3124200"/>
          <p14:tracePt t="7287" x="2184400" y="3098800"/>
          <p14:tracePt t="7303" x="2178050" y="3079750"/>
          <p14:tracePt t="7320" x="2178050" y="3073400"/>
          <p14:tracePt t="7353" x="2178050" y="3067050"/>
          <p14:tracePt t="7380" x="2178050" y="3060700"/>
          <p14:tracePt t="7429" x="2178050" y="3054350"/>
          <p14:tracePt t="7500" x="2178050" y="3060700"/>
          <p14:tracePt t="7506" x="2178050" y="3067050"/>
          <p14:tracePt t="7519" x="2178050" y="3079750"/>
          <p14:tracePt t="7535" x="2171700" y="3111500"/>
          <p14:tracePt t="7552" x="2171700" y="3143250"/>
          <p14:tracePt t="7569" x="2165350" y="3187700"/>
          <p14:tracePt t="7586" x="2165350" y="3352800"/>
          <p14:tracePt t="7602" x="2171700" y="3556000"/>
          <p14:tracePt t="7619" x="2178050" y="3746500"/>
          <p14:tracePt t="7635" x="2190750" y="3841750"/>
          <p14:tracePt t="7652" x="2209800" y="3956050"/>
          <p14:tracePt t="7669" x="2216150" y="4019550"/>
          <p14:tracePt t="7685" x="2216150" y="4038600"/>
          <p14:tracePt t="7702" x="2216150" y="4051300"/>
          <p14:tracePt t="7718" x="2216150" y="4057650"/>
          <p14:tracePt t="7809" x="2222500" y="4064000"/>
          <p14:tracePt t="8062" x="2228850" y="4064000"/>
          <p14:tracePt t="8082" x="2222500" y="4064000"/>
          <p14:tracePt t="8483" x="2222500" y="4051300"/>
          <p14:tracePt t="8489" x="2222500" y="4032250"/>
          <p14:tracePt t="8504" x="2222500" y="4000500"/>
          <p14:tracePt t="8515" x="2222500" y="3962400"/>
          <p14:tracePt t="8533" x="2222500" y="3835400"/>
          <p14:tracePt t="8549" x="2222500" y="3759200"/>
          <p14:tracePt t="8565" x="2216150" y="3619500"/>
          <p14:tracePt t="8582" x="2197100" y="3473450"/>
          <p14:tracePt t="8598" x="2197100" y="3397250"/>
          <p14:tracePt t="8615" x="2178050" y="3251200"/>
          <p14:tracePt t="8632" x="2165350" y="3111500"/>
          <p14:tracePt t="8648" x="2165350" y="3035300"/>
          <p14:tracePt t="8665" x="2146300" y="2889250"/>
          <p14:tracePt t="8681" x="2139950" y="2774950"/>
          <p14:tracePt t="8698" x="2120900" y="2717800"/>
          <p14:tracePt t="8715" x="2108200" y="2647950"/>
          <p14:tracePt t="8731" x="2095500" y="2578100"/>
          <p14:tracePt t="8748" x="2082800" y="2565400"/>
          <p14:tracePt t="8765" x="2076450" y="2546350"/>
          <p14:tracePt t="8781" x="2076450" y="2540000"/>
          <p14:tracePt t="8798" x="2076450" y="2546350"/>
          <p14:tracePt t="8814" x="2076450" y="2552700"/>
          <p14:tracePt t="8856" x="2057400" y="2552700"/>
          <p14:tracePt t="8926" x="2057400" y="2559050"/>
          <p14:tracePt t="8996" x="2051050" y="2559050"/>
          <p14:tracePt t="9003" x="2044700" y="2565400"/>
          <p14:tracePt t="9013" x="2032000" y="2571750"/>
          <p14:tracePt t="9031" x="2019300" y="2578100"/>
          <p14:tracePt t="9047" x="1993900" y="2597150"/>
          <p14:tracePt t="9063" x="1974850" y="2603500"/>
          <p14:tracePt t="9081" x="1917700" y="2647950"/>
          <p14:tracePt t="9097" x="1905000" y="2660650"/>
          <p14:tracePt t="9113" x="1879600" y="2667000"/>
          <p14:tracePt t="9130" x="1866900" y="2679700"/>
          <p14:tracePt t="9146" x="1860550" y="2686050"/>
          <p14:tracePt t="9163" x="1854200" y="2686050"/>
          <p14:tracePt t="9196" x="1854200" y="2692400"/>
          <p14:tracePt t="9214" x="1847850" y="2692400"/>
          <p14:tracePt t="9551" x="1835150" y="2698750"/>
          <p14:tracePt t="9565" x="1816100" y="2705100"/>
          <p14:tracePt t="9572" x="1797050" y="2705100"/>
          <p14:tracePt t="9586" x="1771650" y="2717800"/>
          <p14:tracePt t="9595" x="1752600" y="2724150"/>
          <p14:tracePt t="9611" x="1733550" y="2724150"/>
          <p14:tracePt t="9629" x="1701800" y="2736850"/>
          <p14:tracePt t="9645" x="1663700" y="2755900"/>
          <p14:tracePt t="9661" x="1651000" y="2768600"/>
          <p14:tracePt t="9678" x="1606550" y="2787650"/>
          <p14:tracePt t="9695" x="1555750" y="2813050"/>
          <p14:tracePt t="9711" x="1536700" y="2813050"/>
          <p14:tracePt t="9728" x="1530350" y="2825750"/>
          <p14:tracePt t="10137" x="1530350" y="2832100"/>
          <p14:tracePt t="10144" x="1530350" y="2857500"/>
          <p14:tracePt t="10158" x="1530350" y="2876550"/>
          <p14:tracePt t="10165" x="1536700" y="2895600"/>
          <p14:tracePt t="10179" x="1536700" y="2927350"/>
          <p14:tracePt t="10194" x="1536700" y="2952750"/>
          <p14:tracePt t="10210" x="1536700" y="3003550"/>
          <p14:tracePt t="10226" x="1536700" y="3028950"/>
          <p14:tracePt t="10243" x="1543050" y="3067050"/>
          <p14:tracePt t="10259" x="1543050" y="3086100"/>
          <p14:tracePt t="10276" x="1543050" y="3098800"/>
          <p14:tracePt t="10292" x="1543050" y="3105150"/>
          <p14:tracePt t="10309" x="1549400" y="3111500"/>
          <p14:tracePt t="10355" x="1549400" y="3117850"/>
          <p14:tracePt t="10559" x="1555750" y="3124200"/>
          <p14:tracePt t="10566" x="1562100" y="3130550"/>
          <p14:tracePt t="10579" x="1568450" y="3130550"/>
          <p14:tracePt t="10592" x="1574800" y="3136900"/>
          <p14:tracePt t="10608" x="1612900" y="3162300"/>
          <p14:tracePt t="10625" x="1631950" y="3175000"/>
          <p14:tracePt t="10642" x="1682750" y="3206750"/>
          <p14:tracePt t="10658" x="1739900" y="3232150"/>
          <p14:tracePt t="10675" x="1771650" y="3257550"/>
          <p14:tracePt t="10692" x="1809750" y="3282950"/>
          <p14:tracePt t="10708" x="1847850" y="3308350"/>
          <p14:tracePt t="10724" x="1854200" y="3314700"/>
          <p14:tracePt t="10742" x="1860550" y="3321050"/>
          <p14:tracePt t="10757" x="1860550" y="3327400"/>
          <p14:tracePt t="10774" x="1866900" y="3365500"/>
          <p14:tracePt t="10791" x="1866900" y="3479800"/>
          <p14:tracePt t="10808" x="1866900" y="3556000"/>
          <p14:tracePt t="10824" x="1835150" y="3740150"/>
          <p14:tracePt t="10840" x="1797050" y="3937000"/>
          <p14:tracePt t="10857" x="1765300" y="4013200"/>
          <p14:tracePt t="10875" x="1733550" y="4133850"/>
          <p14:tracePt t="10891" x="1720850" y="4184650"/>
          <p14:tracePt t="10907" x="1714500" y="4197350"/>
          <p14:tracePt t="10924" x="1714500" y="4229100"/>
          <p14:tracePt t="10940" x="1714500" y="4248150"/>
          <p14:tracePt t="10957" x="1720850" y="4260850"/>
          <p14:tracePt t="10973" x="1720850" y="4286250"/>
          <p14:tracePt t="10990" x="1682750" y="4311650"/>
          <p14:tracePt t="11007" x="1663700" y="4337050"/>
          <p14:tracePt t="11023" x="1644650" y="4356100"/>
          <p14:tracePt t="11039" x="1638300" y="4356100"/>
          <p14:tracePt t="11057" x="1625600" y="4362450"/>
          <p14:tracePt t="11099" x="1625600" y="4368800"/>
          <p14:tracePt t="11148" x="1625600" y="4375150"/>
          <p14:tracePt t="11253" x="1625600" y="4381500"/>
          <p14:tracePt t="11268" x="1638300" y="4387850"/>
          <p14:tracePt t="11282" x="1644650" y="4387850"/>
          <p14:tracePt t="11292" x="1657350" y="4394200"/>
          <p14:tracePt t="11305" x="1676400" y="4406900"/>
          <p14:tracePt t="11323" x="1708150" y="4413250"/>
          <p14:tracePt t="11340" x="1835150" y="4457700"/>
          <p14:tracePt t="11356" x="1898650" y="4476750"/>
          <p14:tracePt t="11372" x="1968500" y="4495800"/>
          <p14:tracePt t="11389" x="2146300" y="4514850"/>
          <p14:tracePt t="11406" x="2349500" y="4514850"/>
          <p14:tracePt t="11423" x="2540000" y="4514850"/>
          <p14:tracePt t="11439" x="2628900" y="4508500"/>
          <p14:tracePt t="11455" x="2749550" y="4508500"/>
          <p14:tracePt t="11472" x="2838450" y="4514850"/>
          <p14:tracePt t="11488" x="2857500" y="4514850"/>
          <p14:tracePt t="11505" x="2901950" y="4514850"/>
          <p14:tracePt t="11522" x="2927350" y="4514850"/>
          <p14:tracePt t="11539" x="2940050" y="4508500"/>
          <p14:tracePt t="11556" x="2965450" y="4502150"/>
          <p14:tracePt t="11571" x="2984500" y="4495800"/>
          <p14:tracePt t="11606" x="2997200" y="4489450"/>
          <p14:tracePt t="11621" x="3003550" y="4489450"/>
          <p14:tracePt t="11655" x="3009900" y="4489450"/>
          <p14:tracePt t="11725" x="3003550" y="4489450"/>
          <p14:tracePt t="11732" x="2997200" y="4489450"/>
          <p14:tracePt t="11746" x="2984500" y="4483100"/>
          <p14:tracePt t="11755" x="2965450" y="4476750"/>
          <p14:tracePt t="11771" x="2940050" y="4470400"/>
          <p14:tracePt t="11789" x="2825750" y="4438650"/>
          <p14:tracePt t="11804" x="2686050" y="4400550"/>
          <p14:tracePt t="11820" x="2590800" y="4381500"/>
          <p14:tracePt t="11838" x="2413000" y="4362450"/>
          <p14:tracePt t="11854" x="2241550" y="4343400"/>
          <p14:tracePt t="11871" x="2178050" y="4330700"/>
          <p14:tracePt t="11887" x="2057400" y="4311650"/>
          <p14:tracePt t="11904" x="1955800" y="4305300"/>
          <p14:tracePt t="11920" x="1905000" y="4305300"/>
          <p14:tracePt t="11937" x="1822450" y="4298950"/>
          <p14:tracePt t="11953" x="1778000" y="4286250"/>
          <p14:tracePt t="11972" x="1720850" y="4286250"/>
          <p14:tracePt t="11986" x="1708150" y="4286250"/>
          <p14:tracePt t="12003" x="1701800" y="4286250"/>
          <p14:tracePt t="12020" x="1695450" y="4286250"/>
          <p14:tracePt t="12126" x="1708150" y="4286250"/>
          <p14:tracePt t="12132" x="1720850" y="4292600"/>
          <p14:tracePt t="12146" x="1739900" y="4292600"/>
          <p14:tracePt t="12155" x="1771650" y="4305300"/>
          <p14:tracePt t="12169" x="1809750" y="4318000"/>
          <p14:tracePt t="12186" x="1924050" y="4349750"/>
          <p14:tracePt t="12203" x="2051050" y="4375150"/>
          <p14:tracePt t="12219" x="2120900" y="4387850"/>
          <p14:tracePt t="12236" x="2197100" y="4394200"/>
          <p14:tracePt t="12253" x="2438400" y="4413250"/>
          <p14:tracePt t="12269" x="2514600" y="4413250"/>
          <p14:tracePt t="12288" x="2717800" y="4413250"/>
          <p14:tracePt t="12302" x="2800350" y="4413250"/>
          <p14:tracePt t="12319" x="2901950" y="4413250"/>
          <p14:tracePt t="12337" x="2952750" y="4413250"/>
          <p14:tracePt t="12369" x="2965450" y="4413250"/>
          <p14:tracePt t="12402" x="2965450" y="4406900"/>
          <p14:tracePt t="12456" x="2959100" y="4406900"/>
          <p14:tracePt t="12476" x="2959100" y="4400550"/>
          <p14:tracePt t="12483" x="2946400" y="4400550"/>
          <p14:tracePt t="12498" x="2940050" y="4394200"/>
          <p14:tracePt t="12505" x="2921000" y="4387850"/>
          <p14:tracePt t="12521" x="2901950" y="4381500"/>
          <p14:tracePt t="12535" x="2838450" y="4368800"/>
          <p14:tracePt t="12551" x="2774950" y="4349750"/>
          <p14:tracePt t="12569" x="2641600" y="4318000"/>
          <p14:tracePt t="12585" x="2476500" y="4298950"/>
          <p14:tracePt t="12601" x="2374900" y="4286250"/>
          <p14:tracePt t="12618" x="2216150" y="4267200"/>
          <p14:tracePt t="12635" x="2139950" y="4260850"/>
          <p14:tracePt t="12651" x="2000250" y="4260850"/>
          <p14:tracePt t="12668" x="1892300" y="4260850"/>
          <p14:tracePt t="12684" x="1854200" y="4260850"/>
          <p14:tracePt t="12702" x="1816100" y="4260850"/>
          <p14:tracePt t="12717" x="1790700" y="4267200"/>
          <p14:tracePt t="12734" x="1784350" y="4267200"/>
          <p14:tracePt t="12751" x="1771650" y="4267200"/>
          <p14:tracePt t="12767" x="1758950" y="4267200"/>
          <p14:tracePt t="12877" x="1765300" y="4267200"/>
          <p14:tracePt t="12885" x="1778000" y="4267200"/>
          <p14:tracePt t="12898" x="1797050" y="4267200"/>
          <p14:tracePt t="12905" x="1828800" y="4273550"/>
          <p14:tracePt t="12920" x="1892300" y="4273550"/>
          <p14:tracePt t="12934" x="1981200" y="4273550"/>
          <p14:tracePt t="12950" x="2222500" y="4267200"/>
          <p14:tracePt t="12967" x="2349500" y="4260850"/>
          <p14:tracePt t="12970" x="2489200" y="4260850"/>
          <p14:tracePt t="12983" x="2603500" y="4260850"/>
          <p14:tracePt t="13000" x="2781300" y="4248150"/>
          <p14:tracePt t="13018" x="2908300" y="4248150"/>
          <p14:tracePt t="13033" x="2946400" y="4248150"/>
          <p14:tracePt t="13050" x="2990850" y="4241800"/>
          <p14:tracePt t="13067" x="2997200" y="4241800"/>
          <p14:tracePt t="13186" x="2990850" y="4241800"/>
          <p14:tracePt t="13207" x="2978150" y="4241800"/>
          <p14:tracePt t="13221" x="2971800" y="4241800"/>
          <p14:tracePt t="13228" x="2965450" y="4241800"/>
          <p14:tracePt t="13235" x="2959100" y="4241800"/>
          <p14:tracePt t="13256" x="2946400" y="4241800"/>
          <p14:tracePt t="13278" x="2933700" y="4241800"/>
          <p14:tracePt t="13292" x="2921000" y="4248150"/>
          <p14:tracePt t="13300" x="2895600" y="4254500"/>
          <p14:tracePt t="13316" x="2876550" y="4254500"/>
          <p14:tracePt t="13332" x="2806700" y="4273550"/>
          <p14:tracePt t="13348" x="2698750" y="4286250"/>
          <p14:tracePt t="13365" x="2647950" y="4298950"/>
          <p14:tracePt t="13383" x="2514600" y="4324350"/>
          <p14:tracePt t="13398" x="2393950" y="4343400"/>
          <p14:tracePt t="13415" x="2343150" y="4343400"/>
          <p14:tracePt t="13432" x="2266950" y="4343400"/>
          <p14:tracePt t="13448" x="2203450" y="4349750"/>
          <p14:tracePt t="13465" x="2184400" y="4349750"/>
          <p14:tracePt t="13482" x="2171700" y="4349750"/>
          <p14:tracePt t="13498" x="2165350" y="4343400"/>
          <p14:tracePt t="13518" x="2165350" y="4349750"/>
          <p14:tracePt t="13532" x="2165350" y="4356100"/>
          <p14:tracePt t="13548" x="2165350" y="4362450"/>
          <p14:tracePt t="13565" x="2178050" y="4368800"/>
          <p14:tracePt t="14033" x="2197100" y="4292600"/>
          <p14:tracePt t="14040" x="2216150" y="4203700"/>
          <p14:tracePt t="14055" x="2222500" y="4114800"/>
          <p14:tracePt t="14062" x="2222500" y="4025900"/>
          <p14:tracePt t="14079" x="2235200" y="3943350"/>
          <p14:tracePt t="14097" x="2228850" y="3765550"/>
          <p14:tracePt t="14113" x="2228850" y="3505200"/>
          <p14:tracePt t="14129" x="2222500" y="3365500"/>
          <p14:tracePt t="14147" x="2209800" y="3073400"/>
          <p14:tracePt t="14162" x="2197100" y="2730500"/>
          <p14:tracePt t="14179" x="2190750" y="2571750"/>
          <p14:tracePt t="14197" x="2178050" y="2343150"/>
          <p14:tracePt t="14212" x="2146300" y="2070100"/>
          <p14:tracePt t="14230" x="2133600" y="1955800"/>
          <p14:tracePt t="14246" x="2127250" y="1828800"/>
          <p14:tracePt t="14262" x="2114550" y="1778000"/>
          <p14:tracePt t="14280" x="2101850" y="1695450"/>
          <p14:tracePt t="14296" x="2101850" y="1682750"/>
          <p14:tracePt t="14312" x="2101850" y="1670050"/>
          <p14:tracePt t="14329" x="2089150" y="1663700"/>
          <p14:tracePt t="14345" x="2089150" y="1651000"/>
          <p14:tracePt t="14362" x="2082800" y="1644650"/>
          <p14:tracePt t="14379" x="2070100" y="1631950"/>
          <p14:tracePt t="14395" x="2057400" y="1625600"/>
          <p14:tracePt t="14428" x="2051050" y="1625600"/>
          <p14:tracePt t="14455" x="2044700" y="1625600"/>
          <p14:tracePt t="14464" x="2038350" y="1625600"/>
          <p14:tracePt t="14478" x="2025650" y="1625600"/>
          <p14:tracePt t="14495" x="2006600" y="1663700"/>
          <p14:tracePt t="14512" x="1968500" y="1689100"/>
          <p14:tracePt t="14528" x="1955800" y="1701800"/>
          <p14:tracePt t="14544" x="1936750" y="1727200"/>
          <p14:tracePt t="14561" x="1866900" y="1803400"/>
          <p14:tracePt t="14578" x="1835150" y="1828800"/>
          <p14:tracePt t="14595" x="1797050" y="1860550"/>
          <p14:tracePt t="14611" x="1752600" y="1905000"/>
          <p14:tracePt t="14628" x="1701800" y="1943100"/>
          <p14:tracePt t="14645" x="1689100" y="1962150"/>
          <p14:tracePt t="14661" x="1651000" y="1981200"/>
          <p14:tracePt t="14677" x="1644650" y="1987550"/>
          <p14:tracePt t="14694" x="1638300" y="1993900"/>
          <p14:tracePt t="14757" x="1631950" y="1993900"/>
          <p14:tracePt t="14834" x="1638300" y="1993900"/>
          <p14:tracePt t="14841" x="1638300" y="2000250"/>
          <p14:tracePt t="14856" x="1644650" y="2000250"/>
          <p14:tracePt t="14863" x="1657350" y="2000250"/>
          <p14:tracePt t="14879" x="1670050" y="2000250"/>
          <p14:tracePt t="14893" x="1689100" y="2006600"/>
          <p14:tracePt t="14910" x="1771650" y="2019300"/>
          <p14:tracePt t="14926" x="1898650" y="2025650"/>
          <p14:tracePt t="14943" x="2000250" y="2025650"/>
          <p14:tracePt t="14961" x="2228850" y="2044700"/>
          <p14:tracePt t="14976" x="2470150" y="2076450"/>
          <p14:tracePt t="14993" x="2609850" y="2089150"/>
          <p14:tracePt t="15010" x="2851150" y="2120900"/>
          <p14:tracePt t="15026" x="3060700" y="2133600"/>
          <p14:tracePt t="15043" x="3136900" y="2139950"/>
          <p14:tracePt t="15060" x="3238500" y="2152650"/>
          <p14:tracePt t="15076" x="3289300" y="2152650"/>
          <p14:tracePt t="15094" x="3302000" y="2152650"/>
          <p14:tracePt t="15110" x="3321050" y="2146300"/>
          <p14:tracePt t="15157" x="3314700" y="2146300"/>
          <p14:tracePt t="15165" x="3308350" y="2146300"/>
          <p14:tracePt t="15179" x="3302000" y="2146300"/>
          <p14:tracePt t="15195" x="3295650" y="2146300"/>
          <p14:tracePt t="15208" x="3289300" y="2139950"/>
          <p14:tracePt t="15225" x="3270250" y="2139950"/>
          <p14:tracePt t="15242" x="3219450" y="2127250"/>
          <p14:tracePt t="15259" x="3136900" y="2108200"/>
          <p14:tracePt t="15275" x="3067050" y="2089150"/>
          <p14:tracePt t="15292" x="2901950" y="2057400"/>
          <p14:tracePt t="15309" x="2705100" y="2019300"/>
          <p14:tracePt t="15327" x="2476500" y="1987550"/>
          <p14:tracePt t="15342" x="2374900" y="1968500"/>
          <p14:tracePt t="15358" x="2159000" y="1949450"/>
          <p14:tracePt t="15376" x="2000250" y="1936750"/>
          <p14:tracePt t="15392" x="1936750" y="1936750"/>
          <p14:tracePt t="15409" x="1885950" y="1936750"/>
          <p14:tracePt t="15425" x="1873250" y="1943100"/>
          <p14:tracePt t="15495" x="1879600" y="1949450"/>
          <p14:tracePt t="15509" x="1885950" y="1949450"/>
          <p14:tracePt t="15516" x="1892300" y="1955800"/>
          <p14:tracePt t="15530" x="1905000" y="1962150"/>
          <p14:tracePt t="15541" x="1911350" y="1962150"/>
          <p14:tracePt t="15558" x="1924050" y="1968500"/>
          <p14:tracePt t="15574" x="1936750" y="1974850"/>
          <p14:tracePt t="15591" x="1974850" y="1981200"/>
          <p14:tracePt t="15608" x="2032000" y="2006600"/>
          <p14:tracePt t="15624" x="2095500" y="2012950"/>
          <p14:tracePt t="15641" x="2254250" y="2057400"/>
          <p14:tracePt t="15657" x="2438400" y="2095500"/>
          <p14:tracePt t="15674" x="2527300" y="2108200"/>
          <p14:tracePt t="15692" x="2698750" y="2133600"/>
          <p14:tracePt t="15707" x="2825750" y="2146300"/>
          <p14:tracePt t="15723" x="2863850" y="2146300"/>
          <p14:tracePt t="15741" x="2914650" y="2146300"/>
          <p14:tracePt t="15757" x="2927350" y="2146300"/>
          <p14:tracePt t="15825" x="2921000" y="2146300"/>
          <p14:tracePt t="15846" x="2914650" y="2146300"/>
          <p14:tracePt t="15867" x="2908300" y="2146300"/>
          <p14:tracePt t="15888" x="2901950" y="2146300"/>
          <p14:tracePt t="15937" x="2895600" y="2146300"/>
          <p14:tracePt t="15986" x="2882900" y="2146300"/>
          <p14:tracePt t="16001" x="2876550" y="2146300"/>
          <p14:tracePt t="16009" x="2870200" y="2146300"/>
          <p14:tracePt t="16023" x="2863850" y="2139950"/>
          <p14:tracePt t="16039" x="2851150" y="2139950"/>
          <p14:tracePt t="16057" x="2806700" y="2127250"/>
          <p14:tracePt t="16073" x="2768600" y="2127250"/>
          <p14:tracePt t="16089" x="2724150" y="2108200"/>
          <p14:tracePt t="16106" x="2552700" y="2082800"/>
          <p14:tracePt t="16123" x="2489200" y="2070100"/>
          <p14:tracePt t="16139" x="2419350" y="2051050"/>
          <p14:tracePt t="16156" x="2336800" y="2038350"/>
          <p14:tracePt t="16172" x="2266950" y="2019300"/>
          <p14:tracePt t="16189" x="2241550" y="2012950"/>
          <p14:tracePt t="16206" x="2203450" y="2006600"/>
          <p14:tracePt t="16223" x="2178050" y="2006600"/>
          <p14:tracePt t="16240" x="2152650" y="2006600"/>
          <p14:tracePt t="16272" x="2139950" y="2006600"/>
          <p14:tracePt t="16290" x="2133600" y="2006600"/>
          <p14:tracePt t="16321" x="2127250" y="2006600"/>
          <p14:tracePt t="16428" x="2120900" y="2006600"/>
          <p14:tracePt t="16443" x="2114550" y="2006600"/>
          <p14:tracePt t="16457" x="2108200" y="2006600"/>
          <p14:tracePt t="16478" x="2101850" y="2006600"/>
          <p14:tracePt t="16513" x="2095500" y="2006600"/>
          <p14:tracePt t="16562" x="2089150" y="2006600"/>
          <p14:tracePt t="16569" x="2082800" y="2006600"/>
          <p14:tracePt t="16633" x="2082800" y="2012950"/>
          <p14:tracePt t="16682" x="2089150" y="2012950"/>
          <p14:tracePt t="16689" x="2095500" y="2012950"/>
          <p14:tracePt t="16704" x="2101850" y="2012950"/>
          <p14:tracePt t="16710" x="2101850" y="2019300"/>
          <p14:tracePt t="16724" x="2108200" y="2019300"/>
          <p14:tracePt t="16737" x="2114550" y="2019300"/>
          <p14:tracePt t="16754" x="2139950" y="2019300"/>
          <p14:tracePt t="16770" x="2159000" y="2019300"/>
          <p14:tracePt t="16788" x="2222500" y="2012950"/>
          <p14:tracePt t="16804" x="2305050" y="1993900"/>
          <p14:tracePt t="16820" x="2343150" y="1981200"/>
          <p14:tracePt t="16837" x="2419350" y="1962150"/>
          <p14:tracePt t="16853" x="2501900" y="1936750"/>
          <p14:tracePt t="16870" x="2546350" y="1905000"/>
          <p14:tracePt t="16887" x="2609850" y="1885950"/>
          <p14:tracePt t="16903" x="2660650" y="1854200"/>
          <p14:tracePt t="16920" x="2679700" y="1841500"/>
          <p14:tracePt t="16936" x="2724150" y="1816100"/>
          <p14:tracePt t="16953" x="2749550" y="1803400"/>
          <p14:tracePt t="16971" x="2787650" y="1790700"/>
          <p14:tracePt t="16986" x="2800350" y="1784350"/>
          <p14:tracePt t="17003" x="2813050" y="1784350"/>
          <p14:tracePt t="17006" x="2813050" y="1778000"/>
          <p14:tracePt t="17020" x="2832100" y="1778000"/>
          <p14:tracePt t="17036" x="2838450" y="1778000"/>
          <p14:tracePt t="17053" x="2844800" y="1778000"/>
          <p14:tracePt t="17069" x="2851150" y="1778000"/>
          <p14:tracePt t="17132" x="2851150" y="1771650"/>
          <p14:tracePt t="17174" x="2844800" y="1771650"/>
          <p14:tracePt t="17195" x="2838450" y="1771650"/>
          <p14:tracePt t="17203" x="2832100" y="1771650"/>
          <p14:tracePt t="17216" x="2825750" y="1771650"/>
          <p14:tracePt t="17223" x="2819400" y="1771650"/>
          <p14:tracePt t="17244" x="2806700" y="1771650"/>
          <p14:tracePt t="17253" x="2794000" y="1765300"/>
          <p14:tracePt t="17268" x="2762250" y="1765300"/>
          <p14:tracePt t="17286" x="2736850" y="1765300"/>
          <p14:tracePt t="17302" x="2578100" y="1771650"/>
          <p14:tracePt t="17318" x="2514600" y="1778000"/>
          <p14:tracePt t="17335" x="2451100" y="1790700"/>
          <p14:tracePt t="17351" x="2330450" y="1816100"/>
          <p14:tracePt t="17368" x="2228850" y="1841500"/>
          <p14:tracePt t="17386" x="2171700" y="1866900"/>
          <p14:tracePt t="17401" x="2152650" y="1879600"/>
          <p14:tracePt t="17418" x="2114550" y="1885950"/>
          <p14:tracePt t="17435" x="2089150" y="1905000"/>
          <p14:tracePt t="17451" x="2076450" y="1911350"/>
          <p14:tracePt t="17468" x="2025650" y="1924050"/>
          <p14:tracePt t="17484" x="1955800" y="1930400"/>
          <p14:tracePt t="17501" x="1917700" y="1924050"/>
          <p14:tracePt t="17504" x="1866900" y="1917700"/>
          <p14:tracePt t="17518" x="1797050" y="1905000"/>
          <p14:tracePt t="17534" x="1676400" y="1879600"/>
          <p14:tracePt t="17551" x="1625600" y="1860550"/>
          <p14:tracePt t="17568" x="1536700" y="1835150"/>
          <p14:tracePt t="17584" x="1485900" y="1822450"/>
          <p14:tracePt t="17601" x="1473200" y="1822450"/>
          <p14:tracePt t="17617" x="1441450" y="1822450"/>
          <p14:tracePt t="17634" x="1428750" y="1822450"/>
          <p14:tracePt t="17651" x="1416050" y="1835150"/>
          <p14:tracePt t="17667" x="1403350" y="1841500"/>
          <p14:tracePt t="17715" x="1403350" y="1847850"/>
          <p14:tracePt t="17743" x="1409700" y="1847850"/>
          <p14:tracePt t="17764" x="1416050" y="1847850"/>
          <p14:tracePt t="17778" x="1422400" y="1847850"/>
          <p14:tracePt t="17786" x="1428750" y="1847850"/>
          <p14:tracePt t="17800" x="1435100" y="1847850"/>
          <p14:tracePt t="17817" x="1447800" y="1847850"/>
          <p14:tracePt t="17850" x="1454150" y="1854200"/>
          <p14:tracePt t="17866" x="1460500" y="1854200"/>
          <p14:tracePt t="17884" x="1473200" y="1854200"/>
          <p14:tracePt t="17900" x="1485900" y="1854200"/>
          <p14:tracePt t="17916" x="1498600" y="1854200"/>
          <p14:tracePt t="17934" x="1593850" y="1860550"/>
          <p14:tracePt t="17949" x="1644650" y="1860550"/>
          <p14:tracePt t="17966" x="1695450" y="1860550"/>
          <p14:tracePt t="17982" x="1822450" y="1873250"/>
          <p14:tracePt t="17999" x="1955800" y="1879600"/>
          <p14:tracePt t="18017" x="2019300" y="1892300"/>
          <p14:tracePt t="18019" x="2070100" y="1898650"/>
          <p14:tracePt t="18033" x="2127250" y="1911350"/>
          <p14:tracePt t="18049" x="2203450" y="1911350"/>
          <p14:tracePt t="18066" x="2266950" y="1911350"/>
          <p14:tracePt t="18082" x="2286000" y="1911350"/>
          <p14:tracePt t="18099" x="2305050" y="1911350"/>
          <p14:tracePt t="18116" x="2311400" y="1911350"/>
          <p14:tracePt t="18158" x="2317750" y="1911350"/>
          <p14:tracePt t="18530" x="2362200" y="1924050"/>
          <p14:tracePt t="18537" x="2438400" y="1930400"/>
          <p14:tracePt t="18551" x="2552700" y="1943100"/>
          <p14:tracePt t="18564" x="2667000" y="1955800"/>
          <p14:tracePt t="18580" x="2901950" y="1987550"/>
          <p14:tracePt t="18597" x="2990850" y="1993900"/>
          <p14:tracePt t="18614" x="3130550" y="2006600"/>
          <p14:tracePt t="18630" x="3187700" y="2019300"/>
          <p14:tracePt t="18647" x="3200400" y="2019300"/>
          <p14:tracePt t="18663" x="3213100" y="2019300"/>
          <p14:tracePt t="18680" x="3219450" y="2019300"/>
          <p14:tracePt t="18769" x="3213100" y="2019300"/>
          <p14:tracePt t="19043" x="3219450" y="2019300"/>
          <p14:tracePt t="19050" x="3225800" y="2019300"/>
          <p14:tracePt t="19062" x="3238500" y="2019300"/>
          <p14:tracePt t="19079" x="3276600" y="2012950"/>
          <p14:tracePt t="19096" x="3302000" y="2006600"/>
          <p14:tracePt t="19113" x="3327400" y="2000250"/>
          <p14:tracePt t="19129" x="3409950" y="1968500"/>
          <p14:tracePt t="19146" x="3429000" y="1962150"/>
          <p14:tracePt t="19163" x="3473450" y="1949450"/>
          <p14:tracePt t="19178" x="3486150" y="1943100"/>
          <p14:tracePt t="19195" x="3511550" y="1936750"/>
          <p14:tracePt t="19212" x="3524250" y="1930400"/>
          <p14:tracePt t="19228" x="3530600" y="1930400"/>
          <p14:tracePt t="19254" x="3536950" y="1924050"/>
          <p14:tracePt t="19310" x="3543300" y="1924050"/>
          <p14:tracePt t="19331" x="3549650" y="1924050"/>
          <p14:tracePt t="19338" x="3556000" y="1917700"/>
          <p14:tracePt t="19352" x="3562350" y="1917700"/>
          <p14:tracePt t="19361" x="3568700" y="1917700"/>
          <p14:tracePt t="19378" x="3575050" y="1911350"/>
          <p14:tracePt t="19395" x="3587750" y="1911350"/>
          <p14:tracePt t="19411" x="3613150" y="1911350"/>
          <p14:tracePt t="19428" x="3625850" y="1911350"/>
          <p14:tracePt t="19445" x="3651250" y="1911350"/>
          <p14:tracePt t="19465" x="3657600" y="1905000"/>
          <p14:tracePt t="19477" x="3663950" y="1905000"/>
          <p14:tracePt t="19494" x="3676650" y="1905000"/>
          <p14:tracePt t="19511" x="3683000" y="1905000"/>
          <p14:tracePt t="19563" x="3689350" y="1905000"/>
          <p14:tracePt t="19612" x="3695700" y="1905000"/>
          <p14:tracePt t="19640" x="3702050" y="1905000"/>
          <p14:tracePt t="20113" x="3708400" y="1911350"/>
          <p14:tracePt t="20127" x="3733800" y="1917700"/>
          <p14:tracePt t="20134" x="3752850" y="1924050"/>
          <p14:tracePt t="20143" x="3784600" y="1943100"/>
          <p14:tracePt t="20158" x="3829050" y="1949450"/>
          <p14:tracePt t="20175" x="3867150" y="1955800"/>
          <p14:tracePt t="20192" x="3924300" y="1974850"/>
          <p14:tracePt t="20208" x="3981450" y="1981200"/>
          <p14:tracePt t="20226" x="4032250" y="1987550"/>
          <p14:tracePt t="20241" x="4064000" y="1993900"/>
          <p14:tracePt t="20258" x="4102100" y="1993900"/>
          <p14:tracePt t="20275" x="4127500" y="2000250"/>
          <p14:tracePt t="20291" x="4140200" y="2000250"/>
          <p14:tracePt t="20308" x="4159250" y="2006600"/>
          <p14:tracePt t="20325" x="4171950" y="2006600"/>
          <p14:tracePt t="20358" x="4178300" y="2006600"/>
          <p14:tracePt t="20555" x="4171950" y="2006600"/>
          <p14:tracePt t="20598" x="4165600" y="2006600"/>
          <p14:tracePt t="20689" x="4159250" y="2006600"/>
          <p14:tracePt t="20696" x="4152900" y="2006600"/>
          <p14:tracePt t="20746" x="4146550" y="2006600"/>
          <p14:tracePt t="20759" x="4140200" y="2006600"/>
          <p14:tracePt t="20766" x="4127500" y="2006600"/>
          <p14:tracePt t="20776" x="4114800" y="2006600"/>
          <p14:tracePt t="20790" x="4083050" y="2012950"/>
          <p14:tracePt t="20806" x="4057650" y="2012950"/>
          <p14:tracePt t="20823" x="3943350" y="2025650"/>
          <p14:tracePt t="20839" x="3771900" y="2070100"/>
          <p14:tracePt t="20856" x="3695700" y="2089150"/>
          <p14:tracePt t="20873" x="3549650" y="2114550"/>
          <p14:tracePt t="20889" x="3416300" y="2146300"/>
          <p14:tracePt t="20907" x="3308350" y="2171700"/>
          <p14:tracePt t="20923" x="3251200" y="2190750"/>
          <p14:tracePt t="20939" x="3181350" y="2216150"/>
          <p14:tracePt t="20957" x="3136900" y="2228850"/>
          <p14:tracePt t="20972" x="3124200" y="2235200"/>
          <p14:tracePt t="20989" x="3117850" y="2241550"/>
          <p14:tracePt t="21006" x="3111500" y="2241550"/>
          <p14:tracePt t="21047" x="3111500" y="2247900"/>
          <p14:tracePt t="21968" x="3117850" y="2247900"/>
          <p14:tracePt t="21985" x="3111500" y="2247900"/>
          <p14:tracePt t="22313" x="3105150" y="2247900"/>
          <p14:tracePt t="22319" x="3086100" y="2247900"/>
          <p14:tracePt t="22335" x="3073400" y="2247900"/>
          <p14:tracePt t="22341" x="3054350" y="2254250"/>
          <p14:tracePt t="22355" x="3041650" y="2260600"/>
          <p14:tracePt t="22367" x="3028950" y="2266950"/>
          <p14:tracePt t="22384" x="3009900" y="2273300"/>
          <p14:tracePt t="22401" x="2997200" y="2279650"/>
          <p14:tracePt t="22417" x="2971800" y="2292350"/>
          <p14:tracePt t="22434" x="2933700" y="2317750"/>
          <p14:tracePt t="22451" x="2914650" y="2330450"/>
          <p14:tracePt t="22468" x="2882900" y="2349500"/>
          <p14:tracePt t="22484" x="2838450" y="2381250"/>
          <p14:tracePt t="22500" x="2813050" y="2406650"/>
          <p14:tracePt t="22517" x="2781300" y="2451100"/>
          <p14:tracePt t="22534" x="2743200" y="2514600"/>
          <p14:tracePt t="22550" x="2717800" y="2533650"/>
          <p14:tracePt t="22567" x="2667000" y="2609850"/>
          <p14:tracePt t="22584" x="2628900" y="2667000"/>
          <p14:tracePt t="22602" x="2597150" y="2692400"/>
          <p14:tracePt t="22617" x="2590800" y="2705100"/>
          <p14:tracePt t="22633" x="2571750" y="2711450"/>
          <p14:tracePt t="22651" x="2552700" y="2743200"/>
          <p14:tracePt t="22666" x="2540000" y="2749550"/>
          <p14:tracePt t="22683" x="2520950" y="2794000"/>
          <p14:tracePt t="22701" x="2514600" y="2832100"/>
          <p14:tracePt t="22716" x="2508250" y="2857500"/>
          <p14:tracePt t="22733" x="2508250" y="2863850"/>
          <p14:tracePt t="23127" x="2463800" y="2857500"/>
          <p14:tracePt t="23134" x="2413000" y="2851150"/>
          <p14:tracePt t="23149" x="2343150" y="2819400"/>
          <p14:tracePt t="23155" x="2279650" y="2813050"/>
          <p14:tracePt t="23164" x="2197100" y="2794000"/>
          <p14:tracePt t="23181" x="2108200" y="2774950"/>
          <p14:tracePt t="23198" x="1949450" y="2743200"/>
          <p14:tracePt t="23215" x="1885950" y="2724150"/>
          <p14:tracePt t="23231" x="1771650" y="2679700"/>
          <p14:tracePt t="23248" x="1676400" y="2654300"/>
          <p14:tracePt t="23264" x="1631950" y="2641600"/>
          <p14:tracePt t="23282" x="1536700" y="2616200"/>
          <p14:tracePt t="23298" x="1485900" y="2609850"/>
          <p14:tracePt t="23314" x="1466850" y="2603500"/>
          <p14:tracePt t="23332" x="1441450" y="2603500"/>
          <p14:tracePt t="23348" x="1428750" y="2603500"/>
          <p14:tracePt t="23365" x="1422400" y="2603500"/>
          <p14:tracePt t="23381" x="1416050" y="2609850"/>
          <p14:tracePt t="23397" x="1397000" y="2609850"/>
          <p14:tracePt t="23430" x="1390650" y="2616200"/>
          <p14:tracePt t="23447" x="1384300" y="2622550"/>
          <p14:tracePt t="23464" x="1371600" y="2628900"/>
          <p14:tracePt t="23480" x="1358900" y="2635250"/>
          <p14:tracePt t="23497" x="1352550" y="2641600"/>
          <p14:tracePt t="23514" x="1327150" y="2673350"/>
          <p14:tracePt t="23530" x="1314450" y="2679700"/>
          <p14:tracePt t="23547" x="1301750" y="2698750"/>
          <p14:tracePt t="23563" x="1276350" y="2743200"/>
          <p14:tracePt t="23580" x="1238250" y="2787650"/>
          <p14:tracePt t="23597" x="1225550" y="2806700"/>
          <p14:tracePt t="23613" x="1187450" y="2851150"/>
          <p14:tracePt t="23630" x="1168400" y="2889250"/>
          <p14:tracePt t="23647" x="1155700" y="2895600"/>
          <p14:tracePt t="23663" x="1155700" y="2901950"/>
          <p14:tracePt t="23679" x="1149350" y="2914650"/>
          <p14:tracePt t="23697" x="1149350" y="2921000"/>
          <p14:tracePt t="23738" x="1149350" y="2927350"/>
          <p14:tracePt t="23872" x="1155700" y="2927350"/>
          <p14:tracePt t="25013" x="1168400" y="2927350"/>
          <p14:tracePt t="25020" x="1193800" y="2927350"/>
          <p14:tracePt t="25034" x="1225550" y="2927350"/>
          <p14:tracePt t="25042" x="1250950" y="2933700"/>
          <p14:tracePt t="25058" x="1282700" y="2933700"/>
          <p14:tracePt t="25075" x="1346200" y="2940050"/>
          <p14:tracePt t="25091" x="1416050" y="2946400"/>
          <p14:tracePt t="25108" x="1454150" y="2952750"/>
          <p14:tracePt t="25125" x="1524000" y="2965450"/>
          <p14:tracePt t="25141" x="1593850" y="2971800"/>
          <p14:tracePt t="25157" x="1612900" y="2978150"/>
          <p14:tracePt t="25175" x="1682750" y="2978150"/>
          <p14:tracePt t="25191" x="1708150" y="2978150"/>
          <p14:tracePt t="25208" x="1739900" y="2978150"/>
          <p14:tracePt t="25224" x="1758950" y="2978150"/>
          <p14:tracePt t="25241" x="1765300" y="2978150"/>
          <p14:tracePt t="25274" x="1758950" y="2978150"/>
          <p14:tracePt t="25294" x="1752600" y="2978150"/>
          <p14:tracePt t="25322" x="1746250" y="2978150"/>
          <p14:tracePt t="25350" x="1739900" y="2978150"/>
          <p14:tracePt t="25371" x="1733550" y="2978150"/>
          <p14:tracePt t="25406" x="1727200" y="2978150"/>
          <p14:tracePt t="25420" x="1720850" y="2978150"/>
          <p14:tracePt t="25434" x="1714500" y="2978150"/>
          <p14:tracePt t="25455" x="1708150" y="2978150"/>
          <p14:tracePt t="25462" x="1701800" y="2978150"/>
          <p14:tracePt t="25477" x="1695450" y="2978150"/>
          <p14:tracePt t="25491" x="1670050" y="2971800"/>
          <p14:tracePt t="25507" x="1651000" y="2971800"/>
          <p14:tracePt t="25523" x="1619250" y="2965450"/>
          <p14:tracePt t="25540" x="1562100" y="2946400"/>
          <p14:tracePt t="25556" x="1479550" y="2940050"/>
          <p14:tracePt t="25573" x="1460500" y="2940050"/>
          <p14:tracePt t="25590" x="1403350" y="2933700"/>
          <p14:tracePt t="25606" x="1377950" y="2933700"/>
          <p14:tracePt t="25623" x="1365250" y="2933700"/>
          <p14:tracePt t="25639" x="1352550" y="2933700"/>
          <p14:tracePt t="25657" x="1346200" y="2933700"/>
          <p14:tracePt t="25758" x="1339850" y="2933700"/>
          <p14:tracePt t="25814" x="1333500" y="2933700"/>
          <p14:tracePt t="25835" x="1327150" y="2933700"/>
          <p14:tracePt t="25842" x="1320800" y="2933700"/>
          <p14:tracePt t="25858" x="1314450" y="2933700"/>
          <p14:tracePt t="25872" x="1314450" y="2927350"/>
          <p14:tracePt t="25888" x="1308100" y="2927350"/>
          <p14:tracePt t="25908" x="1301750" y="2927350"/>
          <p14:tracePt t="25926" x="1301750" y="2921000"/>
          <p14:tracePt t="25955" x="1301750" y="2914650"/>
          <p14:tracePt t="26003" x="1301750" y="2908300"/>
          <p14:tracePt t="26017" x="1308100" y="2908300"/>
          <p14:tracePt t="26025" x="1314450" y="2901950"/>
          <p14:tracePt t="26041" x="1320800" y="2901950"/>
          <p14:tracePt t="26054" x="1339850" y="2889250"/>
          <p14:tracePt t="26071" x="1358900" y="2882900"/>
          <p14:tracePt t="26088" x="1416050" y="2857500"/>
          <p14:tracePt t="26105" x="1460500" y="2832100"/>
          <p14:tracePt t="26121" x="1574800" y="2768600"/>
          <p14:tracePt t="26138" x="1701800" y="2698750"/>
          <p14:tracePt t="26154" x="1771650" y="2660650"/>
          <p14:tracePt t="26172" x="1898650" y="2590800"/>
          <p14:tracePt t="26188" x="2012950" y="2527300"/>
          <p14:tracePt t="26204" x="2044700" y="2501900"/>
          <p14:tracePt t="26222" x="2095500" y="2451100"/>
          <p14:tracePt t="26237" x="2139950" y="2425700"/>
          <p14:tracePt t="26254" x="2152650" y="2413000"/>
          <p14:tracePt t="26271" x="2190750" y="2381250"/>
          <p14:tracePt t="26287" x="2209800" y="2349500"/>
          <p14:tracePt t="26304" x="2228850" y="2336800"/>
          <p14:tracePt t="26321" x="2254250" y="2311400"/>
          <p14:tracePt t="26338" x="2273300" y="2279650"/>
          <p14:tracePt t="26354" x="2292350" y="2254250"/>
          <p14:tracePt t="26370" x="2298700" y="2247900"/>
          <p14:tracePt t="26386" x="2305050" y="2241550"/>
          <p14:tracePt t="26404" x="2317750" y="2216150"/>
          <p14:tracePt t="26420" x="2324100" y="2203450"/>
          <p14:tracePt t="26437" x="2330450" y="2190750"/>
          <p14:tracePt t="26453" x="2336800" y="2171700"/>
          <p14:tracePt t="26470" x="2336800" y="2152650"/>
          <p14:tracePt t="26487" x="2336800" y="2146300"/>
          <p14:tracePt t="26503" x="2336800" y="2133600"/>
          <p14:tracePt t="26520" x="2336800" y="2127250"/>
          <p14:tracePt t="26544" x="2336800" y="2120900"/>
          <p14:tracePt t="26586" x="2330450" y="2120900"/>
          <p14:tracePt t="26608" x="2324100" y="2120900"/>
          <p14:tracePt t="26615" x="2317750" y="2120900"/>
          <p14:tracePt t="26629" x="2311400" y="2114550"/>
          <p14:tracePt t="26637" x="2298700" y="2114550"/>
          <p14:tracePt t="26653" x="2292350" y="2114550"/>
          <p14:tracePt t="26669" x="2260600" y="2108200"/>
          <p14:tracePt t="26686" x="2146300" y="2101850"/>
          <p14:tracePt t="26702" x="2108200" y="2101850"/>
          <p14:tracePt t="26721" x="1993900" y="2095500"/>
          <p14:tracePt t="26736" x="1930400" y="2095500"/>
          <p14:tracePt t="26752" x="1809750" y="2082800"/>
          <p14:tracePt t="26770" x="1708150" y="2082800"/>
          <p14:tracePt t="26786" x="1670050" y="2082800"/>
          <p14:tracePt t="26802" x="1612900" y="2076450"/>
          <p14:tracePt t="26819" x="1574800" y="2070100"/>
          <p14:tracePt t="26852" x="1555750" y="2063750"/>
          <p14:tracePt t="26869" x="1543050" y="2051050"/>
          <p14:tracePt t="26886" x="1536700" y="2051050"/>
          <p14:tracePt t="26902" x="1530350" y="2051050"/>
          <p14:tracePt t="26918" x="1530350" y="2038350"/>
          <p14:tracePt t="26952" x="1517650" y="2025650"/>
          <p14:tracePt t="26968" x="1498600" y="2006600"/>
          <p14:tracePt t="26985" x="1492250" y="2000250"/>
          <p14:tracePt t="27002" x="1479550" y="1993900"/>
          <p14:tracePt t="27019" x="1479550" y="1987550"/>
          <p14:tracePt t="27035" x="1473200" y="1981200"/>
          <p14:tracePt t="27051" x="1466850" y="1974850"/>
          <p14:tracePt t="27068" x="1466850" y="1968500"/>
          <p14:tracePt t="27099" x="1460500" y="1968500"/>
          <p14:tracePt t="27106" x="1454150" y="1968500"/>
          <p14:tracePt t="27128" x="1447800" y="1968500"/>
          <p14:tracePt t="27149" x="1441450" y="1968500"/>
          <p14:tracePt t="27170" x="1435100" y="1974850"/>
          <p14:tracePt t="27176" x="1428750" y="1981200"/>
          <p14:tracePt t="27191" x="1422400" y="1993900"/>
          <p14:tracePt t="27200" x="1409700" y="2025650"/>
          <p14:tracePt t="27217" x="1390650" y="2057400"/>
          <p14:tracePt t="27234" x="1352550" y="2133600"/>
          <p14:tracePt t="27250" x="1295400" y="2241550"/>
          <p14:tracePt t="27268" x="1244600" y="2355850"/>
          <p14:tracePt t="27284" x="1219200" y="2400300"/>
          <p14:tracePt t="27300" x="1200150" y="2451100"/>
          <p14:tracePt t="27318" x="1143000" y="2571750"/>
          <p14:tracePt t="27334" x="1123950" y="2603500"/>
          <p14:tracePt t="27350" x="1111250" y="2616200"/>
          <p14:tracePt t="27367" x="1098550" y="2654300"/>
          <p14:tracePt t="27383" x="1092200" y="2660650"/>
          <p14:tracePt t="27400" x="1085850" y="2673350"/>
          <p14:tracePt t="27417" x="1079500" y="2692400"/>
          <p14:tracePt t="27433" x="1066800" y="2705100"/>
          <p14:tracePt t="27467" x="1054100" y="2705100"/>
          <p14:tracePt t="27501" x="1054100" y="2711450"/>
          <p14:tracePt t="27528" x="1047750" y="2717800"/>
          <p14:tracePt t="27584" x="1047750" y="2724150"/>
          <p14:tracePt t="27633" x="1047750" y="2730500"/>
          <p14:tracePt t="27662" x="1041400" y="2736850"/>
          <p14:tracePt t="27703" x="1041400" y="2743200"/>
          <p14:tracePt t="27830" x="1047750" y="2743200"/>
          <p14:tracePt t="27844" x="1054100" y="2743200"/>
          <p14:tracePt t="27851" x="1060450" y="2736850"/>
          <p14:tracePt t="27868" x="1066800" y="2724150"/>
          <p14:tracePt t="27881" x="1092200" y="2679700"/>
          <p14:tracePt t="27898" x="1117600" y="2641600"/>
          <p14:tracePt t="27915" x="1193800" y="2540000"/>
          <p14:tracePt t="27932" x="1244600" y="2476500"/>
          <p14:tracePt t="27948" x="1333500" y="2336800"/>
          <p14:tracePt t="27965" x="1422400" y="2209800"/>
          <p14:tracePt t="27981" x="1460500" y="2152650"/>
          <p14:tracePt t="27999" x="1530350" y="2076450"/>
          <p14:tracePt t="28015" x="1574800" y="2006600"/>
          <p14:tracePt t="28031" x="1600200" y="1987550"/>
          <p14:tracePt t="28048" x="1619250" y="1962150"/>
          <p14:tracePt t="28064" x="1638300" y="1943100"/>
          <p14:tracePt t="28081" x="1638300" y="1936750"/>
          <p14:tracePt t="28097" x="1644650" y="1930400"/>
          <p14:tracePt t="28134" x="1644650" y="1924050"/>
          <p14:tracePt t="28273" x="1638300" y="1924050"/>
          <p14:tracePt t="28294" x="1631950" y="1930400"/>
          <p14:tracePt t="28301" x="1625600" y="1930400"/>
          <p14:tracePt t="28316" x="1625600" y="1936750"/>
          <p14:tracePt t="28330" x="1619250" y="1943100"/>
          <p14:tracePt t="28347" x="1600200" y="1955800"/>
          <p14:tracePt t="28365" x="1568450" y="2012950"/>
          <p14:tracePt t="28380" x="1543050" y="2044700"/>
          <p14:tracePt t="28397" x="1492250" y="2133600"/>
          <p14:tracePt t="28414" x="1435100" y="2247900"/>
          <p14:tracePt t="28430" x="1403350" y="2298700"/>
          <p14:tracePt t="28446" x="1358900" y="2413000"/>
          <p14:tracePt t="28463" x="1320800" y="2533650"/>
          <p14:tracePt t="28480" x="1301750" y="2590800"/>
          <p14:tracePt t="28497" x="1289050" y="2641600"/>
          <p14:tracePt t="28513" x="1244600" y="2762250"/>
          <p14:tracePt t="28529" x="1238250" y="2800350"/>
          <p14:tracePt t="28547" x="1225550" y="2844800"/>
          <p14:tracePt t="28563" x="1219200" y="2857500"/>
          <p14:tracePt t="28580" x="1206500" y="2882900"/>
          <p14:tracePt t="28597" x="1200150" y="2914650"/>
          <p14:tracePt t="28612" x="1200150" y="2921000"/>
          <p14:tracePt t="28629" x="1200150" y="2933700"/>
          <p14:tracePt t="29074" x="1206500" y="2933700"/>
          <p14:tracePt t="29088" x="1212850" y="2933700"/>
          <p14:tracePt t="29097" x="1219200" y="2933700"/>
          <p14:tracePt t="29110" x="1225550" y="2933700"/>
          <p14:tracePt t="29127" x="1231900" y="2933700"/>
          <p14:tracePt t="29145" x="1263650" y="2933700"/>
          <p14:tracePt t="29161" x="1276350" y="2933700"/>
          <p14:tracePt t="29177" x="1308100" y="2933700"/>
          <p14:tracePt t="29194" x="1384300" y="2927350"/>
          <p14:tracePt t="29211" x="1498600" y="2921000"/>
          <p14:tracePt t="29227" x="1555750" y="2908300"/>
          <p14:tracePt t="29244" x="1663700" y="2895600"/>
          <p14:tracePt t="29260" x="1746250" y="2870200"/>
          <p14:tracePt t="29278" x="1803400" y="2851150"/>
          <p14:tracePt t="29293" x="1822450" y="2844800"/>
          <p14:tracePt t="29310" x="1841500" y="2844800"/>
          <p14:tracePt t="29327" x="1841500" y="2838450"/>
          <p14:tracePt t="29360" x="1847850" y="2838450"/>
          <p14:tracePt t="29969" x="1854200" y="2838450"/>
          <p14:tracePt t="29983" x="1879600" y="2832100"/>
          <p14:tracePt t="29990" x="1898650" y="2819400"/>
          <p14:tracePt t="29997" x="1917700" y="2800350"/>
          <p14:tracePt t="30011" x="1943100" y="2781300"/>
          <p14:tracePt t="30026" x="1974850" y="2755900"/>
          <p14:tracePt t="30041" x="2019300" y="2711450"/>
          <p14:tracePt t="30058" x="2051050" y="2686050"/>
          <p14:tracePt t="30075" x="2108200" y="2641600"/>
          <p14:tracePt t="30091" x="2152650" y="2597150"/>
          <p14:tracePt t="30107" x="2171700" y="2584450"/>
          <p14:tracePt t="30124" x="2228850" y="2533650"/>
          <p14:tracePt t="30141" x="2273300" y="2489200"/>
          <p14:tracePt t="30157" x="2298700" y="2470150"/>
          <p14:tracePt t="30173" x="2355850" y="2400300"/>
          <p14:tracePt t="30190" x="2393950" y="2355850"/>
          <p14:tracePt t="30208" x="2463800" y="2266950"/>
          <p14:tracePt t="30223" x="2476500" y="2235200"/>
          <p14:tracePt t="30240" x="2501900" y="2222500"/>
          <p14:tracePt t="30257" x="2527300" y="2190750"/>
          <p14:tracePt t="30273" x="2565400" y="2165350"/>
          <p14:tracePt t="30290" x="2578100" y="2152650"/>
          <p14:tracePt t="30307" x="2597150" y="2133600"/>
          <p14:tracePt t="30323" x="2622550" y="2120900"/>
          <p14:tracePt t="30340" x="2622550" y="2114550"/>
          <p14:tracePt t="30356" x="2635250" y="2108200"/>
          <p14:tracePt t="30373" x="2647950" y="2101850"/>
          <p14:tracePt t="30392" x="2654300" y="2101850"/>
          <p14:tracePt t="30423" x="2654300" y="2095500"/>
          <p14:tracePt t="30453" x="2660650" y="2095500"/>
          <p14:tracePt t="30488" x="2660650" y="2089150"/>
          <p14:tracePt t="30573" x="2654300" y="2089150"/>
          <p14:tracePt t="30580" x="2654300" y="2095500"/>
          <p14:tracePt t="30594" x="2641600" y="2095500"/>
          <p14:tracePt t="30615" x="2628900" y="2101850"/>
          <p14:tracePt t="30625" x="2609850" y="2120900"/>
          <p14:tracePt t="30639" x="2584450" y="2133600"/>
          <p14:tracePt t="30656" x="2501900" y="2203450"/>
          <p14:tracePt t="30672" x="2355850" y="2311400"/>
          <p14:tracePt t="30689" x="2286000" y="2387600"/>
          <p14:tracePt t="30706" x="2120900" y="2495550"/>
          <p14:tracePt t="30722" x="1993900" y="2616200"/>
          <p14:tracePt t="30739" x="1949450" y="2654300"/>
          <p14:tracePt t="30756" x="1879600" y="2711450"/>
          <p14:tracePt t="30772" x="1841500" y="2743200"/>
          <p14:tracePt t="30788" x="1828800" y="2749550"/>
          <p14:tracePt t="30805" x="1828800" y="2755900"/>
          <p14:tracePt t="30838" x="1822450" y="2762250"/>
          <p14:tracePt t="30896" x="1822450" y="2768600"/>
          <p14:tracePt t="30952" x="1828800" y="2768600"/>
          <p14:tracePt t="30966" x="1835150" y="2768600"/>
          <p14:tracePt t="30980" x="1841500" y="2768600"/>
          <p14:tracePt t="30995" x="1847850" y="2768600"/>
          <p14:tracePt t="31005" x="1854200" y="2774950"/>
          <p14:tracePt t="31024" x="1860550" y="2774950"/>
          <p14:tracePt t="31038" x="1866900" y="2781300"/>
          <p14:tracePt t="31054" x="1885950" y="2787650"/>
          <p14:tracePt t="31072" x="1917700" y="2794000"/>
          <p14:tracePt t="31087" x="1968500" y="2800350"/>
          <p14:tracePt t="31104" x="1993900" y="2806700"/>
          <p14:tracePt t="31121" x="2063750" y="2813050"/>
          <p14:tracePt t="31137" x="2114550" y="2825750"/>
          <p14:tracePt t="31154" x="2139950" y="2825750"/>
          <p14:tracePt t="31171" x="2178050" y="2825750"/>
          <p14:tracePt t="31187" x="2209800" y="2819400"/>
          <p14:tracePt t="31204" x="2216150" y="2819400"/>
          <p14:tracePt t="31220" x="2228850" y="2819400"/>
          <p14:tracePt t="31237" x="2235200" y="2819400"/>
          <p14:tracePt t="31318" x="2241550" y="2819400"/>
          <p14:tracePt t="31395" x="2247900" y="2819400"/>
          <p14:tracePt t="31465" x="2241550" y="2819400"/>
          <p14:tracePt t="31493" x="2235200" y="2819400"/>
          <p14:tracePt t="31866" x="2241550" y="2813050"/>
          <p14:tracePt t="31879" x="2260600" y="2800350"/>
          <p14:tracePt t="31887" x="2298700" y="2768600"/>
          <p14:tracePt t="31901" x="2324100" y="2755900"/>
          <p14:tracePt t="31918" x="2419350" y="2679700"/>
          <p14:tracePt t="31935" x="2463800" y="2635250"/>
          <p14:tracePt t="31951" x="2590800" y="2546350"/>
          <p14:tracePt t="31967" x="2743200" y="2432050"/>
          <p14:tracePt t="31985" x="2921000" y="2330450"/>
          <p14:tracePt t="32001" x="2990850" y="2279650"/>
          <p14:tracePt t="32017" x="3048000" y="2241550"/>
          <p14:tracePt t="32035" x="3206750" y="2127250"/>
          <p14:tracePt t="32051" x="3251200" y="2089150"/>
          <p14:tracePt t="32067" x="3276600" y="2076450"/>
          <p14:tracePt t="32084" x="3321050" y="2044700"/>
          <p14:tracePt t="32100" x="3333750" y="2025650"/>
          <p14:tracePt t="32118" x="3340100" y="2019300"/>
          <p14:tracePt t="32133" x="3359150" y="2000250"/>
          <p14:tracePt t="32150" x="3371850" y="1981200"/>
          <p14:tracePt t="32168" x="3371850" y="1974850"/>
          <p14:tracePt t="32184" x="3378200" y="1974850"/>
          <p14:tracePt t="32200" x="3378200" y="1968500"/>
          <p14:tracePt t="32233" x="3378200" y="1962150"/>
          <p14:tracePt t="32315" x="3371850" y="1962150"/>
          <p14:tracePt t="32357" x="3365500" y="1962150"/>
          <p14:tracePt t="32456" x="3359150" y="1968500"/>
          <p14:tracePt t="32476" x="3352800" y="1974850"/>
          <p14:tracePt t="32512" x="3346450" y="1981200"/>
          <p14:tracePt t="32519" x="3340100" y="1987550"/>
          <p14:tracePt t="32533" x="3327400" y="2000250"/>
          <p14:tracePt t="32549" x="3270250" y="2063750"/>
          <p14:tracePt t="32565" x="3219450" y="2120900"/>
          <p14:tracePt t="32583" x="3111500" y="2254250"/>
          <p14:tracePt t="32598" x="2990850" y="2406650"/>
          <p14:tracePt t="32616" x="2940050" y="2476500"/>
          <p14:tracePt t="32632" x="2838450" y="2603500"/>
          <p14:tracePt t="32649" x="2800350" y="2660650"/>
          <p14:tracePt t="32666" x="2749550" y="2749550"/>
          <p14:tracePt t="32682" x="2743200" y="2768600"/>
          <p14:tracePt t="32698" x="2736850" y="2781300"/>
          <p14:tracePt t="32716" x="2724150" y="2794000"/>
          <p14:tracePt t="32732" x="2724150" y="2800350"/>
          <p14:tracePt t="32849" x="2724150" y="2794000"/>
          <p14:tracePt t="32877" x="2730500" y="2787650"/>
          <p14:tracePt t="32911" x="2730500" y="2781300"/>
          <p14:tracePt t="32940" x="2730500" y="2774950"/>
          <p14:tracePt t="32947" x="2736850" y="2774950"/>
          <p14:tracePt t="32968" x="2743200" y="2774950"/>
          <p14:tracePt t="32989" x="2749550" y="2774950"/>
          <p14:tracePt t="33011" x="2749550" y="2768600"/>
          <p14:tracePt t="33017" x="2755900" y="2762250"/>
          <p14:tracePt t="33039" x="2762250" y="2762250"/>
          <p14:tracePt t="33060" x="2774950" y="2755900"/>
          <p14:tracePt t="33073" x="2774950" y="2749550"/>
          <p14:tracePt t="33088" x="2781300" y="2749550"/>
          <p14:tracePt t="33102" x="2794000" y="2743200"/>
          <p14:tracePt t="33113" x="2806700" y="2736850"/>
          <p14:tracePt t="33130" x="2851150" y="2711450"/>
          <p14:tracePt t="33147" x="2882900" y="2692400"/>
          <p14:tracePt t="33164" x="2971800" y="2628900"/>
          <p14:tracePt t="33180" x="3086100" y="2546350"/>
          <p14:tracePt t="33197" x="3155950" y="2495550"/>
          <p14:tracePt t="33214" x="3282950" y="2393950"/>
          <p14:tracePt t="33230" x="3390900" y="2286000"/>
          <p14:tracePt t="33246" x="3441700" y="2241550"/>
          <p14:tracePt t="33249" x="3473450" y="2197100"/>
          <p14:tracePt t="33266" x="3511550" y="2159000"/>
          <p14:tracePt t="33280" x="3536950" y="2127250"/>
          <p14:tracePt t="33296" x="3581400" y="2070100"/>
          <p14:tracePt t="33313" x="3613150" y="2038350"/>
          <p14:tracePt t="33329" x="3625850" y="2025650"/>
          <p14:tracePt t="33346" x="3638550" y="2006600"/>
          <p14:tracePt t="33362" x="3644900" y="1987550"/>
          <p14:tracePt t="33379" x="3651250" y="1974850"/>
          <p14:tracePt t="33397" x="3663950" y="1968500"/>
          <p14:tracePt t="33413" x="3676650" y="1955800"/>
          <p14:tracePt t="33429" x="3676650" y="1949450"/>
          <p14:tracePt t="33446" x="3683000" y="1943100"/>
          <p14:tracePt t="33479" x="3683000" y="1936750"/>
          <p14:tracePt t="33530" x="3676650" y="1936750"/>
          <p14:tracePt t="33551" x="3670300" y="1936750"/>
          <p14:tracePt t="33565" x="3663950" y="1936750"/>
          <p14:tracePt t="33572" x="3663950" y="1943100"/>
          <p14:tracePt t="33581" x="3657600" y="1943100"/>
          <p14:tracePt t="33595" x="3657600" y="1949450"/>
          <p14:tracePt t="33612" x="3651250" y="1955800"/>
          <p14:tracePt t="33629" x="3625850" y="1968500"/>
          <p14:tracePt t="33645" x="3581400" y="2000250"/>
          <p14:tracePt t="33662" x="3536950" y="2025650"/>
          <p14:tracePt t="33679" x="3435350" y="2101850"/>
          <p14:tracePt t="33695" x="3302000" y="2209800"/>
          <p14:tracePt t="33712" x="3232150" y="2273300"/>
          <p14:tracePt t="33728" x="3105150" y="2393950"/>
          <p14:tracePt t="33745" x="2984500" y="2514600"/>
          <p14:tracePt t="33762" x="2876550" y="2616200"/>
          <p14:tracePt t="33778" x="2844800" y="2660650"/>
          <p14:tracePt t="33795" x="2774950" y="2730500"/>
          <p14:tracePt t="33812" x="2743200" y="2768600"/>
          <p14:tracePt t="33828" x="2730500" y="2781300"/>
          <p14:tracePt t="33845" x="2724150" y="2787650"/>
          <p14:tracePt t="33861" x="2717800" y="2794000"/>
          <p14:tracePt t="34211" x="2717800" y="2800350"/>
          <p14:tracePt t="34226" x="2711450" y="2800350"/>
          <p14:tracePt t="34233" x="2705100" y="2800350"/>
          <p14:tracePt t="34247" x="2698750" y="2806700"/>
          <p14:tracePt t="34260" x="2692400" y="2813050"/>
          <p14:tracePt t="34277" x="2686050" y="2819400"/>
          <p14:tracePt t="34293" x="2679700" y="2825750"/>
          <p14:tracePt t="34310" x="2667000" y="2832100"/>
          <p14:tracePt t="34326" x="2647950" y="2844800"/>
          <p14:tracePt t="34343" x="2635250" y="2851150"/>
          <p14:tracePt t="34360" x="2628900" y="2857500"/>
          <p14:tracePt t="34376" x="2609850" y="2863850"/>
          <p14:tracePt t="34393" x="2603500" y="2870200"/>
          <p14:tracePt t="34409" x="2590800" y="2876550"/>
          <p14:tracePt t="34426" x="2571750" y="2876550"/>
          <p14:tracePt t="34444" x="2546350" y="2882900"/>
          <p14:tracePt t="34459" x="2533650" y="2882900"/>
          <p14:tracePt t="34476" x="2520950" y="2882900"/>
          <p14:tracePt t="34493" x="2489200" y="2889250"/>
          <p14:tracePt t="34509" x="2476500" y="2889250"/>
          <p14:tracePt t="34525" x="2476500" y="2895600"/>
          <p14:tracePt t="34558" x="2470150" y="2895600"/>
          <p14:tracePt t="34668" x="2482850" y="2895600"/>
          <p14:tracePt t="34676" x="2489200" y="2895600"/>
          <p14:tracePt t="34689" x="2495550" y="2895600"/>
          <p14:tracePt t="34696" x="2501900" y="2895600"/>
          <p14:tracePt t="34708" x="2520950" y="2895600"/>
          <p14:tracePt t="34725" x="2559050" y="2889250"/>
          <p14:tracePt t="34741" x="2590800" y="2889250"/>
          <p14:tracePt t="34758" x="2616200" y="2889250"/>
          <p14:tracePt t="34775" x="2749550" y="2870200"/>
          <p14:tracePt t="34792" x="2787650" y="2870200"/>
          <p14:tracePt t="34809" x="2870200" y="2870200"/>
          <p14:tracePt t="34824" x="2908300" y="2863850"/>
          <p14:tracePt t="34841" x="2959100" y="2863850"/>
          <p14:tracePt t="34858" x="2984500" y="2863850"/>
          <p14:tracePt t="34874" x="2997200" y="2863850"/>
          <p14:tracePt t="34909" x="3003550" y="2863850"/>
          <p14:tracePt t="34998" x="2997200" y="2857500"/>
          <p14:tracePt t="35019" x="2990850" y="2857500"/>
          <p14:tracePt t="35026" x="2984500" y="2857500"/>
          <p14:tracePt t="35041" x="2978150" y="2857500"/>
          <p14:tracePt t="35055" x="2971800" y="2857500"/>
          <p14:tracePt t="35075" x="2965450" y="2857500"/>
          <p14:tracePt t="35097" x="2959100" y="2857500"/>
          <p14:tracePt t="35111" x="2946400" y="2857500"/>
          <p14:tracePt t="35118" x="2933700" y="2857500"/>
          <p14:tracePt t="35127" x="2901950" y="2857500"/>
          <p14:tracePt t="35141" x="2882900" y="2857500"/>
          <p14:tracePt t="35156" x="2844800" y="2857500"/>
          <p14:tracePt t="35174" x="2743200" y="2857500"/>
          <p14:tracePt t="35190" x="2628900" y="2857500"/>
          <p14:tracePt t="35206" x="2571750" y="2857500"/>
          <p14:tracePt t="35224" x="2470150" y="2870200"/>
          <p14:tracePt t="35240" x="2400300" y="2870200"/>
          <p14:tracePt t="35256" x="2374900" y="2870200"/>
          <p14:tracePt t="35273" x="2343150" y="2870200"/>
          <p14:tracePt t="35290" x="2324100" y="2870200"/>
          <p14:tracePt t="35309" x="2317750" y="2870200"/>
          <p14:tracePt t="35335" x="2311400" y="2870200"/>
          <p14:tracePt t="35441" x="2311400" y="2876550"/>
          <p14:tracePt t="35469" x="2317750" y="2876550"/>
          <p14:tracePt t="36090" x="2330450" y="2876550"/>
          <p14:tracePt t="36097" x="2349500" y="2876550"/>
          <p14:tracePt t="36111" x="2374900" y="2876550"/>
          <p14:tracePt t="36120" x="2406650" y="2876550"/>
          <p14:tracePt t="36136" x="2432050" y="2876550"/>
          <p14:tracePt t="36154" x="2501900" y="2876550"/>
          <p14:tracePt t="36170" x="2565400" y="2876550"/>
          <p14:tracePt t="36186" x="2597150" y="2876550"/>
          <p14:tracePt t="36203" x="2660650" y="2876550"/>
          <p14:tracePt t="36220" x="2730500" y="2876550"/>
          <p14:tracePt t="36237" x="2774950" y="2876550"/>
          <p14:tracePt t="36253" x="2787650" y="2876550"/>
          <p14:tracePt t="36269" x="2819400" y="2876550"/>
          <p14:tracePt t="36287" x="2844800" y="2876550"/>
          <p14:tracePt t="36302" x="2857500" y="2876550"/>
          <p14:tracePt t="36319" x="2863850" y="2876550"/>
          <p14:tracePt t="36336" x="2889250" y="2876550"/>
          <p14:tracePt t="36369" x="2895600" y="2876550"/>
          <p14:tracePt t="36386" x="2901950" y="2876550"/>
          <p14:tracePt t="36402" x="2908300" y="2876550"/>
          <p14:tracePt t="36448" x="2914650" y="2876550"/>
          <p14:tracePt t="36476" x="2921000" y="2876550"/>
          <p14:tracePt t="36497" x="2927350" y="2876550"/>
          <p14:tracePt t="36560" x="2933700" y="2876550"/>
          <p14:tracePt t="36588" x="2940050" y="2876550"/>
          <p14:tracePt t="36610" x="2946400" y="2876550"/>
          <p14:tracePt t="36616" x="2952750" y="2876550"/>
          <p14:tracePt t="36659" x="2959100" y="2876550"/>
          <p14:tracePt t="36673" x="2965450" y="2876550"/>
          <p14:tracePt t="36743" x="2971800" y="2876550"/>
          <p14:tracePt t="36749" x="2978150" y="2876550"/>
          <p14:tracePt t="36771" x="2984500" y="2876550"/>
          <p14:tracePt t="36820" x="2990850" y="2876550"/>
          <p14:tracePt t="36862" x="2997200" y="2876550"/>
          <p14:tracePt t="36940" x="2990850" y="2876550"/>
          <p14:tracePt t="36961" x="2984500" y="2876550"/>
          <p14:tracePt t="36976" x="2978150" y="2882900"/>
          <p14:tracePt t="37445" x="2990850" y="2882900"/>
          <p14:tracePt t="37452" x="2997200" y="2882900"/>
          <p14:tracePt t="37468" x="3009900" y="2882900"/>
          <p14:tracePt t="37481" x="3022600" y="2882900"/>
          <p14:tracePt t="37498" x="3028950" y="2882900"/>
          <p14:tracePt t="37516" x="3041650" y="2882900"/>
          <p14:tracePt t="37532" x="3060700" y="2882900"/>
          <p14:tracePt t="37549" x="3073400" y="2882900"/>
          <p14:tracePt t="37565" x="3092450" y="2882900"/>
          <p14:tracePt t="37581" x="3098800" y="2882900"/>
          <p14:tracePt t="37598" x="3117850" y="2876550"/>
          <p14:tracePt t="37615" x="3124200" y="2870200"/>
          <p14:tracePt t="37631" x="3130550" y="2870200"/>
          <p14:tracePt t="37649" x="3143250" y="2870200"/>
          <p14:tracePt t="37665" x="3155950" y="2863850"/>
          <p14:tracePt t="37681" x="3162300" y="2863850"/>
          <p14:tracePt t="37698" x="3168650" y="2851150"/>
          <p14:tracePt t="37714" x="3181350" y="2844800"/>
          <p14:tracePt t="37731" x="3187700" y="2844800"/>
          <p14:tracePt t="37748" x="3206750" y="2838450"/>
          <p14:tracePt t="37764" x="3213100" y="2825750"/>
          <p14:tracePt t="37781" x="3219450" y="2825750"/>
          <p14:tracePt t="37797" x="3238500" y="2806700"/>
          <p14:tracePt t="37815" x="3244850" y="2800350"/>
          <p14:tracePt t="37832" x="3263900" y="2781300"/>
          <p14:tracePt t="37847" x="3263900" y="2774950"/>
          <p14:tracePt t="37864" x="3270250" y="2768600"/>
          <p14:tracePt t="37881" x="3276600" y="2762250"/>
          <p14:tracePt t="37917" x="3282950" y="2762250"/>
          <p14:tracePt t="38021" x="3282950" y="2768600"/>
          <p14:tracePt t="38366" x="3302000" y="2755900"/>
          <p14:tracePt t="38373" x="3340100" y="2717800"/>
          <p14:tracePt t="38388" x="3384550" y="2679700"/>
          <p14:tracePt t="38396" x="3429000" y="2635250"/>
          <p14:tracePt t="38412" x="3479800" y="2590800"/>
          <p14:tracePt t="38429" x="3524250" y="2540000"/>
          <p14:tracePt t="38445" x="3657600" y="2413000"/>
          <p14:tracePt t="38462" x="3689350" y="2374900"/>
          <p14:tracePt t="38479" x="3759200" y="2317750"/>
          <p14:tracePt t="38495" x="3778250" y="2298700"/>
          <p14:tracePt t="38511" x="3822700" y="2260600"/>
          <p14:tracePt t="38529" x="3867150" y="2222500"/>
          <p14:tracePt t="38545" x="3886200" y="2209800"/>
          <p14:tracePt t="38562" x="3930650" y="2171700"/>
          <p14:tracePt t="38578" x="3962400" y="2146300"/>
          <p14:tracePt t="38595" x="3987800" y="2133600"/>
          <p14:tracePt t="38612" x="4006850" y="2114550"/>
          <p14:tracePt t="38628" x="4025900" y="2101850"/>
          <p14:tracePt t="38645" x="4032250" y="2095500"/>
          <p14:tracePt t="38662" x="4038600" y="2082800"/>
          <p14:tracePt t="38678" x="4044950" y="2076450"/>
          <p14:tracePt t="38694" x="4051300" y="2076450"/>
          <p14:tracePt t="38727" x="4057650" y="2070100"/>
          <p14:tracePt t="38747" x="4064000" y="2063750"/>
          <p14:tracePt t="38858" x="4057650" y="2063750"/>
          <p14:tracePt t="38886" x="4051300" y="2063750"/>
          <p14:tracePt t="38908" x="4044950" y="2063750"/>
          <p14:tracePt t="38935" x="4044950" y="2070100"/>
          <p14:tracePt t="38950" x="4038600" y="2070100"/>
          <p14:tracePt t="38956" x="4025900" y="2076450"/>
          <p14:tracePt t="38970" x="4019550" y="2089150"/>
          <p14:tracePt t="38979" x="3994150" y="2114550"/>
          <p14:tracePt t="38993" x="3975100" y="2133600"/>
          <p14:tracePt t="39010" x="3905250" y="2216150"/>
          <p14:tracePt t="39027" x="3803650" y="2330450"/>
          <p14:tracePt t="39043" x="3746500" y="2387600"/>
          <p14:tracePt t="39060" x="3695700" y="2457450"/>
          <p14:tracePt t="39077" x="3562350" y="2622550"/>
          <p14:tracePt t="39093" x="3536950" y="2654300"/>
          <p14:tracePt t="39110" x="3498850" y="2698750"/>
          <p14:tracePt t="39126" x="3441700" y="2755900"/>
          <p14:tracePt t="39143" x="3409950" y="2800350"/>
          <p14:tracePt t="39160" x="3384550" y="2825750"/>
          <p14:tracePt t="39176" x="3359150" y="2844800"/>
          <p14:tracePt t="39193" x="3346450" y="2857500"/>
          <p14:tracePt t="39210" x="3333750" y="2870200"/>
          <p14:tracePt t="39242" x="3321050" y="2882900"/>
          <p14:tracePt t="39260" x="3314700" y="2889250"/>
          <p14:tracePt t="39292" x="3308350" y="2901950"/>
          <p14:tracePt t="39309" x="3302000" y="2901950"/>
          <p14:tracePt t="39343" x="3295650" y="2908300"/>
          <p14:tracePt t="41838" x="3289300" y="2908300"/>
          <p14:tracePt t="41852" x="3276600" y="2908300"/>
          <p14:tracePt t="41858" x="3251200" y="2901950"/>
          <p14:tracePt t="41866" x="3232150" y="2895600"/>
          <p14:tracePt t="41883" x="3206750" y="2895600"/>
          <p14:tracePt t="41901" x="3155950" y="2882900"/>
          <p14:tracePt t="41916" x="3130550" y="2876550"/>
          <p14:tracePt t="41933" x="3073400" y="2863850"/>
          <p14:tracePt t="41950" x="3016250" y="2844800"/>
          <p14:tracePt t="41966" x="2971800" y="2838450"/>
          <p14:tracePt t="41983" x="2914650" y="2832100"/>
          <p14:tracePt t="42000" x="2851150" y="2825750"/>
          <p14:tracePt t="42016" x="2819400" y="2806700"/>
          <p14:tracePt t="42033" x="2743200" y="2794000"/>
          <p14:tracePt t="42049" x="2686050" y="2787650"/>
          <p14:tracePt t="42066" x="2667000" y="2787650"/>
          <p14:tracePt t="42083" x="2616200" y="2781300"/>
          <p14:tracePt t="42099" x="2584450" y="2781300"/>
          <p14:tracePt t="42116" x="2565400" y="2781300"/>
          <p14:tracePt t="42133" x="2546350" y="2781300"/>
          <p14:tracePt t="42149" x="2533650" y="2781300"/>
          <p14:tracePt t="42166" x="2520950" y="2774950"/>
          <p14:tracePt t="42182" x="2508250" y="2762250"/>
          <p14:tracePt t="42199" x="2501900" y="2762250"/>
          <p14:tracePt t="42216" x="2501900" y="2755900"/>
          <p14:tracePt t="42588" x="2495550" y="2768600"/>
          <p14:tracePt t="42602" x="2489200" y="2781300"/>
          <p14:tracePt t="42609" x="2476500" y="2800350"/>
          <p14:tracePt t="42623" x="2463800" y="2819400"/>
          <p14:tracePt t="42632" x="2457450" y="2838450"/>
          <p14:tracePt t="42647" x="2438400" y="2851150"/>
          <p14:tracePt t="42665" x="2419350" y="2876550"/>
          <p14:tracePt t="42680" x="2413000" y="2895600"/>
          <p14:tracePt t="42697" x="2413000" y="2901950"/>
          <p14:tracePt t="42715" x="2406650" y="2908300"/>
          <p14:tracePt t="42750" x="2406650" y="2914650"/>
          <p14:tracePt t="42869" x="2406650" y="2908300"/>
          <p14:tracePt t="42876" x="2413000" y="2908300"/>
          <p14:tracePt t="42890" x="2419350" y="2908300"/>
          <p14:tracePt t="43194" x="2419350" y="2857500"/>
          <p14:tracePt t="43201" x="2419350" y="2781300"/>
          <p14:tracePt t="43215" x="2425700" y="2717800"/>
          <p14:tracePt t="43230" x="2438400" y="2635250"/>
          <p14:tracePt t="43245" x="2451100" y="2482850"/>
          <p14:tracePt t="43262" x="2470150" y="2393950"/>
          <p14:tracePt t="43279" x="2489200" y="2197100"/>
          <p14:tracePt t="43296" x="2508250" y="2019300"/>
          <p14:tracePt t="43311" x="2520950" y="1943100"/>
          <p14:tracePt t="43328" x="2533650" y="1822450"/>
          <p14:tracePt t="43345" x="2552700" y="1714500"/>
          <p14:tracePt t="43362" x="2552700" y="1676400"/>
          <p14:tracePt t="43378" x="2571750" y="1581150"/>
          <p14:tracePt t="43395" x="2590800" y="1473200"/>
          <p14:tracePt t="43412" x="2597150" y="1422400"/>
          <p14:tracePt t="43428" x="2603500" y="1339850"/>
          <p14:tracePt t="43444" x="2603500" y="1301750"/>
          <p14:tracePt t="43462" x="2622550" y="1231900"/>
          <p14:tracePt t="43478" x="2622550" y="1212850"/>
          <p14:tracePt t="43495" x="2622550" y="1187450"/>
          <p14:tracePt t="43511" x="2628900" y="1143000"/>
          <p14:tracePt t="43528" x="2635250" y="1098550"/>
          <p14:tracePt t="43545" x="2641600" y="1079500"/>
          <p14:tracePt t="43561" x="2647950" y="1028700"/>
          <p14:tracePt t="43577" x="2647950" y="977900"/>
          <p14:tracePt t="43595" x="2647950" y="958850"/>
          <p14:tracePt t="43611" x="2647950" y="908050"/>
          <p14:tracePt t="43627" x="2647950" y="876300"/>
          <p14:tracePt t="43644" x="2647950" y="844550"/>
          <p14:tracePt t="43660" x="2647950" y="831850"/>
          <p14:tracePt t="43677" x="2647950" y="806450"/>
          <p14:tracePt t="43694" x="2647950" y="800100"/>
          <p14:tracePt t="43711" x="2647950" y="793750"/>
          <p14:tracePt t="43784" x="2641600" y="787400"/>
          <p14:tracePt t="43904" x="2635250" y="793750"/>
          <p14:tracePt t="43967" x="2635250" y="800100"/>
          <p14:tracePt t="43988" x="2628900" y="806450"/>
          <p14:tracePt t="43995" x="2628900" y="812800"/>
          <p14:tracePt t="44016" x="2622550" y="819150"/>
          <p14:tracePt t="44023" x="2622550" y="825500"/>
          <p14:tracePt t="44037" x="2622550" y="831850"/>
          <p14:tracePt t="44045" x="2616200" y="831850"/>
          <p14:tracePt t="44065" x="2616200" y="838200"/>
          <p14:tracePt t="44076" x="2616200" y="844550"/>
          <p14:tracePt t="44095" x="2609850" y="850900"/>
          <p14:tracePt t="44114" x="2609850" y="857250"/>
          <p14:tracePt t="44136" x="2603500" y="863600"/>
          <p14:tracePt t="44145" x="2603500" y="869950"/>
          <p14:tracePt t="44184" x="2597150" y="876300"/>
          <p14:tracePt t="44206" x="2597150" y="882650"/>
          <p14:tracePt t="44247" x="2597150" y="889000"/>
          <p14:tracePt t="44276" x="2597150" y="895350"/>
          <p14:tracePt t="44283" x="2597150" y="901700"/>
          <p14:tracePt t="44304" x="2597150" y="908050"/>
          <p14:tracePt t="44332" x="2597150" y="920750"/>
          <p14:tracePt t="44815" x="2597150" y="933450"/>
          <p14:tracePt t="44822" x="2597150" y="939800"/>
          <p14:tracePt t="44836" x="2597150" y="958850"/>
          <p14:tracePt t="44843" x="2597150" y="965200"/>
          <p14:tracePt t="44859" x="2597150" y="971550"/>
          <p14:tracePt t="44873" x="2597150" y="984250"/>
          <p14:tracePt t="44893" x="2597150" y="990600"/>
          <p14:tracePt t="44913" x="2597150" y="996950"/>
          <p14:tracePt t="44934" x="2597150" y="1003300"/>
          <p14:tracePt t="45222" x="2597150" y="996950"/>
          <p14:tracePt t="45236" x="2590800" y="996950"/>
          <p14:tracePt t="45243" x="2584450" y="996950"/>
          <p14:tracePt t="45258" x="2578100" y="996950"/>
          <p14:tracePt t="45279" x="2571750" y="990600"/>
          <p14:tracePt t="45288" x="2565400" y="990600"/>
          <p14:tracePt t="45308" x="2559050" y="990600"/>
          <p14:tracePt t="45334" x="2559050" y="984250"/>
          <p14:tracePt t="45356" x="2552700" y="984250"/>
          <p14:tracePt t="45384" x="2546350" y="984250"/>
          <p14:tracePt t="45412" x="2540000" y="977900"/>
          <p14:tracePt t="45426" x="2533650" y="977900"/>
          <p14:tracePt t="46039" x="2514600" y="977900"/>
          <p14:tracePt t="46046" x="2482850" y="990600"/>
          <p14:tracePt t="46060" x="2457450" y="996950"/>
          <p14:tracePt t="46068" x="2419350" y="996950"/>
          <p14:tracePt t="46085" x="2387600" y="1003300"/>
          <p14:tracePt t="46103" x="2317750" y="1009650"/>
          <p14:tracePt t="46119" x="2247900" y="1016000"/>
          <p14:tracePt t="46135" x="2222500" y="1016000"/>
          <p14:tracePt t="46152" x="2139950" y="1035050"/>
          <p14:tracePt t="46168" x="2114550" y="1035050"/>
          <p14:tracePt t="46185" x="2032000" y="1041400"/>
          <p14:tracePt t="46202" x="1955800" y="1054100"/>
          <p14:tracePt t="46218" x="1911350" y="1054100"/>
          <p14:tracePt t="46235" x="1847850" y="1060450"/>
          <p14:tracePt t="46251" x="1778000" y="1060450"/>
          <p14:tracePt t="46268" x="1746250" y="1060450"/>
          <p14:tracePt t="46285" x="1701800" y="1054100"/>
          <p14:tracePt t="46301" x="1657350" y="1041400"/>
          <p14:tracePt t="46318" x="1644650" y="1041400"/>
          <p14:tracePt t="46335" x="1619250" y="1041400"/>
          <p14:tracePt t="46351" x="1593850" y="1041400"/>
          <p14:tracePt t="46385" x="1587500" y="1047750"/>
          <p14:tracePt t="46401" x="1574800" y="1047750"/>
          <p14:tracePt t="46418" x="1568450" y="1047750"/>
          <p14:tracePt t="46489" x="1562100" y="1047750"/>
          <p14:tracePt t="46643" x="1568450" y="1054100"/>
          <p14:tracePt t="46678" x="1574800" y="1054100"/>
          <p14:tracePt t="46713" x="1581150" y="1054100"/>
          <p14:tracePt t="46721" x="1587500" y="1054100"/>
          <p14:tracePt t="46763" x="1593850" y="1054100"/>
          <p14:tracePt t="46770" x="1600200" y="1054100"/>
          <p14:tracePt t="46786" x="1606550" y="1054100"/>
          <p14:tracePt t="46800" x="1619250" y="1054100"/>
          <p14:tracePt t="46816" x="1651000" y="1060450"/>
          <p14:tracePt t="46834" x="1708150" y="1060450"/>
          <p14:tracePt t="46849" x="1746250" y="1060450"/>
          <p14:tracePt t="46866" x="1854200" y="1066800"/>
          <p14:tracePt t="46883" x="1968500" y="1079500"/>
          <p14:tracePt t="46900" x="2019300" y="1079500"/>
          <p14:tracePt t="46918" x="2139950" y="1085850"/>
          <p14:tracePt t="46932" x="2241550" y="1098550"/>
          <p14:tracePt t="46949" x="2279650" y="1098550"/>
          <p14:tracePt t="46966" x="2349500" y="1098550"/>
          <p14:tracePt t="46982" x="2419350" y="1098550"/>
          <p14:tracePt t="46999" x="2438400" y="1098550"/>
          <p14:tracePt t="47016" x="2489200" y="1085850"/>
          <p14:tracePt t="47032" x="2520950" y="1085850"/>
          <p14:tracePt t="47049" x="2527300" y="1085850"/>
          <p14:tracePt t="47066" x="2540000" y="1085850"/>
          <p14:tracePt t="47082" x="2546350" y="1085850"/>
          <p14:tracePt t="47100" x="2559050" y="1085850"/>
          <p14:tracePt t="47132" x="2565400" y="1085850"/>
          <p14:tracePt t="47149" x="2571750" y="1085850"/>
          <p14:tracePt t="47472" x="2578100" y="1085850"/>
          <p14:tracePt t="47486" x="2584450" y="1085850"/>
          <p14:tracePt t="47493" x="2590800" y="1085850"/>
          <p14:tracePt t="47507" x="2597150" y="1085850"/>
          <p14:tracePt t="47516" x="2609850" y="1085850"/>
          <p14:tracePt t="47535" x="2622550" y="1085850"/>
          <p14:tracePt t="47556" x="2628900" y="1085850"/>
          <p14:tracePt t="47566" x="2635250" y="1085850"/>
          <p14:tracePt t="47580" x="2641600" y="1085850"/>
          <p14:tracePt t="47597" x="2647950" y="1085850"/>
          <p14:tracePt t="47614" x="2654300" y="1092200"/>
          <p14:tracePt t="47650" x="2660650" y="1092200"/>
          <p14:tracePt t="47683" x="2667000" y="1092200"/>
          <p14:tracePt t="47725" x="2673350" y="1098550"/>
          <p14:tracePt t="47732" x="2679700" y="1098550"/>
          <p14:tracePt t="47788" x="2686050" y="1098550"/>
          <p14:tracePt t="47900" x="2679700" y="1092200"/>
          <p14:tracePt t="47971" x="2673350" y="1092200"/>
          <p14:tracePt t="48006" x="2667000" y="1092200"/>
          <p14:tracePt t="48055" x="2660650" y="1092200"/>
          <p14:tracePt t="48105" x="2654300" y="1092200"/>
          <p14:tracePt t="48140" x="2647950" y="1092200"/>
          <p14:tracePt t="48153" x="2641600" y="1092200"/>
          <p14:tracePt t="48175" x="2628900" y="1085850"/>
          <p14:tracePt t="48196" x="2622550" y="1085850"/>
          <p14:tracePt t="48209" x="2622550" y="1079500"/>
          <p14:tracePt t="48217" x="2616200" y="1079500"/>
          <p14:tracePt t="48227" x="2609850" y="1079500"/>
          <p14:tracePt t="48245" x="2597150" y="1073150"/>
          <p14:tracePt t="48278" x="2590800" y="1066800"/>
          <p14:tracePt t="48295" x="2584450" y="1066800"/>
          <p14:tracePt t="48315" x="2571750" y="1060450"/>
          <p14:tracePt t="48336" x="2571750" y="1054100"/>
          <p14:tracePt t="48358" x="2565400" y="1054100"/>
          <p14:tracePt t="48399" x="2559050" y="1047750"/>
          <p14:tracePt t="48435" x="2552700" y="1041400"/>
          <p14:tracePt t="48456" x="2552700" y="1035050"/>
          <p14:tracePt t="48477" x="2552700" y="1028700"/>
          <p14:tracePt t="48491" x="2552700" y="1022350"/>
          <p14:tracePt t="48526" x="2552700" y="1016000"/>
          <p14:tracePt t="48547" x="2552700" y="1009650"/>
          <p14:tracePt t="48568" x="2552700" y="1003300"/>
          <p14:tracePt t="48596" x="2559050" y="1003300"/>
          <p14:tracePt t="48638" x="2559050" y="996950"/>
          <p14:tracePt t="48645" x="2565400" y="996950"/>
          <p14:tracePt t="48667" x="2565400" y="990600"/>
          <p14:tracePt t="48687" x="2565400" y="984250"/>
          <p14:tracePt t="48716" x="2565400" y="977900"/>
          <p14:tracePt t="48737" x="2565400" y="971550"/>
          <p14:tracePt t="48758" x="2565400" y="965200"/>
          <p14:tracePt t="48779" x="2571750" y="965200"/>
          <p14:tracePt t="48828" x="2571750" y="958850"/>
          <p14:tracePt t="48989" x="2571750" y="965200"/>
          <p14:tracePt t="48996" x="2571750" y="971550"/>
          <p14:tracePt t="49018" x="2571750" y="977900"/>
          <p14:tracePt t="49039" x="2571750" y="984250"/>
          <p14:tracePt t="49060" x="2571750" y="990600"/>
          <p14:tracePt t="49081" x="2571750" y="996950"/>
          <p14:tracePt t="49102" x="2578100" y="996950"/>
          <p14:tracePt t="49110" x="2584450" y="996950"/>
          <p14:tracePt t="49123" x="2590800" y="996950"/>
          <p14:tracePt t="49130" x="2597150" y="996950"/>
          <p14:tracePt t="49141" x="2609850" y="996950"/>
          <p14:tracePt t="49159" x="2622550" y="1003300"/>
          <p14:tracePt t="49175" x="2641600" y="1003300"/>
          <p14:tracePt t="49191" x="2654300" y="1009650"/>
          <p14:tracePt t="49208" x="2711450" y="1009650"/>
          <p14:tracePt t="49225" x="2730500" y="1009650"/>
          <p14:tracePt t="49241" x="2743200" y="1003300"/>
          <p14:tracePt t="49258" x="2768600" y="1003300"/>
          <p14:tracePt t="49275" x="2787650" y="990600"/>
          <p14:tracePt t="49292" x="2800350" y="984250"/>
          <p14:tracePt t="49308" x="2806700" y="984250"/>
          <p14:tracePt t="49324" x="2819400" y="977900"/>
          <p14:tracePt t="49342" x="2832100" y="971550"/>
          <p14:tracePt t="49357" x="2832100" y="965200"/>
          <p14:tracePt t="49374" x="2844800" y="965200"/>
          <p14:tracePt t="49391" x="2844800" y="958850"/>
          <p14:tracePt t="49424" x="2851150" y="958850"/>
          <p14:tracePt t="49441" x="2857500" y="958850"/>
          <p14:tracePt t="49482" x="2857500" y="965200"/>
          <p14:tracePt t="49488" x="2857500" y="971550"/>
          <p14:tracePt t="49531" x="2844800" y="977900"/>
          <p14:tracePt t="49580" x="2838450" y="984250"/>
          <p14:tracePt t="49601" x="2832100" y="984250"/>
          <p14:tracePt t="49615" x="2825750" y="984250"/>
          <p14:tracePt t="49622" x="2819400" y="984250"/>
          <p14:tracePt t="49629" x="2819400" y="990600"/>
          <p14:tracePt t="49643" x="2813050" y="990600"/>
          <p14:tracePt t="49658" x="2806700" y="990600"/>
          <p14:tracePt t="49686" x="2800350" y="996950"/>
          <p14:tracePt t="49699" x="2794000" y="996950"/>
          <p14:tracePt t="49720" x="2787650" y="996950"/>
          <p14:tracePt t="49742" x="2781300" y="996950"/>
          <p14:tracePt t="49756" x="2774950" y="996950"/>
          <p14:tracePt t="49770" x="2768600" y="996950"/>
          <p14:tracePt t="49840" x="2762250" y="996950"/>
          <p14:tracePt t="49882" x="2755900" y="990600"/>
          <p14:tracePt t="49903" x="2749550" y="990600"/>
          <p14:tracePt t="49910" x="2743200" y="984250"/>
          <p14:tracePt t="49952" x="2736850" y="984250"/>
          <p14:tracePt t="49981" x="2730500" y="977900"/>
          <p14:tracePt t="50023" x="2717800" y="977900"/>
          <p14:tracePt t="50051" x="2711450" y="977900"/>
          <p14:tracePt t="50072" x="2705100" y="977900"/>
          <p14:tracePt t="50093" x="2698750" y="977900"/>
          <p14:tracePt t="50114" x="2692400" y="977900"/>
          <p14:tracePt t="50163" x="2686050" y="977900"/>
          <p14:tracePt t="50191" x="2686050" y="984250"/>
          <p14:tracePt t="50206" x="2679700" y="984250"/>
          <p14:tracePt t="50212" x="2679700" y="996950"/>
          <p14:tracePt t="50226" x="2679700" y="1009650"/>
          <p14:tracePt t="50238" x="2673350" y="1041400"/>
          <p14:tracePt t="50255" x="2660650" y="1143000"/>
          <p14:tracePt t="50271" x="2654300" y="1231900"/>
          <p14:tracePt t="50287" x="2641600" y="1460500"/>
          <p14:tracePt t="50305" x="2609850" y="1746250"/>
          <p14:tracePt t="50321" x="2597150" y="1885950"/>
          <p14:tracePt t="50338" x="2578100" y="2152650"/>
          <p14:tracePt t="50354" x="2546350" y="2393950"/>
          <p14:tracePt t="50371" x="2546350" y="2495550"/>
          <p14:tracePt t="50388" x="2527300" y="2654300"/>
          <p14:tracePt t="50404" x="2527300" y="2755900"/>
          <p14:tracePt t="50420" x="2514600" y="2806700"/>
          <p14:tracePt t="50438" x="2501900" y="2895600"/>
          <p14:tracePt t="50454" x="2482850" y="2933700"/>
          <p14:tracePt t="50471" x="2451100" y="3035300"/>
          <p14:tracePt t="50474" x="2432050" y="3067050"/>
          <p14:tracePt t="50488" x="2406650" y="3098800"/>
          <p14:tracePt t="50503" x="2400300" y="3117850"/>
          <p14:tracePt t="50520" x="2381250" y="3155950"/>
          <p14:tracePt t="50537" x="2374900" y="3175000"/>
          <p14:tracePt t="50553" x="2374900" y="3181350"/>
          <p14:tracePt t="50571" x="2381250" y="3181350"/>
          <p14:tracePt t="51181" x="2381250" y="3175000"/>
          <p14:tracePt t="51188" x="2381250" y="3162300"/>
          <p14:tracePt t="51202" x="2381250" y="3149600"/>
          <p14:tracePt t="51218" x="2393950" y="3105150"/>
          <p14:tracePt t="51234" x="2400300" y="3079750"/>
          <p14:tracePt t="51253" x="2400300" y="3009900"/>
          <p14:tracePt t="51268" x="2400300" y="2933700"/>
          <p14:tracePt t="51284" x="2400300" y="2901950"/>
          <p14:tracePt t="51301" x="2400300" y="2863850"/>
          <p14:tracePt t="51317" x="2400300" y="2851150"/>
          <p14:tracePt t="51334" x="2393950" y="2832100"/>
          <p14:tracePt t="51351" x="2393950" y="2825750"/>
          <p14:tracePt t="51367" x="2393950" y="2819400"/>
          <p14:tracePt t="51616" x="2393950" y="2825750"/>
          <p14:tracePt t="51652" x="2400300" y="2825750"/>
          <p14:tracePt t="51658" x="2406650" y="2832100"/>
          <p14:tracePt t="51680" x="2413000" y="2838450"/>
          <p14:tracePt t="51686" x="2425700" y="2844800"/>
          <p14:tracePt t="51702" x="2438400" y="2851150"/>
          <p14:tracePt t="51716" x="2457450" y="2857500"/>
          <p14:tracePt t="51733" x="2501900" y="2876550"/>
          <p14:tracePt t="51750" x="2552700" y="2901950"/>
          <p14:tracePt t="51766" x="2571750" y="2908300"/>
          <p14:tracePt t="51782" x="2597150" y="2933700"/>
          <p14:tracePt t="51800" x="2616200" y="2952750"/>
          <p14:tracePt t="51816" x="2616200" y="2965450"/>
          <p14:tracePt t="51832" x="2616200" y="3003550"/>
          <p14:tracePt t="51849" x="2616200" y="3086100"/>
          <p14:tracePt t="51865" x="2609850" y="3136900"/>
          <p14:tracePt t="51882" x="2597150" y="3200400"/>
          <p14:tracePt t="51898" x="2565400" y="3498850"/>
          <p14:tracePt t="51915" x="2559050" y="3600450"/>
          <p14:tracePt t="51933" x="2546350" y="3778250"/>
          <p14:tracePt t="51949" x="2540000" y="3835400"/>
          <p14:tracePt t="51965" x="2540000" y="3924300"/>
          <p14:tracePt t="51982" x="2540000" y="3949700"/>
          <p14:tracePt t="51998" x="2540000" y="3956050"/>
          <p14:tracePt t="52015" x="2540000" y="3962400"/>
          <p14:tracePt t="52052" x="2546350" y="3962400"/>
          <p14:tracePt t="52171" x="2546350" y="3956050"/>
          <p14:tracePt t="52178" x="2546350" y="3949700"/>
          <p14:tracePt t="52221" x="2552700" y="3930650"/>
          <p14:tracePt t="52235" x="2552700" y="3924300"/>
          <p14:tracePt t="52241" x="2559050" y="3905250"/>
          <p14:tracePt t="52250" x="2559050" y="3879850"/>
          <p14:tracePt t="52264" x="2559050" y="3848100"/>
          <p14:tracePt t="52281" x="2571750" y="3790950"/>
          <p14:tracePt t="52298" x="2571750" y="3625850"/>
          <p14:tracePt t="52314" x="2578100" y="3422650"/>
          <p14:tracePt t="52330" x="2578100" y="3308350"/>
          <p14:tracePt t="52347" x="2578100" y="3155950"/>
          <p14:tracePt t="52364" x="2565400" y="3022600"/>
          <p14:tracePt t="52380" x="2559050" y="2984500"/>
          <p14:tracePt t="52397" x="2552700" y="2921000"/>
          <p14:tracePt t="52414" x="2552700" y="2889250"/>
          <p14:tracePt t="52431" x="2552700" y="2882900"/>
          <p14:tracePt t="52447" x="2552700" y="2876550"/>
          <p14:tracePt t="52494" x="2552700" y="2870200"/>
          <p14:tracePt t="52781" x="2552700" y="2876550"/>
          <p14:tracePt t="52831" x="2559050" y="2876550"/>
          <p14:tracePt t="53326" x="2552700" y="2876550"/>
          <p14:tracePt t="53333" x="2546350" y="2876550"/>
          <p14:tracePt t="53347" x="2540000" y="2876550"/>
          <p14:tracePt t="53361" x="2527300" y="2882900"/>
          <p14:tracePt t="53377" x="2508250" y="2889250"/>
          <p14:tracePt t="53411" x="2495550" y="2895600"/>
          <p14:tracePt t="53427" x="2489200" y="2895600"/>
          <p14:tracePt t="53443" x="2482850" y="2895600"/>
          <p14:tracePt t="53460" x="2476500" y="2895600"/>
          <p14:tracePt t="53477" x="2470150" y="2895600"/>
          <p14:tracePt t="53510" x="2463800" y="2895600"/>
          <p14:tracePt t="53526" x="2457450" y="2895600"/>
          <p14:tracePt t="53546" x="2451100" y="2895600"/>
          <p14:tracePt t="53564" x="2438400" y="2895600"/>
          <p14:tracePt t="53586" x="2432050" y="2895600"/>
          <p14:tracePt t="53614" x="2425700" y="2895600"/>
          <p14:tracePt t="53635" x="2419350" y="2895600"/>
          <p14:tracePt t="53656" x="2413000" y="2895600"/>
          <p14:tracePt t="53664" x="2406650" y="2895600"/>
          <p14:tracePt t="53684" x="2400300" y="2895600"/>
          <p14:tracePt t="53706" x="2393950" y="2895600"/>
          <p14:tracePt t="53769" x="2387600" y="2895600"/>
          <p14:tracePt t="53797" x="2381250" y="2889250"/>
          <p14:tracePt t="53825" x="2368550" y="2889250"/>
          <p14:tracePt t="53846" x="2362200" y="2889250"/>
          <p14:tracePt t="53867" x="2355850" y="2889250"/>
          <p14:tracePt t="53875" x="2349500" y="2889250"/>
          <p14:tracePt t="53895" x="2349500" y="2882900"/>
          <p14:tracePt t="53916" x="2343150" y="2876550"/>
          <p14:tracePt t="53931" x="2336800" y="2876550"/>
          <p14:tracePt t="53937" x="2330450" y="2876550"/>
          <p14:tracePt t="53945" x="2330450" y="2870200"/>
          <p14:tracePt t="53966" x="2324100" y="2870200"/>
          <p14:tracePt t="53987" x="2317750" y="2863850"/>
          <p14:tracePt t="54009" x="2311400" y="2863850"/>
          <p14:tracePt t="54036" x="2311400" y="2857500"/>
          <p14:tracePt t="54071" x="2305050" y="2857500"/>
          <p14:tracePt t="54106" x="2298700" y="2851150"/>
          <p14:tracePt t="54176" x="2311400" y="2851150"/>
          <p14:tracePt t="54211" x="2317750" y="2851150"/>
          <p14:tracePt t="54219" x="2324100" y="2851150"/>
          <p14:tracePt t="54227" x="2330450" y="2851150"/>
          <p14:tracePt t="54241" x="2343150" y="2851150"/>
          <p14:tracePt t="54257" x="2355850" y="2851150"/>
          <p14:tracePt t="54274" x="2393950" y="2851150"/>
          <p14:tracePt t="54290" x="2444750" y="2851150"/>
          <p14:tracePt t="54307" x="2482850" y="2851150"/>
          <p14:tracePt t="54324" x="2559050" y="2851150"/>
          <p14:tracePt t="54341" x="2641600" y="2857500"/>
          <p14:tracePt t="54357" x="2692400" y="2857500"/>
          <p14:tracePt t="54373" x="2787650" y="2863850"/>
          <p14:tracePt t="54390" x="2876550" y="2870200"/>
          <p14:tracePt t="54407" x="2908300" y="2882900"/>
          <p14:tracePt t="54423" x="2965450" y="2889250"/>
          <p14:tracePt t="54440" x="3016250" y="2889250"/>
          <p14:tracePt t="54458" x="3048000" y="2889250"/>
          <p14:tracePt t="54473" x="3073400" y="2889250"/>
          <p14:tracePt t="54490" x="3079750" y="2889250"/>
          <p14:tracePt t="54507" x="3105150" y="2882900"/>
          <p14:tracePt t="54523" x="3111500" y="2882900"/>
          <p14:tracePt t="54543" x="3117850" y="2882900"/>
          <p14:tracePt t="54597" x="3117850" y="2876550"/>
          <p14:tracePt t="54640" x="3111500" y="2876550"/>
          <p14:tracePt t="54647" x="3105150" y="2876550"/>
          <p14:tracePt t="54682" x="3098800" y="2876550"/>
          <p14:tracePt t="54690" x="3092450" y="2876550"/>
          <p14:tracePt t="54703" x="3079750" y="2876550"/>
          <p14:tracePt t="54710" x="3060700" y="2876550"/>
          <p14:tracePt t="54722" x="3028950" y="2876550"/>
          <p14:tracePt t="54739" x="2940050" y="2863850"/>
          <p14:tracePt t="54756" x="2889250" y="2863850"/>
          <p14:tracePt t="54773" x="2813050" y="2863850"/>
          <p14:tracePt t="54788" x="2578100" y="2844800"/>
          <p14:tracePt t="54805" x="2476500" y="2844800"/>
          <p14:tracePt t="54824" x="2298700" y="2838450"/>
          <p14:tracePt t="54838" x="2209800" y="2838450"/>
          <p14:tracePt t="54855" x="2057400" y="2825750"/>
          <p14:tracePt t="54872" x="1936750" y="2819400"/>
          <p14:tracePt t="54888" x="1885950" y="2819400"/>
          <p14:tracePt t="54905" x="1828800" y="2819400"/>
          <p14:tracePt t="54922" x="1784350" y="2819400"/>
          <p14:tracePt t="54954" x="1778000" y="2825750"/>
          <p14:tracePt t="55090" x="1784350" y="2825750"/>
          <p14:tracePt t="55104" x="1790700" y="2825750"/>
          <p14:tracePt t="55111" x="1803400" y="2825750"/>
          <p14:tracePt t="55125" x="1809750" y="2825750"/>
          <p14:tracePt t="55138" x="1816100" y="2825750"/>
          <p14:tracePt t="55154" x="1860550" y="2825750"/>
          <p14:tracePt t="55170" x="1892300" y="2825750"/>
          <p14:tracePt t="55188" x="2006600" y="2838450"/>
          <p14:tracePt t="55204" x="2171700" y="2851150"/>
          <p14:tracePt t="55220" x="2273300" y="2857500"/>
          <p14:tracePt t="55238" x="2476500" y="2870200"/>
          <p14:tracePt t="55254" x="2667000" y="2901950"/>
          <p14:tracePt t="55270" x="2755900" y="2901950"/>
          <p14:tracePt t="55287" x="2901950" y="2901950"/>
          <p14:tracePt t="55304" x="3003550" y="2908300"/>
          <p14:tracePt t="55320" x="3060700" y="2908300"/>
          <p14:tracePt t="55336" x="3117850" y="2908300"/>
          <p14:tracePt t="55354" x="3149600" y="2908300"/>
          <p14:tracePt t="55371" x="3155950" y="2908300"/>
          <p14:tracePt t="55387" x="3162300" y="2908300"/>
          <p14:tracePt t="55406" x="3168650" y="2908300"/>
          <p14:tracePt t="55462" x="3162300" y="2908300"/>
          <p14:tracePt t="55476" x="3155950" y="2908300"/>
          <p14:tracePt t="55490" x="3149600" y="2908300"/>
          <p14:tracePt t="55504" x="3143250" y="2908300"/>
          <p14:tracePt t="55511" x="3136900" y="2908300"/>
          <p14:tracePt t="55532" x="3130550" y="2908300"/>
          <p14:tracePt t="55546" x="3117850" y="2901950"/>
          <p14:tracePt t="55555" x="3098800" y="2901950"/>
          <p14:tracePt t="55569" x="3073400" y="2901950"/>
          <p14:tracePt t="55586" x="2997200" y="2895600"/>
          <p14:tracePt t="55603" x="2940050" y="2889250"/>
          <p14:tracePt t="55619" x="2787650" y="2889250"/>
          <p14:tracePt t="55636" x="2609850" y="2876550"/>
          <p14:tracePt t="55653" x="2432050" y="2863850"/>
          <p14:tracePt t="55669" x="2330450" y="2863850"/>
          <p14:tracePt t="55686" x="2228850" y="2863850"/>
          <p14:tracePt t="55702" x="1974850" y="2857500"/>
          <p14:tracePt t="55719" x="1898650" y="2857500"/>
          <p14:tracePt t="55737" x="1784350" y="2857500"/>
          <p14:tracePt t="55752" x="1739900" y="2857500"/>
          <p14:tracePt t="55769" x="1682750" y="2863850"/>
          <p14:tracePt t="55786" x="1657350" y="2870200"/>
          <p14:tracePt t="55802" x="1638300" y="2870200"/>
          <p14:tracePt t="55819" x="1612900" y="2876550"/>
          <p14:tracePt t="55835" x="1593850" y="2882900"/>
          <p14:tracePt t="55852" x="1581150" y="2882900"/>
          <p14:tracePt t="55868" x="1568450" y="2889250"/>
          <p14:tracePt t="55885" x="1555750" y="2889250"/>
          <p14:tracePt t="55901" x="1549400" y="2889250"/>
          <p14:tracePt t="55919" x="1530350" y="2889250"/>
          <p14:tracePt t="55935" x="1504950" y="2889250"/>
          <p14:tracePt t="55951" x="1498600" y="2889250"/>
          <p14:tracePt t="55969" x="1460500" y="2889250"/>
          <p14:tracePt t="55985" x="1422400" y="2895600"/>
          <p14:tracePt t="56001" x="1403350" y="2895600"/>
          <p14:tracePt t="56018" x="1371600" y="2895600"/>
          <p14:tracePt t="56035" x="1346200" y="2895600"/>
          <p14:tracePt t="56050" x="1339850" y="2895600"/>
          <p14:tracePt t="56067" x="1327150" y="2895600"/>
          <p14:tracePt t="56116" x="1320800" y="2895600"/>
          <p14:tracePt t="56144" x="1314450" y="2895600"/>
          <p14:tracePt t="56165" x="1308100" y="2895600"/>
          <p14:tracePt t="56193" x="1301750" y="2895600"/>
          <p14:tracePt t="56207" x="1295400" y="2895600"/>
          <p14:tracePt t="56214" x="1289050" y="2895600"/>
          <p14:tracePt t="56235" x="1282700" y="2895600"/>
          <p14:tracePt t="56250" x="1270000" y="2895600"/>
          <p14:tracePt t="56256" x="1257300" y="2895600"/>
          <p14:tracePt t="56277" x="1244600" y="2895600"/>
          <p14:tracePt t="56286" x="1225550" y="2895600"/>
          <p14:tracePt t="56301" x="1212850" y="2895600"/>
          <p14:tracePt t="56317" x="1200150" y="2895600"/>
          <p14:tracePt t="56334" x="1174750" y="2895600"/>
          <p14:tracePt t="56390" x="1187450" y="2895600"/>
          <p14:tracePt t="56397" x="1200150" y="2895600"/>
          <p14:tracePt t="56404" x="1219200" y="2895600"/>
          <p14:tracePt t="56420" x="1257300" y="2895600"/>
          <p14:tracePt t="56433" x="1295400" y="2895600"/>
          <p14:tracePt t="56450" x="1409700" y="2895600"/>
          <p14:tracePt t="56467" x="1568450" y="2908300"/>
          <p14:tracePt t="56483" x="1644650" y="2908300"/>
          <p14:tracePt t="56500" x="1822450" y="2927350"/>
          <p14:tracePt t="56517" x="2032000" y="2959100"/>
          <p14:tracePt t="56533" x="2159000" y="2971800"/>
          <p14:tracePt t="56549" x="2374900" y="3003550"/>
          <p14:tracePt t="56566" x="2565400" y="3009900"/>
          <p14:tracePt t="56584" x="2654300" y="3022600"/>
          <p14:tracePt t="56599" x="2743200" y="3022600"/>
          <p14:tracePt t="56615" x="2978150" y="2997200"/>
          <p14:tracePt t="56633" x="3054350" y="2990850"/>
          <p14:tracePt t="56650" x="3149600" y="2984500"/>
          <p14:tracePt t="56666" x="3175000" y="2984500"/>
          <p14:tracePt t="56682" x="3213100" y="2971800"/>
          <p14:tracePt t="56700" x="3219450" y="2965450"/>
          <p14:tracePt t="56732" x="3232150" y="2959100"/>
          <p14:tracePt t="56769" x="3232150" y="2952750"/>
          <p14:tracePt t="56825" x="3225800" y="2952750"/>
          <p14:tracePt t="56839" x="3219450" y="2952750"/>
          <p14:tracePt t="56861" x="3213100" y="2952750"/>
          <p14:tracePt t="56881" x="3206750" y="2952750"/>
          <p14:tracePt t="56888" x="3200400" y="2952750"/>
          <p14:tracePt t="56897" x="3194050" y="2952750"/>
          <p14:tracePt t="56918" x="3194050" y="2959100"/>
          <p14:tracePt t="56938" x="3187700" y="2959100"/>
          <p14:tracePt t="56959" x="3181350" y="2959100"/>
          <p14:tracePt t="56967" x="3175000" y="2959100"/>
          <p14:tracePt t="56981" x="3168650" y="2959100"/>
          <p14:tracePt t="57001" x="3155950" y="2959100"/>
          <p14:tracePt t="57015" x="3136900" y="2971800"/>
          <p14:tracePt t="57031" x="3105150" y="2978150"/>
          <p14:tracePt t="57048" x="3073400" y="2990850"/>
          <p14:tracePt t="57065" x="2965450" y="3022600"/>
          <p14:tracePt t="57081" x="2857500" y="3073400"/>
          <p14:tracePt t="57097" x="2774950" y="3092450"/>
          <p14:tracePt t="57114" x="2641600" y="3136900"/>
          <p14:tracePt t="57131" x="2508250" y="3175000"/>
          <p14:tracePt t="57149" x="2438400" y="3187700"/>
          <p14:tracePt t="57163" x="2349500" y="3206750"/>
          <p14:tracePt t="57180" x="2260600" y="3219450"/>
          <p14:tracePt t="57198" x="2203450" y="3238500"/>
          <p14:tracePt t="57214" x="2178050" y="3244850"/>
          <p14:tracePt t="57230" x="2152650" y="3244850"/>
          <p14:tracePt t="57247" x="2095500" y="3257550"/>
          <p14:tracePt t="57264" x="2070100" y="3263900"/>
          <p14:tracePt t="57280" x="2051050" y="3263900"/>
          <p14:tracePt t="57297" x="2025650" y="3276600"/>
          <p14:tracePt t="57313" x="2006600" y="3282950"/>
          <p14:tracePt t="57330" x="2000250" y="3282950"/>
          <p14:tracePt t="57347" x="1981200" y="3282950"/>
          <p14:tracePt t="57363" x="1962150" y="3282950"/>
          <p14:tracePt t="57381" x="1936750" y="3289300"/>
          <p14:tracePt t="57396" x="1924050" y="3289300"/>
          <p14:tracePt t="57413" x="1892300" y="3289300"/>
          <p14:tracePt t="57430" x="1860550" y="3289300"/>
          <p14:tracePt t="57446" x="1841500" y="3289300"/>
          <p14:tracePt t="57463" x="1797050" y="3295650"/>
          <p14:tracePt t="57480" x="1771650" y="3295650"/>
          <p14:tracePt t="57513" x="1758950" y="3295650"/>
          <p14:tracePt t="57563" x="1752600" y="3295650"/>
          <p14:tracePt t="57570" x="1746250" y="3295650"/>
          <p14:tracePt t="57710" x="1752600" y="3295650"/>
          <p14:tracePt t="57739" x="1758950" y="3295650"/>
          <p14:tracePt t="57753" x="1765300" y="3295650"/>
          <p14:tracePt t="57774" x="1771650" y="3295650"/>
          <p14:tracePt t="57781" x="1778000" y="3295650"/>
          <p14:tracePt t="57796" x="1784350" y="3295650"/>
          <p14:tracePt t="57809" x="1790700" y="3295650"/>
          <p14:tracePt t="57823" x="1803400" y="3295650"/>
          <p14:tracePt t="57831" x="1822450" y="3295650"/>
          <p14:tracePt t="57845" x="1847850" y="3295650"/>
          <p14:tracePt t="57861" x="1873250" y="3289300"/>
          <p14:tracePt t="57879" x="1943100" y="3289300"/>
          <p14:tracePt t="57895" x="2032000" y="3282950"/>
          <p14:tracePt t="57911" x="2082800" y="3270250"/>
          <p14:tracePt t="57928" x="2184400" y="3270250"/>
          <p14:tracePt t="57944" x="2317750" y="3270250"/>
          <p14:tracePt t="57961" x="2368550" y="3270250"/>
          <p14:tracePt t="57978" x="2482850" y="3270250"/>
          <p14:tracePt t="57994" x="2571750" y="3270250"/>
          <p14:tracePt t="58011" x="2622550" y="3270250"/>
          <p14:tracePt t="58028" x="2717800" y="3263900"/>
          <p14:tracePt t="58044" x="2813050" y="3257550"/>
          <p14:tracePt t="58061" x="2851150" y="3244850"/>
          <p14:tracePt t="58077" x="2908300" y="3244850"/>
          <p14:tracePt t="58094" x="2978150" y="3244850"/>
          <p14:tracePt t="58111" x="3022600" y="3244850"/>
          <p14:tracePt t="58127" x="3054350" y="3244850"/>
          <p14:tracePt t="58144" x="3079750" y="3244850"/>
          <p14:tracePt t="58161" x="3143250" y="3244850"/>
          <p14:tracePt t="58177" x="3162300" y="3244850"/>
          <p14:tracePt t="58194" x="3168650" y="3244850"/>
          <p14:tracePt t="58210" x="3187700" y="3244850"/>
          <p14:tracePt t="58227" x="3187700" y="3238500"/>
          <p14:tracePt t="58293" x="3181350" y="3238500"/>
          <p14:tracePt t="58301" x="3175000" y="3238500"/>
          <p14:tracePt t="58314" x="3168650" y="3238500"/>
          <p14:tracePt t="58326" x="3162300" y="3238500"/>
          <p14:tracePt t="58343" x="3155950" y="3238500"/>
          <p14:tracePt t="58364" x="3149600" y="3238500"/>
          <p14:tracePt t="58376" x="3143250" y="3238500"/>
          <p14:tracePt t="58393" x="3130550" y="3238500"/>
          <p14:tracePt t="58409" x="3117850" y="3238500"/>
          <p14:tracePt t="58427" x="3098800" y="3238500"/>
          <p14:tracePt t="58442" x="2978150" y="3244850"/>
          <p14:tracePt t="58459" x="2927350" y="3257550"/>
          <p14:tracePt t="58477" x="2762250" y="3263900"/>
          <p14:tracePt t="58493" x="2667000" y="3276600"/>
          <p14:tracePt t="58509" x="2482850" y="3276600"/>
          <p14:tracePt t="58526" x="2292350" y="3276600"/>
          <p14:tracePt t="58542" x="2203450" y="3276600"/>
          <p14:tracePt t="58559" x="2051050" y="3276600"/>
          <p14:tracePt t="58576" x="1917700" y="3276600"/>
          <p14:tracePt t="58592" x="1866900" y="3276600"/>
          <p14:tracePt t="58610" x="1809750" y="3276600"/>
          <p14:tracePt t="58625" x="1758950" y="3270250"/>
          <p14:tracePt t="58642" x="1752600" y="3270250"/>
          <p14:tracePt t="58659" x="1739900" y="3270250"/>
          <p14:tracePt t="58675" x="1727200" y="3270250"/>
          <p14:tracePt t="58692" x="1714500" y="3270250"/>
          <p14:tracePt t="58709" x="1701800" y="3302000"/>
          <p14:tracePt t="58725" x="1701800" y="3308350"/>
          <p14:tracePt t="60919" x="1714500" y="3308350"/>
          <p14:tracePt t="60934" x="1733550" y="3308350"/>
          <p14:tracePt t="60940" x="1752600" y="3308350"/>
          <p14:tracePt t="60954" x="1784350" y="3308350"/>
          <p14:tracePt t="60968" x="1809750" y="3308350"/>
          <p14:tracePt t="60984" x="1930400" y="3308350"/>
          <p14:tracePt t="61001" x="2019300" y="3308350"/>
          <p14:tracePt t="61018" x="2266950" y="3270250"/>
          <p14:tracePt t="61034" x="2641600" y="3219450"/>
          <p14:tracePt t="61050" x="2889250" y="3175000"/>
          <p14:tracePt t="61067" x="3467100" y="3067050"/>
          <p14:tracePt t="61084" x="4076700" y="2952750"/>
          <p14:tracePt t="61100" x="4406900" y="2870200"/>
          <p14:tracePt t="61117" x="4984750" y="2660650"/>
          <p14:tracePt t="61133" x="5232400" y="2552700"/>
          <p14:tracePt t="61151" x="5505450" y="2406650"/>
          <p14:tracePt t="61167" x="5994400" y="2114550"/>
          <p14:tracePt t="61184" x="6324600" y="1911350"/>
          <p14:tracePt t="61200" x="6407150" y="1854200"/>
          <p14:tracePt t="61216" x="6578600" y="1739900"/>
          <p14:tracePt t="61234" x="6604000" y="1727200"/>
          <p14:tracePt t="61251" x="6642100" y="1695450"/>
          <p14:tracePt t="61267" x="6661150" y="1682750"/>
          <p14:tracePt t="61284" x="6661150" y="1676400"/>
          <p14:tracePt t="61299" x="6661150" y="1670050"/>
          <p14:tracePt t="61425" x="6661150" y="1676400"/>
          <p14:tracePt t="61453" x="6661150" y="1682750"/>
          <p14:tracePt t="61467" x="6661150" y="1689100"/>
          <p14:tracePt t="61474" x="6661150" y="1695450"/>
          <p14:tracePt t="61488" x="6654800" y="1695450"/>
          <p14:tracePt t="61498" x="6654800" y="1708150"/>
          <p14:tracePt t="61517" x="6642100" y="1714500"/>
          <p14:tracePt t="61532" x="6635750" y="1720850"/>
          <p14:tracePt t="61548" x="6623050" y="1739900"/>
          <p14:tracePt t="61566" x="6616700" y="1771650"/>
          <p14:tracePt t="61582" x="6610350" y="1784350"/>
          <p14:tracePt t="61599" x="6604000" y="1828800"/>
          <p14:tracePt t="61615" x="6604000" y="1866900"/>
          <p14:tracePt t="61632" x="6604000" y="1885950"/>
          <p14:tracePt t="61648" x="6604000" y="1911350"/>
          <p14:tracePt t="61665" x="6629400" y="1974850"/>
          <p14:tracePt t="61681" x="6642100" y="1987550"/>
          <p14:tracePt t="61699" x="6661150" y="2006600"/>
          <p14:tracePt t="61715" x="6686550" y="2025650"/>
          <p14:tracePt t="61731" x="6692900" y="2025650"/>
          <p14:tracePt t="61749" x="6711950" y="2032000"/>
          <p14:tracePt t="61765" x="6724650" y="2032000"/>
          <p14:tracePt t="61781" x="6737350" y="2038350"/>
          <p14:tracePt t="61798" x="6756400" y="2038350"/>
          <p14:tracePt t="61814" x="6769100" y="2038350"/>
          <p14:tracePt t="61831" x="6781800" y="2038350"/>
          <p14:tracePt t="61848" x="6800850" y="2038350"/>
          <p14:tracePt t="61864" x="6807200" y="2038350"/>
          <p14:tracePt t="61882" x="6832600" y="2032000"/>
          <p14:tracePt t="61897" x="6845300" y="2032000"/>
          <p14:tracePt t="61938" x="6851650" y="2032000"/>
          <p14:tracePt t="61947" x="6858000" y="2032000"/>
          <p14:tracePt t="61987" x="6864350" y="2032000"/>
          <p14:tracePt t="62036" x="6870700" y="2025650"/>
          <p14:tracePt t="62064" x="6870700" y="2019300"/>
          <p14:tracePt t="62156" x="6877050" y="2019300"/>
          <p14:tracePt t="62247" x="6883400" y="2019300"/>
          <p14:tracePt t="62862" x="6889750" y="2019300"/>
          <p14:tracePt t="62868" x="6902450" y="2019300"/>
          <p14:tracePt t="62882" x="6921500" y="2025650"/>
          <p14:tracePt t="62894" x="6934200" y="2032000"/>
          <p14:tracePt t="62911" x="6978650" y="2038350"/>
          <p14:tracePt t="62927" x="6997700" y="2051050"/>
          <p14:tracePt t="62944" x="7042150" y="2063750"/>
          <p14:tracePt t="62961" x="7080250" y="2070100"/>
          <p14:tracePt t="62977" x="7092950" y="2070100"/>
          <p14:tracePt t="62994" x="7105650" y="2076450"/>
          <p14:tracePt t="63010" x="7112000" y="2076450"/>
          <p14:tracePt t="63051" x="7118350" y="2082800"/>
          <p14:tracePt t="63100" x="7112000" y="2082800"/>
          <p14:tracePt t="63114" x="7105650" y="2082800"/>
          <p14:tracePt t="63128" x="7099300" y="2082800"/>
          <p14:tracePt t="63143" x="7092950" y="2082800"/>
          <p14:tracePt t="63170" x="7086600" y="2082800"/>
          <p14:tracePt t="63199" x="7080250" y="2082800"/>
          <p14:tracePt t="63213" x="7073900" y="2082800"/>
          <p14:tracePt t="63220" x="7067550" y="2082800"/>
          <p14:tracePt t="63234" x="7054850" y="2082800"/>
          <p14:tracePt t="63243" x="7035800" y="2082800"/>
          <p14:tracePt t="63259" x="7016750" y="2089150"/>
          <p14:tracePt t="63276" x="6934200" y="2095500"/>
          <p14:tracePt t="63293" x="6838950" y="2120900"/>
          <p14:tracePt t="63309" x="6781800" y="2127250"/>
          <p14:tracePt t="63326" x="6661150" y="2159000"/>
          <p14:tracePt t="63342" x="6559550" y="2171700"/>
          <p14:tracePt t="63360" x="6515100" y="2171700"/>
          <p14:tracePt t="63376" x="6445250" y="2190750"/>
          <p14:tracePt t="63392" x="6426200" y="2190750"/>
          <p14:tracePt t="63410" x="6388100" y="2203450"/>
          <p14:tracePt t="63466" x="6388100" y="2209800"/>
          <p14:tracePt t="63480" x="6394450" y="2222500"/>
          <p14:tracePt t="63487" x="6400800" y="2228850"/>
          <p14:tracePt t="63501" x="6413500" y="2235200"/>
          <p14:tracePt t="64333" x="6407150" y="2235200"/>
          <p14:tracePt t="64347" x="6394450" y="2235200"/>
          <p14:tracePt t="64354" x="6388100" y="2235200"/>
          <p14:tracePt t="64368" x="6375400" y="2235200"/>
          <p14:tracePt t="64376" x="6362700" y="2241550"/>
          <p14:tracePt t="64392" x="6343650" y="2241550"/>
          <p14:tracePt t="64405" x="6311900" y="2241550"/>
          <p14:tracePt t="64422" x="6292850" y="2241550"/>
          <p14:tracePt t="64439" x="6261100" y="2254250"/>
          <p14:tracePt t="64455" x="6248400" y="2260600"/>
          <p14:tracePt t="64472" x="6223000" y="2260600"/>
          <p14:tracePt t="64489" x="6216650" y="2260600"/>
          <p14:tracePt t="64508" x="6216650" y="2266950"/>
          <p14:tracePt t="64524" x="6216650" y="2273300"/>
          <p14:tracePt t="64538" x="6223000" y="2273300"/>
          <p14:tracePt t="64558" x="6229350" y="2273300"/>
          <p14:tracePt t="64572" x="6235700" y="2273300"/>
          <p14:tracePt t="64589" x="6254750" y="2273300"/>
          <p14:tracePt t="64605" x="6267450" y="2273300"/>
          <p14:tracePt t="64621" x="6299200" y="2273300"/>
          <p14:tracePt t="64638" x="6324600" y="2273300"/>
          <p14:tracePt t="64656" x="6369050" y="2266950"/>
          <p14:tracePt t="64671" x="6432550" y="2260600"/>
          <p14:tracePt t="64688" x="6477000" y="2260600"/>
          <p14:tracePt t="64705" x="6534150" y="2241550"/>
          <p14:tracePt t="64721" x="6553200" y="2241550"/>
          <p14:tracePt t="64737" x="6565900" y="2235200"/>
          <p14:tracePt t="64754" x="6584950" y="2235200"/>
          <p14:tracePt t="64771" x="6591300" y="2235200"/>
          <p14:tracePt t="65316" x="6572250" y="2235200"/>
          <p14:tracePt t="65323" x="6534150" y="2235200"/>
          <p14:tracePt t="65336" x="6496050" y="2235200"/>
          <p14:tracePt t="65352" x="6400800" y="2209800"/>
          <p14:tracePt t="65369" x="6343650" y="2190750"/>
          <p14:tracePt t="65386" x="6248400" y="2165350"/>
          <p14:tracePt t="65402" x="6127750" y="2120900"/>
          <p14:tracePt t="65418" x="6070600" y="2089150"/>
          <p14:tracePt t="65436" x="5911850" y="2051050"/>
          <p14:tracePt t="65452" x="5765800" y="2000250"/>
          <p14:tracePt t="65468" x="5683250" y="1981200"/>
          <p14:tracePt t="65485" x="5511800" y="1930400"/>
          <p14:tracePt t="65502" x="5314950" y="1873250"/>
          <p14:tracePt t="65518" x="5226050" y="1841500"/>
          <p14:tracePt t="65535" x="5029200" y="1790700"/>
          <p14:tracePt t="65551" x="4826000" y="1733550"/>
          <p14:tracePt t="65569" x="4616450" y="1695450"/>
          <p14:tracePt t="65585" x="4527550" y="1676400"/>
          <p14:tracePt t="65601" x="4368800" y="1644650"/>
          <p14:tracePt t="65619" x="4248150" y="1619250"/>
          <p14:tracePt t="65634" x="4203700" y="1612900"/>
          <p14:tracePt t="65651" x="4178300" y="1612900"/>
          <p14:tracePt t="65668" x="4140200" y="1606550"/>
          <p14:tracePt t="65684" x="4133850" y="1606550"/>
          <p14:tracePt t="65701" x="4165600" y="1581150"/>
          <p14:tracePt t="66282" x="4159250" y="1581150"/>
          <p14:tracePt t="66310" x="4152900" y="1581150"/>
          <p14:tracePt t="66352" x="4146550" y="1581150"/>
          <p14:tracePt t="66394" x="4140200" y="1581150"/>
          <p14:tracePt t="66450" x="4133850" y="1581150"/>
          <p14:tracePt t="66492" x="4127500" y="1581150"/>
          <p14:tracePt t="66506" x="4121150" y="1581150"/>
          <p14:tracePt t="66513" x="4114800" y="1581150"/>
          <p14:tracePt t="66520" x="4102100" y="1581150"/>
          <p14:tracePt t="66535" x="4089400" y="1581150"/>
          <p14:tracePt t="66549" x="4070350" y="1581150"/>
          <p14:tracePt t="66565" x="4013200" y="1581150"/>
          <p14:tracePt t="66581" x="3975100" y="1581150"/>
          <p14:tracePt t="66598" x="3873500" y="1581150"/>
          <p14:tracePt t="66614" x="3765550" y="1581150"/>
          <p14:tracePt t="66631" x="3702050" y="1581150"/>
          <p14:tracePt t="66647" x="3587750" y="1581150"/>
          <p14:tracePt t="66665" x="3492500" y="1574800"/>
          <p14:tracePt t="66681" x="3460750" y="1568450"/>
          <p14:tracePt t="66697" x="3403600" y="1549400"/>
          <p14:tracePt t="66714" x="3390900" y="1543050"/>
          <p14:tracePt t="66732" x="3359150" y="1536700"/>
          <p14:tracePt t="66767" x="3365500" y="1530350"/>
          <p14:tracePt t="67163" x="3359150" y="1524000"/>
          <p14:tracePt t="67177" x="3340100" y="1511300"/>
          <p14:tracePt t="67184" x="3314700" y="1498600"/>
          <p14:tracePt t="67199" x="3302000" y="1485900"/>
          <p14:tracePt t="67212" x="3270250" y="1473200"/>
          <p14:tracePt t="67229" x="3213100" y="1447800"/>
          <p14:tracePt t="67246" x="3187700" y="1428750"/>
          <p14:tracePt t="67262" x="3111500" y="1384300"/>
          <p14:tracePt t="67278" x="3022600" y="1320800"/>
          <p14:tracePt t="67295" x="2978150" y="1295400"/>
          <p14:tracePt t="67312" x="2863850" y="1225550"/>
          <p14:tracePt t="67329" x="2787650" y="1187450"/>
          <p14:tracePt t="67346" x="2711450" y="1143000"/>
          <p14:tracePt t="67362" x="2692400" y="1130300"/>
          <p14:tracePt t="67378" x="2641600" y="1104900"/>
          <p14:tracePt t="67396" x="2597150" y="1085850"/>
          <p14:tracePt t="67412" x="2578100" y="1079500"/>
          <p14:tracePt t="67428" x="2552700" y="1073150"/>
          <p14:tracePt t="67445" x="2482850" y="1035050"/>
          <p14:tracePt t="67461" x="2463800" y="1028700"/>
          <p14:tracePt t="67479" x="2419350" y="1009650"/>
          <p14:tracePt t="67495" x="2400300" y="1003300"/>
          <p14:tracePt t="67511" x="2374900" y="984250"/>
          <p14:tracePt t="67529" x="2349500" y="977900"/>
          <p14:tracePt t="67545" x="2343150" y="977900"/>
          <p14:tracePt t="67561" x="2330450" y="977900"/>
          <p14:tracePt t="67619" x="2324100" y="977900"/>
          <p14:tracePt t="67830" x="2324100" y="984250"/>
          <p14:tracePt t="67858" x="2330450" y="984250"/>
          <p14:tracePt t="67886" x="2336800" y="984250"/>
          <p14:tracePt t="67908" x="2349500" y="990600"/>
          <p14:tracePt t="67922" x="2355850" y="990600"/>
          <p14:tracePt t="67930" x="2362200" y="996950"/>
          <p14:tracePt t="67944" x="2374900" y="996950"/>
          <p14:tracePt t="67960" x="2413000" y="1016000"/>
          <p14:tracePt t="67976" x="2444750" y="1035050"/>
          <p14:tracePt t="67993" x="2571750" y="1104900"/>
          <p14:tracePt t="68010" x="2755900" y="1193800"/>
          <p14:tracePt t="68027" x="2882900" y="1263650"/>
          <p14:tracePt t="68043" x="3175000" y="1422400"/>
          <p14:tracePt t="68060" x="3346450" y="1498600"/>
          <p14:tracePt t="68078" x="3867150" y="1784350"/>
          <p14:tracePt t="68093" x="4038600" y="1860550"/>
          <p14:tracePt t="68109" x="4184650" y="1936750"/>
          <p14:tracePt t="68126" x="4470400" y="2063750"/>
          <p14:tracePt t="68142" x="4730750" y="2159000"/>
          <p14:tracePt t="68159" x="4857750" y="2190750"/>
          <p14:tracePt t="68176" x="5080000" y="2254250"/>
          <p14:tracePt t="68193" x="5257800" y="2292350"/>
          <p14:tracePt t="68210" x="5403850" y="2324100"/>
          <p14:tracePt t="68226" x="5454650" y="2324100"/>
          <p14:tracePt t="68242" x="5549900" y="2311400"/>
          <p14:tracePt t="68260" x="5613400" y="2286000"/>
          <p14:tracePt t="68276" x="5632450" y="2279650"/>
          <p14:tracePt t="68292" x="5676900" y="2260600"/>
          <p14:tracePt t="68309" x="5702300" y="2241550"/>
          <p14:tracePt t="68325" x="5715000" y="2222500"/>
          <p14:tracePt t="68342" x="5721350" y="2209800"/>
          <p14:tracePt t="68358" x="5740400" y="2197100"/>
          <p14:tracePt t="68375" x="5740400" y="2190750"/>
          <p14:tracePt t="68394" x="5740400" y="2178050"/>
          <p14:tracePt t="68498" x="5740400" y="2184400"/>
          <p14:tracePt t="68519" x="5740400" y="2190750"/>
          <p14:tracePt t="68855" x="5740400" y="2209800"/>
          <p14:tracePt t="68862" x="5740400" y="2241550"/>
          <p14:tracePt t="68873" x="5734050" y="2266950"/>
          <p14:tracePt t="68891" x="5734050" y="2330450"/>
          <p14:tracePt t="68906" x="5734050" y="2381250"/>
          <p14:tracePt t="68923" x="5734050" y="2419350"/>
          <p14:tracePt t="68941" x="5746750" y="2527300"/>
          <p14:tracePt t="68956" x="5746750" y="2559050"/>
          <p14:tracePt t="68973" x="5746750" y="2584450"/>
          <p14:tracePt t="68990" x="5753100" y="2616200"/>
          <p14:tracePt t="69006" x="5753100" y="2660650"/>
          <p14:tracePt t="69023" x="5753100" y="2673350"/>
          <p14:tracePt t="69039" x="5746750" y="2711450"/>
          <p14:tracePt t="69056" x="5740400" y="2755900"/>
          <p14:tracePt t="69074" x="5734050" y="2781300"/>
          <p14:tracePt t="69089" x="5727700" y="2794000"/>
          <p14:tracePt t="69106" x="5721350" y="2819400"/>
          <p14:tracePt t="69122" x="5708650" y="2844800"/>
          <p14:tracePt t="69139" x="5702300" y="2851150"/>
          <p14:tracePt t="69156" x="5689600" y="2863850"/>
          <p14:tracePt t="69172" x="5683250" y="2876550"/>
          <p14:tracePt t="69189" x="5676900" y="2882900"/>
          <p14:tracePt t="76188" x="5683250" y="2882900"/>
          <p14:tracePt t="76195" x="5708650" y="2895600"/>
          <p14:tracePt t="76202" x="5727700" y="2901950"/>
          <p14:tracePt t="76215" x="5740400" y="2921000"/>
          <p14:tracePt t="76232" x="5791200" y="2940050"/>
          <p14:tracePt t="76248" x="5867400" y="2978150"/>
          <p14:tracePt t="76265" x="5899150" y="2990850"/>
          <p14:tracePt t="76281" x="5975350" y="3003550"/>
          <p14:tracePt t="76298" x="6038850" y="3028950"/>
          <p14:tracePt t="76315" x="6108700" y="3041650"/>
          <p14:tracePt t="76331" x="6197600" y="3067050"/>
          <p14:tracePt t="76348" x="6261100" y="3092450"/>
          <p14:tracePt t="76365" x="6343650" y="3136900"/>
          <p14:tracePt t="76381" x="6394450" y="3149600"/>
          <p14:tracePt t="76398" x="6438900" y="3175000"/>
          <p14:tracePt t="76414" x="6508750" y="3219450"/>
          <p14:tracePt t="76431" x="6578600" y="3270250"/>
          <p14:tracePt t="76447" x="6623050" y="3314700"/>
          <p14:tracePt t="76464" x="6692900" y="3378200"/>
          <p14:tracePt t="76480" x="6762750" y="3416300"/>
          <p14:tracePt t="76498" x="6813550" y="3454400"/>
          <p14:tracePt t="76514" x="6889750" y="3486150"/>
          <p14:tracePt t="76530" x="6921500" y="3498850"/>
          <p14:tracePt t="76547" x="6940550" y="3511550"/>
          <p14:tracePt t="76563" x="6965950" y="3517900"/>
          <p14:tracePt t="76580" x="6978650" y="3517900"/>
          <p14:tracePt t="76597" x="6985000" y="3517900"/>
          <p14:tracePt t="76613" x="6991350" y="3524250"/>
          <p14:tracePt t="76631" x="6997700" y="3524250"/>
          <p14:tracePt t="76687" x="7004050" y="3524250"/>
          <p14:tracePt t="76701" x="7010400" y="3524250"/>
          <p14:tracePt t="76708" x="7023100" y="3524250"/>
          <p14:tracePt t="76716" x="7029450" y="3524250"/>
          <p14:tracePt t="76732" x="7042150" y="3524250"/>
          <p14:tracePt t="76746" x="7048500" y="3530600"/>
          <p14:tracePt t="76763" x="7067550" y="3536950"/>
          <p14:tracePt t="76766" x="7080250" y="3543300"/>
          <p14:tracePt t="76780" x="7105650" y="3549650"/>
          <p14:tracePt t="76796" x="7131050" y="3562350"/>
          <p14:tracePt t="76813" x="7156450" y="3568700"/>
          <p14:tracePt t="76829" x="7207250" y="3587750"/>
          <p14:tracePt t="76846" x="7239000" y="3600450"/>
          <p14:tracePt t="76865" x="7277100" y="3625850"/>
          <p14:tracePt t="76879" x="7308850" y="3632200"/>
          <p14:tracePt t="76896" x="7334250" y="3644900"/>
          <p14:tracePt t="76913" x="7359650" y="3651250"/>
          <p14:tracePt t="76929" x="7397750" y="3663950"/>
          <p14:tracePt t="76945" x="7423150" y="3670300"/>
          <p14:tracePt t="76962" x="7448550" y="3670300"/>
          <p14:tracePt t="76979" x="7454900" y="3670300"/>
          <p14:tracePt t="77039" x="7448550" y="3663950"/>
          <p14:tracePt t="77046" x="7442200" y="3663950"/>
          <p14:tracePt t="77053" x="7429500" y="3663950"/>
          <p14:tracePt t="77062" x="7410450" y="3663950"/>
          <p14:tracePt t="77078" x="7353300" y="3663950"/>
          <p14:tracePt t="77096" x="7232650" y="3663950"/>
          <p14:tracePt t="77112" x="7105650" y="3657600"/>
          <p14:tracePt t="77128" x="6959600" y="3670300"/>
          <p14:tracePt t="77145" x="6731000" y="3676650"/>
          <p14:tracePt t="77161" x="6584950" y="3695700"/>
          <p14:tracePt t="77178" x="6445250" y="3714750"/>
          <p14:tracePt t="77195" x="6248400" y="3752850"/>
          <p14:tracePt t="77211" x="6140450" y="3778250"/>
          <p14:tracePt t="77228" x="6051550" y="3803650"/>
          <p14:tracePt t="77245" x="5937250" y="3841750"/>
          <p14:tracePt t="77261" x="5867400" y="3854450"/>
          <p14:tracePt t="77264" x="5848350" y="3867150"/>
          <p14:tracePt t="77279" x="5797550" y="3898900"/>
          <p14:tracePt t="77294" x="5753100" y="3930650"/>
          <p14:tracePt t="77311" x="5721350" y="3956050"/>
          <p14:tracePt t="77328" x="5683250" y="3981450"/>
          <p14:tracePt t="77345" x="5664200" y="3994150"/>
          <p14:tracePt t="77361" x="5657850" y="4000500"/>
          <p14:tracePt t="77394" x="5664200" y="4006850"/>
          <p14:tracePt t="77427" x="5676900" y="4013200"/>
          <p14:tracePt t="77444" x="5702300" y="4013200"/>
          <p14:tracePt t="78064" x="5715000" y="4013200"/>
          <p14:tracePt t="78071" x="5734050" y="4013200"/>
          <p14:tracePt t="78078" x="5753100" y="4013200"/>
          <p14:tracePt t="78092" x="5765800" y="4013200"/>
          <p14:tracePt t="78108" x="5873750" y="4019550"/>
          <p14:tracePt t="78125" x="5969000" y="4025900"/>
          <p14:tracePt t="78142" x="6140450" y="4051300"/>
          <p14:tracePt t="78158" x="6235700" y="4064000"/>
          <p14:tracePt t="78175" x="6337300" y="4064000"/>
          <p14:tracePt t="78191" x="6483350" y="4070350"/>
          <p14:tracePt t="78208" x="6572250" y="4070350"/>
          <p14:tracePt t="78224" x="6667500" y="4076700"/>
          <p14:tracePt t="78241" x="6750050" y="4089400"/>
          <p14:tracePt t="78258" x="6781800" y="4089400"/>
          <p14:tracePt t="78275" x="6800850" y="4089400"/>
          <p14:tracePt t="78277" x="6813550" y="4089400"/>
          <p14:tracePt t="78291" x="6826250" y="4089400"/>
          <p14:tracePt t="78308" x="6832600" y="4089400"/>
          <p14:tracePt t="78325" x="6845300" y="4089400"/>
          <p14:tracePt t="78357" x="6851650" y="4089400"/>
          <p14:tracePt t="78374" x="6858000" y="4089400"/>
          <p14:tracePt t="78391" x="6864350" y="4089400"/>
          <p14:tracePt t="78410" x="6870700" y="4089400"/>
          <p14:tracePt t="78423" x="6883400" y="4089400"/>
          <p14:tracePt t="78440" x="6896100" y="4089400"/>
          <p14:tracePt t="78458" x="6902450" y="4089400"/>
          <p14:tracePt t="78473" x="6915150" y="4089400"/>
          <p14:tracePt t="78490" x="6927850" y="4089400"/>
          <p14:tracePt t="78507" x="6934200" y="4083050"/>
          <p14:tracePt t="78523" x="6946900" y="4083050"/>
          <p14:tracePt t="78540" x="6959600" y="4089400"/>
          <p14:tracePt t="78557" x="6991350" y="4095750"/>
          <p14:tracePt t="78573" x="7016750" y="4102100"/>
          <p14:tracePt t="78590" x="7042150" y="4108450"/>
          <p14:tracePt t="78606" x="7073900" y="4108450"/>
          <p14:tracePt t="78623" x="7099300" y="4114800"/>
          <p14:tracePt t="78640" x="7124700" y="4114800"/>
          <p14:tracePt t="78656" x="7137400" y="4114800"/>
          <p14:tracePt t="78673" x="7143750" y="4114800"/>
          <p14:tracePt t="78767" x="7150100" y="4114800"/>
          <p14:tracePt t="78809" x="7156450" y="4108450"/>
          <p14:tracePt t="78830" x="7156450" y="4102100"/>
          <p14:tracePt t="78837" x="7162800" y="4102100"/>
          <p14:tracePt t="79228" x="7143750" y="4095750"/>
          <p14:tracePt t="79234" x="7112000" y="4089400"/>
          <p14:tracePt t="79241" x="7073900" y="4070350"/>
          <p14:tracePt t="79256" x="6985000" y="4038600"/>
          <p14:tracePt t="79271" x="6877050" y="4013200"/>
          <p14:tracePt t="79287" x="6743700" y="3975100"/>
          <p14:tracePt t="79290" x="6686550" y="3956050"/>
          <p14:tracePt t="79305" x="6559550" y="3937000"/>
          <p14:tracePt t="79321" x="6413500" y="3898900"/>
          <p14:tracePt t="79337" x="6267450" y="3886200"/>
          <p14:tracePt t="79354" x="6102350" y="3867150"/>
          <p14:tracePt t="79370" x="5867400" y="3829050"/>
          <p14:tracePt t="79387" x="5657850" y="3765550"/>
          <p14:tracePt t="79404" x="5346700" y="3714750"/>
          <p14:tracePt t="79420" x="5118100" y="3638550"/>
          <p14:tracePt t="79439" x="4895850" y="3600450"/>
          <p14:tracePt t="79453" x="4540250" y="3556000"/>
          <p14:tracePt t="79470" x="4324350" y="3524250"/>
          <p14:tracePt t="79488" x="4051300" y="3492500"/>
          <p14:tracePt t="79503" x="3943350" y="3460750"/>
          <p14:tracePt t="79520" x="3854450" y="3403600"/>
          <p14:tracePt t="79537" x="3822700" y="3371850"/>
          <p14:tracePt t="79982" x="3822700" y="3333750"/>
          <p14:tracePt t="79989" x="3803650" y="3251200"/>
          <p14:tracePt t="80001" x="3803650" y="3149600"/>
          <p14:tracePt t="80018" x="3740150" y="2819400"/>
          <p14:tracePt t="80035" x="3714750" y="2590800"/>
          <p14:tracePt t="80052" x="3670300" y="2343150"/>
          <p14:tracePt t="80068" x="3581400" y="1981200"/>
          <p14:tracePt t="80085" x="3530600" y="1784350"/>
          <p14:tracePt t="80102" x="3454400" y="1549400"/>
          <p14:tracePt t="80118" x="3403600" y="1422400"/>
          <p14:tracePt t="80134" x="3365500" y="1346200"/>
          <p14:tracePt t="80152" x="3295650" y="1250950"/>
          <p14:tracePt t="80168" x="3238500" y="1187450"/>
          <p14:tracePt t="80184" x="3206750" y="1149350"/>
          <p14:tracePt t="80200" x="3155950" y="1092200"/>
          <p14:tracePt t="80217" x="3130550" y="1073150"/>
          <p14:tracePt t="80234" x="3092450" y="1047750"/>
          <p14:tracePt t="80251" x="3028950" y="1035050"/>
          <p14:tracePt t="80267" x="2997200" y="1022350"/>
          <p14:tracePt t="80285" x="2940050" y="1009650"/>
          <p14:tracePt t="80300" x="2895600" y="990600"/>
          <p14:tracePt t="80317" x="2857500" y="977900"/>
          <p14:tracePt t="80334" x="2813050" y="977900"/>
          <p14:tracePt t="80350" x="2774950" y="977900"/>
          <p14:tracePt t="80367" x="2749550" y="984250"/>
          <p14:tracePt t="80384" x="2679700" y="1009650"/>
          <p14:tracePt t="80400" x="2641600" y="1028700"/>
          <p14:tracePt t="80418" x="2609850" y="1041400"/>
          <p14:tracePt t="80433" x="2565400" y="1060450"/>
          <p14:tracePt t="80450" x="2540000" y="1066800"/>
          <p14:tracePt t="80467" x="2501900" y="1079500"/>
          <p14:tracePt t="80483" x="2489200" y="1085850"/>
          <p14:tracePt t="80500" x="2476500" y="1092200"/>
          <p14:tracePt t="80517" x="2457450" y="1117600"/>
          <p14:tracePt t="80533" x="2451100" y="1123950"/>
          <p14:tracePt t="80550" x="2432050" y="1143000"/>
          <p14:tracePt t="80566" x="2387600" y="1187450"/>
          <p14:tracePt t="80583" x="2362200" y="1219200"/>
          <p14:tracePt t="80601" x="2324100" y="1257300"/>
          <p14:tracePt t="80616" x="2317750" y="1270000"/>
          <p14:tracePt t="80633" x="2336800" y="1289050"/>
          <p14:tracePt t="80649" x="2349500" y="1295400"/>
          <p14:tracePt t="81126" x="2343150" y="1295400"/>
          <p14:tracePt t="81133" x="2324100" y="1301750"/>
          <p14:tracePt t="81141" x="2311400" y="1308100"/>
          <p14:tracePt t="81150" x="2286000" y="1314450"/>
          <p14:tracePt t="81164" x="2260600" y="1327150"/>
          <p14:tracePt t="81181" x="2235200" y="1346200"/>
          <p14:tracePt t="81198" x="2203450" y="1371600"/>
          <p14:tracePt t="81214" x="2197100" y="1384300"/>
          <p14:tracePt t="81231" x="2190750" y="1397000"/>
          <p14:tracePt t="81247" x="2190750" y="1409700"/>
          <p14:tracePt t="81264" x="2190750" y="1416050"/>
          <p14:tracePt t="81281" x="2190750" y="1435100"/>
          <p14:tracePt t="81297" x="2203450" y="1447800"/>
          <p14:tracePt t="81314" x="2209800" y="1454150"/>
          <p14:tracePt t="81331" x="2222500" y="1466850"/>
          <p14:tracePt t="81347" x="2241550" y="1479550"/>
          <p14:tracePt t="81363" x="2266950" y="1492250"/>
          <p14:tracePt t="81381" x="2324100" y="1511300"/>
          <p14:tracePt t="81397" x="2355850" y="1524000"/>
          <p14:tracePt t="81414" x="2413000" y="1536700"/>
          <p14:tracePt t="81430" x="2527300" y="1574800"/>
          <p14:tracePt t="81446" x="2622550" y="1581150"/>
          <p14:tracePt t="81464" x="2711450" y="1587500"/>
          <p14:tracePt t="81480" x="2825750" y="1606550"/>
          <p14:tracePt t="81497" x="2901950" y="1612900"/>
          <p14:tracePt t="81514" x="3086100" y="1619250"/>
          <p14:tracePt t="81529" x="3219450" y="1638300"/>
          <p14:tracePt t="81546" x="3359150" y="1657350"/>
          <p14:tracePt t="81563" x="3556000" y="1689100"/>
          <p14:tracePt t="81579" x="3702050" y="1695450"/>
          <p14:tracePt t="81596" x="3816350" y="1708150"/>
          <p14:tracePt t="81612" x="3987800" y="1695450"/>
          <p14:tracePt t="81630" x="4083050" y="1670050"/>
          <p14:tracePt t="81648" x="4191000" y="1663700"/>
          <p14:tracePt t="81663" x="4248150" y="1663700"/>
          <p14:tracePt t="81679" x="4298950" y="1663700"/>
          <p14:tracePt t="81696" x="4375150" y="1625600"/>
          <p14:tracePt t="81712" x="4400550" y="1612900"/>
          <p14:tracePt t="81729" x="4425950" y="1606550"/>
          <p14:tracePt t="81745" x="4438650" y="1600200"/>
          <p14:tracePt t="81762" x="4445000" y="1600200"/>
          <p14:tracePt t="81795" x="4451350" y="1593850"/>
          <p14:tracePt t="81830" x="4445000" y="1593850"/>
          <p14:tracePt t="81843" x="4438650" y="1593850"/>
          <p14:tracePt t="81878" x="4425950" y="1593850"/>
          <p14:tracePt t="81885" x="4425950" y="1587500"/>
          <p14:tracePt t="81894" x="4413250" y="1587500"/>
          <p14:tracePt t="81911" x="4387850" y="1587500"/>
          <p14:tracePt t="81928" x="4318000" y="1581150"/>
          <p14:tracePt t="81945" x="4248150" y="1574800"/>
          <p14:tracePt t="81961" x="4171950" y="1568450"/>
          <p14:tracePt t="81978" x="4038600" y="1562100"/>
          <p14:tracePt t="81995" x="3943350" y="1549400"/>
          <p14:tracePt t="82012" x="3778250" y="1549400"/>
          <p14:tracePt t="82028" x="3670300" y="1555750"/>
          <p14:tracePt t="82045" x="3581400" y="1562100"/>
          <p14:tracePt t="82062" x="3441700" y="1574800"/>
          <p14:tracePt t="82078" x="3384550" y="1574800"/>
          <p14:tracePt t="82095" x="3352800" y="1581150"/>
          <p14:tracePt t="82111" x="3333750" y="1587500"/>
          <p14:tracePt t="82127" x="3327400" y="1587500"/>
          <p14:tracePt t="82144" x="3321050" y="1587500"/>
          <p14:tracePt t="82161" x="3321050" y="1593850"/>
          <p14:tracePt t="82195" x="3327400" y="1593850"/>
          <p14:tracePt t="82209" x="3333750" y="1593850"/>
          <p14:tracePt t="82216" x="3340100" y="1593850"/>
          <p14:tracePt t="82227" x="3346450" y="1593850"/>
          <p14:tracePt t="82244" x="3365500" y="1587500"/>
          <p14:tracePt t="82260" x="3384550" y="1581150"/>
          <p14:tracePt t="82277" x="3422650" y="1581150"/>
          <p14:tracePt t="82294" x="3524250" y="1562100"/>
          <p14:tracePt t="82310" x="3638550" y="1549400"/>
          <p14:tracePt t="82313" x="3714750" y="1549400"/>
          <p14:tracePt t="82327" x="3778250" y="1549400"/>
          <p14:tracePt t="82343" x="3987800" y="1543050"/>
          <p14:tracePt t="82360" x="4089400" y="1543050"/>
          <p14:tracePt t="82378" x="4203700" y="1543050"/>
          <p14:tracePt t="82394" x="4248150" y="1543050"/>
          <p14:tracePt t="82410" x="4267200" y="1543050"/>
          <p14:tracePt t="82427" x="4273550" y="1543050"/>
          <p14:tracePt t="82511" x="4260850" y="1543050"/>
          <p14:tracePt t="82546" x="4254500" y="1543050"/>
          <p14:tracePt t="82567" x="4248150" y="1536700"/>
          <p14:tracePt t="82581" x="4235450" y="1536700"/>
          <p14:tracePt t="82588" x="4222750" y="1536700"/>
          <p14:tracePt t="82602" x="4203700" y="1543050"/>
          <p14:tracePt t="82612" x="4171950" y="1555750"/>
          <p14:tracePt t="82625" x="4133850" y="1562100"/>
          <p14:tracePt t="82642" x="4032250" y="1600200"/>
          <p14:tracePt t="82659" x="3873500" y="1670050"/>
          <p14:tracePt t="82675" x="3683000" y="1771650"/>
          <p14:tracePt t="82693" x="3575050" y="1835150"/>
          <p14:tracePt t="82709" x="3371850" y="1987550"/>
          <p14:tracePt t="82725" x="3181350" y="2159000"/>
          <p14:tracePt t="82743" x="3003550" y="2336800"/>
          <p14:tracePt t="82759" x="2940050" y="2432050"/>
          <p14:tracePt t="82775" x="2844800" y="2597150"/>
          <p14:tracePt t="82792" x="2774950" y="2730500"/>
          <p14:tracePt t="82808" x="2755900" y="2800350"/>
          <p14:tracePt t="82825" x="2736850" y="2863850"/>
          <p14:tracePt t="82842" x="2686050" y="2946400"/>
          <p14:tracePt t="82858" x="2686050" y="2952750"/>
          <p14:tracePt t="82875" x="2686050" y="2959100"/>
          <p14:tracePt t="82908" x="2686050" y="2984500"/>
          <p14:tracePt t="82926" x="2724150" y="2990850"/>
          <p14:tracePt t="82941" x="2724150" y="3016250"/>
          <p14:tracePt t="83325" x="2724150" y="3105150"/>
          <p14:tracePt t="83340" x="2730500" y="3219450"/>
          <p14:tracePt t="83346" x="2736850" y="3333750"/>
          <p14:tracePt t="83356" x="2736850" y="3435350"/>
          <p14:tracePt t="83374" x="2724150" y="3587750"/>
          <p14:tracePt t="83390" x="2724150" y="3663950"/>
          <p14:tracePt t="83406" x="2724150" y="3727450"/>
          <p14:tracePt t="83424" x="2698750" y="3937000"/>
          <p14:tracePt t="83440" x="2686050" y="4006850"/>
          <p14:tracePt t="83456" x="2679700" y="4083050"/>
          <p14:tracePt t="83473" x="2641600" y="4229100"/>
          <p14:tracePt t="83489" x="2609850" y="4368800"/>
          <p14:tracePt t="83506" x="2597150" y="4438650"/>
          <p14:tracePt t="83523" x="2578100" y="4578350"/>
          <p14:tracePt t="83539" x="2552700" y="4699000"/>
          <p14:tracePt t="83558" x="2552700" y="4781550"/>
          <p14:tracePt t="83573" x="2546350" y="4800600"/>
          <p14:tracePt t="83589" x="2540000" y="4838700"/>
          <p14:tracePt t="83606" x="2527300" y="4857750"/>
          <p14:tracePt t="83639" x="2527300" y="4864100"/>
          <p14:tracePt t="83760" x="2527300" y="4857750"/>
          <p14:tracePt t="83767" x="2527300" y="4845050"/>
          <p14:tracePt t="83774" x="2527300" y="4832350"/>
          <p14:tracePt t="83791" x="2527300" y="4813300"/>
          <p14:tracePt t="83805" x="2527300" y="4775200"/>
          <p14:tracePt t="83822" x="2527300" y="4667250"/>
          <p14:tracePt t="83838" x="2527300" y="4451350"/>
          <p14:tracePt t="83855" x="2527300" y="4330700"/>
          <p14:tracePt t="83871" x="2540000" y="4064000"/>
          <p14:tracePt t="83888" x="2552700" y="3797300"/>
          <p14:tracePt t="83905" x="2552700" y="3670300"/>
          <p14:tracePt t="83922" x="2552700" y="3492500"/>
          <p14:tracePt t="83938" x="2546350" y="3365500"/>
          <p14:tracePt t="83955" x="2540000" y="3333750"/>
          <p14:tracePt t="83972" x="2533650" y="3295650"/>
          <p14:tracePt t="83988" x="2527300" y="3276600"/>
          <p14:tracePt t="84004" x="2527300" y="3270250"/>
          <p14:tracePt t="84042" x="2520950" y="3263900"/>
          <p14:tracePt t="84098" x="2520950" y="3257550"/>
          <p14:tracePt t="84217" x="2520950" y="3263900"/>
          <p14:tracePt t="84253" x="2520950" y="3270250"/>
          <p14:tracePt t="84259" x="2520950" y="3282950"/>
          <p14:tracePt t="84270" x="2520950" y="3295650"/>
          <p14:tracePt t="84286" x="2520950" y="3308350"/>
          <p14:tracePt t="84303" x="2520950" y="3352800"/>
          <p14:tracePt t="84320" x="2527300" y="3403600"/>
          <p14:tracePt t="84337" x="2552700" y="3536950"/>
          <p14:tracePt t="84353" x="2559050" y="3727450"/>
          <p14:tracePt t="84370" x="2571750" y="3829050"/>
          <p14:tracePt t="84386" x="2578100" y="4006850"/>
          <p14:tracePt t="84403" x="2590800" y="4146550"/>
          <p14:tracePt t="84420" x="2597150" y="4191000"/>
          <p14:tracePt t="84437" x="2609850" y="4241800"/>
          <p14:tracePt t="84453" x="2609850" y="4267200"/>
          <p14:tracePt t="84471" x="2609850" y="4279900"/>
          <p14:tracePt t="84779" x="2609850" y="4273550"/>
          <p14:tracePt t="84793" x="2609850" y="4267200"/>
          <p14:tracePt t="84822" x="2609850" y="4260850"/>
          <p14:tracePt t="84829" x="2609850" y="4248150"/>
          <p14:tracePt t="84843" x="2609850" y="4235450"/>
          <p14:tracePt t="84851" x="2609850" y="4216400"/>
          <p14:tracePt t="84868" x="2616200" y="4184650"/>
          <p14:tracePt t="84885" x="2622550" y="4070350"/>
          <p14:tracePt t="84901" x="2635250" y="3898900"/>
          <p14:tracePt t="84918" x="2635250" y="3810000"/>
          <p14:tracePt t="84935" x="2647950" y="3606800"/>
          <p14:tracePt t="84951" x="2647950" y="3505200"/>
          <p14:tracePt t="84968" x="2654300" y="3327400"/>
          <p14:tracePt t="84984" x="2654300" y="3149600"/>
          <p14:tracePt t="85001" x="2654300" y="3086100"/>
          <p14:tracePt t="85018" x="2654300" y="3009900"/>
          <p14:tracePt t="85034" x="2654300" y="2959100"/>
          <p14:tracePt t="85050" x="2654300" y="2952750"/>
          <p14:tracePt t="85068" x="2654300" y="2933700"/>
          <p14:tracePt t="85166" x="2660650" y="2927350"/>
          <p14:tracePt t="85172" x="2667000" y="2927350"/>
          <p14:tracePt t="85183" x="2673350" y="2921000"/>
          <p14:tracePt t="85772" x="2679700" y="2921000"/>
          <p14:tracePt t="85793" x="2686050" y="2921000"/>
          <p14:tracePt t="85814" x="2692400" y="2921000"/>
          <p14:tracePt t="85828" x="2705100" y="2921000"/>
          <p14:tracePt t="85836" x="2711450" y="2921000"/>
          <p14:tracePt t="85848" x="2730500" y="2927350"/>
          <p14:tracePt t="85864" x="2755900" y="2933700"/>
          <p14:tracePt t="85881" x="2787650" y="2940050"/>
          <p14:tracePt t="85899" x="2832100" y="2940050"/>
          <p14:tracePt t="85914" x="2927350" y="2940050"/>
          <p14:tracePt t="85931" x="2965450" y="2927350"/>
          <p14:tracePt t="85948" x="3022600" y="2908300"/>
          <p14:tracePt t="85964" x="3117850" y="2882900"/>
          <p14:tracePt t="85981" x="3194050" y="2844800"/>
          <p14:tracePt t="85998" x="3270250" y="2787650"/>
          <p14:tracePt t="86014" x="3302000" y="2768600"/>
          <p14:tracePt t="86031" x="3340100" y="2724150"/>
          <p14:tracePt t="86047" x="3371850" y="2673350"/>
          <p14:tracePt t="86064" x="3384550" y="2641600"/>
          <p14:tracePt t="86082" x="3409950" y="2565400"/>
          <p14:tracePt t="86097" x="3429000" y="2470150"/>
          <p14:tracePt t="86114" x="3435350" y="2432050"/>
          <p14:tracePt t="86131" x="3429000" y="2336800"/>
          <p14:tracePt t="86147" x="3416300" y="2279650"/>
          <p14:tracePt t="86164" x="3409950" y="2247900"/>
          <p14:tracePt t="86181" x="3397250" y="2222500"/>
          <p14:tracePt t="86197" x="3390900" y="2209800"/>
          <p14:tracePt t="86213" x="3378200" y="2203450"/>
          <p14:tracePt t="86230" x="3365500" y="2197100"/>
          <p14:tracePt t="86246" x="3359150" y="2197100"/>
          <p14:tracePt t="86265" x="3340100" y="2184400"/>
          <p14:tracePt t="86280" x="3327400" y="2178050"/>
          <p14:tracePt t="86296" x="3314700" y="2171700"/>
          <p14:tracePt t="86313" x="3295650" y="2159000"/>
          <p14:tracePt t="86330" x="3282950" y="2146300"/>
          <p14:tracePt t="86347" x="3282950" y="2139950"/>
          <p14:tracePt t="86363" x="3276600" y="2139950"/>
          <p14:tracePt t="86380" x="3270250" y="2133600"/>
          <p14:tracePt t="86399" x="3263900" y="2133600"/>
          <p14:tracePt t="86468" x="3263900" y="2127250"/>
          <p14:tracePt t="86510" x="3263900" y="2120900"/>
          <p14:tracePt t="86538" x="3270250" y="2120900"/>
          <p14:tracePt t="86546" x="3276600" y="2120900"/>
          <p14:tracePt t="86559" x="3276600" y="2114550"/>
          <p14:tracePt t="86573" x="3282950" y="2114550"/>
          <p14:tracePt t="86587" x="3295650" y="2101850"/>
          <p14:tracePt t="86596" x="3321050" y="2095500"/>
          <p14:tracePt t="86612" x="3346450" y="2082800"/>
          <p14:tracePt t="86629" x="3517900" y="1974850"/>
          <p14:tracePt t="86645" x="3600450" y="1924050"/>
          <p14:tracePt t="86662" x="3727450" y="1847850"/>
          <p14:tracePt t="86679" x="3784600" y="1809750"/>
          <p14:tracePt t="86695" x="3860800" y="1758950"/>
          <p14:tracePt t="86712" x="3905250" y="1727200"/>
          <p14:tracePt t="86729" x="3930650" y="1714500"/>
          <p14:tracePt t="86745" x="3937000" y="1714500"/>
          <p14:tracePt t="86762" x="3943350" y="1708150"/>
          <p14:tracePt t="86778" x="3949700" y="1701800"/>
          <p14:tracePt t="86819" x="3949700" y="1695450"/>
          <p14:tracePt t="87079" x="3943350" y="1695450"/>
          <p14:tracePt t="87094" x="3930650" y="1695450"/>
          <p14:tracePt t="87100" x="3924300" y="1695450"/>
          <p14:tracePt t="87114" x="3911600" y="1701800"/>
          <p14:tracePt t="87126" x="3898900" y="1701800"/>
          <p14:tracePt t="87143" x="3835400" y="1708150"/>
          <p14:tracePt t="87160" x="3771900" y="1708150"/>
          <p14:tracePt t="87178" x="3505200" y="1708150"/>
          <p14:tracePt t="87193" x="3403600" y="1708150"/>
          <p14:tracePt t="87210" x="3276600" y="1708150"/>
          <p14:tracePt t="87227" x="3048000" y="1701800"/>
          <p14:tracePt t="87243" x="2857500" y="1695450"/>
          <p14:tracePt t="87260" x="2781300" y="1695450"/>
          <p14:tracePt t="87277" x="2654300" y="1695450"/>
          <p14:tracePt t="87292" x="2571750" y="1695450"/>
          <p14:tracePt t="87310" x="2552700" y="1695450"/>
          <p14:tracePt t="87326" x="2501900" y="1689100"/>
          <p14:tracePt t="87343" x="2476500" y="1676400"/>
          <p14:tracePt t="87360" x="2457450" y="1651000"/>
          <p14:tracePt t="87376" x="2444750" y="1644650"/>
          <p14:tracePt t="87393" x="2413000" y="1625600"/>
          <p14:tracePt t="87410" x="2355850" y="1568450"/>
          <p14:tracePt t="87426" x="2317750" y="1511300"/>
          <p14:tracePt t="87442" x="2266950" y="1441450"/>
          <p14:tracePt t="87459" x="2051050" y="1206500"/>
          <p14:tracePt t="87476" x="1974850" y="1123950"/>
          <p14:tracePt t="87492" x="1905000" y="1047750"/>
          <p14:tracePt t="87509" x="1771650" y="927100"/>
          <p14:tracePt t="87525" x="1701800" y="850900"/>
          <p14:tracePt t="87543" x="1676400" y="819150"/>
          <p14:tracePt t="87559" x="1670050" y="819150"/>
          <p14:tracePt t="87575" x="1657350" y="812800"/>
          <p14:tracePt t="87704" x="1663700" y="812800"/>
          <p14:tracePt t="87732" x="1670050" y="812800"/>
          <p14:tracePt t="87739" x="1676400" y="819150"/>
          <p14:tracePt t="87754" x="1682750" y="838200"/>
          <p14:tracePt t="87761" x="1695450" y="850900"/>
          <p14:tracePt t="87777" x="1720850" y="882650"/>
          <p14:tracePt t="87791" x="1758950" y="939800"/>
          <p14:tracePt t="87808" x="1860550" y="1130300"/>
          <p14:tracePt t="87824" x="2019300" y="1384300"/>
          <p14:tracePt t="87841" x="2108200" y="1530350"/>
          <p14:tracePt t="87858" x="2311400" y="1860550"/>
          <p14:tracePt t="87874" x="2438400" y="2076450"/>
          <p14:tracePt t="87892" x="2489200" y="2146300"/>
          <p14:tracePt t="87908" x="2552700" y="2247900"/>
          <p14:tracePt t="87924" x="2578100" y="2286000"/>
          <p14:tracePt t="87941" x="2584450" y="2286000"/>
          <p14:tracePt t="87958" x="2590800" y="2286000"/>
          <p14:tracePt t="87974" x="2603500" y="2286000"/>
          <p14:tracePt t="87990" x="2603500" y="2279650"/>
          <p14:tracePt t="88007" x="2616200" y="2260600"/>
          <p14:tracePt t="90083" x="2616200" y="2273300"/>
          <p14:tracePt t="90090" x="2609850" y="2292350"/>
          <p14:tracePt t="90104" x="2597150" y="2330450"/>
          <p14:tracePt t="90116" x="2590800" y="2349500"/>
          <p14:tracePt t="90133" x="2571750" y="2432050"/>
          <p14:tracePt t="90150" x="2559050" y="2476500"/>
          <p14:tracePt t="90168" x="2533650" y="2584450"/>
          <p14:tracePt t="90183" x="2508250" y="2692400"/>
          <p14:tracePt t="90200" x="2489200" y="2755900"/>
          <p14:tracePt t="90217" x="2444750" y="2914650"/>
          <p14:tracePt t="90233" x="2406650" y="3111500"/>
          <p14:tracePt t="90249" x="2393950" y="3213100"/>
          <p14:tracePt t="90266" x="2355850" y="3403600"/>
          <p14:tracePt t="90283" x="2324100" y="3587750"/>
          <p14:tracePt t="90299" x="2292350" y="3676650"/>
          <p14:tracePt t="90316" x="2266950" y="3848100"/>
          <p14:tracePt t="90332" x="2216150" y="3994150"/>
          <p14:tracePt t="90350" x="2197100" y="4076700"/>
          <p14:tracePt t="90366" x="2146300" y="4197350"/>
          <p14:tracePt t="90382" x="2120900" y="4267200"/>
          <p14:tracePt t="90400" x="2063750" y="4432300"/>
          <p14:tracePt t="90415" x="2044700" y="4483100"/>
          <p14:tracePt t="90432" x="2006600" y="4540250"/>
          <p14:tracePt t="90449" x="1943100" y="4654550"/>
          <p14:tracePt t="90466" x="1854200" y="4762500"/>
          <p14:tracePt t="90482" x="1816100" y="4832350"/>
          <p14:tracePt t="90498" x="1708150" y="4984750"/>
          <p14:tracePt t="90515" x="1593850" y="5137150"/>
          <p14:tracePt t="90533" x="1536700" y="5245100"/>
          <p14:tracePt t="90548" x="1530350" y="5289550"/>
          <p14:tracePt t="90565" x="1524000" y="5340350"/>
          <p14:tracePt t="90583" x="1549400" y="5346700"/>
          <p14:tracePt t="91206" x="1543050" y="5359400"/>
          <p14:tracePt t="91214" x="1530350" y="5359400"/>
          <p14:tracePt t="91227" x="1504950" y="5365750"/>
          <p14:tracePt t="91234" x="1492250" y="5372100"/>
          <p14:tracePt t="91249" x="1473200" y="5378450"/>
          <p14:tracePt t="91263" x="1441450" y="5391150"/>
          <p14:tracePt t="91279" x="1428750" y="5391150"/>
          <p14:tracePt t="91296" x="1416050" y="5397500"/>
          <p14:tracePt t="91312" x="1397000" y="5397500"/>
          <p14:tracePt t="91329" x="1377950" y="5403850"/>
          <p14:tracePt t="91362" x="1365250" y="5410200"/>
          <p14:tracePt t="91379" x="1352550" y="5410200"/>
          <p14:tracePt t="91396" x="1346200" y="5416550"/>
          <p14:tracePt t="91412" x="1339850" y="5416550"/>
          <p14:tracePt t="91446" x="1333500" y="5416550"/>
          <p14:tracePt t="91473" x="1327150" y="5416550"/>
          <p14:tracePt t="91494" x="1320800" y="5416550"/>
          <p14:tracePt t="91508" x="1314450" y="5416550"/>
          <p14:tracePt t="91536" x="1308100" y="5416550"/>
          <p14:tracePt t="91585" x="1301750" y="5416550"/>
          <p14:tracePt t="91593" x="1295400" y="5416550"/>
          <p14:tracePt t="91649" x="1289050" y="5416550"/>
          <p14:tracePt t="91655" x="1282700" y="5416550"/>
          <p14:tracePt t="91684" x="1276350" y="5416550"/>
          <p14:tracePt t="92839" x="1276350" y="5422900"/>
          <p14:tracePt t="92852" x="1282700" y="5422900"/>
          <p14:tracePt t="92860" x="1289050" y="5422900"/>
          <p14:tracePt t="92876" x="1295400" y="5422900"/>
          <p14:tracePt t="92890" x="1301750" y="5422900"/>
          <p14:tracePt t="92910" x="1308100" y="5422900"/>
          <p14:tracePt t="92926" x="1314450" y="5422900"/>
          <p14:tracePt t="92940" x="1320800" y="5422900"/>
          <p14:tracePt t="92957" x="1333500" y="5422900"/>
          <p14:tracePt t="92973" x="1352550" y="5429250"/>
          <p14:tracePt t="92990" x="1377950" y="5429250"/>
          <p14:tracePt t="93007" x="1416050" y="5435600"/>
          <p14:tracePt t="93023" x="1466850" y="5448300"/>
          <p14:tracePt t="93040" x="1498600" y="5454650"/>
          <p14:tracePt t="93057" x="1555750" y="5461000"/>
          <p14:tracePt t="93073" x="1612900" y="5467350"/>
          <p14:tracePt t="93090" x="1644650" y="5473700"/>
          <p14:tracePt t="93106" x="1682750" y="5480050"/>
          <p14:tracePt t="93123" x="1720850" y="5480050"/>
          <p14:tracePt t="93139" x="1746250" y="5480050"/>
          <p14:tracePt t="93156" x="1784350" y="5480050"/>
          <p14:tracePt t="93173" x="1816100" y="5480050"/>
          <p14:tracePt t="93189" x="1828800" y="5480050"/>
          <p14:tracePt t="93206" x="1860550" y="5480050"/>
          <p14:tracePt t="93223" x="1866900" y="5480050"/>
          <p14:tracePt t="93240" x="1905000" y="5480050"/>
          <p14:tracePt t="93256" x="1911350" y="5480050"/>
          <p14:tracePt t="93273" x="1917700" y="5480050"/>
          <p14:tracePt t="93289" x="1943100" y="5480050"/>
          <p14:tracePt t="93306" x="1968500" y="5480050"/>
          <p14:tracePt t="93322" x="1981200" y="5480050"/>
          <p14:tracePt t="93339" x="2006600" y="5480050"/>
          <p14:tracePt t="93356" x="2025650" y="5480050"/>
          <p14:tracePt t="93389" x="2038350" y="5480050"/>
          <p14:tracePt t="93405" x="2044700" y="5480050"/>
          <p14:tracePt t="93438" x="2051050" y="5480050"/>
          <p14:tracePt t="93455" x="2057400" y="5480050"/>
          <p14:tracePt t="93584" x="2063750" y="5480050"/>
          <p14:tracePt t="93676" x="2063750" y="5473700"/>
          <p14:tracePt t="94309" x="2070100" y="5473700"/>
          <p14:tracePt t="94315" x="2082800" y="5480050"/>
          <p14:tracePt t="94330" x="2108200" y="5492750"/>
          <p14:tracePt t="94338" x="2120900" y="5499100"/>
          <p14:tracePt t="94352" x="2133600" y="5499100"/>
          <p14:tracePt t="94368" x="2171700" y="5505450"/>
          <p14:tracePt t="94386" x="2222500" y="5511800"/>
          <p14:tracePt t="94402" x="2260600" y="5518150"/>
          <p14:tracePt t="94418" x="2343150" y="5518150"/>
          <p14:tracePt t="94435" x="2381250" y="5524500"/>
          <p14:tracePt t="94452" x="2451100" y="5530850"/>
          <p14:tracePt t="94455" x="2476500" y="5530850"/>
          <p14:tracePt t="94485" x="2565400" y="5543550"/>
          <p14:tracePt t="94501" x="2597150" y="5543550"/>
          <p14:tracePt t="94518" x="2616200" y="5543550"/>
          <p14:tracePt t="94535" x="2673350" y="5524500"/>
          <p14:tracePt t="94551" x="2717800" y="5518150"/>
          <p14:tracePt t="94569" x="2755900" y="5505450"/>
          <p14:tracePt t="94584" x="2768600" y="5499100"/>
          <p14:tracePt t="94601" x="2794000" y="5486400"/>
          <p14:tracePt t="94618" x="2800350" y="5486400"/>
          <p14:tracePt t="94634" x="2806700" y="5486400"/>
          <p14:tracePt t="94651" x="2813050" y="5480050"/>
          <p14:tracePt t="94683" x="2813050" y="5473700"/>
          <p14:tracePt t="94836" x="2806700" y="5473700"/>
          <p14:tracePt t="94976" x="2813050" y="5473700"/>
          <p14:tracePt t="94997" x="2819400" y="5473700"/>
          <p14:tracePt t="95011" x="2825750" y="5473700"/>
          <p14:tracePt t="95025" x="2832100" y="5473700"/>
          <p14:tracePt t="95046" x="2844800" y="5473700"/>
          <p14:tracePt t="95060" x="2863850" y="5473700"/>
          <p14:tracePt t="95069" x="2889250" y="5473700"/>
          <p14:tracePt t="95082" x="2927350" y="5480050"/>
          <p14:tracePt t="95099" x="2978150" y="5480050"/>
          <p14:tracePt t="95117" x="3079750" y="5480050"/>
          <p14:tracePt t="95133" x="3149600" y="5480050"/>
          <p14:tracePt t="95149" x="3213100" y="5467350"/>
          <p14:tracePt t="95166" x="3314700" y="5467350"/>
          <p14:tracePt t="95182" x="3371850" y="5461000"/>
          <p14:tracePt t="95199" x="3409950" y="5454650"/>
          <p14:tracePt t="95216" x="3467100" y="5448300"/>
          <p14:tracePt t="95232" x="3479800" y="5448300"/>
          <p14:tracePt t="95249" x="3492500" y="5435600"/>
          <p14:tracePt t="95265" x="3505200" y="5435600"/>
          <p14:tracePt t="95313" x="3511550" y="5435600"/>
          <p14:tracePt t="95340" x="3511550" y="5429250"/>
          <p14:tracePt t="95350" x="3511550" y="5416550"/>
          <p14:tracePt t="95356" x="3517900" y="5410200"/>
          <p14:tracePt t="95369" x="3517900" y="5403850"/>
          <p14:tracePt t="95705" x="3524250" y="5410200"/>
          <p14:tracePt t="95711" x="3536950" y="5435600"/>
          <p14:tracePt t="95718" x="3556000" y="5448300"/>
          <p14:tracePt t="95734" x="3568700" y="5461000"/>
          <p14:tracePt t="95747" x="3581400" y="5467350"/>
          <p14:tracePt t="95764" x="3625850" y="5486400"/>
          <p14:tracePt t="95780" x="3651250" y="5505450"/>
          <p14:tracePt t="95797" x="3695700" y="5518150"/>
          <p14:tracePt t="95813" x="3759200" y="5537200"/>
          <p14:tracePt t="95831" x="3790950" y="5549900"/>
          <p14:tracePt t="95846" x="3879850" y="5556250"/>
          <p14:tracePt t="95863" x="3962400" y="5562600"/>
          <p14:tracePt t="95881" x="4076700" y="5575300"/>
          <p14:tracePt t="95896" x="4152900" y="5575300"/>
          <p14:tracePt t="95913" x="4235450" y="5575300"/>
          <p14:tracePt t="95930" x="4464050" y="5594350"/>
          <p14:tracePt t="95947" x="4540250" y="5594350"/>
          <p14:tracePt t="95963" x="4616450" y="5594350"/>
          <p14:tracePt t="95980" x="4756150" y="5588000"/>
          <p14:tracePt t="95996" x="4876800" y="5581650"/>
          <p14:tracePt t="96014" x="4927600" y="5581650"/>
          <p14:tracePt t="96029" x="5022850" y="5562600"/>
          <p14:tracePt t="96046" x="5086350" y="5537200"/>
          <p14:tracePt t="96063" x="5118100" y="5537200"/>
          <p14:tracePt t="96080" x="5130800" y="5530850"/>
          <p14:tracePt t="96096" x="5149850" y="5524500"/>
          <p14:tracePt t="96113" x="5162550" y="5518150"/>
          <p14:tracePt t="96176" x="5168900" y="5511800"/>
          <p14:tracePt t="96372" x="5168900" y="5505450"/>
          <p14:tracePt t="96393" x="5168900" y="5492750"/>
          <p14:tracePt t="96400" x="5168900" y="5486400"/>
          <p14:tracePt t="96415" x="5168900" y="5480050"/>
          <p14:tracePt t="96429" x="5168900" y="5473700"/>
          <p14:tracePt t="96817" x="5194300" y="5473700"/>
          <p14:tracePt t="96824" x="5226050" y="5467350"/>
          <p14:tracePt t="96837" x="5264150" y="5461000"/>
          <p14:tracePt t="96846" x="5308600" y="5461000"/>
          <p14:tracePt t="96860" x="5346700" y="5461000"/>
          <p14:tracePt t="96876" x="5435600" y="5461000"/>
          <p14:tracePt t="96894" x="5473700" y="5461000"/>
          <p14:tracePt t="96910" x="5568950" y="5461000"/>
          <p14:tracePt t="96926" x="5632450" y="5461000"/>
          <p14:tracePt t="96944" x="5810250" y="5454650"/>
          <p14:tracePt t="96959" x="5886450" y="5454650"/>
          <p14:tracePt t="96976" x="5937250" y="5454650"/>
          <p14:tracePt t="96993" x="6045200" y="5454650"/>
          <p14:tracePt t="97009" x="6108700" y="5454650"/>
          <p14:tracePt t="97026" x="6127750" y="5441950"/>
          <p14:tracePt t="97042" x="6159500" y="5435600"/>
          <p14:tracePt t="97059" x="6172200" y="5429250"/>
          <p14:tracePt t="97076" x="6178550" y="5429250"/>
          <p14:tracePt t="97092" x="6184900" y="5429250"/>
          <p14:tracePt t="97154" x="6184900" y="5422900"/>
          <p14:tracePt t="97189" x="6178550" y="5416550"/>
          <p14:tracePt t="97613" x="6191250" y="5416550"/>
          <p14:tracePt t="97620" x="6210300" y="5416550"/>
          <p14:tracePt t="97634" x="6242050" y="5416550"/>
          <p14:tracePt t="97643" x="6267450" y="5416550"/>
          <p14:tracePt t="97657" x="6292850" y="5416550"/>
          <p14:tracePt t="97674" x="6350000" y="5416550"/>
          <p14:tracePt t="97691" x="6413500" y="5416550"/>
          <p14:tracePt t="97707" x="6451600" y="5416550"/>
          <p14:tracePt t="97724" x="6496050" y="5416550"/>
          <p14:tracePt t="97740" x="6629400" y="5435600"/>
          <p14:tracePt t="97757" x="6680200" y="5435600"/>
          <p14:tracePt t="97773" x="6724650" y="5441950"/>
          <p14:tracePt t="97790" x="6813550" y="5441950"/>
          <p14:tracePt t="97806" x="6915150" y="5448300"/>
          <p14:tracePt t="97825" x="7010400" y="5461000"/>
          <p14:tracePt t="97840" x="7048500" y="5461000"/>
          <p14:tracePt t="97856" x="7105650" y="5467350"/>
          <p14:tracePt t="97874" x="7150100" y="5473700"/>
          <p14:tracePt t="97890" x="7162800" y="5473700"/>
          <p14:tracePt t="97906" x="7194550" y="5473700"/>
          <p14:tracePt t="97923" x="7219950" y="5473700"/>
          <p14:tracePt t="97939" x="7232650" y="5473700"/>
          <p14:tracePt t="97956" x="7258050" y="5473700"/>
          <p14:tracePt t="97972" x="7289800" y="5473700"/>
          <p14:tracePt t="97989" x="7302500" y="5473700"/>
          <p14:tracePt t="98007" x="7340600" y="5473700"/>
          <p14:tracePt t="98023" x="7359650" y="5473700"/>
          <p14:tracePt t="98039" x="7429500" y="5492750"/>
          <p14:tracePt t="98056" x="7524750" y="5492750"/>
          <p14:tracePt t="98072" x="7575550" y="5486400"/>
          <p14:tracePt t="98089" x="7658100" y="5480050"/>
          <p14:tracePt t="98106" x="7727950" y="5461000"/>
          <p14:tracePt t="98122" x="7753350" y="5454650"/>
          <p14:tracePt t="98139" x="7778750" y="5448300"/>
          <p14:tracePt t="98155" x="7810500" y="5435600"/>
          <p14:tracePt t="98172" x="7816850" y="5435600"/>
          <p14:tracePt t="98189" x="7835900" y="5429250"/>
          <p14:tracePt t="98222" x="7835900" y="5422900"/>
          <p14:tracePt t="98260" x="7842250" y="5422900"/>
          <p14:tracePt t="98934" x="7835900" y="5422900"/>
          <p14:tracePt t="98990" x="7829550" y="5422900"/>
          <p14:tracePt t="99004" x="7823200" y="5422900"/>
          <p14:tracePt t="99026" x="7816850" y="5422900"/>
          <p14:tracePt t="99039" x="7810500" y="5422900"/>
          <p14:tracePt t="99046" x="7804150" y="5422900"/>
          <p14:tracePt t="99060" x="7797800" y="5422900"/>
          <p14:tracePt t="99069" x="7785100" y="5416550"/>
          <p14:tracePt t="99086" x="7759700" y="5410200"/>
          <p14:tracePt t="99103" x="7683500" y="5403850"/>
          <p14:tracePt t="99119" x="7562850" y="5378450"/>
          <p14:tracePt t="99136" x="7473950" y="5353050"/>
          <p14:tracePt t="99152" x="7277100" y="5327650"/>
          <p14:tracePt t="99168" x="7035800" y="5295900"/>
          <p14:tracePt t="99185" x="6908800" y="5270500"/>
          <p14:tracePt t="99202" x="6654800" y="5264150"/>
          <p14:tracePt t="99218" x="6388100" y="5264150"/>
          <p14:tracePt t="99236" x="6248400" y="5276850"/>
          <p14:tracePt t="99252" x="5981700" y="5321300"/>
          <p14:tracePt t="99268" x="5721350" y="5384800"/>
          <p14:tracePt t="99285" x="5619750" y="5416550"/>
          <p14:tracePt t="99301" x="5435600" y="5454650"/>
          <p14:tracePt t="99318" x="5416550" y="5454650"/>
          <p14:tracePt t="99721" x="5359400" y="5454650"/>
          <p14:tracePt t="99728" x="5270500" y="5473700"/>
          <p14:tracePt t="99742" x="5175250" y="5486400"/>
          <p14:tracePt t="99750" x="5060950" y="5505450"/>
          <p14:tracePt t="99766" x="4946650" y="5537200"/>
          <p14:tracePt t="99784" x="4749800" y="5588000"/>
          <p14:tracePt t="99800" x="4635500" y="5613400"/>
          <p14:tracePt t="99816" x="4533900" y="5632450"/>
          <p14:tracePt t="99833" x="4286250" y="5683250"/>
          <p14:tracePt t="99849" x="4032250" y="5740400"/>
          <p14:tracePt t="99866" x="3835400" y="5772150"/>
          <p14:tracePt t="99883" x="3695700" y="5797550"/>
          <p14:tracePt t="99899" x="3625850" y="5810250"/>
          <p14:tracePt t="99916" x="3517900" y="5842000"/>
          <p14:tracePt t="99933" x="3460750" y="5854700"/>
          <p14:tracePt t="99949" x="3441700" y="5861050"/>
          <p14:tracePt t="99966" x="3409950" y="5861050"/>
          <p14:tracePt t="99982" x="3397250" y="5861050"/>
          <p14:tracePt t="99999" x="3390900" y="5861050"/>
          <p14:tracePt t="100030" x="3390900" y="5867400"/>
          <p14:tracePt t="100051" x="3390900" y="5873750"/>
          <p14:tracePt t="100170" x="3397250" y="5873750"/>
          <p14:tracePt t="100206" x="3403600" y="5873750"/>
          <p14:tracePt t="100227" x="3416300" y="5873750"/>
          <p14:tracePt t="100233" x="3429000" y="5880100"/>
          <p14:tracePt t="100240" x="3441700" y="5880100"/>
          <p14:tracePt t="100254" x="3473450" y="5886450"/>
          <p14:tracePt t="100265" x="3511550" y="5899150"/>
          <p14:tracePt t="100281" x="3581400" y="5905500"/>
          <p14:tracePt t="100298" x="3733800" y="5924550"/>
          <p14:tracePt t="100315" x="3886200" y="5937250"/>
          <p14:tracePt t="100332" x="3968750" y="5943600"/>
          <p14:tracePt t="100348" x="4057650" y="5943600"/>
          <p14:tracePt t="100364" x="4114800" y="5943600"/>
          <p14:tracePt t="100382" x="4133850" y="5943600"/>
          <p14:tracePt t="100397" x="4140200" y="5943600"/>
          <p14:tracePt t="100414" x="4146550" y="5943600"/>
          <p14:tracePt t="100472" x="4140200" y="5943600"/>
          <p14:tracePt t="100493" x="4133850" y="5943600"/>
          <p14:tracePt t="100501" x="4127500" y="5943600"/>
          <p14:tracePt t="100536" x="4114800" y="5943600"/>
          <p14:tracePt t="100542" x="4102100" y="5937250"/>
          <p14:tracePt t="100557" x="4083050" y="5937250"/>
          <p14:tracePt t="100566" x="4051300" y="5930900"/>
          <p14:tracePt t="100580" x="4013200" y="5930900"/>
          <p14:tracePt t="100597" x="3956050" y="5924550"/>
          <p14:tracePt t="100614" x="3746500" y="5892800"/>
          <p14:tracePt t="100630" x="3670300" y="5886450"/>
          <p14:tracePt t="100647" x="3492500" y="5854700"/>
          <p14:tracePt t="100663" x="3321050" y="5848350"/>
          <p14:tracePt t="100680" x="3232150" y="5848350"/>
          <p14:tracePt t="100697" x="3092450" y="5848350"/>
          <p14:tracePt t="100713" x="2971800" y="5867400"/>
          <p14:tracePt t="100730" x="2921000" y="5873750"/>
          <p14:tracePt t="100747" x="2857500" y="5899150"/>
          <p14:tracePt t="100763" x="2838450" y="5911850"/>
          <p14:tracePt t="100780" x="2800350" y="5930900"/>
          <p14:tracePt t="100796" x="2787650" y="5937250"/>
          <p14:tracePt t="100813" x="2787650" y="5943600"/>
          <p14:tracePt t="100830" x="2774950" y="5943600"/>
          <p14:tracePt t="101055" x="2774950" y="5956300"/>
          <p14:tracePt t="101063" x="2774950" y="5969000"/>
          <p14:tracePt t="101077" x="2774950" y="5981700"/>
          <p14:tracePt t="101083" x="2774950" y="5988050"/>
          <p14:tracePt t="101099" x="2774950" y="5994400"/>
          <p14:tracePt t="101112" x="2774950" y="6000750"/>
          <p14:tracePt t="101128" x="2774950" y="6013450"/>
          <p14:tracePt t="101145" x="2774950" y="6019800"/>
          <p14:tracePt t="101188" x="2774950" y="6026150"/>
          <p14:tracePt t="101273" x="2774950" y="6032500"/>
          <p14:tracePt t="101308" x="2774950" y="6038850"/>
          <p14:tracePt t="101336" x="2774950" y="6045200"/>
          <p14:tracePt t="101357" x="2774950" y="6051550"/>
          <p14:tracePt t="101364" x="2781300" y="6051550"/>
          <p14:tracePt t="101380" x="2781300" y="6057900"/>
          <p14:tracePt t="101394" x="2781300" y="6064250"/>
          <p14:tracePt t="101411" x="2787650" y="6064250"/>
          <p14:tracePt t="101428" x="2794000" y="6076950"/>
          <p14:tracePt t="101444" x="2800350" y="6083300"/>
          <p14:tracePt t="101461" x="2813050" y="6096000"/>
          <p14:tracePt t="101478" x="2832100" y="6108700"/>
          <p14:tracePt t="101510" x="2851150" y="6121400"/>
          <p14:tracePt t="101527" x="2870200" y="6134100"/>
          <p14:tracePt t="101544" x="2882900" y="6140450"/>
          <p14:tracePt t="101561" x="2908300" y="6146800"/>
          <p14:tracePt t="101577" x="2927350" y="6153150"/>
          <p14:tracePt t="101594" x="2933700" y="6153150"/>
          <p14:tracePt t="101611" x="2940050" y="6153150"/>
          <p14:tracePt t="101626" x="2946400" y="6153150"/>
          <p14:tracePt t="101660" x="2952750" y="6153150"/>
          <p14:tracePt t="101677" x="2959100" y="6153150"/>
          <p14:tracePt t="101693" x="2965450" y="6153150"/>
          <p14:tracePt t="101710" x="2971800" y="6153150"/>
          <p14:tracePt t="101726" x="2978150" y="6153150"/>
          <p14:tracePt t="101744" x="2997200" y="6153150"/>
          <p14:tracePt t="101759" x="3022600" y="6146800"/>
          <p14:tracePt t="101776" x="3041650" y="6146800"/>
          <p14:tracePt t="101793" x="3092450" y="6146800"/>
          <p14:tracePt t="101809" x="3117850" y="6146800"/>
          <p14:tracePt t="101826" x="3175000" y="6146800"/>
          <p14:tracePt t="101843" x="3244850" y="6146800"/>
          <p14:tracePt t="101859" x="3302000" y="6153150"/>
          <p14:tracePt t="101876" x="3327400" y="6153150"/>
          <p14:tracePt t="101893" x="3397250" y="6153150"/>
          <p14:tracePt t="101909" x="3467100" y="6153150"/>
          <p14:tracePt t="101927" x="3530600" y="6153150"/>
          <p14:tracePt t="101942" x="3568700" y="6153150"/>
          <p14:tracePt t="101959" x="3613150" y="6153150"/>
          <p14:tracePt t="101976" x="3708400" y="6153150"/>
          <p14:tracePt t="101992" x="3733800" y="6153150"/>
          <p14:tracePt t="102009" x="3771900" y="6159500"/>
          <p14:tracePt t="102025" x="3829050" y="6159500"/>
          <p14:tracePt t="102042" x="3879850" y="6159500"/>
          <p14:tracePt t="102059" x="3898900" y="6159500"/>
          <p14:tracePt t="102062" x="3911600" y="6159500"/>
          <p14:tracePt t="102075" x="3924300" y="6159500"/>
          <p14:tracePt t="102092" x="3937000" y="6159500"/>
          <p14:tracePt t="102125" x="3943350" y="6159500"/>
          <p14:tracePt t="102825" x="3975100" y="6178550"/>
          <p14:tracePt t="102832" x="4006850" y="6191250"/>
          <p14:tracePt t="102841" x="4044950" y="6210300"/>
          <p14:tracePt t="102855" x="4070350" y="6216650"/>
          <p14:tracePt t="102872" x="4108450" y="6223000"/>
          <p14:tracePt t="102889" x="4171950" y="6223000"/>
          <p14:tracePt t="102906" x="4254500" y="6242050"/>
          <p14:tracePt t="102923" x="4324350" y="6242050"/>
          <p14:tracePt t="102939" x="4362450" y="6242050"/>
          <p14:tracePt t="102955" x="4483100" y="6229350"/>
          <p14:tracePt t="102973" x="4622800" y="6223000"/>
          <p14:tracePt t="102989" x="4711700" y="6223000"/>
          <p14:tracePt t="103005" x="4889500" y="6210300"/>
          <p14:tracePt t="103022" x="5067300" y="6197600"/>
          <p14:tracePt t="103038" x="5143500" y="6197600"/>
          <p14:tracePt t="103055" x="5276850" y="6191250"/>
          <p14:tracePt t="103071" x="5359400" y="6172200"/>
          <p14:tracePt t="103088" x="5378450" y="6172200"/>
          <p14:tracePt t="103106" x="5410200" y="6165850"/>
          <p14:tracePt t="103121" x="5422900" y="6159500"/>
          <p14:tracePt t="103138" x="5429250" y="6159500"/>
          <p14:tracePt t="103253" x="5422900" y="6159500"/>
          <p14:tracePt t="103275" x="5416550" y="6159500"/>
          <p14:tracePt t="103281" x="5416550" y="6165850"/>
          <p14:tracePt t="103302" x="5403850" y="6165850"/>
          <p14:tracePt t="103645" x="5448300" y="6184900"/>
          <p14:tracePt t="103652" x="5492750" y="6210300"/>
          <p14:tracePt t="103665" x="5537200" y="6229350"/>
          <p14:tracePt t="103673" x="5594350" y="6254750"/>
          <p14:tracePt t="103689" x="5651500" y="6273800"/>
          <p14:tracePt t="103703" x="5715000" y="6292850"/>
          <p14:tracePt t="103719" x="5835650" y="6330950"/>
          <p14:tracePt t="103737" x="5943600" y="6356350"/>
          <p14:tracePt t="103752" x="6019800" y="6356350"/>
          <p14:tracePt t="103769" x="6159500" y="6356350"/>
          <p14:tracePt t="103786" x="6305550" y="6356350"/>
          <p14:tracePt t="103802" x="6381750" y="6356350"/>
          <p14:tracePt t="103819" x="6483350" y="6343650"/>
          <p14:tracePt t="103835" x="6546850" y="6343650"/>
          <p14:tracePt t="103852" x="6559550" y="6337300"/>
          <p14:tracePt t="103870" x="6578600" y="6337300"/>
          <p14:tracePt t="103886" x="6584950" y="6337300"/>
          <p14:tracePt t="103933" x="6584950" y="6330950"/>
          <p14:tracePt t="104045" x="6591300" y="6330950"/>
          <p14:tracePt t="104066" x="6597650" y="6324600"/>
          <p14:tracePt t="104087" x="6604000" y="6324600"/>
          <p14:tracePt t="104094" x="6616700" y="6324600"/>
          <p14:tracePt t="104109" x="6629400" y="6324600"/>
          <p14:tracePt t="104118" x="6642100" y="6324600"/>
          <p14:tracePt t="104134" x="6654800" y="6324600"/>
          <p14:tracePt t="104151" x="6692900" y="6324600"/>
          <p14:tracePt t="104168" x="6743700" y="6324600"/>
          <p14:tracePt t="104185" x="6762750" y="6318250"/>
          <p14:tracePt t="104201" x="6813550" y="6318250"/>
          <p14:tracePt t="104218" x="6838950" y="6311900"/>
          <p14:tracePt t="104235" x="6845300" y="6305550"/>
          <p14:tracePt t="104252" x="6851650" y="6305550"/>
          <p14:tracePt t="104340" x="6858000" y="6305550"/>
          <p14:tracePt t="104368" x="6864350" y="6305550"/>
          <p14:tracePt t="104396" x="6870700" y="6305550"/>
          <p14:tracePt t="104411" x="6877050" y="6305550"/>
          <p14:tracePt t="104424" x="6896100" y="6305550"/>
          <p14:tracePt t="104439" x="6908800" y="6305550"/>
          <p14:tracePt t="104446" x="6946900" y="6305550"/>
          <p14:tracePt t="104460" x="6991350" y="6305550"/>
          <p14:tracePt t="104469" x="7042150" y="6311900"/>
          <p14:tracePt t="104484" x="7105650" y="6311900"/>
          <p14:tracePt t="104501" x="7270750" y="6311900"/>
          <p14:tracePt t="104516" x="7448550" y="6324600"/>
          <p14:tracePt t="104533" x="7537450" y="6324600"/>
          <p14:tracePt t="104551" x="7702550" y="6330950"/>
          <p14:tracePt t="104566" x="7810500" y="6330950"/>
          <p14:tracePt t="104583" x="7848600" y="6330950"/>
          <p14:tracePt t="104601" x="7899400" y="6330950"/>
          <p14:tracePt t="104616" x="7905750" y="6330950"/>
          <p14:tracePt t="104633" x="7924800" y="6330950"/>
          <p14:tracePt t="104650" x="7937500" y="6330950"/>
          <p14:tracePt t="104699" x="7943850" y="6330950"/>
          <p14:tracePt t="104881" x="7937500" y="6330950"/>
          <p14:tracePt t="105127" x="7931150" y="6330950"/>
          <p14:tracePt t="105197" x="7924800" y="6330950"/>
          <p14:tracePt t="105991" x="7924800" y="6324600"/>
          <p14:tracePt t="106026" x="7918450" y="6318250"/>
          <p14:tracePt t="106083" x="7912100" y="6318250"/>
          <p14:tracePt t="106125" x="7905750" y="6318250"/>
          <p14:tracePt t="106174" x="7899400" y="6318250"/>
          <p14:tracePt t="106265" x="7893050" y="6318250"/>
          <p14:tracePt t="106293" x="7886700" y="6311900"/>
          <p14:tracePt t="106314" x="7886700" y="6305550"/>
          <p14:tracePt t="106322" x="7880350" y="6305550"/>
          <p14:tracePt t="106343" x="7874000" y="6299200"/>
          <p14:tracePt t="106363" x="7867650" y="6299200"/>
          <p14:tracePt t="106385" x="7861300" y="6292850"/>
          <p14:tracePt t="106413" x="7854950" y="6292850"/>
          <p14:tracePt t="106434" x="7842250" y="6286500"/>
          <p14:tracePt t="106455" x="7842250" y="6280150"/>
          <p14:tracePt t="106462" x="7835900" y="6273800"/>
          <p14:tracePt t="106477" x="7829550" y="6273800"/>
          <p14:tracePt t="106497" x="7823200" y="6273800"/>
          <p14:tracePt t="106504" x="7816850" y="6267450"/>
          <p14:tracePt t="106525" x="7810500" y="6261100"/>
          <p14:tracePt t="106532" x="7804150" y="6261100"/>
          <p14:tracePt t="106553" x="7797800" y="6261100"/>
          <p14:tracePt t="106574" x="7791450" y="6261100"/>
          <p14:tracePt t="106595" x="7785100" y="6261100"/>
          <p14:tracePt t="106623" x="7778750" y="6261100"/>
          <p14:tracePt t="106644" x="7772400" y="6261100"/>
          <p14:tracePt t="106666" x="7766050" y="6261100"/>
          <p14:tracePt t="106673" x="7766050" y="6254750"/>
          <p14:tracePt t="106694" x="7759700" y="6254750"/>
          <p14:tracePt t="106708" x="7753350" y="6254750"/>
          <p14:tracePt t="106729" x="7747000" y="6248400"/>
          <p14:tracePt t="106736" x="7740650" y="6248400"/>
          <p14:tracePt t="106745" x="7734300" y="6248400"/>
          <p14:tracePt t="106758" x="7721600" y="6248400"/>
          <p14:tracePt t="106776" x="7702550" y="6242050"/>
          <p14:tracePt t="106792" x="7664450" y="6235700"/>
          <p14:tracePt t="106809" x="7600950" y="6216650"/>
          <p14:tracePt t="106826" x="7562850" y="6210300"/>
          <p14:tracePt t="106842" x="7454900" y="6191250"/>
          <p14:tracePt t="106859" x="7346950" y="6172200"/>
          <p14:tracePt t="106876" x="7239000" y="6159500"/>
          <p14:tracePt t="106892" x="7175500" y="6146800"/>
          <p14:tracePt t="106908" x="7054850" y="6127750"/>
          <p14:tracePt t="106926" x="6940550" y="6127750"/>
          <p14:tracePt t="106942" x="6889750" y="6127750"/>
          <p14:tracePt t="106958" x="6794500" y="6140450"/>
          <p14:tracePt t="106975" x="6731000" y="6172200"/>
          <p14:tracePt t="106991" x="6718300" y="6184900"/>
          <p14:tracePt t="107009" x="6711950" y="6197600"/>
          <p14:tracePt t="107447" x="6699250" y="6203950"/>
          <p14:tracePt t="107460" x="6673850" y="6216650"/>
          <p14:tracePt t="107467" x="6654800" y="6229350"/>
          <p14:tracePt t="107482" x="6635750" y="6248400"/>
          <p14:tracePt t="107490" x="6610350" y="6254750"/>
          <p14:tracePt t="107506" x="6597650" y="6267450"/>
          <p14:tracePt t="107524" x="6559550" y="6280150"/>
          <p14:tracePt t="107539" x="6521450" y="6292850"/>
          <p14:tracePt t="107556" x="6508750" y="6299200"/>
          <p14:tracePt t="107573" x="6502400" y="6305550"/>
          <p14:tracePt t="107589" x="6489700" y="6311900"/>
          <p14:tracePt t="107623" x="6489700" y="6318250"/>
          <p14:tracePt t="107819" x="6496050" y="6318250"/>
          <p14:tracePt t="107833" x="6502400" y="6318250"/>
          <p14:tracePt t="107841" x="6527800" y="6318250"/>
          <p14:tracePt t="107855" x="6546850" y="6311900"/>
          <p14:tracePt t="107872" x="6629400" y="6292850"/>
          <p14:tracePt t="107889" x="6724650" y="6280150"/>
          <p14:tracePt t="107905" x="6775450" y="6267450"/>
          <p14:tracePt t="107922" x="6908800" y="6248400"/>
          <p14:tracePt t="107939" x="7023100" y="6242050"/>
          <p14:tracePt t="107955" x="7086600" y="6229350"/>
          <p14:tracePt t="107971" x="7150100" y="6229350"/>
          <p14:tracePt t="107988" x="7270750" y="6229350"/>
          <p14:tracePt t="108005" x="7302500" y="6229350"/>
          <p14:tracePt t="108022" x="7321550" y="6229350"/>
          <p14:tracePt t="108038" x="7353300" y="6229350"/>
          <p14:tracePt t="108055" x="7378700" y="6229350"/>
          <p14:tracePt t="108072" x="7385050" y="6229350"/>
          <p14:tracePt t="108087" x="7391400" y="6229350"/>
          <p14:tracePt t="108104" x="7404100" y="6229350"/>
          <p14:tracePt t="108198" x="7404100" y="6223000"/>
          <p14:tracePt t="108220" x="7397750" y="6223000"/>
          <p14:tracePt t="108240" x="7385050" y="6223000"/>
          <p14:tracePt t="108261" x="7372350" y="6223000"/>
          <p14:tracePt t="108268" x="7359650" y="6216650"/>
          <p14:tracePt t="108283" x="7346950" y="6216650"/>
          <p14:tracePt t="108290" x="7315200" y="6216650"/>
          <p14:tracePt t="108306" x="7289800" y="6216650"/>
          <p14:tracePt t="108320" x="7251700" y="6216650"/>
          <p14:tracePt t="108337" x="7143750" y="6210300"/>
          <p14:tracePt t="108353" x="7016750" y="6210300"/>
          <p14:tracePt t="108370" x="6953250" y="6216650"/>
          <p14:tracePt t="108387" x="6838950" y="6216650"/>
          <p14:tracePt t="108403" x="6737350" y="6242050"/>
          <p14:tracePt t="108420" x="6711950" y="6242050"/>
          <p14:tracePt t="108437" x="6667500" y="6254750"/>
          <p14:tracePt t="108453" x="6648450" y="6261100"/>
          <p14:tracePt t="108543" x="6661150" y="6261100"/>
          <p14:tracePt t="108549" x="6667500" y="6261100"/>
          <p14:tracePt t="108563" x="6680200" y="6261100"/>
          <p14:tracePt t="108572" x="6692900" y="6261100"/>
          <p14:tracePt t="108586" x="6699250" y="6261100"/>
          <p14:tracePt t="108603" x="6705600" y="6261100"/>
          <p14:tracePt t="108620" x="6807200" y="6261100"/>
          <p14:tracePt t="108636" x="6845300" y="6261100"/>
          <p14:tracePt t="108652" x="6908800" y="6261100"/>
          <p14:tracePt t="108670" x="7023100" y="6261100"/>
          <p14:tracePt t="108686" x="7143750" y="6267450"/>
          <p14:tracePt t="108704" x="7232650" y="6280150"/>
          <p14:tracePt t="108718" x="7277100" y="6280150"/>
          <p14:tracePt t="108736" x="7334250" y="6286500"/>
          <p14:tracePt t="108752" x="7353300" y="6286500"/>
          <p14:tracePt t="108768" x="7391400" y="6292850"/>
          <p14:tracePt t="108785" x="7397750" y="6292850"/>
          <p14:tracePt t="108802" x="7404100" y="6292850"/>
          <p14:tracePt t="109013" x="7397750" y="6292850"/>
          <p14:tracePt t="109034" x="7385050" y="6292850"/>
          <p14:tracePt t="109055" x="7372350" y="6292850"/>
          <p14:tracePt t="109063" x="7353300" y="6292850"/>
          <p14:tracePt t="109076" x="7327900" y="6292850"/>
          <p14:tracePt t="109085" x="7308850" y="6292850"/>
          <p14:tracePt t="109101" x="7270750" y="6292850"/>
          <p14:tracePt t="109118" x="7207250" y="6292850"/>
          <p14:tracePt t="109134" x="7124700" y="6292850"/>
          <p14:tracePt t="109151" x="7086600" y="6292850"/>
          <p14:tracePt t="109168" x="7054850" y="6299200"/>
          <p14:tracePt t="109184" x="7004050" y="6299200"/>
          <p14:tracePt t="109200" x="6997700" y="6299200"/>
          <p14:tracePt t="109218" x="6985000" y="6299200"/>
          <p14:tracePt t="109234" x="6985000" y="6305550"/>
          <p14:tracePt t="109250" x="6978650" y="6305550"/>
          <p14:tracePt t="109357" x="6985000" y="6305550"/>
          <p14:tracePt t="109365" x="6991350" y="6299200"/>
          <p14:tracePt t="109379" x="6997700" y="6299200"/>
          <p14:tracePt t="109386" x="7004050" y="6299200"/>
          <p14:tracePt t="109400" x="7010400" y="6299200"/>
          <p14:tracePt t="109416" x="7023100" y="6292850"/>
          <p14:tracePt t="109433" x="7035800" y="6292850"/>
          <p14:tracePt t="109450" x="7086600" y="6286500"/>
          <p14:tracePt t="109466" x="7143750" y="6280150"/>
          <p14:tracePt t="109483" x="7188200" y="6273800"/>
          <p14:tracePt t="109499" x="7245350" y="6273800"/>
          <p14:tracePt t="109516" x="7264400" y="6267450"/>
          <p14:tracePt t="109533" x="7302500" y="6254750"/>
          <p14:tracePt t="109549" x="7308850" y="6254750"/>
          <p14:tracePt t="109566" x="7315200" y="6248400"/>
          <p14:tracePt t="109599" x="7315200" y="6242050"/>
          <p14:tracePt t="109616" x="7308850" y="6242050"/>
          <p14:tracePt t="109632" x="7296150" y="6235700"/>
          <p14:tracePt t="109649" x="7270750" y="6229350"/>
          <p14:tracePt t="109667" x="7239000" y="6216650"/>
          <p14:tracePt t="109682" x="7156450" y="6197600"/>
          <p14:tracePt t="109699" x="7054850" y="6191250"/>
          <p14:tracePt t="109716" x="6934200" y="6178550"/>
          <p14:tracePt t="109732" x="6883400" y="6172200"/>
          <p14:tracePt t="109749" x="6762750" y="6172200"/>
          <p14:tracePt t="109766" x="6686550" y="6178550"/>
          <p14:tracePt t="109782" x="6642100" y="6191250"/>
          <p14:tracePt t="109798" x="6616700" y="6191250"/>
          <p14:tracePt t="109815" x="6553200" y="6210300"/>
          <p14:tracePt t="109832" x="6540500" y="6216650"/>
          <p14:tracePt t="109848" x="6534150" y="6216650"/>
          <p14:tracePt t="109865" x="6515100" y="6223000"/>
          <p14:tracePt t="109882" x="6508750" y="6223000"/>
          <p14:tracePt t="109899" x="6502400" y="6223000"/>
          <p14:tracePt t="110095" x="6515100" y="6223000"/>
          <p14:tracePt t="110109" x="6540500" y="6229350"/>
          <p14:tracePt t="110117" x="6565900" y="6229350"/>
          <p14:tracePt t="110133" x="6604000" y="6235700"/>
          <p14:tracePt t="110147" x="6635750" y="6235700"/>
          <p14:tracePt t="110163" x="6737350" y="6248400"/>
          <p14:tracePt t="110181" x="6851650" y="6254750"/>
          <p14:tracePt t="110197" x="6921500" y="6261100"/>
          <p14:tracePt t="110214" x="7023100" y="6273800"/>
          <p14:tracePt t="110230" x="7131050" y="6292850"/>
          <p14:tracePt t="110247" x="7162800" y="6299200"/>
          <p14:tracePt t="110264" x="7219950" y="6305550"/>
          <p14:tracePt t="110280" x="7251700" y="6311900"/>
          <p14:tracePt t="110297" x="7258050" y="6311900"/>
          <p14:tracePt t="110313" x="7270750" y="6311900"/>
          <p14:tracePt t="110330" x="7277100" y="6311900"/>
          <p14:tracePt t="110363" x="7283450" y="6311900"/>
          <p14:tracePt t="110454" x="7277100" y="6311900"/>
          <p14:tracePt t="110517" x="7270750" y="6311900"/>
          <p14:tracePt t="110573" x="7264400" y="6305550"/>
          <p14:tracePt t="110624" x="7258050" y="6305550"/>
          <p14:tracePt t="110662" x="7251700" y="6305550"/>
          <p14:tracePt t="110669" x="7239000" y="6305550"/>
          <p14:tracePt t="110678" x="7226300" y="6299200"/>
          <p14:tracePt t="110695" x="7207250" y="6299200"/>
          <p14:tracePt t="110712" x="7150100" y="6292850"/>
          <p14:tracePt t="110729" x="7054850" y="6292850"/>
          <p14:tracePt t="110745" x="6991350" y="6292850"/>
          <p14:tracePt t="110761" x="6883400" y="6299200"/>
          <p14:tracePt t="110778" x="6781800" y="6318250"/>
          <p14:tracePt t="110796" x="6737350" y="6324600"/>
          <p14:tracePt t="110811" x="6667500" y="6343650"/>
          <p14:tracePt t="110828" x="6642100" y="6356350"/>
          <p14:tracePt t="110845" x="6623050" y="6362700"/>
          <p14:tracePt t="110861" x="6616700" y="6362700"/>
          <p14:tracePt t="110895" x="6610350" y="6362700"/>
          <p14:tracePt t="110936" x="6616700" y="6362700"/>
          <p14:tracePt t="110978" x="6623050" y="6362700"/>
          <p14:tracePt t="111006" x="6629400" y="6362700"/>
          <p14:tracePt t="111014" x="6642100" y="6362700"/>
          <p14:tracePt t="111400" x="6572250" y="6286500"/>
          <p14:tracePt t="111407" x="6470650" y="6172200"/>
          <p14:tracePt t="111421" x="6337300" y="6026150"/>
          <p14:tracePt t="111429" x="6191250" y="5880100"/>
          <p14:tracePt t="111443" x="6038850" y="5708650"/>
          <p14:tracePt t="111460" x="5708650" y="5372100"/>
          <p14:tracePt t="111477" x="5581650" y="5226050"/>
          <p14:tracePt t="111492" x="5334000" y="4946650"/>
          <p14:tracePt t="111509" x="5207000" y="4800600"/>
          <p14:tracePt t="111527" x="4972050" y="4540250"/>
          <p14:tracePt t="111542" x="4724400" y="4298950"/>
          <p14:tracePt t="111559" x="4629150" y="4197350"/>
          <p14:tracePt t="111576" x="4400550" y="3949700"/>
          <p14:tracePt t="111592" x="4159250" y="3721100"/>
          <p14:tracePt t="111609" x="4051300" y="3581400"/>
          <p14:tracePt t="111626" x="3848100" y="3359150"/>
          <p14:tracePt t="111642" x="3657600" y="3187700"/>
          <p14:tracePt t="111660" x="3486150" y="3041650"/>
          <p14:tracePt t="111675" x="3416300" y="2978150"/>
          <p14:tracePt t="111692" x="3276600" y="2857500"/>
          <p14:tracePt t="111709" x="3155950" y="2762250"/>
          <p14:tracePt t="111725" x="3067050" y="2686050"/>
          <p14:tracePt t="111742" x="2959100" y="2578100"/>
          <p14:tracePt t="111759" x="2882900" y="2501900"/>
          <p14:tracePt t="111775" x="2851150" y="2463800"/>
          <p14:tracePt t="111792" x="2832100" y="2444750"/>
          <p14:tracePt t="111808" x="2794000" y="2413000"/>
          <p14:tracePt t="111824" x="2794000" y="2406650"/>
          <p14:tracePt t="111842" x="2787650" y="2400300"/>
          <p14:tracePt t="111858" x="2787650" y="2393950"/>
          <p14:tracePt t="111874" x="2787650" y="2387600"/>
          <p14:tracePt t="111894" x="2787650" y="2381250"/>
          <p14:tracePt t="112194" x="2787650" y="2374900"/>
          <p14:tracePt t="112201" x="2787650" y="2362200"/>
          <p14:tracePt t="112215" x="2787650" y="2330450"/>
          <p14:tracePt t="112223" x="2774950" y="2305050"/>
          <p14:tracePt t="112240" x="2774950" y="2247900"/>
          <p14:tracePt t="112257" x="2749550" y="2108200"/>
          <p14:tracePt t="112273" x="2717800" y="1924050"/>
          <p14:tracePt t="112290" x="2686050" y="1809750"/>
          <p14:tracePt t="112307" x="2616200" y="1587500"/>
          <p14:tracePt t="112323" x="2540000" y="1390650"/>
          <p14:tracePt t="112340" x="2501900" y="1308100"/>
          <p14:tracePt t="112356" x="2451100" y="1187450"/>
          <p14:tracePt t="112372" x="2419350" y="1123950"/>
          <p14:tracePt t="112390" x="2406650" y="1098550"/>
          <p14:tracePt t="112406" x="2393950" y="1079500"/>
          <p14:tracePt t="112440" x="2387600" y="1073150"/>
          <p14:tracePt t="112502" x="2387600" y="1085850"/>
          <p14:tracePt t="112509" x="2387600" y="1092200"/>
          <p14:tracePt t="112525" x="2393950" y="1117600"/>
          <p14:tracePt t="112539" x="2400300" y="1136650"/>
          <p14:tracePt t="112556" x="2438400" y="1276350"/>
          <p14:tracePt t="112573" x="2457450" y="1371600"/>
          <p14:tracePt t="112589" x="2520950" y="1600200"/>
          <p14:tracePt t="112605" x="2609850" y="1847850"/>
          <p14:tracePt t="112623" x="2679700" y="2032000"/>
          <p14:tracePt t="112638" x="2698750" y="2101850"/>
          <p14:tracePt t="112655" x="2724150" y="2165350"/>
          <p14:tracePt t="112672" x="2743200" y="2190750"/>
          <p14:tracePt t="112756" x="2743200" y="2184400"/>
          <p14:tracePt t="112763" x="2743200" y="2178050"/>
          <p14:tracePt t="112784" x="2743200" y="2165350"/>
          <p14:tracePt t="112791" x="2743200" y="2146300"/>
          <p14:tracePt t="112808" x="2736850" y="2120900"/>
          <p14:tracePt t="112821" x="2730500" y="2095500"/>
          <p14:tracePt t="112838" x="2705100" y="1987550"/>
          <p14:tracePt t="112855" x="2673350" y="1841500"/>
          <p14:tracePt t="112871" x="2654300" y="1746250"/>
          <p14:tracePt t="112888" x="2603500" y="1581150"/>
          <p14:tracePt t="112904" x="2565400" y="1435100"/>
          <p14:tracePt t="112921" x="2546350" y="1352550"/>
          <p14:tracePt t="112939" x="2501900" y="1250950"/>
          <p14:tracePt t="112954" x="2470150" y="1155700"/>
          <p14:tracePt t="112971" x="2463800" y="1136650"/>
          <p14:tracePt t="112988" x="2451100" y="1104900"/>
          <p14:tracePt t="113004" x="2444750" y="1085850"/>
          <p14:tracePt t="113037" x="2444750" y="1079500"/>
          <p14:tracePt t="113058" x="2438400" y="1079500"/>
          <p14:tracePt t="113128" x="2438400" y="1085850"/>
          <p14:tracePt t="113135" x="2438400" y="1092200"/>
          <p14:tracePt t="113142" x="2444750" y="1098550"/>
          <p14:tracePt t="113157" x="2444750" y="1104900"/>
          <p14:tracePt t="113171" x="2451100" y="1130300"/>
          <p14:tracePt t="113187" x="2470150" y="1168400"/>
          <p14:tracePt t="113203" x="2520950" y="1352550"/>
          <p14:tracePt t="113220" x="2641600" y="1784350"/>
          <p14:tracePt t="113236" x="2813050" y="2527300"/>
          <p14:tracePt t="113253" x="2921000" y="2959100"/>
          <p14:tracePt t="113270" x="3124200" y="3854450"/>
          <p14:tracePt t="113286" x="3295650" y="4616450"/>
          <p14:tracePt t="113304" x="3441700" y="5111750"/>
          <p14:tracePt t="113319" x="3486150" y="5251450"/>
          <p14:tracePt t="113336" x="3517900" y="5327650"/>
          <p14:tracePt t="113353" x="3568700" y="5435600"/>
          <p14:tracePt t="113369" x="3568700" y="5448300"/>
          <p14:tracePt t="113386" x="3568700" y="5454650"/>
          <p14:tracePt t="113423" x="3568700" y="5461000"/>
          <p14:tracePt t="113445" x="3568700" y="5467350"/>
          <p14:tracePt t="113465" x="3575050" y="5467350"/>
          <p14:tracePt t="113480" x="3581400" y="5467350"/>
          <p14:tracePt t="113489" x="3587750" y="5473700"/>
          <p14:tracePt t="113502" x="3600450" y="5480050"/>
          <p14:tracePt t="113519" x="3632200" y="5505450"/>
          <p14:tracePt t="113536" x="3670300" y="5524500"/>
          <p14:tracePt t="113552" x="3702050" y="5543550"/>
          <p14:tracePt t="113569" x="3765550" y="5594350"/>
          <p14:tracePt t="113586" x="3835400" y="5657850"/>
          <p14:tracePt t="113602" x="3879850" y="5689600"/>
          <p14:tracePt t="113620" x="3924300" y="5727700"/>
          <p14:tracePt t="113635" x="4044950" y="5822950"/>
          <p14:tracePt t="113652" x="4146550" y="5918200"/>
          <p14:tracePt t="113655" x="4203700" y="5956300"/>
          <p14:tracePt t="113669" x="4260850" y="6019800"/>
          <p14:tracePt t="113685" x="4318000" y="6057900"/>
          <p14:tracePt t="113702" x="4387850" y="6115050"/>
          <p14:tracePt t="113719" x="4438650" y="6146800"/>
          <p14:tracePt t="113735" x="4464050" y="6153150"/>
          <p14:tracePt t="113751" x="4483100" y="6172200"/>
          <p14:tracePt t="113768" x="4489450" y="6184900"/>
          <p14:tracePt t="113785" x="4502150" y="6191250"/>
          <p14:tracePt t="113801" x="4521200" y="6197600"/>
          <p14:tracePt t="113817" x="4540250" y="6210300"/>
          <p14:tracePt t="113834" x="4546600" y="6216650"/>
          <p14:tracePt t="113852" x="4552950" y="6216650"/>
          <p14:tracePt t="113884" x="4552950" y="6223000"/>
          <p14:tracePt t="113929" x="4552950" y="6216650"/>
          <p14:tracePt t="113950" x="4546600" y="6216650"/>
          <p14:tracePt t="113957" x="4540250" y="6216650"/>
          <p14:tracePt t="113971" x="4527550" y="6210300"/>
          <p14:tracePt t="113984" x="4514850" y="6210300"/>
          <p14:tracePt t="114001" x="4483100" y="6210300"/>
          <p14:tracePt t="114017" x="4445000" y="6210300"/>
          <p14:tracePt t="114034" x="4356100" y="6210300"/>
          <p14:tracePt t="114050" x="4248150" y="6216650"/>
          <p14:tracePt t="114067" x="4184650" y="6216650"/>
          <p14:tracePt t="114084" x="4064000" y="6235700"/>
          <p14:tracePt t="114100" x="3962400" y="6242050"/>
          <p14:tracePt t="114117" x="3911600" y="6242050"/>
          <p14:tracePt t="114133" x="3841750" y="6254750"/>
          <p14:tracePt t="114150" x="3759200" y="6254750"/>
          <p14:tracePt t="114167" x="3733800" y="6267450"/>
          <p14:tracePt t="114183" x="3663950" y="6267450"/>
          <p14:tracePt t="114200" x="3606800" y="6254750"/>
          <p14:tracePt t="114217" x="3543300" y="6235700"/>
          <p14:tracePt t="114233" x="3511550" y="6216650"/>
          <p14:tracePt t="114250" x="3492500" y="6210300"/>
          <p14:tracePt t="114267" x="3454400" y="6191250"/>
          <p14:tracePt t="114283" x="3448050" y="6184900"/>
          <p14:tracePt t="114299" x="3441700" y="6184900"/>
          <p14:tracePt t="114316" x="3435350" y="6184900"/>
          <p14:tracePt t="114332" x="3422650" y="6184900"/>
          <p14:tracePt t="114349" x="3416300" y="6184900"/>
          <p14:tracePt t="114456" x="3416300" y="6178550"/>
          <p14:tracePt t="114505" x="3429000" y="6172200"/>
          <p14:tracePt t="114519" x="3435350" y="6172200"/>
          <p14:tracePt t="114673" x="3441700" y="6172200"/>
          <p14:tracePt t="114680" x="3448050" y="6172200"/>
          <p14:tracePt t="114708" x="3454400" y="6172200"/>
          <p14:tracePt t="114800" x="3454400" y="6178550"/>
          <p14:tracePt t="114820" x="3448050" y="6178550"/>
          <p14:tracePt t="114835" x="3441700" y="6178550"/>
          <p14:tracePt t="114849" x="3435350" y="6178550"/>
          <p14:tracePt t="114863" x="3429000" y="6178550"/>
          <p14:tracePt t="114870" x="3422650" y="6178550"/>
          <p14:tracePt t="114891" x="3416300" y="6178550"/>
          <p14:tracePt t="114905" x="3403600" y="6178550"/>
          <p14:tracePt t="114914" x="3390900" y="6178550"/>
          <p14:tracePt t="114931" x="3371850" y="6178550"/>
          <p14:tracePt t="114947" x="3321050" y="6184900"/>
          <p14:tracePt t="114964" x="3251200" y="6203950"/>
          <p14:tracePt t="114981" x="3206750" y="6210300"/>
          <p14:tracePt t="114997" x="3086100" y="6229350"/>
          <p14:tracePt t="115014" x="2959100" y="6254750"/>
          <p14:tracePt t="115031" x="2901950" y="6267450"/>
          <p14:tracePt t="115046" x="2806700" y="6286500"/>
          <p14:tracePt t="115063" x="2755900" y="6299200"/>
          <p14:tracePt t="115081" x="2743200" y="6299200"/>
          <p14:tracePt t="115113" x="2736850" y="6305550"/>
          <p14:tracePt t="115144" x="2736850" y="6311900"/>
          <p14:tracePt t="115151" x="2743200" y="6311900"/>
          <p14:tracePt t="115166" x="2749550" y="6311900"/>
          <p14:tracePt t="115179" x="2762250" y="6311900"/>
          <p14:tracePt t="115196" x="2787650" y="6311900"/>
          <p14:tracePt t="115213" x="2806700" y="6311900"/>
          <p14:tracePt t="115229" x="2863850" y="6318250"/>
          <p14:tracePt t="115246" x="2971800" y="6324600"/>
          <p14:tracePt t="115264" x="3098800" y="6324600"/>
          <p14:tracePt t="115280" x="3175000" y="6337300"/>
          <p14:tracePt t="115296" x="3327400" y="6337300"/>
          <p14:tracePt t="115313" x="3486150" y="6343650"/>
          <p14:tracePt t="115329" x="3536950" y="6356350"/>
          <p14:tracePt t="115346" x="3663950" y="6356350"/>
          <p14:tracePt t="115363" x="3759200" y="6362700"/>
          <p14:tracePt t="115379" x="3778250" y="6362700"/>
          <p14:tracePt t="115396" x="3803650" y="6362700"/>
          <p14:tracePt t="115412" x="3829050" y="6369050"/>
          <p14:tracePt t="115429" x="3848100" y="6369050"/>
          <p14:tracePt t="115446" x="3860800" y="6369050"/>
          <p14:tracePt t="115482" x="3867150" y="6362700"/>
          <p14:tracePt t="115523" x="3867150" y="6356350"/>
          <p14:tracePt t="115643" x="3867150" y="6350000"/>
          <p14:tracePt t="115650" x="3860800" y="6350000"/>
          <p14:tracePt t="115699" x="3854450" y="6350000"/>
          <p14:tracePt t="115762" x="3848100" y="6350000"/>
          <p14:tracePt t="115797" x="3841750" y="6350000"/>
          <p14:tracePt t="115832" x="3835400" y="6350000"/>
          <p14:tracePt t="115874" x="3829050" y="6343650"/>
          <p14:tracePt t="115910" x="3822700" y="6330950"/>
          <p14:tracePt t="115916" x="3822700" y="6324600"/>
          <p14:tracePt t="115927" x="3816350" y="6305550"/>
          <p14:tracePt t="115945" x="3790950" y="6210300"/>
          <p14:tracePt t="115960" x="3765550" y="6140450"/>
          <p14:tracePt t="115977" x="3689350" y="5892800"/>
          <p14:tracePt t="115994" x="3556000" y="5537200"/>
          <p14:tracePt t="116010" x="3473450" y="5346700"/>
          <p14:tracePt t="116027" x="3390900" y="5149850"/>
          <p14:tracePt t="116044" x="3206750" y="4743450"/>
          <p14:tracePt t="116060" x="3155950" y="4635500"/>
          <p14:tracePt t="116076" x="3098800" y="4552950"/>
          <p14:tracePt t="116093" x="3009900" y="4400550"/>
          <p14:tracePt t="116110" x="2940050" y="4311650"/>
          <p14:tracePt t="116127" x="2889250" y="4235450"/>
          <p14:tracePt t="116144" x="2870200" y="4203700"/>
          <p14:tracePt t="116160" x="2844800" y="4159250"/>
          <p14:tracePt t="116177" x="2819400" y="4114800"/>
          <p14:tracePt t="116193" x="2806700" y="4102100"/>
          <p14:tracePt t="116210" x="2794000" y="4044950"/>
          <p14:tracePt t="116226" x="2749550" y="3968750"/>
          <p14:tracePt t="116243" x="2730500" y="3924300"/>
          <p14:tracePt t="116259" x="2698750" y="3829050"/>
          <p14:tracePt t="116276" x="2660650" y="3708400"/>
          <p14:tracePt t="116293" x="2641600" y="3638550"/>
          <p14:tracePt t="116310" x="2603500" y="3479800"/>
          <p14:tracePt t="116326" x="2565400" y="3333750"/>
          <p14:tracePt t="116342" x="2546350" y="3270250"/>
          <p14:tracePt t="116360" x="2527300" y="3175000"/>
          <p14:tracePt t="116376" x="2520950" y="3143250"/>
          <p14:tracePt t="116392" x="2514600" y="3130550"/>
          <p14:tracePt t="116409" x="2514600" y="3111500"/>
          <p14:tracePt t="116521" x="2514600" y="3124200"/>
          <p14:tracePt t="116535" x="2514600" y="3130550"/>
          <p14:tracePt t="116556" x="2514600" y="3136900"/>
          <p14:tracePt t="116570" x="2514600" y="3143250"/>
          <p14:tracePt t="116579" x="2520950" y="3149600"/>
          <p14:tracePt t="116592" x="2520950" y="3155950"/>
          <p14:tracePt t="116609" x="2533650" y="3200400"/>
          <p14:tracePt t="116625" x="2546350" y="3251200"/>
          <p14:tracePt t="116641" x="2571750" y="3397250"/>
          <p14:tracePt t="116658" x="2584450" y="3486150"/>
          <p14:tracePt t="116676" x="2628900" y="3848100"/>
          <p14:tracePt t="116692" x="2647950" y="3962400"/>
          <p14:tracePt t="116708" x="2647950" y="4076700"/>
          <p14:tracePt t="116725" x="2647950" y="4267200"/>
          <p14:tracePt t="116741" x="2647950" y="4419600"/>
          <p14:tracePt t="116758" x="2647950" y="4470400"/>
          <p14:tracePt t="116774" x="2635250" y="4533900"/>
          <p14:tracePt t="116791" x="2635250" y="4565650"/>
          <p14:tracePt t="116824" x="2635250" y="4578350"/>
          <p14:tracePt t="116841" x="2635250" y="4591050"/>
          <p14:tracePt t="116873" x="2635250" y="4597400"/>
          <p14:tracePt t="116956" x="2635250" y="4591050"/>
          <p14:tracePt t="116977" x="2635250" y="4584700"/>
          <p14:tracePt t="116992" x="2635250" y="4578350"/>
          <p14:tracePt t="116999" x="2641600" y="4572000"/>
          <p14:tracePt t="117013" x="2641600" y="4565650"/>
          <p14:tracePt t="117024" x="2647950" y="4546600"/>
          <p14:tracePt t="117042" x="2647950" y="4489450"/>
          <p14:tracePt t="117057" x="2660650" y="4438650"/>
          <p14:tracePt t="117073" x="2679700" y="4286250"/>
          <p14:tracePt t="117090" x="2686050" y="4089400"/>
          <p14:tracePt t="117107" x="2698750" y="3987800"/>
          <p14:tracePt t="117124" x="2692400" y="3810000"/>
          <p14:tracePt t="117140" x="2686050" y="3632200"/>
          <p14:tracePt t="117156" x="2673350" y="3556000"/>
          <p14:tracePt t="117173" x="2667000" y="3435350"/>
          <p14:tracePt t="117189" x="2647950" y="3340100"/>
          <p14:tracePt t="117206" x="2641600" y="3314700"/>
          <p14:tracePt t="117225" x="2635250" y="3270250"/>
          <p14:tracePt t="117240" x="2635250" y="3263900"/>
          <p14:tracePt t="117273" x="2635250" y="3257550"/>
          <p14:tracePt t="117469" x="2635250" y="3276600"/>
          <p14:tracePt t="117484" x="2647950" y="3314700"/>
          <p14:tracePt t="117491" x="2660650" y="3384550"/>
          <p14:tracePt t="117506" x="2692400" y="3473450"/>
          <p14:tracePt t="117522" x="2743200" y="3740150"/>
          <p14:tracePt t="117539" x="2806700" y="4108450"/>
          <p14:tracePt t="117555" x="2844800" y="4286250"/>
          <p14:tracePt t="117571" x="2870200" y="4432300"/>
          <p14:tracePt t="117589" x="2901950" y="4737100"/>
          <p14:tracePt t="117605" x="2901950" y="4800600"/>
          <p14:tracePt t="117621" x="2901950" y="4832350"/>
          <p14:tracePt t="117639" x="2901950" y="4870450"/>
          <p14:tracePt t="117655" x="2895600" y="4883150"/>
          <p14:tracePt t="117671" x="2895600" y="4889500"/>
          <p14:tracePt t="117688" x="2895600" y="4895850"/>
          <p14:tracePt t="117750" x="2901950" y="4889500"/>
          <p14:tracePt t="117764" x="2901950" y="4883150"/>
          <p14:tracePt t="117793" x="2901950" y="4870450"/>
          <p14:tracePt t="117814" x="2901950" y="4864100"/>
          <p14:tracePt t="117822" x="2908300" y="4851400"/>
          <p14:tracePt t="117835" x="2908300" y="4845050"/>
          <p14:tracePt t="117841" x="2914650" y="4826000"/>
          <p14:tracePt t="117857" x="2914650" y="4800600"/>
          <p14:tracePt t="117870" x="2927350" y="4718050"/>
          <p14:tracePt t="117887" x="2927350" y="4667250"/>
          <p14:tracePt t="117903" x="2927350" y="4591050"/>
          <p14:tracePt t="117920" x="2927350" y="4438650"/>
          <p14:tracePt t="117937" x="2908300" y="4273550"/>
          <p14:tracePt t="117955" x="2889250" y="4114800"/>
          <p14:tracePt t="117970" x="2870200" y="4038600"/>
          <p14:tracePt t="117987" x="2851150" y="3930650"/>
          <p14:tracePt t="118004" x="2825750" y="3848100"/>
          <p14:tracePt t="118020" x="2819400" y="3803650"/>
          <p14:tracePt t="118037" x="2800350" y="3752850"/>
          <p14:tracePt t="118053" x="2774950" y="3721100"/>
          <p14:tracePt t="118070" x="2768600" y="3708400"/>
          <p14:tracePt t="118086" x="2762250" y="3689350"/>
          <p14:tracePt t="118103" x="2755900" y="3676650"/>
          <p14:tracePt t="118120" x="2749550" y="3670300"/>
          <p14:tracePt t="118137" x="2743200" y="3663950"/>
          <p14:tracePt t="118187" x="2736850" y="3663950"/>
          <p14:tracePt t="118256" x="2736850" y="3670300"/>
          <p14:tracePt t="118291" x="2743200" y="3683000"/>
          <p14:tracePt t="118305" x="2743200" y="3689350"/>
          <p14:tracePt t="118313" x="2743200" y="3702050"/>
          <p14:tracePt t="118326" x="2749550" y="3714750"/>
          <p14:tracePt t="118335" x="2749550" y="3740150"/>
          <p14:tracePt t="118352" x="2755900" y="3790950"/>
          <p14:tracePt t="118369" x="2774950" y="3956050"/>
          <p14:tracePt t="118385" x="2787650" y="4171950"/>
          <p14:tracePt t="118402" x="2800350" y="4286250"/>
          <p14:tracePt t="118419" x="2800350" y="4489450"/>
          <p14:tracePt t="118435" x="2800350" y="4654550"/>
          <p14:tracePt t="118452" x="2800350" y="4718050"/>
          <p14:tracePt t="118468" x="2794000" y="4781550"/>
          <p14:tracePt t="118485" x="2787650" y="4806950"/>
          <p14:tracePt t="118502" x="2781300" y="4838700"/>
          <p14:tracePt t="118518" x="2774950" y="4838700"/>
          <p14:tracePt t="118535" x="2774950" y="4845050"/>
          <p14:tracePt t="118567" x="2774950" y="4832350"/>
          <p14:tracePt t="118585" x="2774950" y="4826000"/>
          <p14:tracePt t="118601" x="2774950" y="4781550"/>
          <p14:tracePt t="118618" x="2781300" y="4711700"/>
          <p14:tracePt t="118635" x="2787650" y="4660900"/>
          <p14:tracePt t="118651" x="2806700" y="4527550"/>
          <p14:tracePt t="118667" x="2825750" y="4337050"/>
          <p14:tracePt t="118685" x="2838450" y="4108450"/>
          <p14:tracePt t="118701" x="2838450" y="3994150"/>
          <p14:tracePt t="118717" x="2813050" y="3765550"/>
          <p14:tracePt t="118735" x="2781300" y="3581400"/>
          <p14:tracePt t="118751" x="2762250" y="3505200"/>
          <p14:tracePt t="118767" x="2749550" y="3454400"/>
          <p14:tracePt t="118784" x="2724150" y="3365500"/>
          <p14:tracePt t="118801" x="2711450" y="3346450"/>
          <p14:tracePt t="118817" x="2711450" y="3333750"/>
          <p14:tracePt t="118833" x="2705100" y="3308350"/>
          <p14:tracePt t="118850" x="2705100" y="3289300"/>
          <p14:tracePt t="118868" x="2705100" y="3282950"/>
          <p14:tracePt t="118884" x="2698750" y="3276600"/>
          <p14:tracePt t="119078" x="2698750" y="3289300"/>
          <p14:tracePt t="119085" x="2698750" y="3314700"/>
          <p14:tracePt t="119102" x="2686050" y="3352800"/>
          <p14:tracePt t="119116" x="2686050" y="3416300"/>
          <p14:tracePt t="119133" x="2673350" y="3549650"/>
          <p14:tracePt t="119150" x="2660650" y="3714750"/>
          <p14:tracePt t="119166" x="2641600" y="3797300"/>
          <p14:tracePt t="119183" x="2609850" y="3924300"/>
          <p14:tracePt t="119199" x="2571750" y="4064000"/>
          <p14:tracePt t="119216" x="2552700" y="4127500"/>
          <p14:tracePt t="119233" x="2520950" y="4235450"/>
          <p14:tracePt t="119249" x="2482850" y="4311650"/>
          <p14:tracePt t="119265" x="2470150" y="4343400"/>
          <p14:tracePt t="119282" x="2451100" y="4394200"/>
          <p14:tracePt t="119299" x="2419350" y="4432300"/>
          <p14:tracePt t="119316" x="2413000" y="4451350"/>
          <p14:tracePt t="119332" x="2387600" y="4483100"/>
          <p14:tracePt t="119349" x="2349500" y="4508500"/>
          <p14:tracePt t="119366" x="2343150" y="4508500"/>
          <p14:tracePt t="119383" x="2330450" y="4514850"/>
          <p14:tracePt t="119399" x="2330450" y="4521200"/>
          <p14:tracePt t="119417" x="2317750" y="4521200"/>
          <p14:tracePt t="119448" x="2317750" y="4527550"/>
          <p14:tracePt t="119466" x="2324100" y="4527550"/>
          <p14:tracePt t="120656" x="2324100" y="4514850"/>
          <p14:tracePt t="120663" x="2324100" y="4495800"/>
          <p14:tracePt t="120670" x="2324100" y="4470400"/>
          <p14:tracePt t="120684" x="2324100" y="4438650"/>
          <p14:tracePt t="120694" x="2324100" y="4400550"/>
          <p14:tracePt t="120710" x="2324100" y="4337050"/>
          <p14:tracePt t="120728" x="2317750" y="4184650"/>
          <p14:tracePt t="120745" x="2311400" y="4108450"/>
          <p14:tracePt t="120762" x="2298700" y="3917950"/>
          <p14:tracePt t="120777" x="2286000" y="3822700"/>
          <p14:tracePt t="120794" x="2266950" y="3632200"/>
          <p14:tracePt t="120797" x="2247900" y="3568700"/>
          <p14:tracePt t="120811" x="2247900" y="3505200"/>
          <p14:tracePt t="120827" x="2222500" y="3403600"/>
          <p14:tracePt t="120844" x="2216150" y="3378200"/>
          <p14:tracePt t="120860" x="2197100" y="3308350"/>
          <p14:tracePt t="120876" x="2184400" y="3251200"/>
          <p14:tracePt t="120893" x="2171700" y="3232150"/>
          <p14:tracePt t="120910" x="2146300" y="3181350"/>
          <p14:tracePt t="120927" x="2133600" y="3149600"/>
          <p14:tracePt t="120944" x="2127250" y="3136900"/>
          <p14:tracePt t="120960" x="2120900" y="3124200"/>
          <p14:tracePt t="120976" x="2114550" y="3111500"/>
          <p14:tracePt t="121906" x="2114550" y="3105150"/>
          <p14:tracePt t="121920" x="2108200" y="3086100"/>
          <p14:tracePt t="121927" x="2101850" y="3067050"/>
          <p14:tracePt t="121942" x="2095500" y="3041650"/>
          <p14:tracePt t="121956" x="2089150" y="3009900"/>
          <p14:tracePt t="121973" x="2082800" y="2990850"/>
          <p14:tracePt t="121991" x="2063750" y="2921000"/>
          <p14:tracePt t="122006" x="2063750" y="2882900"/>
          <p14:tracePt t="122023" x="2057400" y="2787650"/>
          <p14:tracePt t="122040" x="2044700" y="2673350"/>
          <p14:tracePt t="122056" x="2025650" y="2603500"/>
          <p14:tracePt t="122073" x="2012950" y="2508250"/>
          <p14:tracePt t="122089" x="1987550" y="2400300"/>
          <p14:tracePt t="122106" x="1962150" y="2336800"/>
          <p14:tracePt t="122123" x="1930400" y="2247900"/>
          <p14:tracePt t="122139" x="1911350" y="2197100"/>
          <p14:tracePt t="122156" x="1905000" y="2171700"/>
          <p14:tracePt t="122173" x="1879600" y="2133600"/>
          <p14:tracePt t="122189" x="1873250" y="2120900"/>
          <p14:tracePt t="122224" x="1866900" y="2120900"/>
          <p14:tracePt t="122238" x="1860550" y="2120900"/>
          <p14:tracePt t="122258" x="1854200" y="2120900"/>
          <p14:tracePt t="122299" x="1847850" y="2120900"/>
          <p14:tracePt t="122320" x="1841500" y="2120900"/>
          <p14:tracePt t="122327" x="1835150" y="2120900"/>
          <p14:tracePt t="122348" x="1828800" y="2120900"/>
          <p14:tracePt t="122362" x="1822450" y="2114550"/>
          <p14:tracePt t="122371" x="1816100" y="2114550"/>
          <p14:tracePt t="122391" x="1809750" y="2114550"/>
          <p14:tracePt t="122405" x="1803400" y="2114550"/>
          <p14:tracePt t="122421" x="1797050" y="2108200"/>
          <p14:tracePt t="122455" x="1784350" y="2108200"/>
          <p14:tracePt t="122471" x="1771650" y="2108200"/>
          <p14:tracePt t="122489" x="1746250" y="2108200"/>
          <p14:tracePt t="122504" x="1733550" y="2108200"/>
          <p14:tracePt t="122521" x="1701800" y="2114550"/>
          <p14:tracePt t="122538" x="1651000" y="2127250"/>
          <p14:tracePt t="122554" x="1631950" y="2127250"/>
          <p14:tracePt t="122571" x="1612900" y="2139950"/>
          <p14:tracePt t="122588" x="1536700" y="2165350"/>
          <p14:tracePt t="122604" x="1517650" y="2171700"/>
          <p14:tracePt t="122622" x="1498600" y="2178050"/>
          <p14:tracePt t="122637" x="1479550" y="2197100"/>
          <p14:tracePt t="122654" x="1466850" y="2203450"/>
          <p14:tracePt t="122671" x="1460500" y="2203450"/>
          <p14:tracePt t="122688" x="1454150" y="2216150"/>
          <p14:tracePt t="122721" x="1447800" y="2222500"/>
          <p14:tracePt t="122737" x="1441450" y="2228850"/>
          <p14:tracePt t="122754" x="1435100" y="2241550"/>
          <p14:tracePt t="122770" x="1428750" y="2247900"/>
          <p14:tracePt t="122787" x="1428750" y="2254250"/>
          <p14:tracePt t="122804" x="1422400" y="2260600"/>
          <p14:tracePt t="122820" x="1416050" y="2266950"/>
          <p14:tracePt t="122837" x="1416050" y="2273300"/>
          <p14:tracePt t="122855" x="1409700" y="2279650"/>
          <p14:tracePt t="122870" x="1403350" y="2286000"/>
          <p14:tracePt t="122904" x="1403350" y="2292350"/>
          <p14:tracePt t="122939" x="1403350" y="2298700"/>
          <p14:tracePt t="122974" x="1403350" y="2305050"/>
          <p14:tracePt t="123002" x="1403350" y="2311400"/>
          <p14:tracePt t="123030" x="1403350" y="2317750"/>
          <p14:tracePt t="123044" x="1409700" y="2324100"/>
          <p14:tracePt t="123065" x="1416050" y="2324100"/>
          <p14:tracePt t="123072" x="1422400" y="2324100"/>
          <p14:tracePt t="123087" x="1441450" y="2330450"/>
          <p14:tracePt t="123102" x="1492250" y="2349500"/>
          <p14:tracePt t="123119" x="1524000" y="2355850"/>
          <p14:tracePt t="123136" x="1612900" y="2362200"/>
          <p14:tracePt t="123152" x="1720850" y="2374900"/>
          <p14:tracePt t="123169" x="1784350" y="2381250"/>
          <p14:tracePt t="123187" x="1885950" y="2381250"/>
          <p14:tracePt t="123202" x="1930400" y="2381250"/>
          <p14:tracePt t="123220" x="2038350" y="2381250"/>
          <p14:tracePt t="123235" x="2057400" y="2381250"/>
          <p14:tracePt t="123253" x="2076450" y="2381250"/>
          <p14:tracePt t="123269" x="2108200" y="2381250"/>
          <p14:tracePt t="123285" x="2127250" y="2381250"/>
          <p14:tracePt t="123302" x="2139950" y="2381250"/>
          <p14:tracePt t="123335" x="2146300" y="2381250"/>
          <p14:tracePt t="123444" x="2139950" y="2381250"/>
          <p14:tracePt t="123452" x="2133600" y="2381250"/>
          <p14:tracePt t="123473" x="2127250" y="2381250"/>
          <p14:tracePt t="123494" x="2120900" y="2381250"/>
          <p14:tracePt t="123515" x="2114550" y="2381250"/>
          <p14:tracePt t="123543" x="2108200" y="2381250"/>
          <p14:tracePt t="123557" x="2101850" y="2381250"/>
          <p14:tracePt t="123564" x="2089150" y="2387600"/>
          <p14:tracePt t="123571" x="2076450" y="2387600"/>
          <p14:tracePt t="123587" x="2057400" y="2393950"/>
          <p14:tracePt t="123601" x="2032000" y="2393950"/>
          <p14:tracePt t="123617" x="1968500" y="2400300"/>
          <p14:tracePt t="123635" x="1873250" y="2419350"/>
          <p14:tracePt t="123650" x="1816100" y="2425700"/>
          <p14:tracePt t="123667" x="1727200" y="2438400"/>
          <p14:tracePt t="123684" x="1644650" y="2444750"/>
          <p14:tracePt t="123701" x="1606550" y="2444750"/>
          <p14:tracePt t="123717" x="1549400" y="2444750"/>
          <p14:tracePt t="123735" x="1517650" y="2444750"/>
          <p14:tracePt t="123750" x="1511300" y="2451100"/>
          <p14:tracePt t="123768" x="1498600" y="2451100"/>
          <p14:tracePt t="123873" x="1504950" y="2451100"/>
          <p14:tracePt t="123894" x="1511300" y="2451100"/>
          <p14:tracePt t="123908" x="1517650" y="2451100"/>
          <p14:tracePt t="123915" x="1524000" y="2451100"/>
          <p14:tracePt t="123922" x="1530350" y="2451100"/>
          <p14:tracePt t="123936" x="1536700" y="2457450"/>
          <p14:tracePt t="123950" x="1549400" y="2457450"/>
          <p14:tracePt t="123966" x="1600200" y="2463800"/>
          <p14:tracePt t="123983" x="1638300" y="2463800"/>
          <p14:tracePt t="124000" x="1733550" y="2482850"/>
          <p14:tracePt t="124017" x="1847850" y="2489200"/>
          <p14:tracePt t="124033" x="1905000" y="2495550"/>
          <p14:tracePt t="124050" x="2019300" y="2508250"/>
          <p14:tracePt t="124066" x="2101850" y="2514600"/>
          <p14:tracePt t="124083" x="2127250" y="2514600"/>
          <p14:tracePt t="124099" x="2152650" y="2514600"/>
          <p14:tracePt t="124116" x="2159000" y="2514600"/>
          <p14:tracePt t="124175" x="2146300" y="2514600"/>
          <p14:tracePt t="124203" x="2139950" y="2514600"/>
          <p14:tracePt t="124217" x="2133600" y="2514600"/>
          <p14:tracePt t="124224" x="2127250" y="2514600"/>
          <p14:tracePt t="124238" x="2120900" y="2514600"/>
          <p14:tracePt t="124260" x="2114550" y="2514600"/>
          <p14:tracePt t="124268" x="2114550" y="2508250"/>
          <p14:tracePt t="124281" x="2108200" y="2508250"/>
          <p14:tracePt t="124298" x="2089150" y="2508250"/>
          <p14:tracePt t="124316" x="2057400" y="2508250"/>
          <p14:tracePt t="124331" x="2025650" y="2495550"/>
          <p14:tracePt t="124348" x="1955800" y="2489200"/>
          <p14:tracePt t="124365" x="1917700" y="2482850"/>
          <p14:tracePt t="124368" x="1879600" y="2482850"/>
          <p14:tracePt t="124381" x="1835150" y="2476500"/>
          <p14:tracePt t="124398" x="1797050" y="2476500"/>
          <p14:tracePt t="124415" x="1708150" y="2463800"/>
          <p14:tracePt t="124431" x="1689100" y="2463800"/>
          <p14:tracePt t="124448" x="1676400" y="2463800"/>
          <p14:tracePt t="124465" x="1651000" y="2463800"/>
          <p14:tracePt t="124481" x="1638300" y="2463800"/>
          <p14:tracePt t="124541" x="1644650" y="2463800"/>
          <p14:tracePt t="124549" x="1651000" y="2463800"/>
          <p14:tracePt t="124554" x="1657350" y="2463800"/>
          <p14:tracePt t="124568" x="1670050" y="2470150"/>
          <p14:tracePt t="124580" x="1676400" y="2470150"/>
          <p14:tracePt t="124597" x="1714500" y="2470150"/>
          <p14:tracePt t="124614" x="1733550" y="2470150"/>
          <p14:tracePt t="124630" x="1803400" y="2463800"/>
          <p14:tracePt t="124647" x="1905000" y="2457450"/>
          <p14:tracePt t="124664" x="1955800" y="2457450"/>
          <p14:tracePt t="124681" x="2076450" y="2444750"/>
          <p14:tracePt t="124697" x="2184400" y="2425700"/>
          <p14:tracePt t="124713" x="2235200" y="2419350"/>
          <p14:tracePt t="124731" x="2305050" y="2413000"/>
          <p14:tracePt t="124747" x="2324100" y="2413000"/>
          <p14:tracePt t="124763" x="2343150" y="2413000"/>
          <p14:tracePt t="124780" x="2349500" y="2413000"/>
          <p14:tracePt t="124878" x="2343150" y="2413000"/>
          <p14:tracePt t="125116" x="2336800" y="2413000"/>
          <p14:tracePt t="125137" x="2330450" y="2413000"/>
          <p14:tracePt t="125152" x="2324100" y="2419350"/>
          <p14:tracePt t="125173" x="2317750" y="2425700"/>
          <p14:tracePt t="125180" x="2311400" y="2438400"/>
          <p14:tracePt t="125187" x="2292350" y="2451100"/>
          <p14:tracePt t="125201" x="2279650" y="2482850"/>
          <p14:tracePt t="125211" x="2266950" y="2514600"/>
          <p14:tracePt t="125229" x="2235200" y="2559050"/>
          <p14:tracePt t="125245" x="2190750" y="2660650"/>
          <p14:tracePt t="125262" x="2171700" y="2711450"/>
          <p14:tracePt t="125279" x="2127250" y="2813050"/>
          <p14:tracePt t="125294" x="2114550" y="2876550"/>
          <p14:tracePt t="125311" x="2108200" y="2901950"/>
          <p14:tracePt t="125328" x="2095500" y="2946400"/>
          <p14:tracePt t="125345" x="2089150" y="2946400"/>
          <p14:tracePt t="125362" x="2089150" y="2952750"/>
          <p14:tracePt t="125378" x="2089150" y="2959100"/>
          <p14:tracePt t="125398" x="2089150" y="2965450"/>
          <p14:tracePt t="125503" x="2095500" y="2965450"/>
          <p14:tracePt t="125602" x="2095500" y="2959100"/>
          <p14:tracePt t="125714" x="2101850" y="2952750"/>
          <p14:tracePt t="125791" x="2108200" y="2952750"/>
          <p14:tracePt t="125813" x="2108200" y="2965450"/>
          <p14:tracePt t="125820" x="2108200" y="2971800"/>
          <p14:tracePt t="125834" x="2108200" y="2978150"/>
          <p14:tracePt t="125842" x="2108200" y="2984500"/>
          <p14:tracePt t="125859" x="2108200" y="2990850"/>
          <p14:tracePt t="125878" x="2114550" y="3003550"/>
          <p14:tracePt t="125893" x="2114550" y="3028950"/>
          <p14:tracePt t="125909" x="2114550" y="3041650"/>
          <p14:tracePt t="125926" x="2120900" y="3067050"/>
          <p14:tracePt t="125943" x="2120900" y="3073400"/>
          <p14:tracePt t="125961" x="2127250" y="3092450"/>
          <p14:tracePt t="126136" x="2133600" y="3098800"/>
          <p14:tracePt t="126171" x="2139950" y="3098800"/>
          <p14:tracePt t="126193" x="2146300" y="3098800"/>
          <p14:tracePt t="126213" x="2146300" y="3105150"/>
          <p14:tracePt t="126234" x="2152650" y="3105150"/>
          <p14:tracePt t="126276" x="2159000" y="3105150"/>
          <p14:tracePt t="126283" x="2165350" y="3105150"/>
          <p14:tracePt t="126297" x="2171700" y="3105150"/>
          <p14:tracePt t="126308" x="2178050" y="3111500"/>
          <p14:tracePt t="126326" x="2203450" y="3124200"/>
          <p14:tracePt t="126341" x="2222500" y="3130550"/>
          <p14:tracePt t="126358" x="2254250" y="3143250"/>
          <p14:tracePt t="126375" x="2387600" y="3238500"/>
          <p14:tracePt t="126391" x="2444750" y="3276600"/>
          <p14:tracePt t="126408" x="2571750" y="3365500"/>
          <p14:tracePt t="126425" x="2679700" y="3467100"/>
          <p14:tracePt t="126441" x="2736850" y="3517900"/>
          <p14:tracePt t="126457" x="2800350" y="3632200"/>
          <p14:tracePt t="126474" x="2863850" y="3752850"/>
          <p14:tracePt t="126491" x="2870200" y="3822700"/>
          <p14:tracePt t="126508" x="2876550" y="3937000"/>
          <p14:tracePt t="126524" x="2876550" y="4032250"/>
          <p14:tracePt t="126540" x="2876550" y="4070350"/>
          <p14:tracePt t="126558" x="2870200" y="4114800"/>
          <p14:tracePt t="126574" x="2832100" y="4222750"/>
          <p14:tracePt t="126591" x="2806700" y="4305300"/>
          <p14:tracePt t="126607" x="2774950" y="4375150"/>
          <p14:tracePt t="126623" x="2755900" y="4400550"/>
          <p14:tracePt t="126640" x="2743200" y="4438650"/>
          <p14:tracePt t="126656" x="2724150" y="4457700"/>
          <p14:tracePt t="126673" x="2717800" y="4457700"/>
          <p14:tracePt t="126691" x="2711450" y="4464050"/>
          <p14:tracePt t="126707" x="2705100" y="4470400"/>
          <p14:tracePt t="126723" x="2692400" y="4470400"/>
          <p14:tracePt t="126740" x="2686050" y="4476750"/>
          <p14:tracePt t="126756" x="2679700" y="4483100"/>
          <p14:tracePt t="126792" x="2673350" y="4483100"/>
          <p14:tracePt t="126874" x="2679700" y="4483100"/>
          <p14:tracePt t="126887" x="2686050" y="4476750"/>
          <p14:tracePt t="126908" x="2692400" y="4470400"/>
          <p14:tracePt t="126916" x="2698750" y="4470400"/>
          <p14:tracePt t="126930" x="2698750" y="4464050"/>
          <p14:tracePt t="126939" x="2711450" y="4451350"/>
          <p14:tracePt t="126956" x="2736850" y="4419600"/>
          <p14:tracePt t="126972" x="2774950" y="4356100"/>
          <p14:tracePt t="126989" x="2832100" y="4254500"/>
          <p14:tracePt t="127006" x="2851150" y="4203700"/>
          <p14:tracePt t="127022" x="2889250" y="4064000"/>
          <p14:tracePt t="127039" x="2908300" y="3898900"/>
          <p14:tracePt t="127056" x="2908300" y="3721100"/>
          <p14:tracePt t="127072" x="2901950" y="3632200"/>
          <p14:tracePt t="127089" x="2882900" y="3460750"/>
          <p14:tracePt t="127106" x="2838450" y="3327400"/>
          <p14:tracePt t="127122" x="2819400" y="3276600"/>
          <p14:tracePt t="127139" x="2781300" y="3225800"/>
          <p14:tracePt t="127155" x="2730500" y="3162300"/>
          <p14:tracePt t="127172" x="2724150" y="3149600"/>
          <p14:tracePt t="127189" x="2711450" y="3149600"/>
          <p14:tracePt t="127205" x="2705100" y="3143250"/>
          <p14:tracePt t="127221" x="2698750" y="3143250"/>
          <p14:tracePt t="127240" x="2692400" y="3143250"/>
          <p14:tracePt t="127401" x="2692400" y="3149600"/>
          <p14:tracePt t="127428" x="2698750" y="3155950"/>
          <p14:tracePt t="127435" x="2705100" y="3155950"/>
          <p14:tracePt t="127450" x="2705100" y="3162300"/>
          <p14:tracePt t="127457" x="2711450" y="3168650"/>
          <p14:tracePt t="127473" x="2717800" y="3175000"/>
          <p14:tracePt t="127487" x="2730500" y="3181350"/>
          <p14:tracePt t="127504" x="2755900" y="3206750"/>
          <p14:tracePt t="127521" x="2774950" y="3251200"/>
          <p14:tracePt t="127537" x="2800350" y="3282950"/>
          <p14:tracePt t="127554" x="2825750" y="3378200"/>
          <p14:tracePt t="127570" x="2844800" y="3524250"/>
          <p14:tracePt t="127587" x="2844800" y="3613150"/>
          <p14:tracePt t="127604" x="2844800" y="3765550"/>
          <p14:tracePt t="127620" x="2813050" y="3898900"/>
          <p14:tracePt t="127637" x="2794000" y="3956050"/>
          <p14:tracePt t="127654" x="2730500" y="4057650"/>
          <p14:tracePt t="127670" x="2692400" y="4102100"/>
          <p14:tracePt t="127687" x="2622550" y="4184650"/>
          <p14:tracePt t="127703" x="2552700" y="4260850"/>
          <p14:tracePt t="127720" x="2482850" y="4324350"/>
          <p14:tracePt t="127736" x="2463800" y="4343400"/>
          <p14:tracePt t="127753" x="2432050" y="4362450"/>
          <p14:tracePt t="127769" x="2425700" y="4375150"/>
          <p14:tracePt t="127787" x="2406650" y="4394200"/>
          <p14:tracePt t="127819" x="2400300" y="4400550"/>
          <p14:tracePt t="127836" x="2393950" y="4400550"/>
          <p14:tracePt t="127857" x="2393950" y="4406900"/>
          <p14:tracePt t="127969" x="2393950" y="4400550"/>
          <p14:tracePt t="127984" x="2400300" y="4400550"/>
          <p14:tracePt t="127991" x="2406650" y="4394200"/>
          <p14:tracePt t="128002" x="2406650" y="4387850"/>
          <p14:tracePt t="128019" x="2413000" y="4375150"/>
          <p14:tracePt t="128035" x="2425700" y="4362450"/>
          <p14:tracePt t="128052" x="2438400" y="4305300"/>
          <p14:tracePt t="128069" x="2463800" y="4248150"/>
          <p14:tracePt t="128085" x="2495550" y="4102100"/>
          <p14:tracePt t="128102" x="2508250" y="4013200"/>
          <p14:tracePt t="128118" x="2514600" y="3810000"/>
          <p14:tracePt t="128135" x="2514600" y="3594100"/>
          <p14:tracePt t="128152" x="2489200" y="3416300"/>
          <p14:tracePt t="128168" x="2470150" y="3327400"/>
          <p14:tracePt t="128185" x="2432050" y="3181350"/>
          <p14:tracePt t="128202" x="2387600" y="3054350"/>
          <p14:tracePt t="128218" x="2368550" y="3022600"/>
          <p14:tracePt t="128235" x="2324100" y="2927350"/>
          <p14:tracePt t="128252" x="2279650" y="2882900"/>
          <p14:tracePt t="128268" x="2266950" y="2870200"/>
          <p14:tracePt t="128286" x="2241550" y="2844800"/>
          <p14:tracePt t="128301" x="2222500" y="2844800"/>
          <p14:tracePt t="128318" x="2209800" y="2838450"/>
          <p14:tracePt t="128335" x="2203450" y="2838450"/>
          <p14:tracePt t="128385" x="2197100" y="2838450"/>
          <p14:tracePt t="128524" x="2203450" y="2838450"/>
          <p14:tracePt t="128560" x="2216150" y="2832100"/>
          <p14:tracePt t="128574" x="2222500" y="2825750"/>
          <p14:tracePt t="128972" x="2222500" y="2832100"/>
          <p14:tracePt t="128986" x="2222500" y="2857500"/>
          <p14:tracePt t="128993" x="2222500" y="2882900"/>
          <p14:tracePt t="129007" x="2222500" y="2921000"/>
          <p14:tracePt t="129016" x="2222500" y="2952750"/>
          <p14:tracePt t="129032" x="2222500" y="2990850"/>
          <p14:tracePt t="129049" x="2222500" y="3079750"/>
          <p14:tracePt t="129065" x="2209800" y="3175000"/>
          <p14:tracePt t="129082" x="2209800" y="3238500"/>
          <p14:tracePt t="129099" x="2209800" y="3403600"/>
          <p14:tracePt t="129115" x="2216150" y="3619500"/>
          <p14:tracePt t="129132" x="2228850" y="3721100"/>
          <p14:tracePt t="129148" x="2260600" y="3968750"/>
          <p14:tracePt t="129165" x="2279650" y="4095750"/>
          <p14:tracePt t="129182" x="2298700" y="4337050"/>
          <p14:tracePt t="129197" x="2343150" y="4578350"/>
          <p14:tracePt t="129215" x="2355850" y="4705350"/>
          <p14:tracePt t="129233" x="2393950" y="5048250"/>
          <p14:tracePt t="129248" x="2393950" y="5137150"/>
          <p14:tracePt t="129264" x="2413000" y="5219700"/>
          <p14:tracePt t="129282" x="2432050" y="5314950"/>
          <p14:tracePt t="129298" x="2457450" y="5397500"/>
          <p14:tracePt t="129314" x="2463800" y="5429250"/>
          <p14:tracePt t="129331" x="2489200" y="5486400"/>
          <p14:tracePt t="129347" x="2495550" y="5524500"/>
          <p14:tracePt t="129364" x="2495550" y="5537200"/>
          <p14:tracePt t="129381" x="2508250" y="5556250"/>
          <p14:tracePt t="129398" x="2514600" y="5562600"/>
          <p14:tracePt t="129415" x="2520950" y="5575300"/>
          <p14:tracePt t="129430" x="2520950" y="5581650"/>
          <p14:tracePt t="129447" x="2520950" y="5594350"/>
          <p14:tracePt t="129464" x="2527300" y="5600700"/>
          <p14:tracePt t="129480" x="2540000" y="5619750"/>
          <p14:tracePt t="129497" x="2540000" y="5626100"/>
          <p14:tracePt t="129514" x="2546350" y="5651500"/>
          <p14:tracePt t="129530" x="2559050" y="5676900"/>
          <p14:tracePt t="129547" x="2565400" y="5689600"/>
          <p14:tracePt t="129563" x="2578100" y="5715000"/>
          <p14:tracePt t="129580" x="2590800" y="5740400"/>
          <p14:tracePt t="129598" x="2597150" y="5759450"/>
          <p14:tracePt t="129613" x="2603500" y="5765800"/>
          <p14:tracePt t="129630" x="2616200" y="5797550"/>
          <p14:tracePt t="129647" x="2628900" y="5829300"/>
          <p14:tracePt t="129663" x="2641600" y="5861050"/>
          <p14:tracePt t="129680" x="2654300" y="5930900"/>
          <p14:tracePt t="129697" x="2660650" y="5988050"/>
          <p14:tracePt t="129713" x="2667000" y="6007100"/>
          <p14:tracePt t="129730" x="2673350" y="6057900"/>
          <p14:tracePt t="129746" x="2679700" y="6089650"/>
          <p14:tracePt t="129763" x="2679700" y="6102350"/>
          <p14:tracePt t="129780" x="2679700" y="6134100"/>
          <p14:tracePt t="129796" x="2679700" y="6153150"/>
          <p14:tracePt t="129813" x="2679700" y="6165850"/>
          <p14:tracePt t="129830" x="2679700" y="6178550"/>
          <p14:tracePt t="129862" x="2679700" y="6184900"/>
          <p14:tracePt t="129956" x="2673350" y="6184900"/>
          <p14:tracePt t="130067" x="2673350" y="6191250"/>
          <p14:tracePt t="130131" x="2679700" y="6197600"/>
          <p14:tracePt t="130146" x="2686050" y="6197600"/>
          <p14:tracePt t="130159" x="2692400" y="6197600"/>
          <p14:tracePt t="130167" x="2698750" y="6203950"/>
          <p14:tracePt t="130181" x="2717800" y="6203950"/>
          <p14:tracePt t="130195" x="2736850" y="6210300"/>
          <p14:tracePt t="130211" x="2819400" y="6216650"/>
          <p14:tracePt t="130228" x="2870200" y="6216650"/>
          <p14:tracePt t="130245" x="2984500" y="6229350"/>
          <p14:tracePt t="130261" x="3105150" y="6235700"/>
          <p14:tracePt t="130278" x="3155950" y="6235700"/>
          <p14:tracePt t="130294" x="3251200" y="6248400"/>
          <p14:tracePt t="130310" x="3308350" y="6248400"/>
          <p14:tracePt t="130329" x="3352800" y="6248400"/>
          <p14:tracePt t="130344" x="3371850" y="6248400"/>
          <p14:tracePt t="130361" x="3397250" y="6248400"/>
          <p14:tracePt t="130378" x="3403600" y="6248400"/>
          <p14:tracePt t="130394" x="3422650" y="6248400"/>
          <p14:tracePt t="130411" x="3429000" y="6248400"/>
          <p14:tracePt t="130427" x="3441700" y="6248400"/>
          <p14:tracePt t="130444" x="3448050" y="6248400"/>
          <p14:tracePt t="130461" x="3460750" y="6248400"/>
          <p14:tracePt t="130493" x="3473450" y="6254750"/>
          <p14:tracePt t="130526" x="3479800" y="6254750"/>
          <p14:tracePt t="130561" x="3486150" y="6254750"/>
          <p14:tracePt t="130567" x="3492500" y="6254750"/>
          <p14:tracePt t="130581" x="3498850" y="6254750"/>
          <p14:tracePt t="130602" x="3505200" y="6254750"/>
          <p14:tracePt t="130610" x="3511550" y="6254750"/>
          <p14:tracePt t="130626" x="3517900" y="6261100"/>
          <p14:tracePt t="130644" x="3524250" y="6261100"/>
          <p14:tracePt t="130659" x="3549650" y="6267450"/>
          <p14:tracePt t="130676" x="3562350" y="6267450"/>
          <p14:tracePt t="130694" x="3606800" y="6267450"/>
          <p14:tracePt t="130709" x="3651250" y="6273800"/>
          <p14:tracePt t="130726" x="3683000" y="6273800"/>
          <p14:tracePt t="130743" x="3714750" y="6280150"/>
          <p14:tracePt t="130759" x="3733800" y="6280150"/>
          <p14:tracePt t="130776" x="3759200" y="6280150"/>
          <p14:tracePt t="130793" x="3771900" y="6280150"/>
          <p14:tracePt t="130809" x="3778250" y="6280150"/>
          <p14:tracePt t="130842" x="3784600" y="6280150"/>
          <p14:tracePt t="130939" x="3778250" y="6280150"/>
          <p14:tracePt t="130974" x="3771900" y="6273800"/>
          <p14:tracePt t="130981" x="3771900" y="6267450"/>
          <p14:tracePt t="130992" x="3765550" y="6261100"/>
          <p14:tracePt t="131010" x="3746500" y="6229350"/>
          <p14:tracePt t="131025" x="3733800" y="6197600"/>
          <p14:tracePt t="131042" x="3702050" y="6153150"/>
          <p14:tracePt t="131059" x="3638550" y="6051550"/>
          <p14:tracePt t="131075" x="3549650" y="5911850"/>
          <p14:tracePt t="131092" x="3498850" y="5854700"/>
          <p14:tracePt t="131108" x="3416300" y="5727700"/>
          <p14:tracePt t="131125" x="3340100" y="5619750"/>
          <p14:tracePt t="131141" x="3289300" y="5575300"/>
          <p14:tracePt t="131158" x="3232150" y="5499100"/>
          <p14:tracePt t="131175" x="3181350" y="5441950"/>
          <p14:tracePt t="131192" x="3162300" y="5416550"/>
          <p14:tracePt t="131207" x="3124200" y="5384800"/>
          <p14:tracePt t="131224" x="3105150" y="5359400"/>
          <p14:tracePt t="131242" x="3079750" y="5334000"/>
          <p14:tracePt t="131258" x="3067050" y="5327650"/>
          <p14:tracePt t="131274" x="3054350" y="5327650"/>
          <p14:tracePt t="131291" x="3035300" y="5321300"/>
          <p14:tracePt t="131324" x="3028950" y="5314950"/>
          <p14:tracePt t="131340" x="3003550" y="5302250"/>
          <p14:tracePt t="131357" x="2990850" y="5302250"/>
          <p14:tracePt t="131375" x="2965450" y="5289550"/>
          <p14:tracePt t="131390" x="2946400" y="5283200"/>
          <p14:tracePt t="131407" x="2895600" y="5264150"/>
          <p14:tracePt t="131424" x="2876550" y="5245100"/>
          <p14:tracePt t="131440" x="2813050" y="5232400"/>
          <p14:tracePt t="131457" x="2762250" y="5219700"/>
          <p14:tracePt t="131474" x="2724150" y="5213350"/>
          <p14:tracePt t="131490" x="2711450" y="5213350"/>
          <p14:tracePt t="131507" x="2679700" y="5213350"/>
          <p14:tracePt t="131523" x="2660650" y="5207000"/>
          <p14:tracePt t="131540" x="2654300" y="5207000"/>
          <p14:tracePt t="131557" x="2641600" y="5207000"/>
          <p14:tracePt t="131573" x="2635250" y="5207000"/>
          <p14:tracePt t="131607" x="2622550" y="5207000"/>
          <p14:tracePt t="131622" x="2616200" y="5207000"/>
          <p14:tracePt t="131733" x="2609850" y="5207000"/>
          <p14:tracePt t="131782" x="2603500" y="5213350"/>
          <p14:tracePt t="131824" x="2597150" y="5219700"/>
          <p14:tracePt t="131867" x="2597150" y="5226050"/>
          <p14:tracePt t="131902" x="2597150" y="5232400"/>
          <p14:tracePt t="131944" x="2603500" y="5238750"/>
          <p14:tracePt t="131965" x="2609850" y="5238750"/>
          <p14:tracePt t="131993" x="2609850" y="5245100"/>
          <p14:tracePt t="132028" x="2616200" y="5245100"/>
          <p14:tracePt t="132035" x="2622550" y="5245100"/>
          <p14:tracePt t="132077" x="2628900" y="5245100"/>
          <p14:tracePt t="132134" x="2635250" y="5245100"/>
          <p14:tracePt t="132239" x="2635250" y="5251450"/>
          <p14:tracePt t="132267" x="2635250" y="5257800"/>
          <p14:tracePt t="132274" x="2635250" y="5264150"/>
          <p14:tracePt t="132295" x="2635250" y="5270500"/>
          <p14:tracePt t="132309" x="2641600" y="5283200"/>
          <p14:tracePt t="132320" x="2641600" y="5295900"/>
          <p14:tracePt t="132338" x="2647950" y="5365750"/>
          <p14:tracePt t="132354" x="2647950" y="5416550"/>
          <p14:tracePt t="132371" x="2660650" y="5568950"/>
          <p14:tracePt t="132387" x="2679700" y="5759450"/>
          <p14:tracePt t="132403" x="2692400" y="5848350"/>
          <p14:tracePt t="132420" x="2711450" y="6032500"/>
          <p14:tracePt t="132437" x="2717800" y="6184900"/>
          <p14:tracePt t="132453" x="2730500" y="6248400"/>
          <p14:tracePt t="132471" x="2736850" y="6356350"/>
          <p14:tracePt t="132487" x="2736850" y="6432550"/>
          <p14:tracePt t="132504" x="2743200" y="6457950"/>
          <p14:tracePt t="132520" x="2743200" y="6496050"/>
          <p14:tracePt t="132536" x="2736850" y="6508750"/>
          <p14:tracePt t="132553" x="2736850" y="6515100"/>
          <p14:tracePt t="132570" x="2736850" y="6521450"/>
          <p14:tracePt t="132668" x="2743200" y="6521450"/>
          <p14:tracePt t="132696" x="2749550" y="6521450"/>
          <p14:tracePt t="132717" x="2755900" y="6521450"/>
          <p14:tracePt t="132738" x="2762250" y="6521450"/>
          <p14:tracePt t="132745" x="2768600" y="6521450"/>
          <p14:tracePt t="132808" x="2781300" y="6521450"/>
          <p14:tracePt t="132815" x="2787650" y="6521450"/>
          <p14:tracePt t="132829" x="2794000" y="6521450"/>
          <p14:tracePt t="132838" x="2800350" y="6521450"/>
          <p14:tracePt t="132851" x="2813050" y="6521450"/>
          <p14:tracePt t="132869" x="2832100" y="6521450"/>
          <p14:tracePt t="132886" x="2914650" y="6521450"/>
          <p14:tracePt t="132902" x="2946400" y="6521450"/>
          <p14:tracePt t="132919" x="2997200" y="6527800"/>
          <p14:tracePt t="132922" x="3048000" y="6527800"/>
          <p14:tracePt t="132935" x="3098800" y="6527800"/>
          <p14:tracePt t="132951" x="3225800" y="6521450"/>
          <p14:tracePt t="132968" x="3302000" y="6521450"/>
          <p14:tracePt t="132985" x="3435350" y="6502400"/>
          <p14:tracePt t="133002" x="3536950" y="6502400"/>
          <p14:tracePt t="133019" x="3606800" y="6496050"/>
          <p14:tracePt t="133035" x="3638550" y="6496050"/>
          <p14:tracePt t="133051" x="3676650" y="6489700"/>
          <p14:tracePt t="133069" x="3708400" y="6483350"/>
          <p14:tracePt t="133085" x="3721100" y="6477000"/>
          <p14:tracePt t="133101" x="3746500" y="6470650"/>
          <p14:tracePt t="133118" x="3765550" y="6464300"/>
          <p14:tracePt t="133134" x="3771900" y="6464300"/>
          <p14:tracePt t="133151" x="3771900" y="6457950"/>
          <p14:tracePt t="133168" x="3784600" y="6457950"/>
          <p14:tracePt t="133237" x="3790950" y="6457950"/>
          <p14:tracePt t="133307" x="3790950" y="6451600"/>
          <p14:tracePt t="133349" x="3784600" y="6451600"/>
          <p14:tracePt t="133392" x="3778250" y="6451600"/>
          <p14:tracePt t="133420" x="3771900" y="6451600"/>
          <p14:tracePt t="133435" x="3765550" y="6451600"/>
          <p14:tracePt t="133441" x="3765550" y="6445250"/>
          <p14:tracePt t="133450" x="3759200" y="6445250"/>
          <p14:tracePt t="133467" x="3752850" y="6438900"/>
          <p14:tracePt t="133483" x="3727450" y="6419850"/>
          <p14:tracePt t="133500" x="3702050" y="6407150"/>
          <p14:tracePt t="133516" x="3632200" y="6375400"/>
          <p14:tracePt t="133533" x="3530600" y="6324600"/>
          <p14:tracePt t="133550" x="3479800" y="6305550"/>
          <p14:tracePt t="133567" x="3378200" y="6280150"/>
          <p14:tracePt t="133583" x="3282950" y="6254750"/>
          <p14:tracePt t="133599" x="3257550" y="6248400"/>
          <p14:tracePt t="133617" x="3206750" y="6242050"/>
          <p14:tracePt t="133633" x="3187700" y="6235700"/>
          <p14:tracePt t="133649" x="3175000" y="6235700"/>
          <p14:tracePt t="133666" x="3168650" y="6235700"/>
          <p14:tracePt t="133683" x="3162300" y="6235700"/>
          <p14:tracePt t="133699" x="3155950" y="6235700"/>
          <p14:tracePt t="133716" x="3155950" y="6248400"/>
          <p14:tracePt t="133732" x="3162300" y="6261100"/>
          <p14:tracePt t="134005" x="3149600" y="6184900"/>
          <p14:tracePt t="134012" x="3124200" y="6038850"/>
          <p14:tracePt t="134026" x="3105150" y="5892800"/>
          <p14:tracePt t="134034" x="3092450" y="5778500"/>
          <p14:tracePt t="134048" x="3086100" y="5676900"/>
          <p14:tracePt t="134065" x="3073400" y="5397500"/>
          <p14:tracePt t="134082" x="3060700" y="5073650"/>
          <p14:tracePt t="134098" x="3048000" y="4908550"/>
          <p14:tracePt t="134114" x="2997200" y="4521200"/>
          <p14:tracePt t="134132" x="2959100" y="4210050"/>
          <p14:tracePt t="134148" x="2940050" y="4044950"/>
          <p14:tracePt t="134164" x="2914650" y="3898900"/>
          <p14:tracePt t="134181" x="2857500" y="3613150"/>
          <p14:tracePt t="134197" x="2825750" y="3549650"/>
          <p14:tracePt t="134214" x="2806700" y="3505200"/>
          <p14:tracePt t="134231" x="2787650" y="3441700"/>
          <p14:tracePt t="134247" x="2768600" y="3390900"/>
          <p14:tracePt t="134266" x="2749550" y="3333750"/>
          <p14:tracePt t="134280" x="2736850" y="3314700"/>
          <p14:tracePt t="134297" x="2717800" y="3232150"/>
          <p14:tracePt t="134314" x="2692400" y="3175000"/>
          <p14:tracePt t="134330" x="2679700" y="3143250"/>
          <p14:tracePt t="134347" x="2660650" y="3098800"/>
          <p14:tracePt t="134364" x="2628900" y="3067050"/>
          <p14:tracePt t="134380" x="2609850" y="3041650"/>
          <p14:tracePt t="134397" x="2584450" y="3016250"/>
          <p14:tracePt t="134413" x="2565400" y="3003550"/>
          <p14:tracePt t="134430" x="2552700" y="2997200"/>
          <p14:tracePt t="134449" x="2546350" y="2997200"/>
          <p14:tracePt t="134463" x="2533650" y="2997200"/>
          <p14:tracePt t="134503" x="2527300" y="2997200"/>
          <p14:tracePt t="134525" x="2520950" y="2997200"/>
          <p14:tracePt t="134574" x="2514600" y="2997200"/>
          <p14:tracePt t="134588" x="2508250" y="3003550"/>
          <p14:tracePt t="134595" x="2501900" y="3009900"/>
          <p14:tracePt t="134602" x="2495550" y="3009900"/>
          <p14:tracePt t="134616" x="2489200" y="3016250"/>
          <p14:tracePt t="134630" x="2482850" y="3016250"/>
          <p14:tracePt t="134646" x="2470150" y="3028950"/>
          <p14:tracePt t="134662" x="2457450" y="3041650"/>
          <p14:tracePt t="134680" x="2432050" y="3060700"/>
          <p14:tracePt t="134696" x="2406650" y="3079750"/>
          <p14:tracePt t="134712" x="2400300" y="3086100"/>
          <p14:tracePt t="134729" x="2387600" y="3098800"/>
          <p14:tracePt t="134745" x="2381250" y="3098800"/>
          <p14:tracePt t="134762" x="2374900" y="3105150"/>
          <p14:tracePt t="134795" x="2368550" y="3105150"/>
          <p14:tracePt t="134911" x="2362200" y="3111500"/>
          <p14:tracePt t="134968" x="2362200" y="3117850"/>
          <p14:tracePt t="134981" x="2362200" y="3124200"/>
          <p14:tracePt t="134996" x="2368550" y="3130550"/>
          <p14:tracePt t="135003" x="2368550" y="3136900"/>
          <p14:tracePt t="135016" x="2374900" y="3149600"/>
          <p14:tracePt t="135027" x="2374900" y="3155950"/>
          <p14:tracePt t="135045" x="2400300" y="3219450"/>
          <p14:tracePt t="135061" x="2432050" y="3327400"/>
          <p14:tracePt t="135078" x="2457450" y="3435350"/>
          <p14:tracePt t="135095" x="2565400" y="3841750"/>
          <p14:tracePt t="135111" x="2635250" y="4025900"/>
          <p14:tracePt t="135128" x="2692400" y="4279900"/>
          <p14:tracePt t="135145" x="2813050" y="4768850"/>
          <p14:tracePt t="135161" x="2946400" y="5232400"/>
          <p14:tracePt t="135178" x="3035300" y="5594350"/>
          <p14:tracePt t="135194" x="3067050" y="5721350"/>
          <p14:tracePt t="135210" x="3105150" y="5892800"/>
          <p14:tracePt t="135228" x="3130550" y="5988050"/>
          <p14:tracePt t="135244" x="3143250" y="6007100"/>
          <p14:tracePt t="135261" x="3155950" y="6045200"/>
          <p14:tracePt t="135277" x="3168650" y="6064250"/>
          <p14:tracePt t="135293" x="3168650" y="6070600"/>
          <p14:tracePt t="135326" x="3175000" y="6076950"/>
          <p14:tracePt t="135343" x="3175000" y="6083300"/>
          <p14:tracePt t="135362" x="3181350" y="6096000"/>
          <p14:tracePt t="135376" x="3181350" y="6121400"/>
          <p14:tracePt t="135393" x="3187700" y="6134100"/>
          <p14:tracePt t="135411" x="3187700" y="6172200"/>
          <p14:tracePt t="135426" x="3187700" y="6210300"/>
          <p14:tracePt t="135443" x="3194050" y="6292850"/>
          <p14:tracePt t="135446" x="3194050" y="6343650"/>
          <p14:tracePt t="135462" x="3194050" y="6381750"/>
          <p14:tracePt t="135476" x="3206750" y="6413500"/>
          <p14:tracePt t="135494" x="3213100" y="6457950"/>
          <p14:tracePt t="135509" x="3225800" y="6496050"/>
          <p14:tracePt t="135526" x="3232150" y="6502400"/>
          <p14:tracePt t="135543" x="3244850" y="6508750"/>
          <p14:tracePt t="135559" x="3257550" y="6502400"/>
          <p14:tracePt t="135576" x="3263900" y="6483350"/>
          <p14:tracePt t="135593" x="3270250" y="6413500"/>
          <p14:tracePt t="135609" x="3302000" y="6330950"/>
          <p14:tracePt t="136081" x="3308350" y="6330950"/>
          <p14:tracePt t="136088" x="3314700" y="6330950"/>
          <p14:tracePt t="136102" x="3321050" y="6330950"/>
          <p14:tracePt t="136110" x="3333750" y="6330950"/>
          <p14:tracePt t="136125" x="3340100" y="6324600"/>
          <p14:tracePt t="136141" x="3359150" y="6318250"/>
          <p14:tracePt t="136158" x="3441700" y="6286500"/>
          <p14:tracePt t="136173" x="3486150" y="6267450"/>
          <p14:tracePt t="136190" x="3536950" y="6248400"/>
          <p14:tracePt t="136208" x="3651250" y="6197600"/>
          <p14:tracePt t="136224" x="3797300" y="6134100"/>
          <p14:tracePt t="136241" x="3879850" y="6096000"/>
          <p14:tracePt t="136257" x="4064000" y="6000750"/>
          <p14:tracePt t="136273" x="4254500" y="5905500"/>
          <p14:tracePt t="136291" x="4337050" y="5867400"/>
          <p14:tracePt t="136307" x="4483100" y="5778500"/>
          <p14:tracePt t="136323" x="4622800" y="5695950"/>
          <p14:tracePt t="136341" x="4711700" y="5645150"/>
          <p14:tracePt t="136356" x="4756150" y="5619750"/>
          <p14:tracePt t="136373" x="4819650" y="5594350"/>
          <p14:tracePt t="136391" x="4857750" y="5575300"/>
          <p14:tracePt t="136406" x="4870450" y="5568950"/>
          <p14:tracePt t="136423" x="4883150" y="5562600"/>
          <p14:tracePt t="136440" x="4927600" y="5530850"/>
          <p14:tracePt t="136474" x="4940300" y="5524500"/>
          <p14:tracePt t="136490" x="4959350" y="5505450"/>
          <p14:tracePt t="136506" x="4972050" y="5486400"/>
          <p14:tracePt t="136523" x="4978400" y="5480050"/>
          <p14:tracePt t="136539" x="4991100" y="5461000"/>
          <p14:tracePt t="136556" x="4997450" y="5448300"/>
          <p14:tracePt t="136573" x="4997450" y="5441950"/>
          <p14:tracePt t="136589" x="4997450" y="5429250"/>
          <p14:tracePt t="136606" x="4997450" y="5416550"/>
          <p14:tracePt t="136622" x="4997450" y="5410200"/>
          <p14:tracePt t="136639" x="4997450" y="5403850"/>
          <p14:tracePt t="136655" x="4991100" y="5397500"/>
          <p14:tracePt t="136672" x="4991100" y="5391150"/>
          <p14:tracePt t="136708" x="4991100" y="5384800"/>
          <p14:tracePt t="136762" x="4997450" y="5384800"/>
          <p14:tracePt t="136776" x="5003800" y="5384800"/>
          <p14:tracePt t="136791" x="5010150" y="5384800"/>
          <p14:tracePt t="136806" x="5016500" y="5384800"/>
          <p14:tracePt t="136812" x="5029200" y="5384800"/>
          <p14:tracePt t="136825" x="5041900" y="5391150"/>
          <p14:tracePt t="136838" x="5060950" y="5391150"/>
          <p14:tracePt t="136855" x="5105400" y="5397500"/>
          <p14:tracePt t="136872" x="5143500" y="5403850"/>
          <p14:tracePt t="136889" x="5213350" y="5422900"/>
          <p14:tracePt t="136905" x="5283200" y="5429250"/>
          <p14:tracePt t="136922" x="5314950" y="5429250"/>
          <p14:tracePt t="136938" x="5372100" y="5435600"/>
          <p14:tracePt t="136954" x="5403850" y="5441950"/>
          <p14:tracePt t="136971" x="5410200" y="5441950"/>
          <p14:tracePt t="136974" x="5422900" y="5441950"/>
          <p14:tracePt t="137037" x="5422900" y="5435600"/>
          <p14:tracePt t="137065" x="5416550" y="5435600"/>
          <p14:tracePt t="137086" x="5410200" y="5435600"/>
          <p14:tracePt t="137093" x="5397500" y="5435600"/>
          <p14:tracePt t="137107" x="5391150" y="5435600"/>
          <p14:tracePt t="137121" x="5378450" y="5429250"/>
          <p14:tracePt t="137137" x="5340350" y="5422900"/>
          <p14:tracePt t="137154" x="5308600" y="5410200"/>
          <p14:tracePt t="137171" x="5232400" y="5403850"/>
          <p14:tracePt t="137187" x="5124450" y="5384800"/>
          <p14:tracePt t="137204" x="5073650" y="5384800"/>
          <p14:tracePt t="137220" x="4991100" y="5384800"/>
          <p14:tracePt t="137237" x="4914900" y="5384800"/>
          <p14:tracePt t="137255" x="4876800" y="5384800"/>
          <p14:tracePt t="137270" x="4845050" y="5384800"/>
          <p14:tracePt t="137286" x="4819650" y="5384800"/>
          <p14:tracePt t="137304" x="4806950" y="5384800"/>
          <p14:tracePt t="137321" x="4800600" y="5384800"/>
          <p14:tracePt t="137388" x="4794250" y="5384800"/>
          <p14:tracePt t="137465" x="4781550" y="5384800"/>
          <p14:tracePt t="137479" x="4775200" y="5384800"/>
          <p14:tracePt t="137489" x="4768850" y="5384800"/>
          <p14:tracePt t="137503" x="4762500" y="5391150"/>
          <p14:tracePt t="137519" x="4749800" y="5391150"/>
          <p14:tracePt t="137536" x="4724400" y="5410200"/>
          <p14:tracePt t="137553" x="4692650" y="5429250"/>
          <p14:tracePt t="137570" x="4622800" y="5473700"/>
          <p14:tracePt t="137586" x="4521200" y="5549900"/>
          <p14:tracePt t="137602" x="4464050" y="5600700"/>
          <p14:tracePt t="137620" x="4337050" y="5695950"/>
          <p14:tracePt t="137636" x="4191000" y="5810250"/>
          <p14:tracePt t="137652" x="4121150" y="5861050"/>
          <p14:tracePt t="137669" x="4044950" y="5911850"/>
          <p14:tracePt t="137686" x="3911600" y="6019800"/>
          <p14:tracePt t="137702" x="3803650" y="6127750"/>
          <p14:tracePt t="137719" x="3727450" y="6203950"/>
          <p14:tracePt t="137735" x="3676650" y="6242050"/>
          <p14:tracePt t="137752" x="3632200" y="6292850"/>
          <p14:tracePt t="137768" x="3587750" y="6330950"/>
          <p14:tracePt t="137785" x="3568700" y="6337300"/>
          <p14:tracePt t="137802" x="3530600" y="6350000"/>
          <p14:tracePt t="137818" x="3498850" y="6375400"/>
          <p14:tracePt t="137835" x="3479800" y="6375400"/>
          <p14:tracePt t="137852" x="3454400" y="6388100"/>
          <p14:tracePt t="137868" x="3429000" y="6394450"/>
          <p14:tracePt t="137885" x="3416300" y="6400800"/>
          <p14:tracePt t="137901" x="3397250" y="6413500"/>
          <p14:tracePt t="137918" x="3378200" y="6426200"/>
          <p14:tracePt t="137935" x="3365500" y="6432550"/>
          <p14:tracePt t="137951" x="3346450" y="6438900"/>
          <p14:tracePt t="137971" x="3333750" y="6445250"/>
          <p14:tracePt t="137985" x="3321050" y="6445250"/>
          <p14:tracePt t="138001" x="3314700" y="6451600"/>
          <p14:tracePt t="138034" x="3308350" y="6451600"/>
          <p14:tracePt t="138070" x="3302000" y="6451600"/>
          <p14:tracePt t="138125" x="3295650" y="6445250"/>
          <p14:tracePt t="138139" x="3289300" y="6438900"/>
          <p14:tracePt t="138146" x="3289300" y="6432550"/>
          <p14:tracePt t="138161" x="3282950" y="6419850"/>
          <p14:tracePt t="138170" x="3263900" y="6394450"/>
          <p14:tracePt t="138183" x="3251200" y="6369050"/>
          <p14:tracePt t="138200" x="3194050" y="6286500"/>
          <p14:tracePt t="138217" x="3111500" y="6159500"/>
          <p14:tracePt t="138233" x="3067050" y="6096000"/>
          <p14:tracePt t="138250" x="3016250" y="6038850"/>
          <p14:tracePt t="138267" x="2882900" y="5880100"/>
          <p14:tracePt t="138284" x="2838450" y="5842000"/>
          <p14:tracePt t="138300" x="2800350" y="5810250"/>
          <p14:tracePt t="138316" x="2749550" y="5765800"/>
          <p14:tracePt t="138332" x="2698750" y="5746750"/>
          <p14:tracePt t="138351" x="2667000" y="5740400"/>
          <p14:tracePt t="138367" x="2641600" y="5740400"/>
          <p14:tracePt t="138383" x="2609850" y="5740400"/>
          <p14:tracePt t="138400" x="2590800" y="5740400"/>
          <p14:tracePt t="138416" x="2584450" y="5740400"/>
          <p14:tracePt t="138433" x="2571750" y="5746750"/>
          <p14:tracePt t="138450" x="2565400" y="5753100"/>
          <p14:tracePt t="138466" x="2559050" y="5753100"/>
          <p14:tracePt t="138482" x="2540000" y="5759450"/>
          <p14:tracePt t="138499" x="2533650" y="5778500"/>
          <p14:tracePt t="138516" x="2527300" y="5784850"/>
          <p14:tracePt t="138534" x="2501900" y="5816600"/>
          <p14:tracePt t="138549" x="2470150" y="5861050"/>
          <p14:tracePt t="138565" x="2444750" y="5886450"/>
          <p14:tracePt t="138583" x="2400300" y="5949950"/>
          <p14:tracePt t="138599" x="2368550" y="5994400"/>
          <p14:tracePt t="138616" x="2305050" y="6064250"/>
          <p14:tracePt t="138632" x="2222500" y="6146800"/>
          <p14:tracePt t="138648" x="2178050" y="6172200"/>
          <p14:tracePt t="138667" x="2095500" y="6223000"/>
          <p14:tracePt t="138682" x="2057400" y="6235700"/>
          <p14:tracePt t="138698" x="2044700" y="6235700"/>
          <p14:tracePt t="138716" x="2025650" y="6248400"/>
          <p14:tracePt t="138732" x="2019300" y="6248400"/>
          <p14:tracePt t="138766" x="2012950" y="6254750"/>
          <p14:tracePt t="138800" x="2012950" y="6261100"/>
          <p14:tracePt t="138821" x="2025650" y="6267450"/>
          <p14:tracePt t="138828" x="2038350" y="6273800"/>
          <p14:tracePt t="138842" x="2044700" y="6273800"/>
          <p14:tracePt t="138851" x="2057400" y="6280150"/>
          <p14:tracePt t="138865" x="2076450" y="6286500"/>
          <p14:tracePt t="138881" x="2095500" y="6286500"/>
          <p14:tracePt t="138899" x="2190750" y="6286500"/>
          <p14:tracePt t="138914" x="2247900" y="6286500"/>
          <p14:tracePt t="138931" x="2311400" y="6286500"/>
          <p14:tracePt t="138949" x="2451100" y="6286500"/>
          <p14:tracePt t="138964" x="2603500" y="6286500"/>
          <p14:tracePt t="138981" x="2679700" y="6280150"/>
          <p14:tracePt t="138984" x="2743200" y="6273800"/>
          <p14:tracePt t="138997" x="2806700" y="6273800"/>
          <p14:tracePt t="139014" x="2927350" y="6254750"/>
          <p14:tracePt t="139031" x="2984500" y="6248400"/>
          <p14:tracePt t="139048" x="3098800" y="6235700"/>
          <p14:tracePt t="139064" x="3175000" y="6235700"/>
          <p14:tracePt t="139081" x="3244850" y="6235700"/>
          <p14:tracePt t="139097" x="3263900" y="6235700"/>
          <p14:tracePt t="139114" x="3289300" y="6235700"/>
          <p14:tracePt t="139131" x="3314700" y="6242050"/>
          <p14:tracePt t="139147" x="3321050" y="6242050"/>
          <p14:tracePt t="139164" x="3327400" y="6242050"/>
          <p14:tracePt t="139180" x="3340100" y="6242050"/>
          <p14:tracePt t="139425" x="3365500" y="6242050"/>
          <p14:tracePt t="139432" x="3403600" y="6254750"/>
          <p14:tracePt t="139447" x="3435350" y="6254750"/>
          <p14:tracePt t="139454" x="3473450" y="6261100"/>
          <p14:tracePt t="139463" x="3505200" y="6261100"/>
          <p14:tracePt t="139479" x="3530600" y="6261100"/>
          <p14:tracePt t="139496" x="3575050" y="6261100"/>
          <p14:tracePt t="139513" x="3581400" y="6261100"/>
          <p14:tracePt t="139529" x="3600450" y="6261100"/>
          <p14:tracePt t="139546" x="3613150" y="6261100"/>
          <p14:tracePt t="140106" x="3613150" y="6210300"/>
          <p14:tracePt t="140112" x="3606800" y="6134100"/>
          <p14:tracePt t="140128" x="3600450" y="6045200"/>
          <p14:tracePt t="140134" x="3568700" y="5937250"/>
          <p14:tracePt t="140148" x="3549650" y="5810250"/>
          <p14:tracePt t="140160" x="3511550" y="5683250"/>
          <p14:tracePt t="140177" x="3397250" y="5302250"/>
          <p14:tracePt t="140193" x="3333750" y="5137150"/>
          <p14:tracePt t="140211" x="3168650" y="4819650"/>
          <p14:tracePt t="140227" x="3035300" y="4584700"/>
          <p14:tracePt t="140243" x="2965450" y="4489450"/>
          <p14:tracePt t="140260" x="2844800" y="4292600"/>
          <p14:tracePt t="140276" x="2743200" y="4127500"/>
          <p14:tracePt t="140293" x="2692400" y="4057650"/>
          <p14:tracePt t="140310" x="2628900" y="3917950"/>
          <p14:tracePt t="140326" x="2559050" y="3816350"/>
          <p14:tracePt t="140343" x="2533650" y="3752850"/>
          <p14:tracePt t="140360" x="2470150" y="3657600"/>
          <p14:tracePt t="140376" x="2432050" y="3613150"/>
          <p14:tracePt t="140393" x="2368550" y="3536950"/>
          <p14:tracePt t="140409" x="2355850" y="3524250"/>
          <p14:tracePt t="140426" x="2349500" y="3505200"/>
          <p14:tracePt t="140443" x="2317750" y="3454400"/>
          <p14:tracePt t="140459" x="2311400" y="3448050"/>
          <p14:tracePt t="140476" x="2305050" y="3441700"/>
          <p14:tracePt t="140479" x="2298700" y="3441700"/>
          <p14:tracePt t="140493" x="2298700" y="3435350"/>
          <p14:tracePt t="140520" x="2292350" y="3429000"/>
          <p14:tracePt t="140534" x="2286000" y="3422650"/>
          <p14:tracePt t="140548" x="2279650" y="3422650"/>
          <p14:tracePt t="140559" x="2273300" y="3409950"/>
          <p14:tracePt t="140577" x="2254250" y="3371850"/>
          <p14:tracePt t="140592" x="2241550" y="3359150"/>
          <p14:tracePt t="140609" x="2203450" y="3314700"/>
          <p14:tracePt t="140626" x="2184400" y="3295650"/>
          <p14:tracePt t="140642" x="2146300" y="3232150"/>
          <p14:tracePt t="140658" x="2120900" y="3206750"/>
          <p14:tracePt t="140675" x="2070100" y="3143250"/>
          <p14:tracePt t="140691" x="2057400" y="3117850"/>
          <p14:tracePt t="140708" x="2044700" y="3111500"/>
          <p14:tracePt t="140725" x="2032000" y="3098800"/>
          <p14:tracePt t="140741" x="2025650" y="3092450"/>
          <p14:tracePt t="140850" x="2025650" y="3086100"/>
          <p14:tracePt t="140858" x="2025650" y="3079750"/>
          <p14:tracePt t="140871" x="2019300" y="3073400"/>
          <p14:tracePt t="140878" x="2012950" y="3060700"/>
          <p14:tracePt t="140891" x="2012950" y="3054350"/>
          <p14:tracePt t="140908" x="2000250" y="3016250"/>
          <p14:tracePt t="140924" x="1987550" y="2997200"/>
          <p14:tracePt t="140942" x="1962150" y="2933700"/>
          <p14:tracePt t="140957" x="1930400" y="2870200"/>
          <p14:tracePt t="140974" x="1917700" y="2851150"/>
          <p14:tracePt t="140991" x="1905000" y="2806700"/>
          <p14:tracePt t="141007" x="1898650" y="2794000"/>
          <p14:tracePt t="141024" x="1892300" y="2787650"/>
          <p14:tracePt t="141041" x="1885950" y="2781300"/>
          <p14:tracePt t="141082" x="1879600" y="2781300"/>
          <p14:tracePt t="141160" x="1885950" y="2787650"/>
          <p14:tracePt t="141166" x="1898650" y="2787650"/>
          <p14:tracePt t="141180" x="1905000" y="2787650"/>
          <p14:tracePt t="141189" x="1911350" y="2794000"/>
          <p14:tracePt t="141206" x="1917700" y="2800350"/>
          <p14:tracePt t="141224" x="1968500" y="2806700"/>
          <p14:tracePt t="141240" x="2057400" y="2832100"/>
          <p14:tracePt t="141258" x="2108200" y="2844800"/>
          <p14:tracePt t="141273" x="2228850" y="2870200"/>
          <p14:tracePt t="141289" x="2305050" y="2882900"/>
          <p14:tracePt t="141307" x="2451100" y="2908300"/>
          <p14:tracePt t="141323" x="2584450" y="2927350"/>
          <p14:tracePt t="141339" x="2635250" y="2927350"/>
          <p14:tracePt t="141357" x="2711450" y="2927350"/>
          <p14:tracePt t="141373" x="2743200" y="2927350"/>
          <p14:tracePt t="141389" x="2762250" y="2927350"/>
          <p14:tracePt t="141406" x="2781300" y="2927350"/>
          <p14:tracePt t="141422" x="2787650" y="2927350"/>
          <p14:tracePt t="141439" x="2787650" y="2933700"/>
          <p14:tracePt t="141456" x="2774950" y="2933700"/>
          <p14:tracePt t="141472" x="2768600" y="2933700"/>
          <p14:tracePt t="141490" x="2743200" y="2946400"/>
          <p14:tracePt t="141505" x="2730500" y="2952750"/>
          <p14:tracePt t="141522" x="2705100" y="2978150"/>
          <p14:tracePt t="141540" x="2660650" y="3016250"/>
          <p14:tracePt t="141555" x="2628900" y="3048000"/>
          <p14:tracePt t="141572" x="2590800" y="3086100"/>
          <p14:tracePt t="141588" x="2501900" y="3219450"/>
          <p14:tracePt t="141605" x="2482850" y="3263900"/>
          <p14:tracePt t="141622" x="2470150" y="3289300"/>
          <p14:tracePt t="141638" x="2457450" y="3327400"/>
          <p14:tracePt t="141655" x="2451100" y="3352800"/>
          <p14:tracePt t="141673" x="2451100" y="3359150"/>
          <p14:tracePt t="141704" x="2451100" y="3365500"/>
          <p14:tracePt t="141722" x="2463800" y="3371850"/>
          <p14:tracePt t="141738" x="2470150" y="3371850"/>
          <p14:tracePt t="141757" x="2482850" y="3371850"/>
          <p14:tracePt t="141771" x="2489200" y="3371850"/>
          <p14:tracePt t="141788" x="2501900" y="3371850"/>
          <p14:tracePt t="141804" x="2514600" y="3378200"/>
          <p14:tracePt t="141821" x="2533650" y="3378200"/>
          <p14:tracePt t="141855" x="2559050" y="3378200"/>
          <p14:tracePt t="141871" x="2590800" y="3371850"/>
          <p14:tracePt t="141888" x="2603500" y="3371850"/>
          <p14:tracePt t="141905" x="2628900" y="3365500"/>
          <p14:tracePt t="141921" x="2667000" y="3352800"/>
          <p14:tracePt t="141937" x="2679700" y="3346450"/>
          <p14:tracePt t="141954" x="2724150" y="3340100"/>
          <p14:tracePt t="141970" x="2736850" y="3333750"/>
          <p14:tracePt t="141987" x="2743200" y="3327400"/>
          <p14:tracePt t="142004" x="2743200" y="3321050"/>
          <p14:tracePt t="142038" x="2749550" y="3314700"/>
          <p14:tracePt t="142086" x="2755900" y="3314700"/>
          <p14:tracePt t="142115" x="2762250" y="3314700"/>
          <p14:tracePt t="142136" x="2768600" y="3314700"/>
          <p14:tracePt t="142142" x="2774950" y="3321050"/>
          <p14:tracePt t="142153" x="2781300" y="3321050"/>
          <p14:tracePt t="142173" x="2787650" y="3321050"/>
          <p14:tracePt t="142187" x="2794000" y="3321050"/>
          <p14:tracePt t="142203" x="2800350" y="3321050"/>
          <p14:tracePt t="142221" x="2832100" y="3321050"/>
          <p14:tracePt t="142236" x="2851150" y="3321050"/>
          <p14:tracePt t="142253" x="2857500" y="3321050"/>
          <p14:tracePt t="142270" x="2876550" y="3321050"/>
          <p14:tracePt t="142286" x="2889250" y="3327400"/>
          <p14:tracePt t="142303" x="2895600" y="3327400"/>
          <p14:tracePt t="142403" x="2889250" y="3327400"/>
          <p14:tracePt t="142431" x="2889250" y="3321050"/>
          <p14:tracePt t="142445" x="2889250" y="3314700"/>
          <p14:tracePt t="142664" x="2895600" y="3333750"/>
          <p14:tracePt t="142678" x="2940050" y="3416300"/>
          <p14:tracePt t="142687" x="2978150" y="3498850"/>
          <p14:tracePt t="142701" x="3022600" y="3600450"/>
          <p14:tracePt t="142718" x="3136900" y="3841750"/>
          <p14:tracePt t="142735" x="3295650" y="4127500"/>
          <p14:tracePt t="142751" x="3371850" y="4279900"/>
          <p14:tracePt t="142768" x="3575050" y="4629150"/>
          <p14:tracePt t="142785" x="3765550" y="4895850"/>
          <p14:tracePt t="142801" x="3867150" y="5035550"/>
          <p14:tracePt t="142818" x="3949700" y="5162550"/>
          <p14:tracePt t="142834" x="4140200" y="5454650"/>
          <p14:tracePt t="142850" x="4191000" y="5549900"/>
          <p14:tracePt t="142868" x="4216400" y="5619750"/>
          <p14:tracePt t="142884" x="4273550" y="5734050"/>
          <p14:tracePt t="142901" x="4311650" y="5816600"/>
          <p14:tracePt t="142918" x="4324350" y="5861050"/>
          <p14:tracePt t="142934" x="4343400" y="5905500"/>
          <p14:tracePt t="142951" x="4349750" y="5930900"/>
          <p14:tracePt t="142968" x="4356100" y="5937250"/>
          <p14:tracePt t="143008" x="4362450" y="5937250"/>
          <p14:tracePt t="143030" x="4368800" y="5943600"/>
          <p14:tracePt t="143058" x="4375150" y="5956300"/>
          <p14:tracePt t="143086" x="4375150" y="5962650"/>
          <p14:tracePt t="143114" x="4375150" y="5969000"/>
          <p14:tracePt t="143135" x="4368800" y="5969000"/>
          <p14:tracePt t="143150" x="4362450" y="5975350"/>
          <p14:tracePt t="143156" x="4356100" y="5988050"/>
          <p14:tracePt t="143177" x="4349750" y="6000750"/>
          <p14:tracePt t="143186" x="4343400" y="6007100"/>
          <p14:tracePt t="143199" x="4330700" y="6013450"/>
          <p14:tracePt t="143216" x="4324350" y="6026150"/>
          <p14:tracePt t="143234" x="4311650" y="6045200"/>
          <p14:tracePt t="143249" x="4292600" y="6057900"/>
          <p14:tracePt t="143266" x="4292600" y="6064250"/>
          <p14:tracePt t="143283" x="4286250" y="6070600"/>
          <p14:tracePt t="143299" x="4279900" y="6070600"/>
          <p14:tracePt t="143332" x="4273550" y="6070600"/>
          <p14:tracePt t="143360" x="4273550" y="6076950"/>
          <p14:tracePt t="143368" x="4267200" y="6076950"/>
          <p14:tracePt t="143761" x="4279900" y="6076950"/>
          <p14:tracePt t="143768" x="4318000" y="6076950"/>
          <p14:tracePt t="143784" x="4362450" y="6070600"/>
          <p14:tracePt t="143797" x="4483100" y="6019800"/>
          <p14:tracePt t="143814" x="4552950" y="6000750"/>
          <p14:tracePt t="143832" x="4737100" y="5943600"/>
          <p14:tracePt t="143847" x="4838700" y="5899150"/>
          <p14:tracePt t="143864" x="5073650" y="5803900"/>
          <p14:tracePt t="143881" x="5321300" y="5657850"/>
          <p14:tracePt t="143897" x="5454650" y="5575300"/>
          <p14:tracePt t="143914" x="5537200" y="5499100"/>
          <p14:tracePt t="143930" x="5664200" y="5403850"/>
          <p14:tracePt t="143947" x="5689600" y="5365750"/>
          <p14:tracePt t="143964" x="5715000" y="5340350"/>
          <p14:tracePt t="143980" x="5721350" y="5334000"/>
          <p14:tracePt t="143997" x="5727700" y="5334000"/>
          <p14:tracePt t="144014" x="5727700" y="5327650"/>
          <p14:tracePt t="144070" x="5734050" y="5327650"/>
          <p14:tracePt t="144092" x="5746750" y="5327650"/>
          <p14:tracePt t="144120" x="5753100" y="5327650"/>
          <p14:tracePt t="144127" x="5759450" y="5334000"/>
          <p14:tracePt t="144155" x="5772150" y="5340350"/>
          <p14:tracePt t="144169" x="5784850" y="5340350"/>
          <p14:tracePt t="144176" x="5810250" y="5346700"/>
          <p14:tracePt t="144190" x="5829300" y="5353050"/>
          <p14:tracePt t="144199" x="5861050" y="5365750"/>
          <p14:tracePt t="144213" x="5886450" y="5372100"/>
          <p14:tracePt t="144230" x="5981700" y="5397500"/>
          <p14:tracePt t="144247" x="6096000" y="5435600"/>
          <p14:tracePt t="144263" x="6134100" y="5441950"/>
          <p14:tracePt t="144279" x="6242050" y="5467350"/>
          <p14:tracePt t="144296" x="6375400" y="5499100"/>
          <p14:tracePt t="144313" x="6483350" y="5511800"/>
          <p14:tracePt t="144329" x="6534150" y="5524500"/>
          <p14:tracePt t="144346" x="6604000" y="5530850"/>
          <p14:tracePt t="144362" x="6642100" y="5530850"/>
          <p14:tracePt t="144380" x="6667500" y="5524500"/>
          <p14:tracePt t="144395" x="6673850" y="5524500"/>
          <p14:tracePt t="144412" x="6680200" y="5518150"/>
          <p14:tracePt t="144430" x="6699250" y="5518150"/>
          <p14:tracePt t="144445" x="6711950" y="5518150"/>
          <p14:tracePt t="144462" x="6711950" y="5511800"/>
          <p14:tracePt t="144479" x="6724650" y="5505450"/>
          <p14:tracePt t="144520" x="6731000" y="5499100"/>
          <p14:tracePt t="144555" x="6737350" y="5499100"/>
          <p14:tracePt t="144675" x="6743700" y="5499100"/>
          <p14:tracePt t="144745" x="6750050" y="5499100"/>
          <p14:tracePt t="144801" x="6756400" y="5492750"/>
          <p14:tracePt t="144879" x="6756400" y="5486400"/>
          <p14:tracePt t="144885" x="6743700" y="5486400"/>
          <p14:tracePt t="144894" x="6731000" y="5486400"/>
          <p14:tracePt t="144910" x="6699250" y="5480050"/>
          <p14:tracePt t="144928" x="6584950" y="5480050"/>
          <p14:tracePt t="144943" x="6350000" y="5480050"/>
          <p14:tracePt t="144960" x="6165850" y="5499100"/>
          <p14:tracePt t="144978" x="5676900" y="5556250"/>
          <p14:tracePt t="144994" x="5124450" y="5645150"/>
          <p14:tracePt t="145010" x="4851400" y="5695950"/>
          <p14:tracePt t="145027" x="4375150" y="5778500"/>
          <p14:tracePt t="145043" x="4171950" y="5822950"/>
          <p14:tracePt t="145060" x="3892550" y="5886450"/>
          <p14:tracePt t="145077" x="3702050" y="5930900"/>
          <p14:tracePt t="145093" x="3632200" y="5949950"/>
          <p14:tracePt t="145110" x="3536950" y="5962650"/>
          <p14:tracePt t="145127" x="3479800" y="5988050"/>
          <p14:tracePt t="145143" x="3448050" y="6000750"/>
          <p14:tracePt t="145160" x="3390900" y="6026150"/>
          <p14:tracePt t="145176" x="3321050" y="6051550"/>
          <p14:tracePt t="145192" x="3270250" y="6057900"/>
          <p14:tracePt t="145210" x="3149600" y="6076950"/>
          <p14:tracePt t="145226" x="2978150" y="6108700"/>
          <p14:tracePt t="145243" x="2863850" y="6121400"/>
          <p14:tracePt t="145260" x="2660650" y="6127750"/>
          <p14:tracePt t="145276" x="2457450" y="6115050"/>
          <p14:tracePt t="145293" x="2355850" y="6096000"/>
          <p14:tracePt t="145309" x="2184400" y="6051550"/>
          <p14:tracePt t="145326" x="2089150" y="6026150"/>
          <p14:tracePt t="145343" x="1822450" y="5975350"/>
          <p14:tracePt t="145359" x="1739900" y="5943600"/>
          <p14:tracePt t="145375" x="1676400" y="5930900"/>
          <p14:tracePt t="145392" x="1568450" y="5924550"/>
          <p14:tracePt t="145409" x="1530350" y="5918200"/>
          <p14:tracePt t="145427" x="1511300" y="5918200"/>
          <p14:tracePt t="145442" x="1504950" y="5918200"/>
          <p14:tracePt t="145458" x="1504950" y="5911850"/>
          <p14:tracePt t="145476" x="1517650" y="5899150"/>
          <p14:tracePt t="145492" x="1568450" y="5892800"/>
          <p14:tracePt t="145508" x="1600200" y="5886450"/>
          <p14:tracePt t="145857" x="1612900" y="5886450"/>
          <p14:tracePt t="145864" x="1638300" y="5886450"/>
          <p14:tracePt t="145878" x="1657350" y="5886450"/>
          <p14:tracePt t="145890" x="1689100" y="5892800"/>
          <p14:tracePt t="145907" x="1739900" y="5899150"/>
          <p14:tracePt t="145923" x="1778000" y="5911850"/>
          <p14:tracePt t="145941" x="1860550" y="5924550"/>
          <p14:tracePt t="145957" x="1955800" y="5924550"/>
          <p14:tracePt t="145973" x="2006600" y="5937250"/>
          <p14:tracePt t="145991" x="2108200" y="5937250"/>
          <p14:tracePt t="146006" x="2216150" y="5943600"/>
          <p14:tracePt t="146023" x="2266950" y="5943600"/>
          <p14:tracePt t="146026" x="2311400" y="5949950"/>
          <p14:tracePt t="146042" x="2349500" y="5949950"/>
          <p14:tracePt t="146056" x="2374900" y="5949950"/>
          <p14:tracePt t="146073" x="2425700" y="5943600"/>
          <p14:tracePt t="146090" x="2457450" y="5943600"/>
          <p14:tracePt t="146106" x="2470150" y="5943600"/>
          <p14:tracePt t="146123" x="2489200" y="5937250"/>
          <p14:tracePt t="146139" x="2501900" y="5937250"/>
          <p14:tracePt t="146257" x="2495550" y="5937250"/>
          <p14:tracePt t="146377" x="2489200" y="5937250"/>
          <p14:tracePt t="146482" x="2489200" y="5930900"/>
          <p14:tracePt t="146588" x="2495550" y="5930900"/>
          <p14:tracePt t="146595" x="2501900" y="5930900"/>
          <p14:tracePt t="147014" x="2514600" y="5930900"/>
          <p14:tracePt t="147021" x="2533650" y="5930900"/>
          <p14:tracePt t="147029" x="2565400" y="5930900"/>
          <p14:tracePt t="147042" x="2603500" y="5930900"/>
          <p14:tracePt t="147053" x="2667000" y="5930900"/>
          <p14:tracePt t="147070" x="2806700" y="5930900"/>
          <p14:tracePt t="147086" x="2882900" y="5930900"/>
          <p14:tracePt t="147103" x="3060700" y="5956300"/>
          <p14:tracePt t="147120" x="3270250" y="5981700"/>
          <p14:tracePt t="147136" x="3359150" y="6007100"/>
          <p14:tracePt t="147153" x="3441700" y="6026150"/>
          <p14:tracePt t="147169" x="3613150" y="6051550"/>
          <p14:tracePt t="147186" x="3651250" y="6057900"/>
          <p14:tracePt t="147205" x="3708400" y="6064250"/>
          <p14:tracePt t="147219" x="3733800" y="6070600"/>
          <p14:tracePt t="147235" x="3771900" y="6089650"/>
          <p14:tracePt t="147253" x="3790950" y="6096000"/>
          <p14:tracePt t="147269" x="3797300" y="6096000"/>
          <p14:tracePt t="147285" x="3803650" y="6096000"/>
          <p14:tracePt t="147319" x="3810000" y="6102350"/>
          <p14:tracePt t="147335" x="3810000" y="6108700"/>
          <p14:tracePt t="147354" x="3810000" y="6115050"/>
          <p14:tracePt t="147373" x="3816350" y="6121400"/>
          <p14:tracePt t="147385" x="3816350" y="6127750"/>
          <p14:tracePt t="147402" x="3816350" y="6134100"/>
          <p14:tracePt t="147576" x="3822700" y="6140450"/>
          <p14:tracePt t="147611" x="3822700" y="6146800"/>
          <p14:tracePt t="147696" x="3816350" y="6146800"/>
          <p14:tracePt t="147717" x="3810000" y="6146800"/>
          <p14:tracePt t="147724" x="3797300" y="6146800"/>
          <p14:tracePt t="147733" x="3778250" y="6153150"/>
          <p14:tracePt t="147751" x="3752850" y="6153150"/>
          <p14:tracePt t="147767" x="3689350" y="6159500"/>
          <p14:tracePt t="147783" x="3638550" y="6159500"/>
          <p14:tracePt t="147801" x="3454400" y="6178550"/>
          <p14:tracePt t="147817" x="3384550" y="6191250"/>
          <p14:tracePt t="147834" x="3333750" y="6191250"/>
          <p14:tracePt t="147851" x="3257550" y="6197600"/>
          <p14:tracePt t="147867" x="3206750" y="6203950"/>
          <p14:tracePt t="147883" x="3187700" y="6203950"/>
          <p14:tracePt t="147899" x="3168650" y="6210300"/>
          <p14:tracePt t="147916" x="3155950" y="6216650"/>
          <p14:tracePt t="147950" x="3155950" y="6223000"/>
          <p14:tracePt t="147966" x="3168650" y="6223000"/>
          <p14:tracePt t="147985" x="3187700" y="6223000"/>
          <p14:tracePt t="148000" x="3200400" y="6223000"/>
          <p14:tracePt t="148016" x="3251200" y="6223000"/>
          <p14:tracePt t="148034" x="3333750" y="6216650"/>
          <p14:tracePt t="148049" x="3384550" y="6216650"/>
          <p14:tracePt t="148066" x="3435350" y="6203950"/>
          <p14:tracePt t="148083" x="3575050" y="6178550"/>
          <p14:tracePt t="148099" x="3613150" y="6178550"/>
          <p14:tracePt t="148116" x="3638550" y="6178550"/>
          <p14:tracePt t="148132" x="3670300" y="6172200"/>
          <p14:tracePt t="148149" x="3689350" y="6172200"/>
          <p14:tracePt t="148209" x="3683000" y="6172200"/>
          <p14:tracePt t="148223" x="3676650" y="6172200"/>
          <p14:tracePt t="148237" x="3670300" y="6172200"/>
          <p14:tracePt t="148244" x="3651250" y="6165850"/>
          <p14:tracePt t="148257" x="3638550" y="6165850"/>
          <p14:tracePt t="148266" x="3619500" y="6165850"/>
          <p14:tracePt t="148282" x="3581400" y="6159500"/>
          <p14:tracePt t="148301" x="3486150" y="6159500"/>
          <p14:tracePt t="148315" x="3371850" y="6159500"/>
          <p14:tracePt t="148332" x="3308350" y="6159500"/>
          <p14:tracePt t="148349" x="3244850" y="6159500"/>
          <p14:tracePt t="148365" x="3060700" y="6159500"/>
          <p14:tracePt t="148382" x="3022600" y="6172200"/>
          <p14:tracePt t="148399" x="2965450" y="6184900"/>
          <p14:tracePt t="148415" x="2940050" y="6184900"/>
          <p14:tracePt t="148432" x="2927350" y="6184900"/>
          <p14:tracePt t="148448" x="2914650" y="6191250"/>
          <p14:tracePt t="148468" x="2914650" y="6197600"/>
          <p14:tracePt t="148482" x="2921000" y="6197600"/>
          <p14:tracePt t="148498" x="2933700" y="6203950"/>
          <p14:tracePt t="148532" x="2959100" y="6203950"/>
          <p14:tracePt t="148547" x="2978150" y="6203950"/>
          <p14:tracePt t="148564" x="2990850" y="6203950"/>
          <p14:tracePt t="148581" x="3028950" y="6203950"/>
          <p14:tracePt t="148597" x="3073400" y="6203950"/>
          <p14:tracePt t="148615" x="3092450" y="6203950"/>
          <p14:tracePt t="148631" x="3136900" y="6203950"/>
          <p14:tracePt t="148647" x="3181350" y="6203950"/>
          <p14:tracePt t="148665" x="3238500" y="6203950"/>
          <p14:tracePt t="148681" x="3257550" y="6203950"/>
          <p14:tracePt t="148697" x="3276600" y="6203950"/>
          <p14:tracePt t="148714" x="3302000" y="6203950"/>
          <p14:tracePt t="148731" x="3321050" y="6203950"/>
          <p14:tracePt t="148747" x="3327400" y="6203950"/>
          <p14:tracePt t="148764" x="3333750" y="6203950"/>
          <p14:tracePt t="148827" x="3327400" y="6203950"/>
          <p14:tracePt t="148848" x="3321050" y="6203950"/>
          <p14:tracePt t="148855" x="3314700" y="6203950"/>
          <p14:tracePt t="148876" x="3308350" y="6203950"/>
          <p14:tracePt t="148911" x="3302000" y="6203950"/>
          <p14:tracePt t="148981" x="3302000" y="6210300"/>
          <p14:tracePt t="149010" x="3308350" y="6216650"/>
          <p14:tracePt t="149016" x="3314700" y="6216650"/>
          <p14:tracePt t="149032" x="3327400" y="6223000"/>
          <p14:tracePt t="149046" x="3333750" y="6223000"/>
          <p14:tracePt t="149062" x="3378200" y="6235700"/>
          <p14:tracePt t="149080" x="3435350" y="6235700"/>
          <p14:tracePt t="149096" x="3473450" y="6248400"/>
          <p14:tracePt t="149112" x="3536950" y="6254750"/>
          <p14:tracePt t="149130" x="3581400" y="6254750"/>
          <p14:tracePt t="149146" x="3594100" y="6254750"/>
          <p14:tracePt t="149162" x="3619500" y="6254750"/>
          <p14:tracePt t="149242" x="3613150" y="6254750"/>
          <p14:tracePt t="149248" x="3600450" y="6254750"/>
          <p14:tracePt t="149264" x="3587750" y="6254750"/>
          <p14:tracePt t="149278" x="3549650" y="6248400"/>
          <p14:tracePt t="149295" x="3517900" y="6229350"/>
          <p14:tracePt t="149312" x="3435350" y="6203950"/>
          <p14:tracePt t="149328" x="3378200" y="6197600"/>
          <p14:tracePt t="149345" x="3263900" y="6165850"/>
          <p14:tracePt t="149362" x="3143250" y="6146800"/>
          <p14:tracePt t="149378" x="3086100" y="6140450"/>
          <p14:tracePt t="149395" x="2984500" y="6140450"/>
          <p14:tracePt t="149411" x="2901950" y="6140450"/>
          <p14:tracePt t="149428" x="2876550" y="6140450"/>
          <p14:tracePt t="149446" x="2844800" y="6140450"/>
          <p14:tracePt t="149461" x="2825750" y="6140450"/>
          <p14:tracePt t="149478" x="2819400" y="6140450"/>
          <p14:tracePt t="149495" x="2813050" y="6140450"/>
          <p14:tracePt t="149528" x="2806700" y="6146800"/>
          <p14:tracePt t="149545" x="2800350" y="6153150"/>
          <p14:tracePt t="149561" x="2787650" y="6153150"/>
          <p14:tracePt t="149579" x="2774950" y="6165850"/>
          <p14:tracePt t="149594" x="2774950" y="6172200"/>
          <p14:tracePt t="149610" x="2768600" y="6178550"/>
          <p14:tracePt t="149628" x="2755900" y="6184900"/>
          <p14:tracePt t="149644" x="2749550" y="6191250"/>
          <p14:tracePt t="149678" x="2736850" y="6197600"/>
          <p14:tracePt t="149694" x="2736850" y="6210300"/>
          <p14:tracePt t="149727" x="2730500" y="6216650"/>
          <p14:tracePt t="149754" x="2730500" y="6223000"/>
          <p14:tracePt t="149790" x="2730500" y="6229350"/>
          <p14:tracePt t="149811" x="2724150" y="6229350"/>
          <p14:tracePt t="149832" x="2724150" y="6235700"/>
          <p14:tracePt t="149839" x="2724150" y="6242050"/>
          <p14:tracePt t="149861" x="2717800" y="6242050"/>
          <p14:tracePt t="149895" x="2717800" y="6248400"/>
          <p14:tracePt t="149902" x="2717800" y="6254750"/>
          <p14:tracePt t="149923" x="2724150" y="6254750"/>
          <p14:tracePt t="149930" x="2730500" y="6254750"/>
          <p14:tracePt t="149951" x="2743200" y="6254750"/>
          <p14:tracePt t="149965" x="2749550" y="6261100"/>
          <p14:tracePt t="149976" x="2762250" y="6261100"/>
          <p14:tracePt t="149993" x="2813050" y="6261100"/>
          <p14:tracePt t="150009" x="2832100" y="6261100"/>
          <p14:tracePt t="150026" x="2921000" y="6261100"/>
          <p14:tracePt t="150043" x="3035300" y="6267450"/>
          <p14:tracePt t="150059" x="3092450" y="6267450"/>
          <p14:tracePt t="150076" x="3219450" y="6267450"/>
          <p14:tracePt t="150093" x="3321050" y="6254750"/>
          <p14:tracePt t="150109" x="3365500" y="6248400"/>
          <p14:tracePt t="150126" x="3435350" y="6242050"/>
          <p14:tracePt t="150142" x="3479800" y="6235700"/>
          <p14:tracePt t="150159" x="3505200" y="6229350"/>
          <p14:tracePt t="150176" x="3543300" y="6216650"/>
          <p14:tracePt t="150192" x="3568700" y="6210300"/>
          <p14:tracePt t="150209" x="3581400" y="6210300"/>
          <p14:tracePt t="150226" x="3600450" y="6210300"/>
          <p14:tracePt t="150242" x="3606800" y="6210300"/>
          <p14:tracePt t="150259" x="3613150" y="6210300"/>
          <p14:tracePt t="150275" x="3619500" y="6210300"/>
          <p14:tracePt t="150292" x="3625850" y="6210300"/>
          <p14:tracePt t="150323" x="3625850" y="6203950"/>
          <p14:tracePt t="150352" x="3625850" y="6197600"/>
          <p14:tracePt t="150366" x="3625850" y="6191250"/>
          <p14:tracePt t="150386" x="3619500" y="6184900"/>
          <p14:tracePt t="150393" x="3613150" y="6178550"/>
          <p14:tracePt t="150400" x="3613150" y="6172200"/>
          <p14:tracePt t="150414" x="3606800" y="6153150"/>
          <p14:tracePt t="150425" x="3600450" y="6140450"/>
          <p14:tracePt t="150442" x="3581400" y="6102350"/>
          <p14:tracePt t="150458" x="3511550" y="5969000"/>
          <p14:tracePt t="150474" x="3409950" y="5765800"/>
          <p14:tracePt t="150492" x="3340100" y="5645150"/>
          <p14:tracePt t="150508" x="3162300" y="5321300"/>
          <p14:tracePt t="150524" x="3054350" y="5162550"/>
          <p14:tracePt t="150542" x="2813050" y="4775200"/>
          <p14:tracePt t="150558" x="2749550" y="4679950"/>
          <p14:tracePt t="150575" x="2686050" y="4597400"/>
          <p14:tracePt t="150577" x="2635250" y="4540250"/>
          <p14:tracePt t="150591" x="2603500" y="4508500"/>
          <p14:tracePt t="150607" x="2546350" y="4457700"/>
          <p14:tracePt t="150624" x="2533650" y="4445000"/>
          <p14:tracePt t="150640" x="2514600" y="4432300"/>
          <p14:tracePt t="150657" x="2501900" y="4419600"/>
          <p14:tracePt t="150675" x="2482850" y="4413250"/>
          <p14:tracePt t="150707" x="2470150" y="4406900"/>
          <p14:tracePt t="150724" x="2451100" y="4400550"/>
          <p14:tracePt t="150740" x="2438400" y="4394200"/>
          <p14:tracePt t="150757" x="2419350" y="4381500"/>
          <p14:tracePt t="150774" x="2393950" y="4375150"/>
          <p14:tracePt t="150790" x="2381250" y="4368800"/>
          <p14:tracePt t="150807" x="2368550" y="4356100"/>
          <p14:tracePt t="150823" x="2311400" y="4298950"/>
          <p14:tracePt t="150840" x="2279650" y="4273550"/>
          <p14:tracePt t="150857" x="2254250" y="4248150"/>
          <p14:tracePt t="150873" x="2197100" y="4191000"/>
          <p14:tracePt t="150890" x="2165350" y="4165600"/>
          <p14:tracePt t="150907" x="2146300" y="4146550"/>
          <p14:tracePt t="150922" x="2139950" y="4146550"/>
          <p14:tracePt t="150939" x="2133600" y="4140200"/>
          <p14:tracePt t="151033" x="2133600" y="4146550"/>
          <p14:tracePt t="151054" x="2133600" y="4152900"/>
          <p14:tracePt t="151075" x="2139950" y="4152900"/>
          <p14:tracePt t="151096" x="2146300" y="4159250"/>
          <p14:tracePt t="151110" x="2152650" y="4165600"/>
          <p14:tracePt t="151117" x="2159000" y="4165600"/>
          <p14:tracePt t="151131" x="2159000" y="4171950"/>
          <p14:tracePt t="151140" x="2171700" y="4184650"/>
          <p14:tracePt t="151156" x="2197100" y="4197350"/>
          <p14:tracePt t="151172" x="2247900" y="4229100"/>
          <p14:tracePt t="151188" x="2355850" y="4279900"/>
          <p14:tracePt t="151205" x="2419350" y="4311650"/>
          <p14:tracePt t="151223" x="2578100" y="4362450"/>
          <p14:tracePt t="151238" x="2673350" y="4381500"/>
          <p14:tracePt t="151255" x="2774950" y="4400550"/>
          <p14:tracePt t="151272" x="2863850" y="4413250"/>
          <p14:tracePt t="151288" x="3022600" y="4432300"/>
          <p14:tracePt t="151305" x="3086100" y="4432300"/>
          <p14:tracePt t="151322" x="3175000" y="4432300"/>
          <p14:tracePt t="151338" x="3187700" y="4432300"/>
          <p14:tracePt t="151355" x="3200400" y="4432300"/>
          <p14:tracePt t="151553" x="3194050" y="4432300"/>
          <p14:tracePt t="151581" x="3187700" y="4432300"/>
          <p14:tracePt t="151602" x="3181350" y="4432300"/>
          <p14:tracePt t="151623" x="3175000" y="4432300"/>
          <p14:tracePt t="151644" x="3168650" y="4432300"/>
          <p14:tracePt t="151686" x="3162300" y="4432300"/>
          <p14:tracePt t="151700" x="3155950" y="4432300"/>
          <p14:tracePt t="151714" x="3149600" y="4432300"/>
          <p14:tracePt t="151723" x="3136900" y="4432300"/>
          <p14:tracePt t="151736" x="3124200" y="4438650"/>
          <p14:tracePt t="151753" x="3092450" y="4445000"/>
          <p14:tracePt t="151771" x="3028950" y="4464050"/>
          <p14:tracePt t="151787" x="3003550" y="4483100"/>
          <p14:tracePt t="151803" x="2914650" y="4514850"/>
          <p14:tracePt t="151820" x="2825750" y="4552950"/>
          <p14:tracePt t="151836" x="2787650" y="4559300"/>
          <p14:tracePt t="151853" x="2724150" y="4591050"/>
          <p14:tracePt t="151870" x="2673350" y="4610100"/>
          <p14:tracePt t="151886" x="2654300" y="4622800"/>
          <p14:tracePt t="151903" x="2635250" y="4629150"/>
          <p14:tracePt t="151919" x="2628900" y="4629150"/>
          <p14:tracePt t="151953" x="2622550" y="4629150"/>
          <p14:tracePt t="152171" x="2616200" y="4629150"/>
          <p14:tracePt t="152361" x="2616200" y="4635500"/>
          <p14:tracePt t="152382" x="2622550" y="4635500"/>
          <p14:tracePt t="152389" x="2628900" y="4635500"/>
          <p14:tracePt t="152404" x="2635250" y="4635500"/>
          <p14:tracePt t="152418" x="2641600" y="4635500"/>
          <p14:tracePt t="152434" x="2654300" y="4641850"/>
          <p14:tracePt t="152451" x="2667000" y="4641850"/>
          <p14:tracePt t="152468" x="2724150" y="4648200"/>
          <p14:tracePt t="152485" x="2806700" y="4660900"/>
          <p14:tracePt t="152502" x="2927350" y="4673600"/>
          <p14:tracePt t="152517" x="2990850" y="4673600"/>
          <p14:tracePt t="152534" x="3130550" y="4692650"/>
          <p14:tracePt t="152551" x="3251200" y="4705350"/>
          <p14:tracePt t="152567" x="3302000" y="4711700"/>
          <p14:tracePt t="152584" x="3397250" y="4724400"/>
          <p14:tracePt t="152601" x="3448050" y="4730750"/>
          <p14:tracePt t="152617" x="3467100" y="4737100"/>
          <p14:tracePt t="152635" x="3479800" y="4737100"/>
          <p14:tracePt t="152691" x="3486150" y="4737100"/>
          <p14:tracePt t="152810" x="3492500" y="4737100"/>
          <p14:tracePt t="152831" x="3498850" y="4743450"/>
          <p14:tracePt t="152852" x="3505200" y="4743450"/>
          <p14:tracePt t="152860" x="3511550" y="4743450"/>
          <p14:tracePt t="152874" x="3517900" y="4743450"/>
          <p14:tracePt t="152895" x="3530600" y="4743450"/>
          <p14:tracePt t="152903" x="3556000" y="4749800"/>
          <p14:tracePt t="152919" x="3575050" y="4756150"/>
          <p14:tracePt t="152933" x="3663950" y="4762500"/>
          <p14:tracePt t="152949" x="3721100" y="4775200"/>
          <p14:tracePt t="152966" x="3860800" y="4794250"/>
          <p14:tracePt t="152982" x="3937000" y="4806950"/>
          <p14:tracePt t="152999" x="4083050" y="4813300"/>
          <p14:tracePt t="153016" x="4184650" y="4813300"/>
          <p14:tracePt t="153032" x="4216400" y="4813300"/>
          <p14:tracePt t="153050" x="4260850" y="4813300"/>
          <p14:tracePt t="153066" x="4286250" y="4806950"/>
          <p14:tracePt t="153083" x="4292600" y="4806950"/>
          <p14:tracePt t="153099" x="4292600" y="4800600"/>
          <p14:tracePt t="153115" x="4298950" y="4794250"/>
          <p14:tracePt t="153141" x="4298950" y="4787900"/>
          <p14:tracePt t="153295" x="4298950" y="4794250"/>
          <p14:tracePt t="153323" x="4292600" y="4794250"/>
          <p14:tracePt t="153344" x="4286250" y="4794250"/>
          <p14:tracePt t="153436" x="4279900" y="4794250"/>
          <p14:tracePt t="153471" x="4273550" y="4787900"/>
          <p14:tracePt t="153478" x="4267200" y="4781550"/>
          <p14:tracePt t="153492" x="4254500" y="4775200"/>
          <p14:tracePt t="153500" x="4241800" y="4749800"/>
          <p14:tracePt t="153514" x="4171950" y="4660900"/>
          <p14:tracePt t="153530" x="4121150" y="4603750"/>
          <p14:tracePt t="153547" x="4070350" y="4533900"/>
          <p14:tracePt t="153563" x="3892550" y="4260850"/>
          <p14:tracePt t="153580" x="3829050" y="4165600"/>
          <p14:tracePt t="153598" x="3721100" y="4000500"/>
          <p14:tracePt t="153613" x="3676650" y="3937000"/>
          <p14:tracePt t="153630" x="3613150" y="3810000"/>
          <p14:tracePt t="153647" x="3568700" y="3733800"/>
          <p14:tracePt t="153663" x="3562350" y="3702050"/>
          <p14:tracePt t="153680" x="3530600" y="3638550"/>
          <p14:tracePt t="153697" x="3517900" y="3606800"/>
          <p14:tracePt t="153713" x="3511550" y="3594100"/>
          <p14:tracePt t="153731" x="3505200" y="3575050"/>
          <p14:tracePt t="153746" x="3498850" y="3562350"/>
          <p14:tracePt t="153763" x="3498850" y="3556000"/>
          <p14:tracePt t="153780" x="3492500" y="3549650"/>
          <p14:tracePt t="153816" x="3492500" y="3543300"/>
          <p14:tracePt t="153836" x="3486150" y="3536950"/>
          <p14:tracePt t="153900" x="3479800" y="3530600"/>
          <p14:tracePt t="153984" x="3479800" y="3536950"/>
          <p14:tracePt t="153998" x="3479800" y="3543300"/>
          <p14:tracePt t="154004" x="3479800" y="3549650"/>
          <p14:tracePt t="154019" x="3479800" y="3556000"/>
          <p14:tracePt t="154028" x="3479800" y="3581400"/>
          <p14:tracePt t="154045" x="3486150" y="3619500"/>
          <p14:tracePt t="154062" x="3505200" y="3759200"/>
          <p14:tracePt t="154079" x="3536950" y="4006850"/>
          <p14:tracePt t="154097" x="3549650" y="4171950"/>
          <p14:tracePt t="154112" x="3613150" y="4521200"/>
          <p14:tracePt t="154128" x="3657600" y="4883150"/>
          <p14:tracePt t="154146" x="3695700" y="5194300"/>
          <p14:tracePt t="154162" x="3714750" y="5308600"/>
          <p14:tracePt t="154178" x="3727450" y="5397500"/>
          <p14:tracePt t="154195" x="3746500" y="5549900"/>
          <p14:tracePt t="154211" x="3752850" y="5575300"/>
          <p14:tracePt t="154228" x="3752850" y="5588000"/>
          <p14:tracePt t="154245" x="3752850" y="5607050"/>
          <p14:tracePt t="154261" x="3746500" y="5619750"/>
          <p14:tracePt t="154279" x="3733800" y="5645150"/>
          <p14:tracePt t="154295" x="3727450" y="5645150"/>
          <p14:tracePt t="154311" x="3721100" y="5670550"/>
          <p14:tracePt t="154329" x="3708400" y="5708650"/>
          <p14:tracePt t="154344" x="3702050" y="5721350"/>
          <p14:tracePt t="154361" x="3683000" y="5759450"/>
          <p14:tracePt t="154378" x="3676650" y="5791200"/>
          <p14:tracePt t="154394" x="3651250" y="5848350"/>
          <p14:tracePt t="154411" x="3632200" y="5943600"/>
          <p14:tracePt t="154427" x="3632200" y="6038850"/>
          <p14:tracePt t="154444" x="3632200" y="6089650"/>
          <p14:tracePt t="154462" x="3632200" y="6140450"/>
          <p14:tracePt t="154477" x="3663950" y="6311900"/>
          <p14:tracePt t="154494" x="3683000" y="6356350"/>
          <p14:tracePt t="154512" x="3746500" y="6432550"/>
          <p14:tracePt t="154527" x="3778250" y="6457950"/>
          <p14:tracePt t="154544" x="3848100" y="6496050"/>
          <p14:tracePt t="154561" x="3911600" y="6502400"/>
          <p14:tracePt t="154577" x="3930650" y="6502400"/>
          <p14:tracePt t="154594" x="4000500" y="6489700"/>
          <p14:tracePt t="154611" x="4057650" y="6470650"/>
          <p14:tracePt t="154627" x="4089400" y="6451600"/>
          <p14:tracePt t="154644" x="4133850" y="6432550"/>
          <p14:tracePt t="154660" x="4178300" y="6426200"/>
          <p14:tracePt t="154677" x="4191000" y="6407150"/>
          <p14:tracePt t="156687" x="4197350" y="6407150"/>
          <p14:tracePt t="156700" x="4210050" y="6407150"/>
          <p14:tracePt t="156707" x="4241800" y="6407150"/>
          <p14:tracePt t="156722" x="4267200" y="6407150"/>
          <p14:tracePt t="156737" x="4318000" y="6407150"/>
          <p14:tracePt t="156753" x="4368800" y="6407150"/>
          <p14:tracePt t="156770" x="4495800" y="6407150"/>
          <p14:tracePt t="156786" x="4591050" y="6400800"/>
          <p14:tracePt t="156802" x="4806950" y="6369050"/>
          <p14:tracePt t="156820" x="5010150" y="6350000"/>
          <p14:tracePt t="156836" x="5099050" y="6330950"/>
          <p14:tracePt t="156853" x="5308600" y="6305550"/>
          <p14:tracePt t="156869" x="5486400" y="6280150"/>
          <p14:tracePt t="156886" x="5575300" y="6254750"/>
          <p14:tracePt t="156902" x="5695950" y="6229350"/>
          <p14:tracePt t="156918" x="5772150" y="6216650"/>
          <p14:tracePt t="156935" x="5791200" y="6210300"/>
          <p14:tracePt t="156953" x="5810250" y="6210300"/>
          <p14:tracePt t="156969" x="5810250" y="6203950"/>
          <p14:tracePt t="157002" x="5810250" y="6210300"/>
          <p14:tracePt t="157044" x="5816600" y="6210300"/>
          <p14:tracePt t="157058" x="5822950" y="6210300"/>
          <p14:tracePt t="157390" x="5854700" y="6216650"/>
          <p14:tracePt t="157397" x="5924550" y="6223000"/>
          <p14:tracePt t="157412" x="5962650" y="6223000"/>
          <p14:tracePt t="157420" x="6007100" y="6229350"/>
          <p14:tracePt t="157434" x="6045200" y="6229350"/>
          <p14:tracePt t="157450" x="6134100" y="6242050"/>
          <p14:tracePt t="157468" x="6229350" y="6248400"/>
          <p14:tracePt t="157483" x="6267450" y="6248400"/>
          <p14:tracePt t="157500" x="6299200" y="6254750"/>
          <p14:tracePt t="157517" x="6394450" y="6273800"/>
          <p14:tracePt t="157533" x="6426200" y="6273800"/>
          <p14:tracePt t="157550" x="6464300" y="6273800"/>
          <p14:tracePt t="157567" x="6521450" y="6273800"/>
          <p14:tracePt t="157583" x="6578600" y="6273800"/>
          <p14:tracePt t="157599" x="6604000" y="6273800"/>
          <p14:tracePt t="157617" x="6654800" y="6273800"/>
          <p14:tracePt t="157633" x="6686550" y="6273800"/>
          <p14:tracePt t="157650" x="6699250" y="6273800"/>
          <p14:tracePt t="157666" x="6711950" y="6273800"/>
          <p14:tracePt t="157683" x="6718300" y="6273800"/>
          <p14:tracePt t="157812" x="6724650" y="6273800"/>
          <p14:tracePt t="157840" x="6731000" y="6273800"/>
          <p14:tracePt t="157861" x="6737350" y="6273800"/>
          <p14:tracePt t="157868" x="6743700" y="6273800"/>
          <p14:tracePt t="157883" x="6750050" y="6280150"/>
          <p14:tracePt t="157896" x="6756400" y="6280150"/>
          <p14:tracePt t="157917" x="6762750" y="6280150"/>
          <p14:tracePt t="157932" x="6775450" y="6280150"/>
          <p14:tracePt t="157945" x="6794500" y="6280150"/>
          <p14:tracePt t="157952" x="6819900" y="6280150"/>
          <p14:tracePt t="157969" x="6838950" y="6286500"/>
          <p14:tracePt t="157983" x="6864350" y="6286500"/>
          <p14:tracePt t="157999" x="6896100" y="6286500"/>
          <p14:tracePt t="158016" x="6953250" y="6286500"/>
          <p14:tracePt t="158031" x="6978650" y="6286500"/>
          <p14:tracePt t="158048" x="7004050" y="6286500"/>
          <p14:tracePt t="158065" x="7042150" y="6286500"/>
          <p14:tracePt t="158081" x="7054850" y="6286500"/>
          <p14:tracePt t="158098" x="7067550" y="6286500"/>
          <p14:tracePt t="158115" x="7073900" y="6286500"/>
          <p14:tracePt t="158131" x="7080250" y="6286500"/>
          <p14:tracePt t="158472" x="7054850" y="6254750"/>
          <p14:tracePt t="158487" x="6991350" y="6197600"/>
          <p14:tracePt t="158493" x="6896100" y="6108700"/>
          <p14:tracePt t="158507" x="6788150" y="6007100"/>
          <p14:tracePt t="158516" x="6616700" y="5854700"/>
          <p14:tracePt t="158530" x="6394450" y="5651500"/>
          <p14:tracePt t="158546" x="5899150" y="5187950"/>
          <p14:tracePt t="158564" x="5378450" y="4667250"/>
          <p14:tracePt t="158580" x="5105400" y="4406900"/>
          <p14:tracePt t="158596" x="4629150" y="3867150"/>
          <p14:tracePt t="158614" x="4216400" y="3403600"/>
          <p14:tracePt t="158630" x="3994150" y="3181350"/>
          <p14:tracePt t="158646" x="3663950" y="2838450"/>
          <p14:tracePt t="158663" x="3416300" y="2590800"/>
          <p14:tracePt t="158679" x="3321050" y="2508250"/>
          <p14:tracePt t="158697" x="3244850" y="2425700"/>
          <p14:tracePt t="158712" x="3124200" y="2292350"/>
          <p14:tracePt t="158729" x="3022600" y="2184400"/>
          <p14:tracePt t="158746" x="2927350" y="2101850"/>
          <p14:tracePt t="158762" x="2901950" y="2082800"/>
          <p14:tracePt t="158779" x="2863850" y="2044700"/>
          <p14:tracePt t="158796" x="2832100" y="2025650"/>
          <p14:tracePt t="158812" x="2813050" y="2019300"/>
          <p14:tracePt t="158829" x="2794000" y="2012950"/>
          <p14:tracePt t="158846" x="2755900" y="2006600"/>
          <p14:tracePt t="158862" x="2736850" y="2012950"/>
          <p14:tracePt t="158879" x="2673350" y="2051050"/>
          <p14:tracePt t="158895" x="2622550" y="2120900"/>
          <p14:tracePt t="158912" x="2603500" y="2171700"/>
          <p14:tracePt t="158929" x="2571750" y="2305050"/>
          <p14:tracePt t="158945" x="2578100" y="2387600"/>
          <p14:tracePt t="158962" x="2609850" y="2565400"/>
          <p14:tracePt t="158979" x="2667000" y="2762250"/>
          <p14:tracePt t="158995" x="2730500" y="2921000"/>
          <p14:tracePt t="159012" x="2749550" y="2978150"/>
          <p14:tracePt t="159028" x="2794000" y="3086100"/>
          <p14:tracePt t="159045" x="2813050" y="3155950"/>
          <p14:tracePt t="159062" x="2838450" y="3276600"/>
          <p14:tracePt t="159078" x="2838450" y="3346450"/>
          <p14:tracePt t="159095" x="2844800" y="3359150"/>
          <p14:tracePt t="159112" x="2844800" y="3371850"/>
          <p14:tracePt t="159128" x="2844800" y="3384550"/>
          <p14:tracePt t="159238" x="2851150" y="3384550"/>
          <p14:tracePt t="159245" x="2857500" y="3384550"/>
          <p14:tracePt t="159274" x="2863850" y="3384550"/>
          <p14:tracePt t="159295" x="2870200" y="3384550"/>
          <p14:tracePt t="159316" x="2876550" y="3378200"/>
          <p14:tracePt t="159330" x="2876550" y="3371850"/>
          <p14:tracePt t="159345" x="2882900" y="3365500"/>
          <p14:tracePt t="159365" x="2889250" y="3352800"/>
          <p14:tracePt t="159379" x="2889250" y="3346450"/>
          <p14:tracePt t="159386" x="2895600" y="3333750"/>
          <p14:tracePt t="159400" x="2895600" y="3321050"/>
          <p14:tracePt t="159410" x="2895600" y="3308350"/>
          <p14:tracePt t="159427" x="2895600" y="3289300"/>
          <p14:tracePt t="159444" x="2901950" y="3238500"/>
          <p14:tracePt t="159460" x="2908300" y="3200400"/>
          <p14:tracePt t="159477" x="2908300" y="3155950"/>
          <p14:tracePt t="159493" x="2908300" y="3136900"/>
          <p14:tracePt t="159510" x="2908300" y="3111500"/>
          <p14:tracePt t="159527" x="2908300" y="3098800"/>
          <p14:tracePt t="159559" x="2908300" y="3092450"/>
          <p14:tracePt t="159716" x="2908300" y="3098800"/>
          <p14:tracePt t="159737" x="2908300" y="3105150"/>
          <p14:tracePt t="159751" x="2914650" y="3111500"/>
          <p14:tracePt t="159760" x="2914650" y="3117850"/>
          <p14:tracePt t="159780" x="2914650" y="3124200"/>
          <p14:tracePt t="159794" x="2921000" y="3136900"/>
          <p14:tracePt t="159800" x="2927350" y="3149600"/>
          <p14:tracePt t="159809" x="2940050" y="3168650"/>
          <p14:tracePt t="159826" x="2952750" y="3200400"/>
          <p14:tracePt t="159844" x="2984500" y="3276600"/>
          <p14:tracePt t="159859" x="3028950" y="3352800"/>
          <p14:tracePt t="159875" x="3054350" y="3397250"/>
          <p14:tracePt t="159893" x="3092450" y="3460750"/>
          <p14:tracePt t="159908" x="3130550" y="3505200"/>
          <p14:tracePt t="159925" x="3143250" y="3524250"/>
          <p14:tracePt t="159942" x="3168650" y="3543300"/>
          <p14:tracePt t="159958" x="3175000" y="3549650"/>
          <p14:tracePt t="159975" x="3187700" y="3556000"/>
          <p14:tracePt t="160008" x="3194050" y="3556000"/>
          <p14:tracePt t="160025" x="3194050" y="3549650"/>
          <p14:tracePt t="160041" x="3194050" y="3530600"/>
          <p14:tracePt t="160058" x="3194050" y="3517900"/>
          <p14:tracePt t="160075" x="3187700" y="3492500"/>
          <p14:tracePt t="160091" x="3168650" y="3429000"/>
          <p14:tracePt t="160108" x="3162300" y="3390900"/>
          <p14:tracePt t="160125" x="3124200" y="3270250"/>
          <p14:tracePt t="160141" x="3079750" y="3143250"/>
          <p14:tracePt t="160158" x="3048000" y="3086100"/>
          <p14:tracePt t="160174" x="3003550" y="2990850"/>
          <p14:tracePt t="160191" x="2952750" y="2921000"/>
          <p14:tracePt t="160208" x="2914650" y="2870200"/>
          <p14:tracePt t="160224" x="2895600" y="2857500"/>
          <p14:tracePt t="160241" x="2882900" y="2838450"/>
          <p14:tracePt t="160258" x="2851150" y="2819400"/>
          <p14:tracePt t="160274" x="2844800" y="2819400"/>
          <p14:tracePt t="160307" x="2838450" y="2819400"/>
          <p14:tracePt t="160349" x="2832100" y="2819400"/>
          <p14:tracePt t="160384" x="2825750" y="2819400"/>
          <p14:tracePt t="160391" x="2819400" y="2819400"/>
          <p14:tracePt t="160412" x="2806700" y="2819400"/>
          <p14:tracePt t="160419" x="2800350" y="2819400"/>
          <p14:tracePt t="160433" x="2787650" y="2819400"/>
          <p14:tracePt t="160442" x="2774950" y="2819400"/>
          <p14:tracePt t="160457" x="2762250" y="2819400"/>
          <p14:tracePt t="160473" x="2717800" y="2832100"/>
          <p14:tracePt t="160490" x="2635250" y="2844800"/>
          <p14:tracePt t="160506" x="2590800" y="2863850"/>
          <p14:tracePt t="160523" x="2546350" y="2882900"/>
          <p14:tracePt t="160540" x="2425700" y="2940050"/>
          <p14:tracePt t="160556" x="2406650" y="2952750"/>
          <p14:tracePt t="160573" x="2381250" y="2971800"/>
          <p14:tracePt t="160589" x="2368550" y="2978150"/>
          <p14:tracePt t="160606" x="2355850" y="2990850"/>
          <p14:tracePt t="160623" x="2349500" y="3003550"/>
          <p14:tracePt t="160639" x="2349500" y="3009900"/>
          <p14:tracePt t="160656" x="2349500" y="3016250"/>
          <p14:tracePt t="160673" x="2349500" y="3035300"/>
          <p14:tracePt t="160689" x="2349500" y="3041650"/>
          <p14:tracePt t="160706" x="2349500" y="3060700"/>
          <p14:tracePt t="160723" x="2355850" y="3067050"/>
          <p14:tracePt t="160739" x="2355850" y="3073400"/>
          <p14:tracePt t="160756" x="2362200" y="3079750"/>
          <p14:tracePt t="160772" x="2368550" y="3086100"/>
          <p14:tracePt t="160806" x="2381250" y="3098800"/>
          <p14:tracePt t="160823" x="2393950" y="3105150"/>
          <p14:tracePt t="160839" x="2400300" y="3111500"/>
          <p14:tracePt t="160855" x="2413000" y="3111500"/>
          <p14:tracePt t="160871" x="2425700" y="3130550"/>
          <p14:tracePt t="160888" x="2463800" y="3136900"/>
          <p14:tracePt t="160905" x="2495550" y="3155950"/>
          <p14:tracePt t="160922" x="2514600" y="3155950"/>
          <p14:tracePt t="160939" x="2552700" y="3168650"/>
          <p14:tracePt t="160955" x="2578100" y="3175000"/>
          <p14:tracePt t="160971" x="2597150" y="3175000"/>
          <p14:tracePt t="160988" x="2616200" y="3175000"/>
          <p14:tracePt t="161005" x="2628900" y="3181350"/>
          <p14:tracePt t="161022" x="2635250" y="3187700"/>
          <p14:tracePt t="161038" x="2641600" y="3187700"/>
          <p14:tracePt t="161073" x="2647950" y="3194050"/>
          <p14:tracePt t="161192" x="2647950" y="3200400"/>
          <p14:tracePt t="161199" x="2654300" y="3200400"/>
          <p14:tracePt t="161632" x="2660650" y="3200400"/>
          <p14:tracePt t="161639" x="2679700" y="3200400"/>
          <p14:tracePt t="161655" x="2698750" y="3187700"/>
          <p14:tracePt t="161669" x="2711450" y="3181350"/>
          <p14:tracePt t="161686" x="2743200" y="3162300"/>
          <p14:tracePt t="161703" x="2774950" y="3136900"/>
          <p14:tracePt t="161719" x="2787650" y="3117850"/>
          <p14:tracePt t="161736" x="2813050" y="3079750"/>
          <p14:tracePt t="161752" x="2851150" y="3022600"/>
          <p14:tracePt t="161769" x="2870200" y="2984500"/>
          <p14:tracePt t="161786" x="2927350" y="2882900"/>
          <p14:tracePt t="161801" x="2984500" y="2743200"/>
          <p14:tracePt t="161818" x="3003550" y="2679700"/>
          <p14:tracePt t="161836" x="3041650" y="2546350"/>
          <p14:tracePt t="161851" x="3086100" y="2400300"/>
          <p14:tracePt t="161868" x="3111500" y="2317750"/>
          <p14:tracePt t="161886" x="3130550" y="2127250"/>
          <p14:tracePt t="161901" x="3136900" y="1936750"/>
          <p14:tracePt t="161918" x="3136900" y="1847850"/>
          <p14:tracePt t="161935" x="3117850" y="1689100"/>
          <p14:tracePt t="161951" x="3098800" y="1631950"/>
          <p14:tracePt t="161969" x="3054350" y="1485900"/>
          <p14:tracePt t="161985" x="3035300" y="1454150"/>
          <p14:tracePt t="162002" x="3022600" y="1422400"/>
          <p14:tracePt t="162018" x="2959100" y="1352550"/>
          <p14:tracePt t="162034" x="2927350" y="1314450"/>
          <p14:tracePt t="162051" x="2901950" y="1295400"/>
          <p14:tracePt t="162068" x="2870200" y="1270000"/>
          <p14:tracePt t="162084" x="2857500" y="1257300"/>
          <p14:tracePt t="162101" x="2832100" y="1231900"/>
          <p14:tracePt t="162117" x="2787650" y="1212850"/>
          <p14:tracePt t="162134" x="2768600" y="1212850"/>
          <p14:tracePt t="162152" x="2705100" y="1200150"/>
          <p14:tracePt t="162167" x="2692400" y="1193800"/>
          <p14:tracePt t="162184" x="2660650" y="1193800"/>
          <p14:tracePt t="162201" x="2609850" y="1187450"/>
          <p14:tracePt t="162217" x="2590800" y="1187450"/>
          <p14:tracePt t="162234" x="2559050" y="1174750"/>
          <p14:tracePt t="162237" x="2546350" y="1174750"/>
          <p14:tracePt t="162250" x="2514600" y="1174750"/>
          <p14:tracePt t="162267" x="2508250" y="1174750"/>
          <p14:tracePt t="162284" x="2501900" y="1174750"/>
          <p14:tracePt t="162316" x="2495550" y="1174750"/>
          <p14:tracePt t="162383" x="2489200" y="1174750"/>
          <p14:tracePt t="162426" x="2482850" y="1174750"/>
          <p14:tracePt t="162502" x="2482850" y="1181100"/>
          <p14:tracePt t="162510" x="2489200" y="1187450"/>
          <p14:tracePt t="162524" x="2495550" y="1193800"/>
          <p14:tracePt t="162533" x="2501900" y="1200150"/>
          <p14:tracePt t="162549" x="2520950" y="1225550"/>
          <p14:tracePt t="162566" x="2546350" y="1289050"/>
          <p14:tracePt t="162582" x="2571750" y="1320800"/>
          <p14:tracePt t="162599" x="2616200" y="1416050"/>
          <p14:tracePt t="162616" x="2667000" y="1530350"/>
          <p14:tracePt t="162632" x="2686050" y="1593850"/>
          <p14:tracePt t="162649" x="2711450" y="1708150"/>
          <p14:tracePt t="162666" x="2730500" y="1797050"/>
          <p14:tracePt t="162682" x="2730500" y="1828800"/>
          <p14:tracePt t="162699" x="2736850" y="1866900"/>
          <p14:tracePt t="162715" x="2736850" y="1885950"/>
          <p14:tracePt t="162732" x="2736850" y="1892300"/>
          <p14:tracePt t="162750" x="2736850" y="1898650"/>
          <p14:tracePt t="162973" x="2743200" y="1898650"/>
          <p14:tracePt t="162987" x="2749550" y="1898650"/>
          <p14:tracePt t="162994" x="2749550" y="1905000"/>
          <p14:tracePt t="163016" x="2762250" y="1911350"/>
          <p14:tracePt t="163022" x="2794000" y="1917700"/>
          <p14:tracePt t="163036" x="2825750" y="1930400"/>
          <p14:tracePt t="163047" x="2870200" y="1949450"/>
          <p14:tracePt t="163065" x="3003550" y="2000250"/>
          <p14:tracePt t="163081" x="3079750" y="2025650"/>
          <p14:tracePt t="163097" x="3225800" y="2063750"/>
          <p14:tracePt t="163114" x="3295650" y="2076450"/>
          <p14:tracePt t="163131" x="3390900" y="2101850"/>
          <p14:tracePt t="163147" x="3429000" y="2108200"/>
          <p14:tracePt t="163164" x="3486150" y="2114550"/>
          <p14:tracePt t="163181" x="3492500" y="2114550"/>
          <p14:tracePt t="163197" x="3498850" y="2114550"/>
          <p14:tracePt t="163254" x="3492500" y="2114550"/>
          <p14:tracePt t="163276" x="3486150" y="2114550"/>
          <p14:tracePt t="163296" x="3479800" y="2114550"/>
          <p14:tracePt t="163339" x="3473450" y="2114550"/>
          <p14:tracePt t="163409" x="3467100" y="2114550"/>
          <p14:tracePt t="163605" x="3460750" y="2114550"/>
          <p14:tracePt t="163648" x="3454400" y="2114550"/>
          <p14:tracePt t="163669" x="3448050" y="2114550"/>
          <p14:tracePt t="163676" x="3441700" y="2120900"/>
          <p14:tracePt t="163690" x="3435350" y="2133600"/>
          <p14:tracePt t="163698" x="3422650" y="2146300"/>
          <p14:tracePt t="163712" x="3409950" y="2171700"/>
          <p14:tracePt t="163729" x="3359150" y="2247900"/>
          <p14:tracePt t="163746" x="3321050" y="2305050"/>
          <p14:tracePt t="163762" x="3232150" y="2463800"/>
          <p14:tracePt t="163778" x="3162300" y="2571750"/>
          <p14:tracePt t="163796" x="2901950" y="3022600"/>
          <p14:tracePt t="163812" x="2806700" y="3194050"/>
          <p14:tracePt t="163828" x="2724150" y="3390900"/>
          <p14:tracePt t="163845" x="2603500" y="3651250"/>
          <p14:tracePt t="163861" x="2508250" y="3841750"/>
          <p14:tracePt t="163878" x="2463800" y="3917950"/>
          <p14:tracePt t="163895" x="2419350" y="4019550"/>
          <p14:tracePt t="163911" x="2393950" y="4070350"/>
          <p14:tracePt t="163929" x="2387600" y="4089400"/>
          <p14:tracePt t="163944" x="2387600" y="4095750"/>
          <p14:tracePt t="163961" x="2387600" y="4102100"/>
          <p14:tracePt t="163979" x="2387600" y="4108450"/>
          <p14:tracePt t="163994" x="2400300" y="4121150"/>
          <p14:tracePt t="164011" x="2432050" y="4140200"/>
          <p14:tracePt t="164418" x="2432050" y="4146550"/>
          <p14:tracePt t="164439" x="2432050" y="4152900"/>
          <p14:tracePt t="164453" x="2432050" y="4159250"/>
          <p14:tracePt t="164462" x="2432050" y="4165600"/>
          <p14:tracePt t="164477" x="2432050" y="4171950"/>
          <p14:tracePt t="164493" x="2432050" y="4178300"/>
          <p14:tracePt t="164510" x="2451100" y="4197350"/>
          <p14:tracePt t="164526" x="2463800" y="4210050"/>
          <p14:tracePt t="164542" x="2489200" y="4229100"/>
          <p14:tracePt t="164560" x="2565400" y="4292600"/>
          <p14:tracePt t="164576" x="2597150" y="4318000"/>
          <p14:tracePt t="164592" x="2641600" y="4343400"/>
          <p14:tracePt t="164609" x="2717800" y="4387850"/>
          <p14:tracePt t="164625" x="2787650" y="4406900"/>
          <p14:tracePt t="164643" x="2857500" y="4406900"/>
          <p14:tracePt t="164659" x="2882900" y="4406900"/>
          <p14:tracePt t="164675" x="2927350" y="4394200"/>
          <p14:tracePt t="164692" x="2952750" y="4375150"/>
          <p14:tracePt t="164709" x="2959100" y="4368800"/>
          <p14:tracePt t="164725" x="2965450" y="4356100"/>
          <p14:tracePt t="164742" x="2965450" y="4349750"/>
          <p14:tracePt t="164758" x="2965450" y="4343400"/>
          <p14:tracePt t="164775" x="2959100" y="4337050"/>
          <p14:tracePt t="164791" x="2946400" y="4337050"/>
          <p14:tracePt t="164811" x="2940050" y="4337050"/>
          <p14:tracePt t="164833" x="2933700" y="4330700"/>
          <p14:tracePt t="164841" x="2927350" y="4324350"/>
          <p14:tracePt t="164858" x="2914650" y="4324350"/>
          <p14:tracePt t="164876" x="2889250" y="4305300"/>
          <p14:tracePt t="164891" x="2863850" y="4292600"/>
          <p14:tracePt t="164908" x="2806700" y="4260850"/>
          <p14:tracePt t="164925" x="2717800" y="4210050"/>
          <p14:tracePt t="164941" x="2673350" y="4184650"/>
          <p14:tracePt t="164958" x="2559050" y="4146550"/>
          <p14:tracePt t="164974" x="2451100" y="4095750"/>
          <p14:tracePt t="164991" x="2419350" y="4089400"/>
          <p14:tracePt t="165008" x="2368550" y="4076700"/>
          <p14:tracePt t="165024" x="2330450" y="4076700"/>
          <p14:tracePt t="165040" x="2324100" y="4076700"/>
          <p14:tracePt t="165058" x="2311400" y="4076700"/>
          <p14:tracePt t="165296" x="2311400" y="4083050"/>
          <p14:tracePt t="165303" x="2305050" y="4089400"/>
          <p14:tracePt t="165317" x="2305050" y="4102100"/>
          <p14:tracePt t="165326" x="2305050" y="4127500"/>
          <p14:tracePt t="165340" x="2298700" y="4159250"/>
          <p14:tracePt t="165356" x="2298700" y="4222750"/>
          <p14:tracePt t="165374" x="2286000" y="4305300"/>
          <p14:tracePt t="165389" x="2279650" y="4343400"/>
          <p14:tracePt t="165406" x="2279650" y="4413250"/>
          <p14:tracePt t="165424" x="2279650" y="4451350"/>
          <p14:tracePt t="165439" x="2279650" y="4470400"/>
          <p14:tracePt t="165456" x="2279650" y="4483100"/>
          <p14:tracePt t="165473" x="2279650" y="4502150"/>
          <p14:tracePt t="165505" x="2279650" y="4508500"/>
          <p14:tracePt t="165535" x="2273300" y="4514850"/>
          <p14:tracePt t="165704" x="2279650" y="4521200"/>
          <p14:tracePt t="165725" x="2286000" y="4527550"/>
          <p14:tracePt t="165740" x="2286000" y="4533900"/>
          <p14:tracePt t="165746" x="2292350" y="4540250"/>
          <p14:tracePt t="165754" x="2292350" y="4546600"/>
          <p14:tracePt t="165771" x="2298700" y="4552950"/>
          <p14:tracePt t="165789" x="2343150" y="4578350"/>
          <p14:tracePt t="165805" x="2368550" y="4591050"/>
          <p14:tracePt t="165822" x="2444750" y="4622800"/>
          <p14:tracePt t="165838" x="2552700" y="4648200"/>
          <p14:tracePt t="165855" x="2603500" y="4648200"/>
          <p14:tracePt t="165871" x="2717800" y="4660900"/>
          <p14:tracePt t="165888" x="2800350" y="4660900"/>
          <p14:tracePt t="165904" x="2825750" y="4660900"/>
          <p14:tracePt t="165922" x="2870200" y="4641850"/>
          <p14:tracePt t="165938" x="2889250" y="4635500"/>
          <p14:tracePt t="165954" x="2901950" y="4635500"/>
          <p14:tracePt t="165971" x="2908300" y="4629150"/>
          <p14:tracePt t="165987" x="2908300" y="4622800"/>
          <p14:tracePt t="166007" x="2914650" y="4622800"/>
          <p14:tracePt t="166027" x="2921000" y="4616450"/>
          <p14:tracePt t="166048" x="2927350" y="4610100"/>
          <p14:tracePt t="166057" x="2927350" y="4603750"/>
          <p14:tracePt t="166070" x="2933700" y="4597400"/>
          <p14:tracePt t="166090" x="2940050" y="4591050"/>
          <p14:tracePt t="166104" x="2940050" y="4572000"/>
          <p14:tracePt t="166120" x="2946400" y="4559300"/>
          <p14:tracePt t="166137" x="2946400" y="4540250"/>
          <p14:tracePt t="166154" x="2946400" y="4502150"/>
          <p14:tracePt t="166170" x="2940050" y="4438650"/>
          <p14:tracePt t="166187" x="2927350" y="4413250"/>
          <p14:tracePt t="166204" x="2876550" y="4343400"/>
          <p14:tracePt t="166220" x="2794000" y="4273550"/>
          <p14:tracePt t="166237" x="2736850" y="4235450"/>
          <p14:tracePt t="166253" x="2628900" y="4178300"/>
          <p14:tracePt t="166270" x="2527300" y="4140200"/>
          <p14:tracePt t="166287" x="2457450" y="4133850"/>
          <p14:tracePt t="166303" x="2432050" y="4133850"/>
          <p14:tracePt t="166320" x="2400300" y="4133850"/>
          <p14:tracePt t="166336" x="2387600" y="4140200"/>
          <p14:tracePt t="166353" x="2381250" y="4146550"/>
          <p14:tracePt t="166369" x="2374900" y="4159250"/>
          <p14:tracePt t="166386" x="2368550" y="4197350"/>
          <p14:tracePt t="166402" x="2368550" y="4203700"/>
          <p14:tracePt t="166419" x="2368550" y="4235450"/>
          <p14:tracePt t="166436" x="2368550" y="4292600"/>
          <p14:tracePt t="166452" x="2381250" y="4381500"/>
          <p14:tracePt t="166470" x="2406650" y="4489450"/>
          <p14:tracePt t="166486" x="2432050" y="4559300"/>
          <p14:tracePt t="166502" x="2501900" y="4711700"/>
          <p14:tracePt t="166519" x="2546350" y="4787900"/>
          <p14:tracePt t="166536" x="2654300" y="4940300"/>
          <p14:tracePt t="166552" x="2774950" y="5048250"/>
          <p14:tracePt t="166569" x="2876550" y="5105400"/>
          <p14:tracePt t="166585" x="2914650" y="5111750"/>
          <p14:tracePt t="166603" x="2971800" y="5111750"/>
          <p14:tracePt t="166618" x="3016250" y="5092700"/>
          <p14:tracePt t="166635" x="3035300" y="5080000"/>
          <p14:tracePt t="166653" x="3073400" y="5035550"/>
          <p14:tracePt t="166668" x="3117850" y="4991100"/>
          <p14:tracePt t="166685" x="3130550" y="4965700"/>
          <p14:tracePt t="166702" x="3155950" y="4927600"/>
          <p14:tracePt t="166718" x="3162300" y="4902200"/>
          <p14:tracePt t="166735" x="3175000" y="4845050"/>
          <p14:tracePt t="166752" x="3181350" y="4756150"/>
          <p14:tracePt t="166768" x="3194050" y="4686300"/>
          <p14:tracePt t="166786" x="3181350" y="4483100"/>
          <p14:tracePt t="166801" x="3168650" y="4229100"/>
          <p14:tracePt t="166818" x="3149600" y="4089400"/>
          <p14:tracePt t="166821" x="3136900" y="3962400"/>
          <p14:tracePt t="166835" x="3111500" y="3816350"/>
          <p14:tracePt t="166851" x="3060700" y="3543300"/>
          <p14:tracePt t="166868" x="3028950" y="3416300"/>
          <p14:tracePt t="166884" x="2946400" y="3130550"/>
          <p14:tracePt t="166901" x="2914650" y="3003550"/>
          <p14:tracePt t="166918" x="2806700" y="2711450"/>
          <p14:tracePt t="166934" x="2679700" y="2355850"/>
          <p14:tracePt t="166951" x="2597150" y="2165350"/>
          <p14:tracePt t="166969" x="2413000" y="1727200"/>
          <p14:tracePt t="166984" x="2362200" y="1619250"/>
          <p14:tracePt t="167001" x="2317750" y="1536700"/>
          <p14:tracePt t="167018" x="2197100" y="1308100"/>
          <p14:tracePt t="167033" x="2159000" y="1225550"/>
          <p14:tracePt t="167050" x="2120900" y="1168400"/>
          <p14:tracePt t="167067" x="2070100" y="1079500"/>
          <p14:tracePt t="167084" x="2025650" y="1047750"/>
          <p14:tracePt t="167100" x="2019300" y="1028700"/>
          <p14:tracePt t="167117" x="2000250" y="1022350"/>
          <p14:tracePt t="167133" x="1987550" y="1022350"/>
          <p14:tracePt t="167151" x="1981200" y="1022350"/>
          <p14:tracePt t="167166" x="1974850" y="1022350"/>
          <p14:tracePt t="167228" x="1974850" y="1028700"/>
          <p14:tracePt t="167284" x="1974850" y="1035050"/>
          <p14:tracePt t="167369" x="1974850" y="1041400"/>
          <p14:tracePt t="167460" x="1974850" y="1047750"/>
          <p14:tracePt t="167481" x="1974850" y="1054100"/>
          <p14:tracePt t="167495" x="1974850" y="1060450"/>
          <p14:tracePt t="167502" x="1974850" y="1085850"/>
          <p14:tracePt t="167517" x="1968500" y="1111250"/>
          <p14:tracePt t="167532" x="1974850" y="1219200"/>
          <p14:tracePt t="167548" x="1974850" y="1295400"/>
          <p14:tracePt t="167566" x="1993900" y="1460500"/>
          <p14:tracePt t="167582" x="2025650" y="1644650"/>
          <p14:tracePt t="167598" x="2044700" y="1733550"/>
          <p14:tracePt t="167616" x="2063750" y="1879600"/>
          <p14:tracePt t="167632" x="2070100" y="1930400"/>
          <p14:tracePt t="167648" x="2076450" y="1987550"/>
          <p14:tracePt t="167665" x="2082800" y="2019300"/>
          <p14:tracePt t="167685" x="2082800" y="2025650"/>
          <p14:tracePt t="167698" x="2082800" y="2032000"/>
          <p14:tracePt t="167777" x="2089150" y="2032000"/>
          <p14:tracePt t="167791" x="2095500" y="2032000"/>
          <p14:tracePt t="167811" x="2101850" y="2032000"/>
          <p14:tracePt t="167825" x="2114550" y="2032000"/>
          <p14:tracePt t="167839" x="2120900" y="2032000"/>
          <p14:tracePt t="167861" x="2127250" y="2038350"/>
          <p14:tracePt t="167875" x="2152650" y="2044700"/>
          <p14:tracePt t="167884" x="2197100" y="2051050"/>
          <p14:tracePt t="167897" x="2247900" y="2070100"/>
          <p14:tracePt t="167914" x="2330450" y="2089150"/>
          <p14:tracePt t="167932" x="2520950" y="2133600"/>
          <p14:tracePt t="167948" x="2628900" y="2152650"/>
          <p14:tracePt t="167964" x="2743200" y="2165350"/>
          <p14:tracePt t="167981" x="2946400" y="2197100"/>
          <p14:tracePt t="167997" x="3035300" y="2197100"/>
          <p14:tracePt t="168014" x="3111500" y="2203450"/>
          <p14:tracePt t="168031" x="3219450" y="2203450"/>
          <p14:tracePt t="168047" x="3238500" y="2203450"/>
          <p14:tracePt t="168063" x="3251200" y="2203450"/>
          <p14:tracePt t="168080" x="3257550" y="2203450"/>
          <p14:tracePt t="168149" x="3251200" y="2203450"/>
          <p14:tracePt t="168164" x="3238500" y="2203450"/>
          <p14:tracePt t="168170" x="3219450" y="2203450"/>
          <p14:tracePt t="168180" x="3181350" y="2203450"/>
          <p14:tracePt t="168197" x="3143250" y="2203450"/>
          <p14:tracePt t="168213" x="2933700" y="2209800"/>
          <p14:tracePt t="168230" x="2857500" y="2209800"/>
          <p14:tracePt t="168247" x="2692400" y="2209800"/>
          <p14:tracePt t="168263" x="2603500" y="2203450"/>
          <p14:tracePt t="168280" x="2438400" y="2203450"/>
          <p14:tracePt t="168297" x="2317750" y="2197100"/>
          <p14:tracePt t="168313" x="2292350" y="2197100"/>
          <p14:tracePt t="168329" x="2266950" y="2197100"/>
          <p14:tracePt t="168346" x="2247900" y="2197100"/>
          <p14:tracePt t="168362" x="2235200" y="2197100"/>
          <p14:tracePt t="168379" x="2241550" y="2197100"/>
          <p14:tracePt t="168396" x="2298700" y="2209800"/>
          <p14:tracePt t="168413" x="2343150" y="2216150"/>
          <p14:tracePt t="168430" x="2489200" y="2254250"/>
          <p14:tracePt t="168446" x="2686050" y="2336800"/>
          <p14:tracePt t="168462" x="2806700" y="2381250"/>
          <p14:tracePt t="168480" x="3003550" y="2457450"/>
          <p14:tracePt t="168496" x="3124200" y="2501900"/>
          <p14:tracePt t="168512" x="3162300" y="2508250"/>
          <p14:tracePt t="168529" x="3206750" y="2520950"/>
          <p14:tracePt t="168545" x="3219450" y="2520950"/>
          <p14:tracePt t="168561" x="3225800" y="2520950"/>
          <p14:tracePt t="168578" x="3225800" y="2514600"/>
          <p14:tracePt t="168595" x="3219450" y="2501900"/>
          <p14:tracePt t="168612" x="3225800" y="2495550"/>
          <p14:tracePt t="168628" x="3232150" y="249555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ChangeArrowheads="1"/>
          </p:cNvSpPr>
          <p:nvPr/>
        </p:nvSpPr>
        <p:spPr bwMode="auto">
          <a:xfrm>
            <a:off x="623888" y="795338"/>
            <a:ext cx="8280400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class Animal</a:t>
            </a:r>
            <a:r>
              <a:rPr lang="en-US" altLang="en-US" b="1" dirty="0">
                <a:solidFill>
                  <a:srgbClr val="FFA300"/>
                </a:solidFill>
                <a:latin typeface="Lucida Console" panose="020B0609040504020204" pitchFamily="49" charset="0"/>
              </a:rPr>
              <a:t>(object)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__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__(self, name): # Constructor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    self.name = name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(self):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    return self.name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 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class Cat(Animal):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talk(self):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    return 'Meow!'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class Dog(Animal):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talk(self):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    return 'Woof! Woof!'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animals = [Cat('Missy'),Cat('Fluffy'),Dog('Lassie')]</a:t>
            </a:r>
          </a:p>
          <a:p>
            <a:pPr eaLnBrk="1" hangingPunct="1">
              <a:buClr>
                <a:srgbClr val="2D2DB9"/>
              </a:buClr>
            </a:pPr>
            <a:endParaRPr lang="en-US" altLang="en-US" dirty="0">
              <a:solidFill>
                <a:srgbClr val="222222"/>
              </a:solidFill>
              <a:latin typeface="Lucida Console" panose="020B0609040504020204" pitchFamily="49" charset="0"/>
            </a:endParaRP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for animal in animals: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    print (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animal.talk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()+' I am '+</a:t>
            </a:r>
            <a:r>
              <a:rPr lang="en-US" altLang="en-US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animal.get_name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</a:rPr>
              <a:t>())</a:t>
            </a:r>
          </a:p>
        </p:txBody>
      </p:sp>
      <p:sp>
        <p:nvSpPr>
          <p:cNvPr id="23555" name="Title 6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sz="4400" spc="-200" dirty="0">
                <a:latin typeface="Elephant" panose="02020904090505020303" pitchFamily="18" charset="0"/>
              </a:rPr>
              <a:t>Inheritance Example</a:t>
            </a:r>
            <a:r>
              <a:rPr lang="en-US" altLang="en-US" sz="4400" spc="-200" dirty="0"/>
              <a:t>: Animal Class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4495800" y="1538467"/>
            <a:ext cx="4648200" cy="2423933"/>
          </a:xfrm>
          <a:prstGeom prst="wedgeRoundRectCallout">
            <a:avLst>
              <a:gd name="adj1" fmla="val -76093"/>
              <a:gd name="adj2" fmla="val -6772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Sometimes you’ll see people programming this way: with “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(object)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” being added to the base class’s definition.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2286000" y="6248400"/>
            <a:ext cx="4648200" cy="609600"/>
          </a:xfrm>
          <a:prstGeom prst="wedgeRoundRectCallout">
            <a:avLst>
              <a:gd name="adj1" fmla="val 21800"/>
              <a:gd name="adj2" fmla="val -5880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(Python 2 didn’t assume.)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2286000" y="5272267"/>
            <a:ext cx="4648200" cy="976133"/>
          </a:xfrm>
          <a:prstGeom prst="wedgeRoundRectCallout">
            <a:avLst>
              <a:gd name="adj1" fmla="val 21800"/>
              <a:gd name="adj2" fmla="val -5880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But you don’t need to add it, because it is assumed.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2286000" y="4296134"/>
            <a:ext cx="4648200" cy="976133"/>
          </a:xfrm>
          <a:prstGeom prst="wedgeRoundRectCallout">
            <a:avLst>
              <a:gd name="adj1" fmla="val 62783"/>
              <a:gd name="adj2" fmla="val -19150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“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object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” is basically an empty class.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300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622"/>
    </mc:Choice>
    <mc:Fallback xmlns="">
      <p:transition spd="slow" advTm="856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7" grpId="0" animBg="1"/>
      <p:bldP spid="6" grpId="0" animBg="1"/>
    </p:bldLst>
  </p:timing>
  <p:extLst>
    <p:ext uri="{3A86A75C-4F4B-4683-9AE1-C65F6400EC91}">
      <p14:laserTraceLst xmlns:p14="http://schemas.microsoft.com/office/powerpoint/2010/main">
        <p14:tracePtLst>
          <p14:tracePt t="2545" x="3232150" y="2470150"/>
          <p14:tracePt t="2552" x="3232150" y="2381250"/>
          <p14:tracePt t="2566" x="3232150" y="2298700"/>
          <p14:tracePt t="2576" x="3232150" y="2216150"/>
          <p14:tracePt t="2590" x="3225800" y="2108200"/>
          <p14:tracePt t="2607" x="3206750" y="1879600"/>
          <p14:tracePt t="2624" x="3194050" y="1651000"/>
          <p14:tracePt t="2640" x="3194050" y="1574800"/>
          <p14:tracePt t="2656" x="3187700" y="1511300"/>
          <p14:tracePt t="2660" x="3175000" y="1473200"/>
          <p14:tracePt t="2673" x="3168650" y="1441450"/>
          <p14:tracePt t="2690" x="3162300" y="1416050"/>
          <p14:tracePt t="2707" x="3162300" y="1403350"/>
          <p14:tracePt t="2723" x="3162300" y="1397000"/>
          <p14:tracePt t="2777" x="3162300" y="1384300"/>
          <p14:tracePt t="2784" x="3162300" y="1377950"/>
          <p14:tracePt t="2798" x="3149600" y="1365250"/>
          <p14:tracePt t="2807" x="3136900" y="1339850"/>
          <p14:tracePt t="2823" x="3124200" y="1301750"/>
          <p14:tracePt t="2840" x="3098800" y="1219200"/>
          <p14:tracePt t="2855" x="3054350" y="1117600"/>
          <p14:tracePt t="2872" x="3022600" y="1047750"/>
          <p14:tracePt t="2890" x="2959100" y="933450"/>
          <p14:tracePt t="2906" x="2901950" y="844550"/>
          <p14:tracePt t="2922" x="2876550" y="812800"/>
          <p14:tracePt t="2939" x="2825750" y="762000"/>
          <p14:tracePt t="2955" x="2787650" y="742950"/>
          <p14:tracePt t="2972" x="2774950" y="736600"/>
          <p14:tracePt t="2989" x="2762250" y="730250"/>
          <p14:tracePt t="3005" x="2762250" y="723900"/>
          <p14:tracePt t="3022" x="2755900" y="723900"/>
          <p14:tracePt t="3058" x="2749550" y="723900"/>
          <p14:tracePt t="3178" x="2743200" y="730250"/>
          <p14:tracePt t="3198" x="2736850" y="730250"/>
          <p14:tracePt t="3206" x="2730500" y="736600"/>
          <p14:tracePt t="3220" x="2724150" y="736600"/>
          <p14:tracePt t="3227" x="2724150" y="742950"/>
          <p14:tracePt t="3237" x="2717800" y="749300"/>
          <p14:tracePt t="3255" x="2698750" y="762000"/>
          <p14:tracePt t="3271" x="2679700" y="768350"/>
          <p14:tracePt t="3288" x="2667000" y="774700"/>
          <p14:tracePt t="3305" x="2622550" y="800100"/>
          <p14:tracePt t="3321" x="2609850" y="806450"/>
          <p14:tracePt t="3337" x="2597150" y="812800"/>
          <p14:tracePt t="3354" x="2578100" y="825500"/>
          <p14:tracePt t="3370" x="2578100" y="831850"/>
          <p14:tracePt t="3388" x="2571750" y="831850"/>
          <p14:tracePt t="3404" x="2565400" y="831850"/>
          <p14:tracePt t="3430" x="2565400" y="838200"/>
          <p14:tracePt t="3440" x="2571750" y="838200"/>
          <p14:tracePt t="3458" x="2571750" y="844550"/>
          <p14:tracePt t="3470" x="2578100" y="844550"/>
          <p14:tracePt t="3487" x="2597150" y="850900"/>
          <p14:tracePt t="3504" x="2616200" y="850900"/>
          <p14:tracePt t="3520" x="2673350" y="857250"/>
          <p14:tracePt t="3537" x="2781300" y="869950"/>
          <p14:tracePt t="3553" x="2844800" y="876300"/>
          <p14:tracePt t="3571" x="2990850" y="882650"/>
          <p14:tracePt t="3586" x="3155950" y="895350"/>
          <p14:tracePt t="3603" x="3232150" y="895350"/>
          <p14:tracePt t="3620" x="3371850" y="895350"/>
          <p14:tracePt t="3636" x="3448050" y="889000"/>
          <p14:tracePt t="3653" x="3568700" y="889000"/>
          <p14:tracePt t="3670" x="3683000" y="882650"/>
          <p14:tracePt t="3686" x="3733800" y="876300"/>
          <p14:tracePt t="3703" x="3803650" y="876300"/>
          <p14:tracePt t="3719" x="3854450" y="876300"/>
          <p14:tracePt t="3736" x="3867150" y="869950"/>
          <p14:tracePt t="3753" x="3892550" y="869950"/>
          <p14:tracePt t="3769" x="3898900" y="869950"/>
          <p14:tracePt t="3786" x="3905250" y="869950"/>
          <p14:tracePt t="3803" x="3911600" y="869950"/>
          <p14:tracePt t="3819" x="3917950" y="869950"/>
          <p14:tracePt t="3859" x="3924300" y="863600"/>
          <p14:tracePt t="3971" x="3917950" y="863600"/>
          <p14:tracePt t="4006" x="3911600" y="863600"/>
          <p14:tracePt t="4048" x="3905250" y="863600"/>
          <p14:tracePt t="4097" x="3898900" y="863600"/>
          <p14:tracePt t="4112" x="3892550" y="863600"/>
          <p14:tracePt t="4121" x="3886200" y="863600"/>
          <p14:tracePt t="4134" x="3873500" y="863600"/>
          <p14:tracePt t="4151" x="3835400" y="882650"/>
          <p14:tracePt t="4169" x="3771900" y="895350"/>
          <p14:tracePt t="4185" x="3733800" y="914400"/>
          <p14:tracePt t="4200" x="3689350" y="927100"/>
          <p14:tracePt t="4218" x="3524250" y="996950"/>
          <p14:tracePt t="4234" x="3467100" y="1022350"/>
          <p14:tracePt t="4251" x="3409950" y="1047750"/>
          <p14:tracePt t="4268" x="3308350" y="1104900"/>
          <p14:tracePt t="4285" x="3219450" y="1168400"/>
          <p14:tracePt t="4302" x="3162300" y="1206500"/>
          <p14:tracePt t="4317" x="3149600" y="1212850"/>
          <p14:tracePt t="7976" x="3136900" y="1212850"/>
          <p14:tracePt t="7990" x="3111500" y="1212850"/>
          <p14:tracePt t="7997" x="3092450" y="1206500"/>
          <p14:tracePt t="8011" x="3073400" y="1200150"/>
          <p14:tracePt t="8021" x="3041650" y="1181100"/>
          <p14:tracePt t="8038" x="3009900" y="1174750"/>
          <p14:tracePt t="8054" x="2952750" y="1162050"/>
          <p14:tracePt t="8071" x="2882900" y="1136650"/>
          <p14:tracePt t="8089" x="2800350" y="1111250"/>
          <p14:tracePt t="8104" x="2755900" y="1092200"/>
          <p14:tracePt t="8121" x="2679700" y="1066800"/>
          <p14:tracePt t="8138" x="2609850" y="1035050"/>
          <p14:tracePt t="8154" x="2578100" y="1028700"/>
          <p14:tracePt t="8171" x="2559050" y="1022350"/>
          <p14:tracePt t="8188" x="2508250" y="1003300"/>
          <p14:tracePt t="8203" x="2495550" y="996950"/>
          <p14:tracePt t="8207" x="2482850" y="990600"/>
          <p14:tracePt t="8222" x="2476500" y="990600"/>
          <p14:tracePt t="8254" x="2470150" y="984250"/>
          <p14:tracePt t="8287" x="2463800" y="977900"/>
          <p14:tracePt t="8531" x="2463800" y="971550"/>
          <p14:tracePt t="8538" x="2470150" y="965200"/>
          <p14:tracePt t="8552" x="2470150" y="958850"/>
          <p14:tracePt t="8559" x="2482850" y="946150"/>
          <p14:tracePt t="8573" x="2489200" y="946150"/>
          <p14:tracePt t="8587" x="2508250" y="933450"/>
          <p14:tracePt t="8603" x="2527300" y="920750"/>
          <p14:tracePt t="8619" x="2546350" y="914400"/>
          <p14:tracePt t="8636" x="2565400" y="901700"/>
          <p14:tracePt t="8652" x="2584450" y="889000"/>
          <p14:tracePt t="8669" x="2597150" y="889000"/>
          <p14:tracePt t="8686" x="2597150" y="882650"/>
          <p14:tracePt t="8702" x="2609850" y="882650"/>
          <p14:tracePt t="8854" x="2609850" y="889000"/>
          <p14:tracePt t="8882" x="2603500" y="895350"/>
          <p14:tracePt t="8889" x="2603500" y="901700"/>
          <p14:tracePt t="8910" x="2603500" y="908050"/>
          <p14:tracePt t="8945" x="2603500" y="914400"/>
          <p14:tracePt t="8953" x="2603500" y="920750"/>
          <p14:tracePt t="8980" x="2603500" y="927100"/>
          <p14:tracePt t="9015" x="2603500" y="933450"/>
          <p14:tracePt t="9050" x="2609850" y="939800"/>
          <p14:tracePt t="9072" x="2609850" y="946150"/>
          <p14:tracePt t="9092" x="2609850" y="952500"/>
          <p14:tracePt t="9114" x="2616200" y="952500"/>
          <p14:tracePt t="9121" x="2622550" y="958850"/>
          <p14:tracePt t="9142" x="2622550" y="965200"/>
          <p14:tracePt t="9163" x="2628900" y="965200"/>
          <p14:tracePt t="9171" x="2635250" y="965200"/>
          <p14:tracePt t="9191" x="2635250" y="971550"/>
          <p14:tracePt t="9205" x="2641600" y="971550"/>
          <p14:tracePt t="9217" x="2641600" y="977900"/>
          <p14:tracePt t="9236" x="2647950" y="977900"/>
          <p14:tracePt t="9250" x="2654300" y="984250"/>
          <p14:tracePt t="9266" x="2660650" y="984250"/>
          <p14:tracePt t="9283" x="2673350" y="984250"/>
          <p14:tracePt t="9300" x="2673350" y="990600"/>
          <p14:tracePt t="9317" x="2692400" y="990600"/>
          <p14:tracePt t="9334" x="2724150" y="996950"/>
          <p14:tracePt t="9350" x="2749550" y="1003300"/>
          <p14:tracePt t="9367" x="2806700" y="1016000"/>
          <p14:tracePt t="9383" x="2876550" y="1016000"/>
          <p14:tracePt t="9400" x="2914650" y="1028700"/>
          <p14:tracePt t="9417" x="2978150" y="1035050"/>
          <p14:tracePt t="9433" x="3009900" y="1035050"/>
          <p14:tracePt t="9450" x="3035300" y="1035050"/>
          <p14:tracePt t="9466" x="3060700" y="1035050"/>
          <p14:tracePt t="9483" x="3073400" y="1035050"/>
          <p14:tracePt t="9500" x="3079750" y="1035050"/>
          <p14:tracePt t="9516" x="3086100" y="1028700"/>
          <p14:tracePt t="9550" x="3092450" y="1028700"/>
          <p14:tracePt t="9565" x="3098800" y="1028700"/>
          <p14:tracePt t="9585" x="3105150" y="1022350"/>
          <p14:tracePt t="9613" x="3111500" y="1016000"/>
          <p14:tracePt t="9634" x="3117850" y="1016000"/>
          <p14:tracePt t="9662" x="3124200" y="1009650"/>
          <p14:tracePt t="9704" x="3130550" y="1003300"/>
          <p14:tracePt t="9753" x="3136900" y="1003300"/>
          <p14:tracePt t="9774" x="3143250" y="996950"/>
          <p14:tracePt t="9795" x="3149600" y="990600"/>
          <p14:tracePt t="9802" x="3149600" y="984250"/>
          <p14:tracePt t="9823" x="3149600" y="977900"/>
          <p14:tracePt t="9844" x="3155950" y="977900"/>
          <p14:tracePt t="9866" x="3155950" y="971550"/>
          <p14:tracePt t="9873" x="3155950" y="965200"/>
          <p14:tracePt t="9936" x="3155950" y="958850"/>
          <p14:tracePt t="9943" x="3155950" y="952500"/>
          <p14:tracePt t="10034" x="3155950" y="946150"/>
          <p14:tracePt t="10083" x="3155950" y="952500"/>
          <p14:tracePt t="10098" x="3149600" y="952500"/>
          <p14:tracePt t="10104" x="3143250" y="958850"/>
          <p14:tracePt t="10118" x="3136900" y="958850"/>
          <p14:tracePt t="10130" x="3130550" y="965200"/>
          <p14:tracePt t="10147" x="3098800" y="1003300"/>
          <p14:tracePt t="10164" x="3067050" y="1016000"/>
          <p14:tracePt t="10180" x="3003550" y="1066800"/>
          <p14:tracePt t="10197" x="2933700" y="1111250"/>
          <p14:tracePt t="10214" x="2901950" y="1136650"/>
          <p14:tracePt t="10217" x="2870200" y="1155700"/>
          <p14:tracePt t="10231" x="2838450" y="1181100"/>
          <p14:tracePt t="10247" x="2794000" y="1200150"/>
          <p14:tracePt t="10264" x="2774950" y="1206500"/>
          <p14:tracePt t="10280" x="2762250" y="1212850"/>
          <p14:tracePt t="10297" x="2724150" y="1219200"/>
          <p14:tracePt t="10313" x="2717800" y="1219200"/>
          <p14:tracePt t="10330" x="2705100" y="1225550"/>
          <p14:tracePt t="10357" x="2698750" y="1225550"/>
          <p14:tracePt t="10366" x="2692400" y="1225550"/>
          <p14:tracePt t="10407" x="2686050" y="1225550"/>
          <p14:tracePt t="10428" x="2679700" y="1225550"/>
          <p14:tracePt t="10456" x="2673350" y="1225550"/>
          <p14:tracePt t="10491" x="2667000" y="1225550"/>
          <p14:tracePt t="10525" x="2667000" y="1219200"/>
          <p14:tracePt t="10631" x="2667000" y="1212850"/>
          <p14:tracePt t="10646" x="2673350" y="1206500"/>
          <p14:tracePt t="10667" x="2679700" y="1200150"/>
          <p14:tracePt t="10680" x="2679700" y="1193800"/>
          <p14:tracePt t="10688" x="2686050" y="1193800"/>
          <p14:tracePt t="10709" x="2686050" y="1187450"/>
          <p14:tracePt t="10716" x="2686050" y="1181100"/>
          <p14:tracePt t="10751" x="2692400" y="1174750"/>
          <p14:tracePt t="10772" x="2692400" y="1168400"/>
          <p14:tracePt t="10780" x="2698750" y="1162050"/>
          <p14:tracePt t="10807" x="2705100" y="1155700"/>
          <p14:tracePt t="10828" x="2705100" y="1149350"/>
          <p14:tracePt t="10849" x="2711450" y="1149350"/>
          <p14:tracePt t="10877" x="2717800" y="1143000"/>
          <p14:tracePt t="10912" x="2717800" y="1136650"/>
          <p14:tracePt t="10926" x="2717800" y="1130300"/>
          <p14:tracePt t="10948" x="2717800" y="1123950"/>
          <p14:tracePt t="15275" x="2730500" y="1123950"/>
          <p14:tracePt t="15282" x="2743200" y="1117600"/>
          <p14:tracePt t="15297" x="2768600" y="1117600"/>
          <p14:tracePt t="15303" x="2794000" y="1111250"/>
          <p14:tracePt t="15317" x="2813050" y="1111250"/>
          <p14:tracePt t="15329" x="2844800" y="1111250"/>
          <p14:tracePt t="15346" x="2908300" y="1104900"/>
          <p14:tracePt t="15363" x="2940050" y="1098550"/>
          <p14:tracePt t="15380" x="2990850" y="1085850"/>
          <p14:tracePt t="15396" x="3028950" y="1085850"/>
          <p14:tracePt t="15412" x="3054350" y="1085850"/>
          <p14:tracePt t="15430" x="3086100" y="1085850"/>
          <p14:tracePt t="15445" x="3098800" y="1092200"/>
          <p14:tracePt t="15462" x="3111500" y="1092200"/>
          <p14:tracePt t="15479" x="3130550" y="1098550"/>
          <p14:tracePt t="15496" x="3143250" y="1098550"/>
          <p14:tracePt t="15513" x="3162300" y="1098550"/>
          <p14:tracePt t="15529" x="3175000" y="1098550"/>
          <p14:tracePt t="15545" x="3181350" y="1098550"/>
          <p14:tracePt t="15578" x="3200400" y="1104900"/>
          <p14:tracePt t="15595" x="3206750" y="1104900"/>
          <p14:tracePt t="15612" x="3213100" y="1111250"/>
          <p14:tracePt t="15628" x="3225800" y="1111250"/>
          <p14:tracePt t="15645" x="3232150" y="1111250"/>
          <p14:tracePt t="15661" x="3244850" y="1111250"/>
          <p14:tracePt t="15679" x="3263900" y="1111250"/>
          <p14:tracePt t="15695" x="3282950" y="1111250"/>
          <p14:tracePt t="15711" x="3340100" y="1123950"/>
          <p14:tracePt t="15728" x="3352800" y="1123950"/>
          <p14:tracePt t="15744" x="3390900" y="1123950"/>
          <p14:tracePt t="15747" x="3409950" y="1123950"/>
          <p14:tracePt t="15761" x="3422650" y="1123950"/>
          <p14:tracePt t="15778" x="3448050" y="1123950"/>
          <p14:tracePt t="15796" x="3460750" y="1123950"/>
          <p14:tracePt t="15811" x="3467100" y="1123950"/>
          <p14:tracePt t="15886" x="3460750" y="1123950"/>
          <p14:tracePt t="15914" x="3454400" y="1123950"/>
          <p14:tracePt t="15935" x="3448050" y="1123950"/>
          <p14:tracePt t="15956" x="3441700" y="1123950"/>
          <p14:tracePt t="15970" x="3435350" y="1123950"/>
          <p14:tracePt t="15992" x="3422650" y="1123950"/>
          <p14:tracePt t="15998" x="3409950" y="1123950"/>
          <p14:tracePt t="16013" x="3378200" y="1130300"/>
          <p14:tracePt t="16028" x="3314700" y="1130300"/>
          <p14:tracePt t="16044" x="3257550" y="1136650"/>
          <p14:tracePt t="16060" x="3143250" y="1149350"/>
          <p14:tracePt t="16077" x="3022600" y="1155700"/>
          <p14:tracePt t="16093" x="2959100" y="1155700"/>
          <p14:tracePt t="16111" x="2863850" y="1174750"/>
          <p14:tracePt t="16126" x="2800350" y="1181100"/>
          <p14:tracePt t="16143" x="2774950" y="1181100"/>
          <p14:tracePt t="16160" x="2749550" y="1193800"/>
          <p14:tracePt t="16176" x="2736850" y="1193800"/>
          <p14:tracePt t="16193" x="2736850" y="1200150"/>
          <p14:tracePt t="16230" x="2730500" y="1200150"/>
          <p14:tracePt t="16356" x="2736850" y="1200150"/>
          <p14:tracePt t="16370" x="2743200" y="1200150"/>
          <p14:tracePt t="16379" x="2749550" y="1200150"/>
          <p14:tracePt t="16399" x="2755900" y="1193800"/>
          <p14:tracePt t="16409" x="2762250" y="1193800"/>
          <p14:tracePt t="16425" x="2768600" y="1193800"/>
          <p14:tracePt t="16442" x="2774950" y="1193800"/>
          <p14:tracePt t="16459" x="2787650" y="1193800"/>
          <p14:tracePt t="16476" x="2832100" y="1187450"/>
          <p14:tracePt t="16492" x="2889250" y="1187450"/>
          <p14:tracePt t="16508" x="2914650" y="1187450"/>
          <p14:tracePt t="16526" x="2997200" y="1168400"/>
          <p14:tracePt t="16542" x="3035300" y="1162050"/>
          <p14:tracePt t="16558" x="3073400" y="1162050"/>
          <p14:tracePt t="16575" x="3155950" y="1143000"/>
          <p14:tracePt t="16592" x="3225800" y="1136650"/>
          <p14:tracePt t="16608" x="3251200" y="1130300"/>
          <p14:tracePt t="16625" x="3289300" y="1123950"/>
          <p14:tracePt t="16641" x="3314700" y="1123950"/>
          <p14:tracePt t="16659" x="3321050" y="1123950"/>
          <p14:tracePt t="16691" x="3327400" y="1117600"/>
          <p14:tracePt t="16960" x="3321050" y="1117600"/>
          <p14:tracePt t="16982" x="3314700" y="1117600"/>
          <p14:tracePt t="17003" x="3302000" y="1117600"/>
          <p14:tracePt t="17010" x="3295650" y="1117600"/>
          <p14:tracePt t="17031" x="3289300" y="1117600"/>
          <p14:tracePt t="17039" x="3263900" y="1117600"/>
          <p14:tracePt t="17057" x="3257550" y="1117600"/>
          <p14:tracePt t="17074" x="3200400" y="1117600"/>
          <p14:tracePt t="17090" x="3168650" y="1117600"/>
          <p14:tracePt t="17107" x="3111500" y="1123950"/>
          <p14:tracePt t="17123" x="3041650" y="1123950"/>
          <p14:tracePt t="17140" x="3016250" y="1123950"/>
          <p14:tracePt t="17157" x="2965450" y="1130300"/>
          <p14:tracePt t="17173" x="2933700" y="1136650"/>
          <p14:tracePt t="17190" x="2914650" y="1136650"/>
          <p14:tracePt t="17207" x="2889250" y="1136650"/>
          <p14:tracePt t="17223" x="2876550" y="1136650"/>
          <p14:tracePt t="17239" x="2870200" y="1136650"/>
          <p14:tracePt t="17256" x="2863850" y="1136650"/>
          <p14:tracePt t="17361" x="2857500" y="1136650"/>
          <p14:tracePt t="17621" x="2851150" y="1136650"/>
          <p14:tracePt t="17635" x="2838450" y="1136650"/>
          <p14:tracePt t="17642" x="2838450" y="1143000"/>
          <p14:tracePt t="17658" x="2832100" y="1143000"/>
          <p14:tracePt t="17671" x="2819400" y="1143000"/>
          <p14:tracePt t="17707" x="2813050" y="1143000"/>
          <p14:tracePt t="17721" x="2806700" y="1143000"/>
          <p14:tracePt t="17738" x="2794000" y="1143000"/>
          <p14:tracePt t="17755" x="2787650" y="1143000"/>
          <p14:tracePt t="17771" x="2781300" y="1143000"/>
          <p14:tracePt t="17811" x="2774950" y="1149350"/>
          <p14:tracePt t="20161" x="2774950" y="1155700"/>
          <p14:tracePt t="20175" x="2774950" y="1162050"/>
          <p14:tracePt t="20182" x="2774950" y="1168400"/>
          <p14:tracePt t="20203" x="2774950" y="1174750"/>
          <p14:tracePt t="20252" x="2781300" y="1174750"/>
          <p14:tracePt t="20273" x="2781300" y="1181100"/>
          <p14:tracePt t="20280" x="2781300" y="1187450"/>
          <p14:tracePt t="20295" x="2787650" y="1193800"/>
          <p14:tracePt t="20301" x="2787650" y="1206500"/>
          <p14:tracePt t="20315" x="2787650" y="1212850"/>
          <p14:tracePt t="20330" x="2787650" y="1231900"/>
          <p14:tracePt t="20345" x="2787650" y="1257300"/>
          <p14:tracePt t="20362" x="2787650" y="1282700"/>
          <p14:tracePt t="20379" x="2787650" y="1358900"/>
          <p14:tracePt t="20395" x="2787650" y="1460500"/>
          <p14:tracePt t="20412" x="2787650" y="1530350"/>
          <p14:tracePt t="20428" x="2787650" y="1657350"/>
          <p14:tracePt t="20445" x="2787650" y="1797050"/>
          <p14:tracePt t="20462" x="2787650" y="1847850"/>
          <p14:tracePt t="20478" x="2774950" y="1968500"/>
          <p14:tracePt t="20495" x="2774950" y="2044700"/>
          <p14:tracePt t="20512" x="2768600" y="2114550"/>
          <p14:tracePt t="20528" x="2762250" y="2165350"/>
          <p14:tracePt t="20544" x="2743200" y="2247900"/>
          <p14:tracePt t="20562" x="2717800" y="2343150"/>
          <p14:tracePt t="20578" x="2717800" y="2374900"/>
          <p14:tracePt t="20594" x="2711450" y="2400300"/>
          <p14:tracePt t="20611" x="2705100" y="2451100"/>
          <p14:tracePt t="20628" x="2705100" y="2463800"/>
          <p14:tracePt t="20644" x="2698750" y="2476500"/>
          <p14:tracePt t="20661" x="2698750" y="2489200"/>
          <p14:tracePt t="20677" x="2692400" y="2501900"/>
          <p14:tracePt t="20695" x="2686050" y="2514600"/>
          <p14:tracePt t="20711" x="2686050" y="2527300"/>
          <p14:tracePt t="20728" x="2679700" y="2540000"/>
          <p14:tracePt t="20744" x="2673350" y="2552700"/>
          <p14:tracePt t="20761" x="2673350" y="2559050"/>
          <p14:tracePt t="20777" x="2667000" y="2571750"/>
          <p14:tracePt t="20810" x="2667000" y="2578100"/>
          <p14:tracePt t="20827" x="2667000" y="2584450"/>
          <p14:tracePt t="20844" x="2667000" y="2590800"/>
          <p14:tracePt t="20863" x="2667000" y="2597150"/>
          <p14:tracePt t="20885" x="2667000" y="2603500"/>
          <p14:tracePt t="20955" x="2667000" y="2597150"/>
          <p14:tracePt t="20962" x="2673350" y="2571750"/>
          <p14:tracePt t="20975" x="2679700" y="2552700"/>
          <p14:tracePt t="20983" x="2692400" y="2501900"/>
          <p14:tracePt t="20997" x="2711450" y="2438400"/>
          <p14:tracePt t="21009" x="2730500" y="2355850"/>
          <p14:tracePt t="21026" x="2787650" y="2127250"/>
          <p14:tracePt t="21043" x="2806700" y="2000250"/>
          <p14:tracePt t="21060" x="2863850" y="1727200"/>
          <p14:tracePt t="21076" x="2895600" y="1492250"/>
          <p14:tracePt t="21093" x="2914650" y="1377950"/>
          <p14:tracePt t="21110" x="2933700" y="1238250"/>
          <p14:tracePt t="21126" x="2952750" y="1143000"/>
          <p14:tracePt t="21143" x="2952750" y="1111250"/>
          <p14:tracePt t="21159" x="2952750" y="1079500"/>
          <p14:tracePt t="21176" x="2952750" y="1047750"/>
          <p14:tracePt t="21192" x="2952750" y="1041400"/>
          <p14:tracePt t="21209" x="2946400" y="1016000"/>
          <p14:tracePt t="21226" x="2933700" y="1003300"/>
          <p14:tracePt t="21243" x="2882900" y="977900"/>
          <p14:tracePt t="21259" x="2863850" y="971550"/>
          <p14:tracePt t="21275" x="2851150" y="965200"/>
          <p14:tracePt t="21293" x="2800350" y="939800"/>
          <p14:tracePt t="21309" x="2736850" y="908050"/>
          <p14:tracePt t="21313" x="2711450" y="901700"/>
          <p14:tracePt t="21328" x="2667000" y="895350"/>
          <p14:tracePt t="21342" x="2616200" y="889000"/>
          <p14:tracePt t="21358" x="2508250" y="876300"/>
          <p14:tracePt t="21375" x="2432050" y="876300"/>
          <p14:tracePt t="21392" x="2292350" y="882650"/>
          <p14:tracePt t="21408" x="2159000" y="901700"/>
          <p14:tracePt t="21426" x="2012950" y="927100"/>
          <p14:tracePt t="21442" x="1949450" y="958850"/>
          <p14:tracePt t="21458" x="1797050" y="1016000"/>
          <p14:tracePt t="21475" x="1663700" y="1066800"/>
          <p14:tracePt t="21491" x="1619250" y="1079500"/>
          <p14:tracePt t="21508" x="1555750" y="1104900"/>
          <p14:tracePt t="21525" x="1536700" y="1098550"/>
          <p14:tracePt t="22240" x="1543050" y="1098550"/>
          <p14:tracePt t="22247" x="1549400" y="1098550"/>
          <p14:tracePt t="22261" x="1555750" y="1098550"/>
          <p14:tracePt t="22272" x="1568450" y="1098550"/>
          <p14:tracePt t="22289" x="1593850" y="1098550"/>
          <p14:tracePt t="22305" x="1651000" y="1098550"/>
          <p14:tracePt t="22322" x="1676400" y="1098550"/>
          <p14:tracePt t="22325" x="1727200" y="1104900"/>
          <p14:tracePt t="22339" x="1828800" y="1104900"/>
          <p14:tracePt t="22355" x="1892300" y="1104900"/>
          <p14:tracePt t="22371" x="1968500" y="1104900"/>
          <p14:tracePt t="22389" x="2108200" y="1104900"/>
          <p14:tracePt t="22405" x="2190750" y="1117600"/>
          <p14:tracePt t="22421" x="2266950" y="1117600"/>
          <p14:tracePt t="22438" x="2381250" y="1123950"/>
          <p14:tracePt t="22455" x="2444750" y="1136650"/>
          <p14:tracePt t="22473" x="2552700" y="1136650"/>
          <p14:tracePt t="22488" x="2603500" y="1136650"/>
          <p14:tracePt t="22504" x="2654300" y="1143000"/>
          <p14:tracePt t="22522" x="2679700" y="1149350"/>
          <p14:tracePt t="22538" x="2711450" y="1155700"/>
          <p14:tracePt t="22554" x="2724150" y="1155700"/>
          <p14:tracePt t="22571" x="2730500" y="1155700"/>
          <p14:tracePt t="22587" x="2743200" y="1162050"/>
          <p14:tracePt t="22604" x="2749550" y="1162050"/>
          <p14:tracePt t="22620" x="2762250" y="1162050"/>
          <p14:tracePt t="22637" x="2768600" y="1162050"/>
          <p14:tracePt t="22654" x="2774950" y="1162050"/>
          <p14:tracePt t="22705" x="2781300" y="1162050"/>
          <p14:tracePt t="22753" x="2787650" y="1162050"/>
          <p14:tracePt t="22816" x="2781300" y="1162050"/>
          <p14:tracePt t="31165" x="2794000" y="1168400"/>
          <p14:tracePt t="31172" x="2806700" y="1168400"/>
          <p14:tracePt t="31180" x="2813050" y="1168400"/>
          <p14:tracePt t="31191" x="2832100" y="1174750"/>
          <p14:tracePt t="31208" x="2857500" y="1181100"/>
          <p14:tracePt t="31224" x="2895600" y="1206500"/>
          <p14:tracePt t="31241" x="2927350" y="1212850"/>
          <p14:tracePt t="31259" x="2971800" y="1219200"/>
          <p14:tracePt t="31274" x="3009900" y="1225550"/>
          <p14:tracePt t="31291" x="3041650" y="1231900"/>
          <p14:tracePt t="31308" x="3092450" y="1238250"/>
          <p14:tracePt t="31324" x="3124200" y="1238250"/>
          <p14:tracePt t="31340" x="3149600" y="1238250"/>
          <p14:tracePt t="31357" x="3168650" y="1238250"/>
          <p14:tracePt t="31374" x="3181350" y="1238250"/>
          <p14:tracePt t="31538" x="3181350" y="1231900"/>
          <p14:tracePt t="31573" x="3175000" y="1231900"/>
          <p14:tracePt t="31602" x="3168650" y="1231900"/>
          <p14:tracePt t="31609" x="3155950" y="1231900"/>
          <p14:tracePt t="31624" x="3143250" y="1231900"/>
          <p14:tracePt t="31630" x="3136900" y="1225550"/>
          <p14:tracePt t="31639" x="3124200" y="1225550"/>
          <p14:tracePt t="31656" x="3086100" y="1219200"/>
          <p14:tracePt t="31673" x="2990850" y="1212850"/>
          <p14:tracePt t="31690" x="2921000" y="1200150"/>
          <p14:tracePt t="31707" x="2844800" y="1200150"/>
          <p14:tracePt t="31722" x="2724150" y="1200150"/>
          <p14:tracePt t="31739" x="2654300" y="1200150"/>
          <p14:tracePt t="31757" x="2546350" y="1200150"/>
          <p14:tracePt t="31772" x="2470150" y="1200150"/>
          <p14:tracePt t="31789" x="2387600" y="1206500"/>
          <p14:tracePt t="31806" x="2273300" y="1206500"/>
          <p14:tracePt t="31822" x="2171700" y="1206500"/>
          <p14:tracePt t="31839" x="2063750" y="1219200"/>
          <p14:tracePt t="31855" x="1962150" y="1244600"/>
          <p14:tracePt t="31872" x="1917700" y="1263650"/>
          <p14:tracePt t="31875" x="1911350" y="1263650"/>
          <p14:tracePt t="32441" x="1905000" y="1257300"/>
          <p14:tracePt t="32447" x="1898650" y="1250950"/>
          <p14:tracePt t="32456" x="1892300" y="1244600"/>
          <p14:tracePt t="32470" x="1854200" y="1225550"/>
          <p14:tracePt t="32487" x="1828800" y="1212850"/>
          <p14:tracePt t="32504" x="1790700" y="1193800"/>
          <p14:tracePt t="32520" x="1727200" y="1181100"/>
          <p14:tracePt t="32537" x="1682750" y="1174750"/>
          <p14:tracePt t="32554" x="1631950" y="1168400"/>
          <p14:tracePt t="32570" x="1587500" y="1168400"/>
          <p14:tracePt t="32586" x="1555750" y="1162050"/>
          <p14:tracePt t="32603" x="1492250" y="1155700"/>
          <p14:tracePt t="32620" x="1454150" y="1149350"/>
          <p14:tracePt t="32636" x="1422400" y="1143000"/>
          <p14:tracePt t="32653" x="1371600" y="1123950"/>
          <p14:tracePt t="32670" x="1339850" y="1117600"/>
          <p14:tracePt t="32687" x="1295400" y="1098550"/>
          <p14:tracePt t="32702" x="1263650" y="1092200"/>
          <p14:tracePt t="32719" x="1231900" y="1079500"/>
          <p14:tracePt t="32736" x="1206500" y="1073150"/>
          <p14:tracePt t="32752" x="1187450" y="1066800"/>
          <p14:tracePt t="32769" x="1174750" y="1066800"/>
          <p14:tracePt t="32785" x="1168400" y="1060450"/>
          <p14:tracePt t="32820" x="1162050" y="1060450"/>
          <p14:tracePt t="32904" x="1174750" y="1060450"/>
          <p14:tracePt t="32925" x="1181100" y="1060450"/>
          <p14:tracePt t="32932" x="1187450" y="1060450"/>
          <p14:tracePt t="32939" x="1200150" y="1066800"/>
          <p14:tracePt t="32952" x="1212850" y="1066800"/>
          <p14:tracePt t="32968" x="1263650" y="1079500"/>
          <p14:tracePt t="32985" x="1320800" y="1092200"/>
          <p14:tracePt t="33001" x="1409700" y="1117600"/>
          <p14:tracePt t="33018" x="1555750" y="1149350"/>
          <p14:tracePt t="33035" x="1676400" y="1181100"/>
          <p14:tracePt t="33052" x="1892300" y="1225550"/>
          <p14:tracePt t="33068" x="2032000" y="1244600"/>
          <p14:tracePt t="33085" x="2152650" y="1282700"/>
          <p14:tracePt t="33101" x="2343150" y="1339850"/>
          <p14:tracePt t="33118" x="2451100" y="1365250"/>
          <p14:tracePt t="33134" x="2527300" y="1390650"/>
          <p14:tracePt t="33151" x="2622550" y="1416050"/>
          <p14:tracePt t="33168" x="2673350" y="1422400"/>
          <p14:tracePt t="33186" x="2743200" y="1422400"/>
          <p14:tracePt t="33201" x="2794000" y="1422400"/>
          <p14:tracePt t="33217" x="2819400" y="1416050"/>
          <p14:tracePt t="33235" x="2838450" y="1409700"/>
          <p14:tracePt t="33251" x="2844800" y="1403350"/>
          <p14:tracePt t="33284" x="2851150" y="1403350"/>
          <p14:tracePt t="33305" x="2857500" y="1397000"/>
          <p14:tracePt t="33326" x="2863850" y="1397000"/>
          <p14:tracePt t="33347" x="2870200" y="1390650"/>
          <p14:tracePt t="33382" x="2876550" y="1377950"/>
          <p14:tracePt t="33396" x="2876550" y="1371600"/>
          <p14:tracePt t="33403" x="2889250" y="1358900"/>
          <p14:tracePt t="34070" x="2908300" y="1346200"/>
          <p14:tracePt t="34077" x="2921000" y="1333500"/>
          <p14:tracePt t="34091" x="2940050" y="1314450"/>
          <p14:tracePt t="34100" x="2952750" y="1295400"/>
          <p14:tracePt t="34114" x="2965450" y="1282700"/>
          <p14:tracePt t="34130" x="2990850" y="1257300"/>
          <p14:tracePt t="34148" x="3035300" y="1206500"/>
          <p14:tracePt t="34164" x="3048000" y="1187450"/>
          <p14:tracePt t="34180" x="3054350" y="1174750"/>
          <p14:tracePt t="34197" x="3060700" y="1168400"/>
          <p14:tracePt t="34214" x="3060700" y="1155700"/>
          <p14:tracePt t="34253" x="3060700" y="1149350"/>
          <p14:tracePt t="34289" x="3060700" y="1143000"/>
          <p14:tracePt t="34379" x="3060700" y="1136650"/>
          <p14:tracePt t="34400" x="3054350" y="1136650"/>
          <p14:tracePt t="34421" x="3048000" y="1130300"/>
          <p14:tracePt t="34428" x="3041650" y="1130300"/>
          <p14:tracePt t="34443" x="3035300" y="1123950"/>
          <p14:tracePt t="34450" x="3016250" y="1117600"/>
          <p14:tracePt t="34466" x="3003550" y="1111250"/>
          <p14:tracePt t="34480" x="2984500" y="1098550"/>
          <p14:tracePt t="34498" x="2908300" y="1060450"/>
          <p14:tracePt t="34513" x="2882900" y="1054100"/>
          <p14:tracePt t="34530" x="2794000" y="1022350"/>
          <p14:tracePt t="34547" x="2711450" y="996950"/>
          <p14:tracePt t="34563" x="2603500" y="965200"/>
          <p14:tracePt t="34580" x="2552700" y="965200"/>
          <p14:tracePt t="34597" x="2432050" y="958850"/>
          <p14:tracePt t="34613" x="2292350" y="958850"/>
          <p14:tracePt t="34630" x="2235200" y="971550"/>
          <p14:tracePt t="34647" x="2108200" y="1009650"/>
          <p14:tracePt t="34662" x="2108200" y="1022350"/>
          <p14:tracePt t="34679" x="2114550" y="1035050"/>
          <p14:tracePt t="35103" x="2120900" y="1035050"/>
          <p14:tracePt t="35117" x="2127250" y="1035050"/>
          <p14:tracePt t="35124" x="2139950" y="1035050"/>
          <p14:tracePt t="35131" x="2152650" y="1041400"/>
          <p14:tracePt t="35147" x="2159000" y="1041400"/>
          <p14:tracePt t="35161" x="2178050" y="1047750"/>
          <p14:tracePt t="35177" x="2209800" y="1054100"/>
          <p14:tracePt t="35195" x="2260600" y="1073150"/>
          <p14:tracePt t="35210" x="2286000" y="1073150"/>
          <p14:tracePt t="35227" x="2343150" y="1079500"/>
          <p14:tracePt t="35244" x="2413000" y="1079500"/>
          <p14:tracePt t="35260" x="2438400" y="1079500"/>
          <p14:tracePt t="35277" x="2495550" y="1079500"/>
          <p14:tracePt t="35294" x="2546350" y="1079500"/>
          <p14:tracePt t="35310" x="2578100" y="1079500"/>
          <p14:tracePt t="35328" x="2616200" y="1079500"/>
          <p14:tracePt t="35344" x="2660650" y="1073150"/>
          <p14:tracePt t="35360" x="2679700" y="1073150"/>
          <p14:tracePt t="35377" x="2711450" y="1066800"/>
          <p14:tracePt t="35394" x="2724150" y="1066800"/>
          <p14:tracePt t="35410" x="2743200" y="1066800"/>
          <p14:tracePt t="35429" x="2749550" y="1066800"/>
          <p14:tracePt t="35443" x="2755900" y="1066800"/>
          <p14:tracePt t="35461" x="2762250" y="1066800"/>
          <p14:tracePt t="35477" x="2768600" y="1066800"/>
          <p14:tracePt t="35517" x="2774950" y="1066800"/>
          <p14:tracePt t="35616" x="2781300" y="1066800"/>
          <p14:tracePt t="36089" x="2787650" y="1066800"/>
          <p14:tracePt t="36096" x="2806700" y="1085850"/>
          <p14:tracePt t="36107" x="2819400" y="1098550"/>
          <p14:tracePt t="36125" x="2863850" y="1130300"/>
          <p14:tracePt t="36141" x="2882900" y="1155700"/>
          <p14:tracePt t="36158" x="2901950" y="1174750"/>
          <p14:tracePt t="36174" x="2946400" y="1219200"/>
          <p14:tracePt t="36190" x="2990850" y="1257300"/>
          <p14:tracePt t="36207" x="3003550" y="1263650"/>
          <p14:tracePt t="36224" x="3028950" y="1276350"/>
          <p14:tracePt t="36240" x="3041650" y="1282700"/>
          <p14:tracePt t="36258" x="3048000" y="1289050"/>
          <p14:tracePt t="36308" x="3054350" y="1289050"/>
          <p14:tracePt t="42991" x="3060700" y="1289050"/>
          <p14:tracePt t="42998" x="3067050" y="1295400"/>
          <p14:tracePt t="43005" x="3073400" y="1295400"/>
          <p14:tracePt t="43017" x="3079750" y="1295400"/>
          <p14:tracePt t="43034" x="3117850" y="1301750"/>
          <p14:tracePt t="43051" x="3143250" y="1308100"/>
          <p14:tracePt t="43067" x="3181350" y="1320800"/>
          <p14:tracePt t="43083" x="3270250" y="1333500"/>
          <p14:tracePt t="43100" x="3378200" y="1352550"/>
          <p14:tracePt t="43116" x="3511550" y="1358900"/>
          <p14:tracePt t="43133" x="3797300" y="1422400"/>
          <p14:tracePt t="43150" x="4025900" y="1473200"/>
          <p14:tracePt t="43167" x="4438650" y="1562100"/>
          <p14:tracePt t="43183" x="4749800" y="1644650"/>
          <p14:tracePt t="43200" x="5118100" y="1739900"/>
          <p14:tracePt t="43217" x="5549900" y="1866900"/>
          <p14:tracePt t="43233" x="5727700" y="1924050"/>
          <p14:tracePt t="43250" x="5899150" y="1987550"/>
          <p14:tracePt t="43266" x="6045200" y="2032000"/>
          <p14:tracePt t="43283" x="6146800" y="2057400"/>
          <p14:tracePt t="43299" x="6184900" y="2082800"/>
          <p14:tracePt t="43315" x="6223000" y="2089150"/>
          <p14:tracePt t="43370" x="6216650" y="2089150"/>
          <p14:tracePt t="43378" x="6203950" y="2082800"/>
          <p14:tracePt t="43385" x="6203950" y="2076450"/>
          <p14:tracePt t="43401" x="6216650" y="2082800"/>
          <p14:tracePt t="43757" x="6223000" y="2101850"/>
          <p14:tracePt t="43765" x="6242050" y="2120900"/>
          <p14:tracePt t="43771" x="6267450" y="2159000"/>
          <p14:tracePt t="43781" x="6299200" y="2190750"/>
          <p14:tracePt t="43798" x="6369050" y="2292350"/>
          <p14:tracePt t="43814" x="6477000" y="2438400"/>
          <p14:tracePt t="43831" x="6559550" y="2533650"/>
          <p14:tracePt t="43848" x="6680200" y="2673350"/>
          <p14:tracePt t="43865" x="6762750" y="2755900"/>
          <p14:tracePt t="43880" x="6819900" y="2806700"/>
          <p14:tracePt t="43898" x="6877050" y="2857500"/>
          <p14:tracePt t="43914" x="6915150" y="2895600"/>
          <p14:tracePt t="43930" x="6940550" y="2921000"/>
          <p14:tracePt t="43947" x="6997700" y="2971800"/>
          <p14:tracePt t="43964" x="7042150" y="3009900"/>
          <p14:tracePt t="43980" x="7086600" y="3054350"/>
          <p14:tracePt t="43997" x="7137400" y="3098800"/>
          <p14:tracePt t="44013" x="7169150" y="3124200"/>
          <p14:tracePt t="44031" x="7188200" y="3136900"/>
          <p14:tracePt t="44034" x="7194550" y="3136900"/>
          <p14:tracePt t="44047" x="7213600" y="3143250"/>
          <p14:tracePt t="44063" x="7232650" y="3149600"/>
          <p14:tracePt t="44081" x="7264400" y="3155950"/>
          <p14:tracePt t="44097" x="7289800" y="3155950"/>
          <p14:tracePt t="44113" x="7308850" y="3155950"/>
          <p14:tracePt t="44130" x="7340600" y="3155950"/>
          <p14:tracePt t="44146" x="7353300" y="3155950"/>
          <p14:tracePt t="44163" x="7359650" y="3155950"/>
          <p14:tracePt t="44179" x="7366000" y="3155950"/>
          <p14:tracePt t="44196" x="7372350" y="3155950"/>
          <p14:tracePt t="44215" x="7385050" y="3149600"/>
          <p14:tracePt t="44246" x="7385050" y="3143250"/>
          <p14:tracePt t="44265" x="7391400" y="3143250"/>
          <p14:tracePt t="44284" x="7397750" y="3136900"/>
          <p14:tracePt t="44313" x="7404100" y="3130550"/>
          <p14:tracePt t="44326" x="7410450" y="3130550"/>
          <p14:tracePt t="44333" x="7416800" y="3130550"/>
          <p14:tracePt t="44345" x="7423150" y="3124200"/>
          <p14:tracePt t="44363" x="7442200" y="3124200"/>
          <p14:tracePt t="44379" x="7461250" y="3111500"/>
          <p14:tracePt t="44396" x="7493000" y="3098800"/>
          <p14:tracePt t="44412" x="7512050" y="3086100"/>
          <p14:tracePt t="44429" x="7531100" y="3073400"/>
          <p14:tracePt t="44446" x="7556500" y="3060700"/>
          <p14:tracePt t="44462" x="7581900" y="3041650"/>
          <p14:tracePt t="44479" x="7600950" y="3035300"/>
          <p14:tracePt t="44495" x="7620000" y="3028950"/>
          <p14:tracePt t="44512" x="7620000" y="3022600"/>
          <p14:tracePt t="44529" x="7626350" y="3022600"/>
          <p14:tracePt t="44562" x="7626350" y="3016250"/>
          <p14:tracePt t="44740" x="7620000" y="3016250"/>
          <p14:tracePt t="44776" x="7607300" y="3016250"/>
          <p14:tracePt t="44790" x="7600950" y="3022600"/>
          <p14:tracePt t="44804" x="7588250" y="3022600"/>
          <p14:tracePt t="44818" x="7581900" y="3022600"/>
          <p14:tracePt t="44827" x="7569200" y="3022600"/>
          <p14:tracePt t="44843" x="7550150" y="3028950"/>
          <p14:tracePt t="44861" x="7493000" y="3035300"/>
          <p14:tracePt t="44877" x="7429500" y="3041650"/>
          <p14:tracePt t="44894" x="7385050" y="3041650"/>
          <p14:tracePt t="44910" x="7327900" y="3048000"/>
          <p14:tracePt t="44927" x="7302500" y="3054350"/>
          <p14:tracePt t="44945" x="7245350" y="3060700"/>
          <p14:tracePt t="44960" x="7232650" y="3067050"/>
          <p14:tracePt t="44977" x="7226300" y="3067050"/>
          <p14:tracePt t="44994" x="7226300" y="3073400"/>
          <p14:tracePt t="45010" x="7232650" y="3073400"/>
          <p14:tracePt t="45027" x="7245350" y="3073400"/>
          <p14:tracePt t="45044" x="7270750" y="3073400"/>
          <p14:tracePt t="45060" x="7302500" y="3073400"/>
          <p14:tracePt t="45077" x="7327900" y="3073400"/>
          <p14:tracePt t="45094" x="7397750" y="3067050"/>
          <p14:tracePt t="45110" x="7442200" y="3048000"/>
          <p14:tracePt t="45127" x="7493000" y="3041650"/>
          <p14:tracePt t="45143" x="7581900" y="3016250"/>
          <p14:tracePt t="45159" x="7600950" y="2997200"/>
          <p14:tracePt t="45176" x="7632700" y="2990850"/>
          <p14:tracePt t="45193" x="7664450" y="2978150"/>
          <p14:tracePt t="45209" x="7677150" y="2971800"/>
          <p14:tracePt t="45226" x="7689850" y="2971800"/>
          <p14:tracePt t="45274" x="7689850" y="2965450"/>
          <p14:tracePt t="45288" x="7683500" y="2965450"/>
          <p14:tracePt t="45303" x="7677150" y="2959100"/>
          <p14:tracePt t="45312" x="7670800" y="2959100"/>
          <p14:tracePt t="45325" x="7651750" y="2959100"/>
          <p14:tracePt t="45342" x="7632700" y="2959100"/>
          <p14:tracePt t="45359" x="7575550" y="2959100"/>
          <p14:tracePt t="45375" x="7531100" y="2965450"/>
          <p14:tracePt t="45393" x="7505700" y="2965450"/>
          <p14:tracePt t="45409" x="7410450" y="2978150"/>
          <p14:tracePt t="45425" x="7385050" y="2990850"/>
          <p14:tracePt t="45442" x="7353300" y="2997200"/>
          <p14:tracePt t="45458" x="7315200" y="3003550"/>
          <p14:tracePt t="45475" x="7308850" y="3009900"/>
          <p14:tracePt t="45493" x="7308850" y="3016250"/>
          <p14:tracePt t="45508" x="7321550" y="3016250"/>
          <p14:tracePt t="45525" x="7340600" y="3016250"/>
          <p14:tracePt t="45542" x="7397750" y="3016250"/>
          <p14:tracePt t="45558" x="7448550" y="3022600"/>
          <p14:tracePt t="45575" x="7518400" y="3022600"/>
          <p14:tracePt t="45578" x="7581900" y="3016250"/>
          <p14:tracePt t="45592" x="7645400" y="3016250"/>
          <p14:tracePt t="45608" x="7708900" y="3009900"/>
          <p14:tracePt t="45624" x="7766050" y="3003550"/>
          <p14:tracePt t="45641" x="7854950" y="2990850"/>
          <p14:tracePt t="45658" x="7886700" y="2978150"/>
          <p14:tracePt t="45675" x="7931150" y="2971800"/>
          <p14:tracePt t="45692" x="7943850" y="2965450"/>
          <p14:tracePt t="45708" x="7956550" y="2965450"/>
          <p14:tracePt t="45780" x="7950200" y="2965450"/>
          <p14:tracePt t="45787" x="7937500" y="2965450"/>
          <p14:tracePt t="45802" x="7924800" y="2978150"/>
          <p14:tracePt t="45810" x="7893050" y="2984500"/>
          <p14:tracePt t="45824" x="7861300" y="3009900"/>
          <p14:tracePt t="45840" x="7829550" y="3035300"/>
          <p14:tracePt t="45858" x="7651750" y="3162300"/>
          <p14:tracePt t="45873" x="7581900" y="3219450"/>
          <p14:tracePt t="45890" x="7512050" y="3270250"/>
          <p14:tracePt t="45907" x="7385050" y="3378200"/>
          <p14:tracePt t="45924" x="7277100" y="3473450"/>
          <p14:tracePt t="45940" x="7219950" y="3511550"/>
          <p14:tracePt t="45957" x="7143750" y="3575050"/>
          <p14:tracePt t="45973" x="7099300" y="3613150"/>
          <p14:tracePt t="45991" x="7086600" y="3619500"/>
          <p14:tracePt t="46006" x="7067550" y="3632200"/>
          <p14:tracePt t="46023" x="7061200" y="3644900"/>
          <p14:tracePt t="46110" x="7061200" y="3638550"/>
          <p14:tracePt t="46132" x="7061200" y="3644900"/>
          <p14:tracePt t="46139" x="7061200" y="3651250"/>
          <p14:tracePt t="46146" x="7073900" y="3657600"/>
          <p14:tracePt t="46159" x="7080250" y="3663950"/>
          <p14:tracePt t="50777" x="7067550" y="3663950"/>
          <p14:tracePt t="50784" x="7061200" y="3663950"/>
          <p14:tracePt t="50798" x="7048500" y="3670300"/>
          <p14:tracePt t="50807" x="7042150" y="3670300"/>
          <p14:tracePt t="50823" x="7029450" y="3676650"/>
          <p14:tracePt t="50840" x="7016750" y="3676650"/>
          <p14:tracePt t="50856" x="6953250" y="3695700"/>
          <p14:tracePt t="50873" x="6934200" y="3695700"/>
          <p14:tracePt t="50890" x="6883400" y="3721100"/>
          <p14:tracePt t="50906" x="6845300" y="3727450"/>
          <p14:tracePt t="50923" x="6769100" y="3759200"/>
          <p14:tracePt t="50940" x="6686550" y="3784600"/>
          <p14:tracePt t="50956" x="6642100" y="3803650"/>
          <p14:tracePt t="50974" x="6540500" y="3841750"/>
          <p14:tracePt t="50990" x="6419850" y="3879850"/>
          <p14:tracePt t="51006" x="6356350" y="3898900"/>
          <p14:tracePt t="51023" x="6223000" y="3924300"/>
          <p14:tracePt t="51039" x="6089650" y="3956050"/>
          <p14:tracePt t="51056" x="6026150" y="3962400"/>
          <p14:tracePt t="51073" x="5905500" y="3994150"/>
          <p14:tracePt t="51089" x="5759450" y="4032250"/>
          <p14:tracePt t="51106" x="5683250" y="4038600"/>
          <p14:tracePt t="51122" x="5524500" y="4076700"/>
          <p14:tracePt t="51139" x="5372100" y="4159250"/>
          <p14:tracePt t="51155" x="5289550" y="4191000"/>
          <p14:tracePt t="51172" x="5130800" y="4248150"/>
          <p14:tracePt t="51189" x="5067300" y="4279900"/>
          <p14:tracePt t="51206" x="5022850" y="4311650"/>
          <p14:tracePt t="51630" x="5022850" y="4337050"/>
          <p14:tracePt t="51638" x="5003800" y="4356100"/>
          <p14:tracePt t="51651" x="4991100" y="4387850"/>
          <p14:tracePt t="51658" x="4984750" y="4406900"/>
          <p14:tracePt t="51673" x="4972050" y="4425950"/>
          <p14:tracePt t="51687" x="4959350" y="4457700"/>
          <p14:tracePt t="51703" x="4933950" y="4521200"/>
          <p14:tracePt t="51721" x="4914900" y="4540250"/>
          <p14:tracePt t="51737" x="4870450" y="4597400"/>
          <p14:tracePt t="51753" x="4826000" y="4648200"/>
          <p14:tracePt t="51771" x="4756150" y="4711700"/>
          <p14:tracePt t="51787" x="4724400" y="4737100"/>
          <p14:tracePt t="51803" x="4654550" y="4781550"/>
          <p14:tracePt t="51821" x="4591050" y="4826000"/>
          <p14:tracePt t="51836" x="4572000" y="4845050"/>
          <p14:tracePt t="51853" x="4533900" y="4864100"/>
          <p14:tracePt t="51870" x="4508500" y="4883150"/>
          <p14:tracePt t="51886" x="4502150" y="4883150"/>
          <p14:tracePt t="51903" x="4502150" y="4889500"/>
          <p14:tracePt t="51919" x="4495800" y="4895850"/>
          <p14:tracePt t="52079" x="4502150" y="4895850"/>
          <p14:tracePt t="52087" x="4508500" y="4895850"/>
          <p14:tracePt t="52101" x="4514850" y="4895850"/>
          <p14:tracePt t="60299" x="4514850" y="4927600"/>
          <p14:tracePt t="60313" x="4521200" y="4978400"/>
          <p14:tracePt t="60320" x="4521200" y="5003800"/>
          <p14:tracePt t="60334" x="4521200" y="5035550"/>
          <p14:tracePt t="60343" x="4527550" y="5060950"/>
          <p14:tracePt t="60356" x="4527550" y="5086350"/>
          <p14:tracePt t="60374" x="4527550" y="5149850"/>
          <p14:tracePt t="60391" x="4527550" y="5232400"/>
          <p14:tracePt t="60406" x="4527550" y="5270500"/>
          <p14:tracePt t="60423" x="4527550" y="5321300"/>
          <p14:tracePt t="60440" x="4527550" y="5435600"/>
          <p14:tracePt t="60456" x="4527550" y="5467350"/>
          <p14:tracePt t="60474" x="4527550" y="5499100"/>
          <p14:tracePt t="60490" x="4527550" y="5543550"/>
          <p14:tracePt t="60507" x="4521200" y="5588000"/>
          <p14:tracePt t="60524" x="4521200" y="5645150"/>
          <p14:tracePt t="60540" x="4521200" y="5664200"/>
          <p14:tracePt t="60556" x="4521200" y="5721350"/>
          <p14:tracePt t="60573" x="4521200" y="5772150"/>
          <p14:tracePt t="60589" x="4521200" y="5784850"/>
          <p14:tracePt t="60607" x="4521200" y="5810250"/>
          <p14:tracePt t="60623" x="4521200" y="5848350"/>
          <p14:tracePt t="60639" x="4521200" y="5873750"/>
          <p14:tracePt t="60656" x="4521200" y="5930900"/>
          <p14:tracePt t="60672" x="4508500" y="6007100"/>
          <p14:tracePt t="60689" x="4508500" y="6032500"/>
          <p14:tracePt t="60692" x="4495800" y="6070600"/>
          <p14:tracePt t="60709" x="4489450" y="6115050"/>
          <p14:tracePt t="60722" x="4483100" y="6191250"/>
          <p14:tracePt t="60739" x="4483100" y="6235700"/>
          <p14:tracePt t="60756" x="4476750" y="6280150"/>
          <p14:tracePt t="60772" x="4470400" y="6311900"/>
          <p14:tracePt t="60790" x="4470400" y="6362700"/>
          <p14:tracePt t="60806" x="4470400" y="6394450"/>
          <p14:tracePt t="60822" x="4470400" y="6432550"/>
          <p14:tracePt t="60840" x="4470400" y="6515100"/>
          <p14:tracePt t="60855" x="4470400" y="6546850"/>
          <p14:tracePt t="60872" x="4470400" y="6565900"/>
          <p14:tracePt t="60889" x="4476750" y="6597650"/>
          <p14:tracePt t="60905" x="4476750" y="6616700"/>
          <p14:tracePt t="60939" x="4483100" y="6623050"/>
          <p14:tracePt t="61748" x="4495800" y="6610350"/>
          <p14:tracePt t="61755" x="4521200" y="6572250"/>
          <p14:tracePt t="61770" x="4546600" y="6527800"/>
          <p14:tracePt t="61776" x="4578350" y="6477000"/>
          <p14:tracePt t="61790" x="4635500" y="6394450"/>
          <p14:tracePt t="61802" x="4699000" y="6292850"/>
          <p14:tracePt t="61818" x="4908550" y="5943600"/>
          <p14:tracePt t="61835" x="5073650" y="5664200"/>
          <p14:tracePt t="61853" x="5416550" y="4984750"/>
          <p14:tracePt t="61868" x="5765800" y="4165600"/>
          <p14:tracePt t="61885" x="5905500" y="3771900"/>
          <p14:tracePt t="61902" x="6134100" y="3022600"/>
          <p14:tracePt t="61918" x="6261100" y="2489200"/>
          <p14:tracePt t="61935" x="6299200" y="2286000"/>
          <p14:tracePt t="61952" x="6350000" y="1924050"/>
          <p14:tracePt t="61968" x="6369050" y="1657350"/>
          <p14:tracePt t="61985" x="6381750" y="1530350"/>
          <p14:tracePt t="62001" x="6400800" y="1301750"/>
          <p14:tracePt t="62018" x="6413500" y="1143000"/>
          <p14:tracePt t="62035" x="6413500" y="1104900"/>
          <p14:tracePt t="62051" x="6413500" y="1085850"/>
          <p14:tracePt t="62085" x="6407150" y="1085850"/>
          <p14:tracePt t="62105" x="6407150" y="1092200"/>
          <p14:tracePt t="62120" x="6407150" y="1098550"/>
          <p14:tracePt t="62127" x="6407150" y="1104900"/>
          <p14:tracePt t="62154" x="6407150" y="1111250"/>
          <p14:tracePt t="62190" x="6400800" y="1117600"/>
          <p14:tracePt t="62197" x="6394450" y="1117600"/>
          <p14:tracePt t="62211" x="6388100" y="1117600"/>
          <p14:tracePt t="62221" x="6375400" y="1117600"/>
          <p14:tracePt t="62233" x="6362700" y="1117600"/>
          <p14:tracePt t="62251" x="6324600" y="1136650"/>
          <p14:tracePt t="62268" x="6273800" y="1155700"/>
          <p14:tracePt t="62284" x="6242050" y="1174750"/>
          <p14:tracePt t="62301" x="6191250" y="1206500"/>
          <p14:tracePt t="62318" x="6134100" y="1257300"/>
          <p14:tracePt t="62333" x="6108700" y="1276350"/>
          <p14:tracePt t="62350" x="6076950" y="1301750"/>
          <p14:tracePt t="62367" x="5975350" y="1397000"/>
          <p14:tracePt t="62383" x="5956300" y="1416050"/>
          <p14:tracePt t="62402" x="5873750" y="1498600"/>
          <p14:tracePt t="62416" x="5829300" y="1536700"/>
          <p14:tracePt t="62433" x="5721350" y="1619250"/>
          <p14:tracePt t="62451" x="5600700" y="1676400"/>
          <p14:tracePt t="62466" x="5530850" y="1695450"/>
          <p14:tracePt t="62483" x="5435600" y="1746250"/>
          <p14:tracePt t="62500" x="5321300" y="1771650"/>
          <p14:tracePt t="62516" x="5257800" y="1797050"/>
          <p14:tracePt t="62532" x="5086350" y="1860550"/>
          <p14:tracePt t="62550" x="4914900" y="1924050"/>
          <p14:tracePt t="62566" x="4832350" y="1943100"/>
          <p14:tracePt t="62583" x="4762500" y="1968500"/>
          <p14:tracePt t="62599" x="4756150" y="1981200"/>
          <p14:tracePt t="62910" x="4692650" y="1943100"/>
          <p14:tracePt t="62918" x="4622800" y="1879600"/>
          <p14:tracePt t="62934" x="4540250" y="1828800"/>
          <p14:tracePt t="62948" x="4445000" y="1752600"/>
          <p14:tracePt t="62964" x="4229100" y="1619250"/>
          <p14:tracePt t="62981" x="4057650" y="1511300"/>
          <p14:tracePt t="62998" x="3975100" y="1479550"/>
          <p14:tracePt t="63014" x="3848100" y="1416050"/>
          <p14:tracePt t="63031" x="3765550" y="1377950"/>
          <p14:tracePt t="63048" x="3708400" y="1352550"/>
          <p14:tracePt t="63065" x="3625850" y="1327150"/>
          <p14:tracePt t="63081" x="3536950" y="1295400"/>
          <p14:tracePt t="63097" x="3505200" y="1289050"/>
          <p14:tracePt t="63115" x="3448050" y="1257300"/>
          <p14:tracePt t="63131" x="3384550" y="1225550"/>
          <p14:tracePt t="63147" x="3359150" y="1219200"/>
          <p14:tracePt t="63164" x="3321050" y="1200150"/>
          <p14:tracePt t="63181" x="3295650" y="1193800"/>
          <p14:tracePt t="63197" x="3263900" y="1181100"/>
          <p14:tracePt t="63213" x="3232150" y="1168400"/>
          <p14:tracePt t="63230" x="3206750" y="1162050"/>
          <p14:tracePt t="63248" x="3149600" y="1155700"/>
          <p14:tracePt t="63263" x="3086100" y="1143000"/>
          <p14:tracePt t="63280" x="3028950" y="1130300"/>
          <p14:tracePt t="63297" x="2921000" y="1111250"/>
          <p14:tracePt t="63313" x="2825750" y="1085850"/>
          <p14:tracePt t="63330" x="2794000" y="1066800"/>
          <p14:tracePt t="63347" x="2749550" y="1054100"/>
          <p14:tracePt t="63363" x="2724150" y="1047750"/>
          <p14:tracePt t="63380" x="2717800" y="1047750"/>
          <p14:tracePt t="63396" x="2705100" y="1047750"/>
          <p14:tracePt t="63413" x="2698750" y="1047750"/>
          <p14:tracePt t="63430" x="2692400" y="1047750"/>
          <p14:tracePt t="63466" x="2686050" y="1054100"/>
          <p14:tracePt t="63493" x="2686050" y="1060450"/>
          <p14:tracePt t="63522" x="2692400" y="1060450"/>
          <p14:tracePt t="63536" x="2698750" y="1066800"/>
          <p14:tracePt t="63549" x="2711450" y="1066800"/>
          <p14:tracePt t="63564" x="2711450" y="1073150"/>
          <p14:tracePt t="63571" x="2730500" y="1079500"/>
          <p14:tracePt t="63585" x="2743200" y="1085850"/>
          <p14:tracePt t="63595" x="2787650" y="1092200"/>
          <p14:tracePt t="63613" x="2882900" y="1123950"/>
          <p14:tracePt t="63629" x="2933700" y="1136650"/>
          <p14:tracePt t="63646" x="3092450" y="1181100"/>
          <p14:tracePt t="63663" x="3276600" y="1219200"/>
          <p14:tracePt t="63679" x="3378200" y="1238250"/>
          <p14:tracePt t="63695" x="3575050" y="1270000"/>
          <p14:tracePt t="63712" x="3740150" y="1301750"/>
          <p14:tracePt t="63728" x="3810000" y="1308100"/>
          <p14:tracePt t="63746" x="3873500" y="1308100"/>
          <p14:tracePt t="63749" x="3924300" y="1308100"/>
          <p14:tracePt t="63762" x="3994150" y="1308100"/>
          <p14:tracePt t="63778" x="4019550" y="1301750"/>
          <p14:tracePt t="63796" x="4044950" y="1289050"/>
          <p14:tracePt t="63811" x="4064000" y="1276350"/>
          <p14:tracePt t="63828" x="4070350" y="1270000"/>
          <p14:tracePt t="63845" x="4076700" y="1270000"/>
          <p14:tracePt t="63862" x="4076700" y="1263650"/>
          <p14:tracePt t="63878" x="4070350" y="1263650"/>
          <p14:tracePt t="63911" x="4064000" y="1263650"/>
          <p14:tracePt t="63927" x="4057650" y="1263650"/>
          <p14:tracePt t="63944" x="4051300" y="1263650"/>
          <p14:tracePt t="63961" x="4032250" y="1263650"/>
          <p14:tracePt t="63978" x="4006850" y="1257300"/>
          <p14:tracePt t="63994" x="3968750" y="1244600"/>
          <p14:tracePt t="64011" x="3937000" y="1238250"/>
          <p14:tracePt t="64028" x="3829050" y="1206500"/>
          <p14:tracePt t="64044" x="3683000" y="1181100"/>
          <p14:tracePt t="64060" x="3606800" y="1168400"/>
          <p14:tracePt t="64077" x="3429000" y="1162050"/>
          <p14:tracePt t="64094" x="3340100" y="1162050"/>
          <p14:tracePt t="64111" x="3175000" y="1174750"/>
          <p14:tracePt t="64127" x="3016250" y="1193800"/>
          <p14:tracePt t="64144" x="2952750" y="1200150"/>
          <p14:tracePt t="64161" x="2832100" y="1212850"/>
          <p14:tracePt t="64177" x="2774950" y="1225550"/>
          <p14:tracePt t="64193" x="2762250" y="1225550"/>
          <p14:tracePt t="64211" x="2743200" y="1231900"/>
          <p14:tracePt t="64227" x="2736850" y="1231900"/>
          <p14:tracePt t="64273" x="2736850" y="1238250"/>
          <p14:tracePt t="64315" x="2736850" y="1244600"/>
          <p14:tracePt t="64505" x="2743200" y="1250950"/>
          <p14:tracePt t="64547" x="2749550" y="1250950"/>
          <p14:tracePt t="64624" x="2755900" y="1250950"/>
          <p14:tracePt t="64659" x="2762250" y="1250950"/>
          <p14:tracePt t="64666" x="2768600" y="1250950"/>
          <p14:tracePt t="64737" x="2774950" y="1250950"/>
          <p14:tracePt t="64765" x="2781300" y="1250950"/>
          <p14:tracePt t="64800" x="2787650" y="1250950"/>
          <p14:tracePt t="64814" x="2794000" y="1257300"/>
          <p14:tracePt t="64849" x="2800350" y="1257300"/>
          <p14:tracePt t="64856" x="2806700" y="1257300"/>
          <p14:tracePt t="64870" x="2806700" y="1263650"/>
          <p14:tracePt t="64884" x="2813050" y="1270000"/>
          <p14:tracePt t="64898" x="2819400" y="1270000"/>
          <p14:tracePt t="64908" x="2825750" y="1276350"/>
          <p14:tracePt t="64925" x="2838450" y="1282700"/>
          <p14:tracePt t="64941" x="2870200" y="1314450"/>
          <p14:tracePt t="64958" x="2933700" y="1384300"/>
          <p14:tracePt t="64974" x="2978150" y="1441450"/>
          <p14:tracePt t="64991" x="3092450" y="1619250"/>
          <p14:tracePt t="65007" x="3162300" y="1758950"/>
          <p14:tracePt t="65025" x="3340100" y="2127250"/>
          <p14:tracePt t="65041" x="3575050" y="2667000"/>
          <p14:tracePt t="65058" x="3702050" y="3028950"/>
          <p14:tracePt t="65074" x="3949700" y="3810000"/>
          <p14:tracePt t="65091" x="4140200" y="4578350"/>
          <p14:tracePt t="65107" x="4222750" y="4908550"/>
          <p14:tracePt t="65124" x="4318000" y="5435600"/>
          <p14:tracePt t="65141" x="4362450" y="5740400"/>
          <p14:tracePt t="65159" x="4394200" y="5905500"/>
          <p14:tracePt t="65173" x="4400550" y="5949950"/>
          <p14:tracePt t="65190" x="4406900" y="5988050"/>
          <p14:tracePt t="65208" x="4406900" y="6007100"/>
          <p14:tracePt t="65223" x="4413250" y="6007100"/>
          <p14:tracePt t="65241" x="4413250" y="6013450"/>
          <p14:tracePt t="65257" x="4419600" y="6026150"/>
          <p14:tracePt t="65293" x="4425950" y="6032500"/>
          <p14:tracePt t="65306" x="4425950" y="6045200"/>
          <p14:tracePt t="65323" x="4425950" y="6057900"/>
          <p14:tracePt t="65340" x="4432300" y="6064250"/>
          <p14:tracePt t="65357" x="4438650" y="6083300"/>
          <p14:tracePt t="65373" x="4445000" y="6108700"/>
          <p14:tracePt t="65391" x="4457700" y="6146800"/>
          <p14:tracePt t="65406" x="4457700" y="6172200"/>
          <p14:tracePt t="65423" x="4483100" y="6248400"/>
          <p14:tracePt t="65440" x="4489450" y="6311900"/>
          <p14:tracePt t="65456" x="4495800" y="6356350"/>
          <p14:tracePt t="65473" x="4514850" y="6426200"/>
          <p14:tracePt t="65489" x="4521200" y="6477000"/>
          <p14:tracePt t="65506" x="4527550" y="6489700"/>
          <p14:tracePt t="65523" x="4527550" y="6515100"/>
          <p14:tracePt t="65587" x="4521200" y="6515100"/>
          <p14:tracePt t="65600" x="4508500" y="6515100"/>
          <p14:tracePt t="65608" x="4502150" y="6515100"/>
          <p14:tracePt t="65624" x="4495800" y="6515100"/>
          <p14:tracePt t="65639" x="4483100" y="6515100"/>
          <p14:tracePt t="65655" x="4464050" y="6508750"/>
          <p14:tracePt t="65672" x="4419600" y="6502400"/>
          <p14:tracePt t="65689" x="4400550" y="6502400"/>
          <p14:tracePt t="65706" x="4362450" y="6489700"/>
          <p14:tracePt t="65722" x="4318000" y="6489700"/>
          <p14:tracePt t="65739" x="4305300" y="6489700"/>
          <p14:tracePt t="65755" x="4267200" y="6489700"/>
          <p14:tracePt t="65771" x="4222750" y="6464300"/>
          <p14:tracePt t="65788" x="4203700" y="6451600"/>
          <p14:tracePt t="65805" x="4165600" y="6432550"/>
          <p14:tracePt t="65821" x="4140200" y="6413500"/>
          <p14:tracePt t="65838" x="4121150" y="6407150"/>
          <p14:tracePt t="65854" x="4102100" y="6388100"/>
          <p14:tracePt t="65871" x="4083050" y="6381750"/>
          <p14:tracePt t="65888" x="4070350" y="6375400"/>
          <p14:tracePt t="65904" x="4064000" y="6369050"/>
          <p14:tracePt t="65938" x="4057650" y="6362700"/>
          <p14:tracePt t="66008" x="4064000" y="6362700"/>
          <p14:tracePt t="66022" x="4070350" y="6362700"/>
          <p14:tracePt t="66029" x="4083050" y="6362700"/>
          <p14:tracePt t="66043" x="4089400" y="6369050"/>
          <p14:tracePt t="66054" x="4095750" y="6369050"/>
          <p14:tracePt t="66071" x="4133850" y="6369050"/>
          <p14:tracePt t="66087" x="4152900" y="6369050"/>
          <p14:tracePt t="66104" x="4229100" y="6369050"/>
          <p14:tracePt t="66121" x="4305300" y="6369050"/>
          <p14:tracePt t="66137" x="4362450" y="6369050"/>
          <p14:tracePt t="66154" x="4464050" y="6369050"/>
          <p14:tracePt t="66170" x="4578350" y="6362700"/>
          <p14:tracePt t="66187" x="4648200" y="6343650"/>
          <p14:tracePt t="66203" x="4699000" y="6337300"/>
          <p14:tracePt t="66220" x="4895850" y="6299200"/>
          <p14:tracePt t="66237" x="4953000" y="6292850"/>
          <p14:tracePt t="66254" x="5041900" y="6280150"/>
          <p14:tracePt t="66270" x="5086350" y="6273800"/>
          <p14:tracePt t="66287" x="5124450" y="6273800"/>
          <p14:tracePt t="66303" x="5168900" y="6267450"/>
          <p14:tracePt t="66320" x="5181600" y="6267450"/>
          <p14:tracePt t="66336" x="5207000" y="6261100"/>
          <p14:tracePt t="66353" x="5226050" y="6254750"/>
          <p14:tracePt t="66386" x="5232400" y="6254750"/>
          <p14:tracePt t="66402" x="5238750" y="6254750"/>
          <p14:tracePt t="66465" x="5238750" y="6248400"/>
          <p14:tracePt t="66591" x="5238750" y="6242050"/>
          <p14:tracePt t="66660" x="5232400" y="6235700"/>
          <p14:tracePt t="66682" x="5232400" y="6229350"/>
          <p14:tracePt t="66703" x="5232400" y="6216650"/>
          <p14:tracePt t="66710" x="5226050" y="6197600"/>
          <p14:tracePt t="66725" x="5226050" y="6159500"/>
          <p14:tracePt t="66735" x="5219700" y="6096000"/>
          <p14:tracePt t="66751" x="5200650" y="5994400"/>
          <p14:tracePt t="66768" x="5143500" y="5562600"/>
          <p14:tracePt t="66785" x="5092700" y="5207000"/>
          <p14:tracePt t="66802" x="4946650" y="4254500"/>
          <p14:tracePt t="66818" x="4756150" y="3111500"/>
          <p14:tracePt t="66834" x="4660900" y="2584450"/>
          <p14:tracePt t="66852" x="4337050" y="1301750"/>
          <p14:tracePt t="66868" x="4254500" y="990600"/>
          <p14:tracePt t="66884" x="4140200" y="698500"/>
          <p14:tracePt t="66901" x="3994150" y="317500"/>
          <p14:tracePt t="66917" x="3873500" y="101600"/>
          <p14:tracePt t="66935" x="3771900" y="0"/>
          <p14:tracePt t="66950" x="3721100" y="0"/>
          <p14:tracePt t="66967" x="3638550" y="0"/>
          <p14:tracePt t="66985" x="3562350" y="0"/>
          <p14:tracePt t="67000" x="3530600" y="0"/>
          <p14:tracePt t="67017" x="3473450" y="0"/>
          <p14:tracePt t="67034" x="3435350" y="0"/>
          <p14:tracePt t="67051" x="3416300" y="0"/>
          <p14:tracePt t="67067" x="3384550" y="0"/>
          <p14:tracePt t="67084" x="3365500" y="0"/>
          <p14:tracePt t="67100" x="3352800" y="6350"/>
          <p14:tracePt t="67118" x="3333750" y="19050"/>
          <p14:tracePt t="67133" x="3308350" y="44450"/>
          <p14:tracePt t="67150" x="3295650" y="57150"/>
          <p14:tracePt t="67168" x="3244850" y="107950"/>
          <p14:tracePt t="67183" x="3225800" y="139700"/>
          <p14:tracePt t="67200" x="3168650" y="215900"/>
          <p14:tracePt t="67217" x="3105150" y="317500"/>
          <p14:tracePt t="67233" x="3060700" y="374650"/>
          <p14:tracePt t="67250" x="2978150" y="514350"/>
          <p14:tracePt t="67266" x="2901950" y="641350"/>
          <p14:tracePt t="67283" x="2882900" y="692150"/>
          <p14:tracePt t="67300" x="2857500" y="755650"/>
          <p14:tracePt t="67317" x="2844800" y="781050"/>
          <p14:tracePt t="67333" x="2844800" y="793750"/>
          <p14:tracePt t="67350" x="2844800" y="819150"/>
          <p14:tracePt t="67366" x="2844800" y="831850"/>
          <p14:tracePt t="67383" x="2851150" y="831850"/>
          <p14:tracePt t="67400" x="2857500" y="844550"/>
          <p14:tracePt t="67416" x="2882900" y="850900"/>
          <p14:tracePt t="67432" x="2895600" y="850900"/>
          <p14:tracePt t="67449" x="2952750" y="850900"/>
          <p14:tracePt t="67466" x="2990850" y="850900"/>
          <p14:tracePt t="67484" x="3143250" y="850900"/>
          <p14:tracePt t="67499" x="3194050" y="850900"/>
          <p14:tracePt t="67516" x="3244850" y="850900"/>
          <p14:tracePt t="67533" x="3340100" y="850900"/>
          <p14:tracePt t="67549" x="3422650" y="831850"/>
          <p14:tracePt t="67565" x="3454400" y="825500"/>
          <p14:tracePt t="67582" x="3505200" y="806450"/>
          <p14:tracePt t="67598" x="3524250" y="793750"/>
          <p14:tracePt t="67616" x="3536950" y="787400"/>
          <p14:tracePt t="67632" x="3536950" y="774700"/>
          <p14:tracePt t="67648" x="3536950" y="768350"/>
          <p14:tracePt t="67666" x="3536950" y="762000"/>
          <p14:tracePt t="67698" x="3524250" y="762000"/>
          <p14:tracePt t="67716" x="3492500" y="762000"/>
          <p14:tracePt t="67731" x="3479800" y="762000"/>
          <p14:tracePt t="67748" x="3448050" y="768350"/>
          <p14:tracePt t="67765" x="3327400" y="800100"/>
          <p14:tracePt t="67781" x="3270250" y="819150"/>
          <p14:tracePt t="67784" x="3213100" y="838200"/>
          <p14:tracePt t="67815" x="3105150" y="876300"/>
          <p14:tracePt t="67831" x="3003550" y="933450"/>
          <p14:tracePt t="67848" x="2971800" y="946150"/>
          <p14:tracePt t="67864" x="2908300" y="990600"/>
          <p14:tracePt t="67881" x="2889250" y="1009650"/>
          <p14:tracePt t="67898" x="2870200" y="1016000"/>
          <p14:tracePt t="67931" x="2870200" y="1022350"/>
          <p14:tracePt t="67948" x="2882900" y="1035050"/>
          <p14:tracePt t="67964" x="2901950" y="1041400"/>
          <p14:tracePt t="67981" x="2940050" y="1054100"/>
          <p14:tracePt t="67997" x="3016250" y="1073150"/>
          <p14:tracePt t="68014" x="3054350" y="1073150"/>
          <p14:tracePt t="68031" x="3168650" y="1066800"/>
          <p14:tracePt t="68047" x="3289300" y="1028700"/>
          <p14:tracePt t="68063" x="3346450" y="1009650"/>
          <p14:tracePt t="68081" x="3448050" y="977900"/>
          <p14:tracePt t="68097" x="3473450" y="958850"/>
          <p14:tracePt t="68113" x="3530600" y="933450"/>
          <p14:tracePt t="68130" x="3562350" y="920750"/>
          <p14:tracePt t="68147" x="3568700" y="920750"/>
          <p14:tracePt t="68165" x="3581400" y="914400"/>
          <p14:tracePt t="68180" x="3581400" y="908050"/>
          <p14:tracePt t="68214" x="3575050" y="908050"/>
          <p14:tracePt t="68249" x="3568700" y="908050"/>
          <p14:tracePt t="68256" x="3562350" y="914400"/>
          <p14:tracePt t="68277" x="3556000" y="914400"/>
          <p14:tracePt t="68298" x="3556000" y="920750"/>
          <p14:tracePt t="68319" x="3549650" y="920750"/>
          <p14:tracePt t="69203" x="3543300" y="927100"/>
          <p14:tracePt t="69211" x="3536950" y="933450"/>
          <p14:tracePt t="69224" x="3524250" y="939800"/>
          <p14:tracePt t="69231" x="3511550" y="946150"/>
          <p14:tracePt t="69246" x="3498850" y="952500"/>
          <p14:tracePt t="69260" x="3479800" y="971550"/>
          <p14:tracePt t="69276" x="3460750" y="977900"/>
          <p14:tracePt t="69293" x="3448050" y="990600"/>
          <p14:tracePt t="69309" x="3403600" y="1009650"/>
          <p14:tracePt t="69326" x="3365500" y="1022350"/>
          <p14:tracePt t="69329" x="3333750" y="1035050"/>
          <p14:tracePt t="69343" x="3314700" y="1041400"/>
          <p14:tracePt t="69359" x="3289300" y="1047750"/>
          <p14:tracePt t="69376" x="3257550" y="1054100"/>
          <p14:tracePt t="69394" x="3225800" y="1060450"/>
          <p14:tracePt t="69408" x="3213100" y="1066800"/>
          <p14:tracePt t="69426" x="3181350" y="1073150"/>
          <p14:tracePt t="69443" x="3162300" y="1073150"/>
          <p14:tracePt t="69459" x="3155950" y="1079500"/>
          <p14:tracePt t="69475" x="3136900" y="1079500"/>
          <p14:tracePt t="69492" x="3130550" y="1079500"/>
          <p14:tracePt t="69525" x="3124200" y="1079500"/>
          <p14:tracePt t="69541" x="3117850" y="1085850"/>
          <p14:tracePt t="69576" x="3111500" y="1085850"/>
          <p14:tracePt t="69596" x="3105150" y="1085850"/>
          <p14:tracePt t="69609" x="3098800" y="1085850"/>
          <p14:tracePt t="69772" x="3111500" y="1085850"/>
          <p14:tracePt t="69793" x="3117850" y="1085850"/>
          <p14:tracePt t="69808" x="3124200" y="1085850"/>
          <p14:tracePt t="69815" x="3130550" y="1085850"/>
          <p14:tracePt t="69824" x="3136900" y="1085850"/>
          <p14:tracePt t="69844" x="3143250" y="1085850"/>
          <p14:tracePt t="69863" x="3149600" y="1085850"/>
          <p14:tracePt t="69878" x="3155950" y="1085850"/>
          <p14:tracePt t="69893" x="3162300" y="1085850"/>
          <p14:tracePt t="69913" x="3168650" y="1085850"/>
          <p14:tracePt t="69934" x="3175000" y="1085850"/>
          <p14:tracePt t="69983" x="3181350" y="1085850"/>
          <p14:tracePt t="69997" x="3187700" y="1085850"/>
          <p14:tracePt t="70004" x="3187700" y="1079500"/>
          <p14:tracePt t="70025" x="3194050" y="1079500"/>
          <p14:tracePt t="70053" x="3200400" y="1079500"/>
          <p14:tracePt t="70095" x="3206750" y="1073150"/>
          <p14:tracePt t="70123" x="3213100" y="1073150"/>
          <p14:tracePt t="70145" x="3219450" y="1073150"/>
          <p14:tracePt t="70166" x="3225800" y="1066800"/>
          <p14:tracePt t="70174" x="3232150" y="1066800"/>
          <p14:tracePt t="70187" x="3238500" y="1060450"/>
          <p14:tracePt t="70208" x="3244850" y="1060450"/>
          <p14:tracePt t="70229" x="3251200" y="1060450"/>
          <p14:tracePt t="70236" x="3257550" y="1060450"/>
          <p14:tracePt t="70243" x="3263900" y="1054100"/>
          <p14:tracePt t="70264" x="3270250" y="1047750"/>
          <p14:tracePt t="70278" x="3276600" y="1047750"/>
          <p14:tracePt t="70299" x="3282950" y="1047750"/>
          <p14:tracePt t="70308" x="3282950" y="1041400"/>
          <p14:tracePt t="70334" x="3289300" y="1035050"/>
          <p14:tracePt t="70357" x="3295650" y="1035050"/>
          <p14:tracePt t="70376" x="3308350" y="1028700"/>
          <p14:tracePt t="70405" x="3314700" y="1028700"/>
          <p14:tracePt t="70425" x="3321050" y="1028700"/>
          <p14:tracePt t="70446" x="3321050" y="1022350"/>
          <p14:tracePt t="70454" x="3327400" y="1022350"/>
          <p14:tracePt t="70524" x="3333750" y="1016000"/>
          <p14:tracePt t="70545" x="3340100" y="1016000"/>
          <p14:tracePt t="70573" x="3346450" y="1016000"/>
          <p14:tracePt t="75083" x="3321050" y="1016000"/>
          <p14:tracePt t="75091" x="3289300" y="1016000"/>
          <p14:tracePt t="75104" x="3251200" y="1003300"/>
          <p14:tracePt t="75111" x="3213100" y="1003300"/>
          <p14:tracePt t="75122" x="3175000" y="1003300"/>
          <p14:tracePt t="75140" x="3092450" y="1009650"/>
          <p14:tracePt t="75156" x="3060700" y="1009650"/>
          <p14:tracePt t="75173" x="3035300" y="1009650"/>
          <p14:tracePt t="75189" x="2965450" y="1009650"/>
          <p14:tracePt t="75206" x="2908300" y="1022350"/>
          <p14:tracePt t="75222" x="2882900" y="1022350"/>
          <p14:tracePt t="75238" x="2832100" y="1035050"/>
          <p14:tracePt t="75256" x="2800350" y="1041400"/>
          <p14:tracePt t="75273" x="2762250" y="1060450"/>
          <p14:tracePt t="75289" x="2755900" y="1060450"/>
          <p14:tracePt t="75336" x="2749550" y="1060450"/>
          <p14:tracePt t="75483" x="2755900" y="1060450"/>
          <p14:tracePt t="75512" x="2762250" y="1066800"/>
          <p14:tracePt t="75525" x="2768600" y="1066800"/>
          <p14:tracePt t="75532" x="2774950" y="1066800"/>
          <p14:tracePt t="75547" x="2781300" y="1066800"/>
          <p14:tracePt t="75555" x="2787650" y="1066800"/>
          <p14:tracePt t="75571" x="2800350" y="1066800"/>
          <p14:tracePt t="75588" x="2857500" y="1073150"/>
          <p14:tracePt t="75604" x="2952750" y="1085850"/>
          <p14:tracePt t="75621" x="3016250" y="1085850"/>
          <p14:tracePt t="75638" x="3162300" y="1104900"/>
          <p14:tracePt t="75654" x="3314700" y="1130300"/>
          <p14:tracePt t="75670" x="3397250" y="1143000"/>
          <p14:tracePt t="75688" x="3536950" y="1162050"/>
          <p14:tracePt t="75704" x="3644900" y="1181100"/>
          <p14:tracePt t="75720" x="3695700" y="1187450"/>
          <p14:tracePt t="75737" x="3746500" y="1187450"/>
          <p14:tracePt t="75754" x="3765550" y="1187450"/>
          <p14:tracePt t="75770" x="3778250" y="1187450"/>
          <p14:tracePt t="75787" x="3784600" y="1187450"/>
          <p14:tracePt t="75804" x="3790950" y="1187450"/>
          <p14:tracePt t="75961" x="3784600" y="1181100"/>
          <p14:tracePt t="78482" x="3778250" y="1181100"/>
          <p14:tracePt t="78489" x="3771900" y="1181100"/>
          <p14:tracePt t="78497" x="3765550" y="1181100"/>
          <p14:tracePt t="78512" x="3759200" y="1181100"/>
          <p14:tracePt t="78528" x="3746500" y="1181100"/>
          <p14:tracePt t="78544" x="3721100" y="1181100"/>
          <p14:tracePt t="78561" x="3695700" y="1181100"/>
          <p14:tracePt t="78577" x="3676650" y="1181100"/>
          <p14:tracePt t="78594" x="3644900" y="1187450"/>
          <p14:tracePt t="78610" x="3619500" y="1187450"/>
          <p14:tracePt t="78627" x="3594100" y="1187450"/>
          <p14:tracePt t="78644" x="3562350" y="1193800"/>
          <p14:tracePt t="78660" x="3524250" y="1200150"/>
          <p14:tracePt t="78677" x="3492500" y="1200150"/>
          <p14:tracePt t="78694" x="3422650" y="1212850"/>
          <p14:tracePt t="78710" x="3314700" y="1244600"/>
          <p14:tracePt t="78727" x="3270250" y="1257300"/>
          <p14:tracePt t="78743" x="3162300" y="1308100"/>
          <p14:tracePt t="78760" x="3079750" y="1365250"/>
          <p14:tracePt t="78778" x="3035300" y="1422400"/>
          <p14:tracePt t="78793" x="3028950" y="1441450"/>
          <p14:tracePt t="78810" x="3028950" y="1454150"/>
          <p14:tracePt t="78827" x="3041650" y="1460500"/>
          <p14:tracePt t="79504" x="3041650" y="1473200"/>
          <p14:tracePt t="79511" x="3054350" y="1492250"/>
          <p14:tracePt t="79524" x="3054350" y="1511300"/>
          <p14:tracePt t="79541" x="3079750" y="1568450"/>
          <p14:tracePt t="79557" x="3086100" y="1587500"/>
          <p14:tracePt t="79574" x="3098800" y="1612900"/>
          <p14:tracePt t="79590" x="3143250" y="1708150"/>
          <p14:tracePt t="79607" x="3168650" y="1727200"/>
          <p14:tracePt t="79625" x="3213100" y="1784350"/>
          <p14:tracePt t="79640" x="3251200" y="1828800"/>
          <p14:tracePt t="79657" x="3327400" y="1930400"/>
          <p14:tracePt t="79674" x="3422650" y="2057400"/>
          <p14:tracePt t="79690" x="3486150" y="2133600"/>
          <p14:tracePt t="79707" x="3606800" y="2247900"/>
          <p14:tracePt t="79723" x="3733800" y="2355850"/>
          <p14:tracePt t="79740" x="3816350" y="2419350"/>
          <p14:tracePt t="79757" x="3949700" y="2565400"/>
          <p14:tracePt t="79773" x="4070350" y="2705100"/>
          <p14:tracePt t="79789" x="4127500" y="2762250"/>
          <p14:tracePt t="79807" x="4260850" y="2863850"/>
          <p14:tracePt t="79823" x="4368800" y="2921000"/>
          <p14:tracePt t="79840" x="4425950" y="2946400"/>
          <p14:tracePt t="79856" x="4514850" y="2990850"/>
          <p14:tracePt t="79873" x="4559300" y="3009900"/>
          <p14:tracePt t="79889" x="4654550" y="3054350"/>
          <p14:tracePt t="79906" x="4787900" y="3092450"/>
          <p14:tracePt t="79922" x="4857750" y="3111500"/>
          <p14:tracePt t="79940" x="5003800" y="3136900"/>
          <p14:tracePt t="79956" x="5124450" y="3187700"/>
          <p14:tracePt t="79972" x="5187950" y="3194050"/>
          <p14:tracePt t="79976" x="5226050" y="3194050"/>
          <p14:tracePt t="79989" x="5257800" y="3213100"/>
          <p14:tracePt t="80006" x="5327650" y="3213100"/>
          <p14:tracePt t="80022" x="5384800" y="3181350"/>
          <p14:tracePt t="80039" x="5480050" y="3098800"/>
          <p14:tracePt t="80055" x="5575300" y="2984500"/>
          <p14:tracePt t="80072" x="5600700" y="2927350"/>
          <p14:tracePt t="80089" x="5676900" y="2813050"/>
          <p14:tracePt t="80105" x="5702300" y="2768600"/>
          <p14:tracePt t="80123" x="5708650" y="2743200"/>
          <p14:tracePt t="80139" x="5715000" y="2717800"/>
          <p14:tracePt t="80155" x="5727700" y="2679700"/>
          <p14:tracePt t="80874" x="5746750" y="2679700"/>
          <p14:tracePt t="80888" x="5759450" y="2673350"/>
          <p14:tracePt t="80895" x="5772150" y="2673350"/>
          <p14:tracePt t="80909" x="5784850" y="2667000"/>
          <p14:tracePt t="80919" x="5803900" y="2667000"/>
          <p14:tracePt t="80935" x="5816600" y="2667000"/>
          <p14:tracePt t="80952" x="5842000" y="2647950"/>
          <p14:tracePt t="80969" x="5880100" y="2641600"/>
          <p14:tracePt t="80987" x="5892800" y="2641600"/>
          <p14:tracePt t="81002" x="5930900" y="2635250"/>
          <p14:tracePt t="81019" x="5949950" y="2622550"/>
          <p14:tracePt t="81036" x="5994400" y="2616200"/>
          <p14:tracePt t="81052" x="6013450" y="2609850"/>
          <p14:tracePt t="81069" x="6019800" y="2609850"/>
          <p14:tracePt t="81086" x="6038850" y="2603500"/>
          <p14:tracePt t="82281" x="6038850" y="2616200"/>
          <p14:tracePt t="82295" x="6038850" y="2635250"/>
          <p14:tracePt t="82302" x="6038850" y="2654300"/>
          <p14:tracePt t="82314" x="6032500" y="2679700"/>
          <p14:tracePt t="82331" x="6019800" y="2717800"/>
          <p14:tracePt t="82347" x="6019800" y="2736850"/>
          <p14:tracePt t="82366" x="6013450" y="2768600"/>
          <p14:tracePt t="82381" x="6007100" y="2794000"/>
          <p14:tracePt t="82398" x="6007100" y="2800350"/>
          <p14:tracePt t="82415" x="5994400" y="2825750"/>
          <p14:tracePt t="82431" x="5988050" y="2838450"/>
          <p14:tracePt t="82447" x="5969000" y="2857500"/>
          <p14:tracePt t="82464" x="5943600" y="2889250"/>
          <p14:tracePt t="82480" x="5924550" y="2908300"/>
          <p14:tracePt t="82499" x="5873750" y="2927350"/>
          <p14:tracePt t="82514" x="5810250" y="2965450"/>
          <p14:tracePt t="82530" x="5778500" y="2971800"/>
          <p14:tracePt t="82547" x="5708650" y="2978150"/>
          <p14:tracePt t="82563" x="5632450" y="2978150"/>
          <p14:tracePt t="82580" x="5588000" y="2978150"/>
          <p14:tracePt t="82597" x="5486400" y="2965450"/>
          <p14:tracePt t="82613" x="5365750" y="2946400"/>
          <p14:tracePt t="82630" x="5302250" y="2940050"/>
          <p14:tracePt t="82647" x="5137150" y="2927350"/>
          <p14:tracePt t="82663" x="4914900" y="2978150"/>
          <p14:tracePt t="82680" x="4800600" y="3009900"/>
          <p14:tracePt t="82697" x="4610100" y="3124200"/>
          <p14:tracePt t="82713" x="4552950" y="3162300"/>
          <p14:tracePt t="83031" x="4533900" y="3263900"/>
          <p14:tracePt t="83038" x="4495800" y="3429000"/>
          <p14:tracePt t="83048" x="4457700" y="3606800"/>
          <p14:tracePt t="83061" x="4438650" y="3752850"/>
          <p14:tracePt t="83079" x="4381500" y="4051300"/>
          <p14:tracePt t="83095" x="4356100" y="4362450"/>
          <p14:tracePt t="83112" x="4356100" y="4521200"/>
          <p14:tracePt t="83129" x="4318000" y="4908550"/>
          <p14:tracePt t="83145" x="4305300" y="5149850"/>
          <p14:tracePt t="83161" x="4305300" y="5251450"/>
          <p14:tracePt t="83178" x="4298950" y="5403850"/>
          <p14:tracePt t="83195" x="4298950" y="5530850"/>
          <p14:tracePt t="83211" x="4298950" y="5568950"/>
          <p14:tracePt t="83228" x="4318000" y="5664200"/>
          <p14:tracePt t="83244" x="4330700" y="5740400"/>
          <p14:tracePt t="83261" x="4337050" y="5759450"/>
          <p14:tracePt t="83278" x="4362450" y="5803900"/>
          <p14:tracePt t="83294" x="4375150" y="5816600"/>
          <p14:tracePt t="83312" x="4381500" y="5835650"/>
          <p14:tracePt t="83327" x="4381500" y="5848350"/>
          <p14:tracePt t="83344" x="4387850" y="5854700"/>
          <p14:tracePt t="83362" x="4387850" y="5880100"/>
          <p14:tracePt t="83377" x="4375150" y="5930900"/>
          <p14:tracePt t="83394" x="4362450" y="5969000"/>
          <p14:tracePt t="83411" x="4330700" y="6083300"/>
          <p14:tracePt t="83427" x="4305300" y="6223000"/>
          <p14:tracePt t="83444" x="4292600" y="6311900"/>
          <p14:tracePt t="83460" x="4273550" y="6483350"/>
          <p14:tracePt t="83477" x="4273550" y="6623050"/>
          <p14:tracePt t="83494" x="4273550" y="6686550"/>
          <p14:tracePt t="83510" x="4273550" y="6762750"/>
          <p14:tracePt t="83527" x="4273550" y="6800850"/>
          <p14:tracePt t="83544" x="4273550" y="6813550"/>
          <p14:tracePt t="83560" x="4273550" y="6819900"/>
          <p14:tracePt t="83650" x="4279900" y="6819900"/>
          <p14:tracePt t="83706" x="4286250" y="6819900"/>
          <p14:tracePt t="83755" x="4292600" y="6807200"/>
          <p14:tracePt t="83769" x="4298950" y="6800850"/>
          <p14:tracePt t="83777" x="4298950" y="6788150"/>
          <p14:tracePt t="83789" x="4305300" y="6781800"/>
          <p14:tracePt t="83797" x="4305300" y="6762750"/>
          <p14:tracePt t="83809" x="4311650" y="6743700"/>
          <p14:tracePt t="83826" x="4337050" y="6648450"/>
          <p14:tracePt t="83842" x="4343400" y="6584950"/>
          <p14:tracePt t="83860" x="4356100" y="6496050"/>
          <p14:tracePt t="83876" x="4406900" y="6146800"/>
          <p14:tracePt t="83892" x="4419600" y="6019800"/>
          <p14:tracePt t="83910" x="4445000" y="5676900"/>
          <p14:tracePt t="83925" x="4445000" y="5492750"/>
          <p14:tracePt t="83942" x="4432300" y="5016500"/>
          <p14:tracePt t="83959" x="4387850" y="4483100"/>
          <p14:tracePt t="83975" x="4343400" y="4235450"/>
          <p14:tracePt t="83992" x="4222750" y="3721100"/>
          <p14:tracePt t="84009" x="4114800" y="3282950"/>
          <p14:tracePt t="84025" x="4057650" y="3079750"/>
          <p14:tracePt t="84042" x="3924300" y="2609850"/>
          <p14:tracePt t="84058" x="3733800" y="2178050"/>
          <p14:tracePt t="84075" x="3638550" y="1981200"/>
          <p14:tracePt t="84092" x="3422650" y="1581150"/>
          <p14:tracePt t="84108" x="3276600" y="1352550"/>
          <p14:tracePt t="84124" x="3238500" y="1295400"/>
          <p14:tracePt t="84142" x="3194050" y="1244600"/>
          <p14:tracePt t="84158" x="3162300" y="1225550"/>
          <p14:tracePt t="84174" x="3149600" y="1212850"/>
          <p14:tracePt t="84191" x="3124200" y="1200150"/>
          <p14:tracePt t="84208" x="3105150" y="1187450"/>
          <p14:tracePt t="84225" x="3022600" y="1143000"/>
          <p14:tracePt t="84241" x="2978150" y="1104900"/>
          <p14:tracePt t="84258" x="2921000" y="1066800"/>
          <p14:tracePt t="84275" x="2838450" y="984250"/>
          <p14:tracePt t="84291" x="2730500" y="889000"/>
          <p14:tracePt t="84307" x="2686050" y="844550"/>
          <p14:tracePt t="84324" x="2584450" y="692150"/>
          <p14:tracePt t="84341" x="2565400" y="654050"/>
          <p14:tracePt t="84357" x="2540000" y="609600"/>
          <p14:tracePt t="84374" x="2508250" y="552450"/>
          <p14:tracePt t="84390" x="2482850" y="539750"/>
          <p14:tracePt t="84408" x="2470150" y="533400"/>
          <p14:tracePt t="84424" x="2457450" y="539750"/>
          <p14:tracePt t="84440" x="2438400" y="577850"/>
          <p14:tracePt t="84457" x="2432050" y="603250"/>
          <p14:tracePt t="84473" x="2425700" y="647700"/>
          <p14:tracePt t="84490" x="2425700" y="673100"/>
          <p14:tracePt t="84507" x="2438400" y="742950"/>
          <p14:tracePt t="84523" x="2451100" y="762000"/>
          <p14:tracePt t="84541" x="2470150" y="774700"/>
          <p14:tracePt t="84543" x="2489200" y="781050"/>
          <p14:tracePt t="84557" x="2508250" y="806450"/>
          <p14:tracePt t="84573" x="2546350" y="831850"/>
          <p14:tracePt t="84591" x="2590800" y="876300"/>
          <p14:tracePt t="84606" x="2616200" y="920750"/>
          <p14:tracePt t="84623" x="2660650" y="990600"/>
          <p14:tracePt t="84640" x="2692400" y="1028700"/>
          <p14:tracePt t="84657" x="2705100" y="1041400"/>
          <p14:tracePt t="84673" x="2730500" y="1079500"/>
          <p14:tracePt t="84689" x="2749550" y="1123950"/>
          <p14:tracePt t="84706" x="2762250" y="1136650"/>
          <p14:tracePt t="84723" x="2774950" y="1162050"/>
          <p14:tracePt t="84740" x="2787650" y="1187450"/>
          <p14:tracePt t="84756" x="2794000" y="1193800"/>
          <p14:tracePt t="84773" x="2806700" y="1200150"/>
          <p14:tracePt t="84789" x="2806700" y="1206500"/>
          <p14:tracePt t="84806" x="2813050" y="1212850"/>
          <p14:tracePt t="84823" x="2825750" y="122555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Multiple Inheritance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274320" y="987552"/>
            <a:ext cx="8717280" cy="5870448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We’ve seen examples of inheritance of a base class.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But not an example of multiple inheritance.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But it’s easy to do, just put multiple things in the list:</a:t>
            </a:r>
          </a:p>
          <a:p>
            <a:pPr eaLnBrk="1" hangingPunct="1">
              <a:buNone/>
            </a:pP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DerivedClass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(Base1, Base2, Base3):</a:t>
            </a:r>
          </a:p>
          <a:p>
            <a:pPr eaLnBrk="1" hangingPunct="1"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...</a:t>
            </a:r>
            <a:endParaRPr lang="en-US" altLang="en-US" sz="28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r>
              <a:rPr lang="en-US" altLang="en-US" dirty="0">
                <a:solidFill>
                  <a:srgbClr val="FF0000"/>
                </a:solidFill>
              </a:rPr>
              <a:t>But what if two of the base classes both have a method of the same name. Which gets inherited?</a:t>
            </a:r>
          </a:p>
          <a:p>
            <a:pPr lvl="1"/>
            <a:r>
              <a:rPr lang="en-US" altLang="en-US" dirty="0">
                <a:solidFill>
                  <a:schemeClr val="accent2"/>
                </a:solidFill>
              </a:rPr>
              <a:t>Python searches for the method depth-first, left-to-right.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But what if two of the base classes both derive from some common other class? Won’t the changing of inherited class attributes get complex?</a:t>
            </a:r>
          </a:p>
          <a:p>
            <a:pPr lvl="1"/>
            <a:r>
              <a:rPr lang="en-US" altLang="en-US" dirty="0">
                <a:solidFill>
                  <a:schemeClr val="accent2"/>
                </a:solidFill>
              </a:rPr>
              <a:t>Python solves all such complexities, but we won’t talk about it.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2683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631"/>
    </mc:Choice>
    <mc:Fallback xmlns="">
      <p:transition spd="slow" advTm="1316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491" x="2825750" y="1231900"/>
          <p14:tracePt t="9505" x="2832100" y="1238250"/>
          <p14:tracePt t="9512" x="2838450" y="1238250"/>
          <p14:tracePt t="9519" x="2844800" y="1244600"/>
          <p14:tracePt t="9531" x="2851150" y="1244600"/>
          <p14:tracePt t="9549" x="2863850" y="1250950"/>
          <p14:tracePt t="9564" x="2876550" y="1263650"/>
          <p14:tracePt t="9582" x="2901950" y="1270000"/>
          <p14:tracePt t="9598" x="2933700" y="1282700"/>
          <p14:tracePt t="9614" x="2965450" y="1301750"/>
          <p14:tracePt t="9632" x="2990850" y="1314450"/>
          <p14:tracePt t="9647" x="3048000" y="1339850"/>
          <p14:tracePt t="9664" x="3073400" y="1365250"/>
          <p14:tracePt t="9681" x="3124200" y="1397000"/>
          <p14:tracePt t="9698" x="3155950" y="1409700"/>
          <p14:tracePt t="9714" x="3187700" y="1422400"/>
          <p14:tracePt t="9731" x="3244850" y="1454150"/>
          <p14:tracePt t="9747" x="3289300" y="1479550"/>
          <p14:tracePt t="9764" x="3340100" y="1511300"/>
          <p14:tracePt t="9780" x="3416300" y="1555750"/>
          <p14:tracePt t="9797" x="3467100" y="1574800"/>
          <p14:tracePt t="9814" x="3562350" y="1631950"/>
          <p14:tracePt t="9830" x="3600450" y="1670050"/>
          <p14:tracePt t="9847" x="3657600" y="1695450"/>
          <p14:tracePt t="9864" x="3721100" y="1727200"/>
          <p14:tracePt t="9880" x="3752850" y="1739900"/>
          <p14:tracePt t="9897" x="3778250" y="1752600"/>
          <p14:tracePt t="9913" x="3810000" y="1765300"/>
          <p14:tracePt t="9930" x="3835400" y="1771650"/>
          <p14:tracePt t="9947" x="3854450" y="1778000"/>
          <p14:tracePt t="9963" x="3873500" y="1778000"/>
          <p14:tracePt t="9979" x="3886200" y="1778000"/>
          <p14:tracePt t="9997" x="3898900" y="1771650"/>
          <p14:tracePt t="10029" x="3905250" y="1778000"/>
          <p14:tracePt t="10046" x="3911600" y="1784350"/>
          <p14:tracePt t="17975" x="3911600" y="1803400"/>
          <p14:tracePt t="17982" x="3905250" y="1841500"/>
          <p14:tracePt t="17989" x="3886200" y="1892300"/>
          <p14:tracePt t="18002" x="3879850" y="1936750"/>
          <p14:tracePt t="18018" x="3854450" y="2051050"/>
          <p14:tracePt t="18035" x="3835400" y="2120900"/>
          <p14:tracePt t="18053" x="3822700" y="2197100"/>
          <p14:tracePt t="18068" x="3816350" y="2235200"/>
          <p14:tracePt t="18085" x="3790950" y="2298700"/>
          <p14:tracePt t="18102" x="3771900" y="2400300"/>
          <p14:tracePt t="18118" x="3746500" y="2470150"/>
          <p14:tracePt t="18135" x="3733800" y="2520950"/>
          <p14:tracePt t="18152" x="3689350" y="2616200"/>
          <p14:tracePt t="18168" x="3663950" y="2667000"/>
          <p14:tracePt t="18185" x="3625850" y="2692400"/>
          <p14:tracePt t="18201" x="3581400" y="2743200"/>
          <p14:tracePt t="18218" x="3536950" y="2774950"/>
          <p14:tracePt t="18236" x="3473450" y="2806700"/>
          <p14:tracePt t="18251" x="3429000" y="2819400"/>
          <p14:tracePt t="18268" x="3397250" y="2832100"/>
          <p14:tracePt t="18284" x="3333750" y="2851150"/>
          <p14:tracePt t="18301" x="3295650" y="2857500"/>
          <p14:tracePt t="18318" x="3251200" y="2870200"/>
          <p14:tracePt t="18334" x="3168650" y="2901950"/>
          <p14:tracePt t="18351" x="3098800" y="2921000"/>
          <p14:tracePt t="18368" x="2959100" y="2959100"/>
          <p14:tracePt t="18384" x="2889250" y="2971800"/>
          <p14:tracePt t="18400" x="2819400" y="2978150"/>
          <p14:tracePt t="18418" x="2724150" y="2978150"/>
          <p14:tracePt t="18434" x="2660650" y="2978150"/>
          <p14:tracePt t="18450" x="2597150" y="2971800"/>
          <p14:tracePt t="18468" x="2533650" y="2965450"/>
          <p14:tracePt t="18484" x="2495550" y="2965450"/>
          <p14:tracePt t="18500" x="2476500" y="2965450"/>
          <p14:tracePt t="18516" x="2495550" y="2984500"/>
          <p14:tracePt t="18533" x="2501900" y="2984500"/>
          <p14:tracePt t="18971" x="2508250" y="2984500"/>
          <p14:tracePt t="18978" x="2514600" y="2984500"/>
          <p14:tracePt t="18985" x="2527300" y="2984500"/>
          <p14:tracePt t="18998" x="2533650" y="2990850"/>
          <p14:tracePt t="19015" x="2559050" y="2990850"/>
          <p14:tracePt t="19031" x="2590800" y="2990850"/>
          <p14:tracePt t="19049" x="2628900" y="2990850"/>
          <p14:tracePt t="19065" x="2692400" y="2990850"/>
          <p14:tracePt t="19081" x="2781300" y="2990850"/>
          <p14:tracePt t="19098" x="2940050" y="2978150"/>
          <p14:tracePt t="19115" x="3028950" y="2978150"/>
          <p14:tracePt t="19131" x="3136900" y="2971800"/>
          <p14:tracePt t="19148" x="3282950" y="2965450"/>
          <p14:tracePt t="19165" x="3365500" y="2946400"/>
          <p14:tracePt t="19183" x="3448050" y="2946400"/>
          <p14:tracePt t="19198" x="3492500" y="2946400"/>
          <p14:tracePt t="19214" x="3511550" y="2946400"/>
          <p14:tracePt t="19232" x="3530600" y="2946400"/>
          <p14:tracePt t="19248" x="3536950" y="2952750"/>
          <p14:tracePt t="19264" x="3543300" y="2959100"/>
          <p14:tracePt t="19281" x="3549650" y="2959100"/>
          <p14:tracePt t="19498" x="3556000" y="2959100"/>
          <p14:tracePt t="19504" x="3562350" y="2959100"/>
          <p14:tracePt t="19526" x="3575050" y="2959100"/>
          <p14:tracePt t="19533" x="3581400" y="2959100"/>
          <p14:tracePt t="19549" x="3594100" y="2959100"/>
          <p14:tracePt t="19563" x="3613150" y="2959100"/>
          <p14:tracePt t="19580" x="3657600" y="2959100"/>
          <p14:tracePt t="19583" x="3695700" y="2959100"/>
          <p14:tracePt t="19599" x="3752850" y="2959100"/>
          <p14:tracePt t="19613" x="3816350" y="2959100"/>
          <p14:tracePt t="19631" x="3956050" y="2959100"/>
          <p14:tracePt t="19646" x="4108450" y="2959100"/>
          <p14:tracePt t="19663" x="4191000" y="2946400"/>
          <p14:tracePt t="19680" x="4356100" y="2946400"/>
          <p14:tracePt t="19696" x="4483100" y="2946400"/>
          <p14:tracePt t="19713" x="4559300" y="2946400"/>
          <p14:tracePt t="19730" x="4648200" y="2940050"/>
          <p14:tracePt t="19746" x="4711700" y="2933700"/>
          <p14:tracePt t="19762" x="4737100" y="2921000"/>
          <p14:tracePt t="19780" x="4768850" y="2921000"/>
          <p14:tracePt t="19796" x="4794250" y="2914650"/>
          <p14:tracePt t="19812" x="4800600" y="2914650"/>
          <p14:tracePt t="19830" x="4819650" y="2914650"/>
          <p14:tracePt t="19846" x="4826000" y="2908300"/>
          <p14:tracePt t="19864" x="4832350" y="2908300"/>
          <p14:tracePt t="19895" x="4838700" y="2908300"/>
          <p14:tracePt t="19912" x="4851400" y="2901950"/>
          <p14:tracePt t="19929" x="4864100" y="2901950"/>
          <p14:tracePt t="19945" x="4870450" y="2901950"/>
          <p14:tracePt t="19962" x="4876800" y="2901950"/>
          <p14:tracePt t="19978" x="4889500" y="2901950"/>
          <p14:tracePt t="19995" x="4895850" y="2901950"/>
          <p14:tracePt t="20012" x="4927600" y="2901950"/>
          <p14:tracePt t="20028" x="4978400" y="2901950"/>
          <p14:tracePt t="20046" x="5067300" y="2908300"/>
          <p14:tracePt t="20061" x="5130800" y="2921000"/>
          <p14:tracePt t="20078" x="5270500" y="2921000"/>
          <p14:tracePt t="20096" x="5435600" y="2921000"/>
          <p14:tracePt t="20111" x="5518150" y="2927350"/>
          <p14:tracePt t="20128" x="5607050" y="2927350"/>
          <p14:tracePt t="20145" x="5848350" y="2927350"/>
          <p14:tracePt t="20161" x="5924550" y="2927350"/>
          <p14:tracePt t="20178" x="6000750" y="2927350"/>
          <p14:tracePt t="20194" x="6140450" y="2927350"/>
          <p14:tracePt t="20211" x="6280150" y="2940050"/>
          <p14:tracePt t="20228" x="6413500" y="2959100"/>
          <p14:tracePt t="20244" x="6477000" y="2965450"/>
          <p14:tracePt t="20261" x="6572250" y="2971800"/>
          <p14:tracePt t="20278" x="6642100" y="2971800"/>
          <p14:tracePt t="20294" x="6667500" y="2965450"/>
          <p14:tracePt t="20310" x="6718300" y="2965450"/>
          <p14:tracePt t="20327" x="6762750" y="2965450"/>
          <p14:tracePt t="20344" x="6775450" y="2959100"/>
          <p14:tracePt t="20361" x="6807200" y="2959100"/>
          <p14:tracePt t="20378" x="6826250" y="2952750"/>
          <p14:tracePt t="20393" x="6832600" y="2952750"/>
          <p14:tracePt t="20411" x="6858000" y="2952750"/>
          <p14:tracePt t="20427" x="6883400" y="2946400"/>
          <p14:tracePt t="20443" x="6896100" y="2946400"/>
          <p14:tracePt t="20461" x="6915150" y="2946400"/>
          <p14:tracePt t="20477" x="6940550" y="2946400"/>
          <p14:tracePt t="20510" x="6965950" y="2946400"/>
          <p14:tracePt t="20527" x="6978650" y="2946400"/>
          <p14:tracePt t="30205" x="6972300" y="2946400"/>
          <p14:tracePt t="30212" x="6940550" y="2959100"/>
          <p14:tracePt t="30219" x="6921500" y="2978150"/>
          <p14:tracePt t="30229" x="6902450" y="2990850"/>
          <p14:tracePt t="30243" x="6838950" y="3022600"/>
          <p14:tracePt t="30260" x="6762750" y="3073400"/>
          <p14:tracePt t="30277" x="6642100" y="3143250"/>
          <p14:tracePt t="30293" x="6540500" y="3194050"/>
          <p14:tracePt t="30310" x="6457950" y="3257550"/>
          <p14:tracePt t="30326" x="6330950" y="3365500"/>
          <p14:tracePt t="30342" x="6267450" y="3435350"/>
          <p14:tracePt t="30360" x="6165850" y="3568700"/>
          <p14:tracePt t="30376" x="6089650" y="3670300"/>
          <p14:tracePt t="30392" x="6019800" y="3765550"/>
          <p14:tracePt t="30410" x="5924550" y="3854450"/>
          <p14:tracePt t="30425" x="5848350" y="3911600"/>
          <p14:tracePt t="30442" x="5797550" y="3937000"/>
          <p14:tracePt t="30459" x="5664200" y="4019550"/>
          <p14:tracePt t="30475" x="5543550" y="4044950"/>
          <p14:tracePt t="30493" x="5378450" y="4102100"/>
          <p14:tracePt t="30508" x="5276850" y="4140200"/>
          <p14:tracePt t="30526" x="5105400" y="4197350"/>
          <p14:tracePt t="30543" x="4864100" y="4241800"/>
          <p14:tracePt t="30559" x="4692650" y="4260850"/>
          <p14:tracePt t="30575" x="4514850" y="4267200"/>
          <p14:tracePt t="30592" x="4229100" y="4311650"/>
          <p14:tracePt t="30608" x="4038600" y="4318000"/>
          <p14:tracePt t="30626" x="3886200" y="4337050"/>
          <p14:tracePt t="30642" x="3562350" y="4387850"/>
          <p14:tracePt t="30658" x="3429000" y="4425950"/>
          <p14:tracePt t="30677" x="3321050" y="4457700"/>
          <p14:tracePt t="31293" x="3327400" y="4464050"/>
          <p14:tracePt t="31300" x="3340100" y="4464050"/>
          <p14:tracePt t="31308" x="3359150" y="4470400"/>
          <p14:tracePt t="31322" x="3397250" y="4476750"/>
          <p14:tracePt t="31339" x="3435350" y="4483100"/>
          <p14:tracePt t="31357" x="3530600" y="4489450"/>
          <p14:tracePt t="31372" x="3613150" y="4502150"/>
          <p14:tracePt t="31389" x="3752850" y="4508500"/>
          <p14:tracePt t="31406" x="3994150" y="4508500"/>
          <p14:tracePt t="31422" x="4184650" y="4508500"/>
          <p14:tracePt t="31439" x="4362450" y="4508500"/>
          <p14:tracePt t="31456" x="4597400" y="4495800"/>
          <p14:tracePt t="31472" x="4756150" y="4464050"/>
          <p14:tracePt t="31490" x="4895850" y="4464050"/>
          <p14:tracePt t="31505" x="5067300" y="4438650"/>
          <p14:tracePt t="31522" x="5137150" y="4425950"/>
          <p14:tracePt t="31539" x="5213350" y="4400550"/>
          <p14:tracePt t="31555" x="5251450" y="4394200"/>
          <p14:tracePt t="31572" x="5264150" y="4387850"/>
          <p14:tracePt t="31589" x="5302250" y="4381500"/>
          <p14:tracePt t="31605" x="5314950" y="4375150"/>
          <p14:tracePt t="31621" x="5321300" y="4375150"/>
          <p14:tracePt t="31714" x="5321300" y="4368800"/>
          <p14:tracePt t="32125" x="5327650" y="4375150"/>
          <p14:tracePt t="32132" x="5353050" y="4375150"/>
          <p14:tracePt t="32139" x="5365750" y="4381500"/>
          <p14:tracePt t="32154" x="5422900" y="4400550"/>
          <p14:tracePt t="32170" x="5467350" y="4406900"/>
          <p14:tracePt t="32186" x="5511800" y="4425950"/>
          <p14:tracePt t="32203" x="5594350" y="4445000"/>
          <p14:tracePt t="32219" x="5683250" y="4451350"/>
          <p14:tracePt t="32236" x="5715000" y="4451350"/>
          <p14:tracePt t="32239" x="5753100" y="4457700"/>
          <p14:tracePt t="32253" x="5816600" y="4470400"/>
          <p14:tracePt t="32270" x="5949950" y="4489450"/>
          <p14:tracePt t="32286" x="6026150" y="4495800"/>
          <p14:tracePt t="32302" x="6159500" y="4514850"/>
          <p14:tracePt t="32319" x="6286500" y="4527550"/>
          <p14:tracePt t="32336" x="6419850" y="4533900"/>
          <p14:tracePt t="32352" x="6483350" y="4546600"/>
          <p14:tracePt t="32369" x="6572250" y="4546600"/>
          <p14:tracePt t="32386" x="6635750" y="4540250"/>
          <p14:tracePt t="32402" x="6654800" y="4540250"/>
          <p14:tracePt t="32419" x="6673850" y="4540250"/>
          <p14:tracePt t="32435" x="6711950" y="4540250"/>
          <p14:tracePt t="32452" x="6718300" y="4540250"/>
          <p14:tracePt t="32470" x="6731000" y="4540250"/>
          <p14:tracePt t="32485" x="6737350" y="4540250"/>
          <p14:tracePt t="32502" x="6743700" y="4540250"/>
          <p14:tracePt t="32535" x="6750050" y="4540250"/>
          <p14:tracePt t="32551" x="6762750" y="4540250"/>
          <p14:tracePt t="32569" x="6769100" y="4546600"/>
          <p14:tracePt t="32585" x="6775450" y="4546600"/>
          <p14:tracePt t="32601" x="6788150" y="4552950"/>
          <p14:tracePt t="32618" x="6819900" y="4559300"/>
          <p14:tracePt t="32634" x="6845300" y="4559300"/>
          <p14:tracePt t="32652" x="6902450" y="4572000"/>
          <p14:tracePt t="32668" x="6972300" y="4578350"/>
          <p14:tracePt t="32684" x="7010400" y="4578350"/>
          <p14:tracePt t="32701" x="7080250" y="4584700"/>
          <p14:tracePt t="32718" x="7124700" y="4584700"/>
          <p14:tracePt t="32734" x="7150100" y="4584700"/>
          <p14:tracePt t="32751" x="7169150" y="4584700"/>
          <p14:tracePt t="32768" x="7181850" y="4584700"/>
          <p14:tracePt t="32786" x="7207250" y="4584700"/>
          <p14:tracePt t="32817" x="7213600" y="4584700"/>
          <p14:tracePt t="32834" x="7219950" y="4584700"/>
          <p14:tracePt t="32912" x="7226300" y="4584700"/>
          <p14:tracePt t="32947" x="7232650" y="4584700"/>
          <p14:tracePt t="32961" x="7239000" y="4584700"/>
          <p14:tracePt t="32969" x="7245350" y="4584700"/>
          <p14:tracePt t="32989" x="7251700" y="4584700"/>
          <p14:tracePt t="33003" x="7258050" y="4584700"/>
          <p14:tracePt t="33017" x="7264400" y="4584700"/>
          <p14:tracePt t="33033" x="7270750" y="4584700"/>
          <p14:tracePt t="33050" x="7283450" y="4584700"/>
          <p14:tracePt t="33067" x="7327900" y="4591050"/>
          <p14:tracePt t="33083" x="7359650" y="4597400"/>
          <p14:tracePt t="33100" x="7378700" y="4597400"/>
          <p14:tracePt t="33116" x="7429500" y="4616450"/>
          <p14:tracePt t="33133" x="7461250" y="4616450"/>
          <p14:tracePt t="33150" x="7473950" y="4616450"/>
          <p14:tracePt t="33166" x="7499350" y="4616450"/>
          <p14:tracePt t="33183" x="7512050" y="4616450"/>
          <p14:tracePt t="33200" x="7518400" y="4616450"/>
          <p14:tracePt t="33270" x="7524750" y="4616450"/>
          <p14:tracePt t="33297" x="7531100" y="4616450"/>
          <p14:tracePt t="33809" x="7486650" y="4572000"/>
          <p14:tracePt t="33823" x="7397750" y="4489450"/>
          <p14:tracePt t="33830" x="7315200" y="4406900"/>
          <p14:tracePt t="33844" x="7200900" y="4305300"/>
          <p14:tracePt t="33851" x="7067550" y="4191000"/>
          <p14:tracePt t="33867" x="6959600" y="4076700"/>
          <p14:tracePt t="33881" x="6750050" y="3886200"/>
          <p14:tracePt t="33897" x="6635750" y="3784600"/>
          <p14:tracePt t="33915" x="6426200" y="3600450"/>
          <p14:tracePt t="33930" x="6330950" y="3511550"/>
          <p14:tracePt t="33947" x="6153150" y="3365500"/>
          <p14:tracePt t="33965" x="5988050" y="3257550"/>
          <p14:tracePt t="33980" x="5930900" y="3213100"/>
          <p14:tracePt t="33997" x="5886450" y="3181350"/>
          <p14:tracePt t="34014" x="5772150" y="3124200"/>
          <p14:tracePt t="34030" x="5702300" y="3092450"/>
          <p14:tracePt t="34047" x="5670550" y="3067050"/>
          <p14:tracePt t="34063" x="5594350" y="3028950"/>
          <p14:tracePt t="34080" x="5575300" y="3022600"/>
          <p14:tracePt t="34097" x="5543550" y="3016250"/>
          <p14:tracePt t="34112" x="5518150" y="3003550"/>
          <p14:tracePt t="34129" x="5505450" y="2997200"/>
          <p14:tracePt t="34147" x="5486400" y="2990850"/>
          <p14:tracePt t="34163" x="5422900" y="2959100"/>
          <p14:tracePt t="34179" x="5391150" y="2946400"/>
          <p14:tracePt t="34196" x="5334000" y="2921000"/>
          <p14:tracePt t="34213" x="5289550" y="2908300"/>
          <p14:tracePt t="34229" x="5219700" y="2889250"/>
          <p14:tracePt t="34246" x="5143500" y="2863850"/>
          <p14:tracePt t="34262" x="5105400" y="2863850"/>
          <p14:tracePt t="34280" x="5048250" y="2844800"/>
          <p14:tracePt t="34296" x="4965700" y="2825750"/>
          <p14:tracePt t="34313" x="4933950" y="2813050"/>
          <p14:tracePt t="34329" x="4851400" y="2794000"/>
          <p14:tracePt t="34345" x="4787900" y="2768600"/>
          <p14:tracePt t="34362" x="4756150" y="2762250"/>
          <p14:tracePt t="34379" x="4711700" y="2749550"/>
          <p14:tracePt t="34395" x="4673600" y="2736850"/>
          <p14:tracePt t="34412" x="4654550" y="2730500"/>
          <p14:tracePt t="34429" x="4629150" y="2717800"/>
          <p14:tracePt t="34445" x="4597400" y="2711450"/>
          <p14:tracePt t="34462" x="4578350" y="2711450"/>
          <p14:tracePt t="34478" x="4565650" y="2711450"/>
          <p14:tracePt t="34495" x="4559300" y="2711450"/>
          <p14:tracePt t="34529" x="4552950" y="2711450"/>
          <p14:tracePt t="35177" x="4546600" y="2711450"/>
          <p14:tracePt t="35183" x="4546600" y="2717800"/>
          <p14:tracePt t="35205" x="4540250" y="2724150"/>
          <p14:tracePt t="35227" x="4527550" y="2724150"/>
          <p14:tracePt t="35275" x="4527550" y="2736850"/>
          <p14:tracePt t="35317" x="4527550" y="2743200"/>
          <p14:tracePt t="35380" x="4533900" y="2743200"/>
          <p14:tracePt t="35429" x="4540250" y="2743200"/>
          <p14:tracePt t="35436" x="4546600" y="2743200"/>
          <p14:tracePt t="35459" x="4559300" y="2743200"/>
          <p14:tracePt t="35465" x="4572000" y="2749550"/>
          <p14:tracePt t="35479" x="4603750" y="2749550"/>
          <p14:tracePt t="35493" x="4648200" y="2755900"/>
          <p14:tracePt t="35508" x="4775200" y="2755900"/>
          <p14:tracePt t="35525" x="4883150" y="2768600"/>
          <p14:tracePt t="35542" x="5105400" y="2768600"/>
          <p14:tracePt t="35558" x="5372100" y="2768600"/>
          <p14:tracePt t="35575" x="5499100" y="2768600"/>
          <p14:tracePt t="35592" x="5753100" y="2762250"/>
          <p14:tracePt t="35608" x="5949950" y="2762250"/>
          <p14:tracePt t="35624" x="6032500" y="2762250"/>
          <p14:tracePt t="35641" x="6146800" y="2755900"/>
          <p14:tracePt t="35658" x="6184900" y="2755900"/>
          <p14:tracePt t="35675" x="6229350" y="2749550"/>
          <p14:tracePt t="35691" x="6235700" y="2749550"/>
          <p14:tracePt t="35788" x="6229350" y="2749550"/>
          <p14:tracePt t="35808" x="6223000" y="2749550"/>
          <p14:tracePt t="35851" x="6216650" y="2749550"/>
          <p14:tracePt t="35886" x="6210300" y="2749550"/>
          <p14:tracePt t="35928" x="6203950" y="2749550"/>
          <p14:tracePt t="35978" x="6203950" y="2755900"/>
          <p14:tracePt t="36013" x="6210300" y="2755900"/>
          <p14:tracePt t="36027" x="6216650" y="2755900"/>
          <p14:tracePt t="36041" x="6223000" y="2755900"/>
          <p14:tracePt t="36048" x="6235700" y="2755900"/>
          <p14:tracePt t="36062" x="6242050" y="2755900"/>
          <p14:tracePt t="36073" x="6248400" y="2762250"/>
          <p14:tracePt t="36091" x="6299200" y="2781300"/>
          <p14:tracePt t="36106" x="6343650" y="2781300"/>
          <p14:tracePt t="36123" x="6464300" y="2819400"/>
          <p14:tracePt t="36139" x="6616700" y="2844800"/>
          <p14:tracePt t="36156" x="6699250" y="2863850"/>
          <p14:tracePt t="36172" x="6851650" y="2882900"/>
          <p14:tracePt t="36189" x="6985000" y="2901950"/>
          <p14:tracePt t="36206" x="7035800" y="2901950"/>
          <p14:tracePt t="36224" x="7118350" y="2921000"/>
          <p14:tracePt t="36239" x="7156450" y="2921000"/>
          <p14:tracePt t="36256" x="7162800" y="2921000"/>
          <p14:tracePt t="36273" x="7175500" y="2921000"/>
          <p14:tracePt t="36343" x="7175500" y="2914650"/>
          <p14:tracePt t="36392" x="7169150" y="2914650"/>
          <p14:tracePt t="36469" x="7162800" y="2914650"/>
          <p14:tracePt t="37128" x="7124700" y="2914650"/>
          <p14:tracePt t="37142" x="7061200" y="2914650"/>
          <p14:tracePt t="37149" x="6991350" y="2908300"/>
          <p14:tracePt t="37156" x="6915150" y="2895600"/>
          <p14:tracePt t="37172" x="6838950" y="2889250"/>
          <p14:tracePt t="37186" x="6737350" y="2876550"/>
          <p14:tracePt t="37202" x="6635750" y="2870200"/>
          <p14:tracePt t="37219" x="6369050" y="2838450"/>
          <p14:tracePt t="37235" x="6127750" y="2806700"/>
          <p14:tracePt t="37252" x="6013450" y="2794000"/>
          <p14:tracePt t="37269" x="5676900" y="2774950"/>
          <p14:tracePt t="37285" x="5588000" y="2774950"/>
          <p14:tracePt t="37302" x="5435600" y="2787650"/>
          <p14:tracePt t="37319" x="5327650" y="2813050"/>
          <p14:tracePt t="37335" x="5264150" y="2819400"/>
          <p14:tracePt t="37352" x="5194300" y="2832100"/>
          <p14:tracePt t="37368" x="5067300" y="2863850"/>
          <p14:tracePt t="37385" x="5029200" y="2870200"/>
          <p14:tracePt t="37402" x="4972050" y="2870200"/>
          <p14:tracePt t="37418" x="4940300" y="2882900"/>
          <p14:tracePt t="37435" x="4883150" y="2882900"/>
          <p14:tracePt t="37452" x="4838700" y="2882900"/>
          <p14:tracePt t="37468" x="4781550" y="2882900"/>
          <p14:tracePt t="37485" x="4762500" y="2882900"/>
          <p14:tracePt t="37501" x="4718050" y="2882900"/>
          <p14:tracePt t="37518" x="4699000" y="2876550"/>
          <p14:tracePt t="37534" x="4699000" y="2870200"/>
          <p14:tracePt t="38562" x="4692650" y="2876550"/>
          <p14:tracePt t="38576" x="4686300" y="2889250"/>
          <p14:tracePt t="38584" x="4686300" y="2901950"/>
          <p14:tracePt t="38600" x="4679950" y="2901950"/>
          <p14:tracePt t="38614" x="4673600" y="2908300"/>
          <p14:tracePt t="38634" x="4667250" y="2921000"/>
          <p14:tracePt t="38654" x="4660900" y="2933700"/>
          <p14:tracePt t="38667" x="4660900" y="2946400"/>
          <p14:tracePt t="38682" x="4660900" y="2959100"/>
          <p14:tracePt t="38696" x="4654550" y="2990850"/>
          <p14:tracePt t="38714" x="4654550" y="3003550"/>
          <p14:tracePt t="38731" x="4648200" y="3048000"/>
          <p14:tracePt t="38747" x="4648200" y="3086100"/>
          <p14:tracePt t="38764" x="4648200" y="3117850"/>
          <p14:tracePt t="38780" x="4648200" y="3155950"/>
          <p14:tracePt t="38796" x="4648200" y="3194050"/>
          <p14:tracePt t="38814" x="4648200" y="3219450"/>
          <p14:tracePt t="38830" x="4648200" y="3244850"/>
          <p14:tracePt t="38846" x="4654550" y="3270250"/>
          <p14:tracePt t="38864" x="4654550" y="3276600"/>
          <p14:tracePt t="38881" x="4660900" y="3295650"/>
          <p14:tracePt t="38896" x="4660900" y="3308350"/>
          <p14:tracePt t="38913" x="4660900" y="3321050"/>
          <p14:tracePt t="38946" x="4660900" y="3327400"/>
          <p14:tracePt t="39124" x="4667250" y="3327400"/>
          <p14:tracePt t="39145" x="4667250" y="3321050"/>
          <p14:tracePt t="39165" x="4673600" y="3308350"/>
          <p14:tracePt t="39180" x="4673600" y="3302000"/>
          <p14:tracePt t="39187" x="4673600" y="3295650"/>
          <p14:tracePt t="39195" x="4679950" y="3295650"/>
          <p14:tracePt t="39211" x="4679950" y="3289300"/>
          <p14:tracePt t="39236" x="4679950" y="3276600"/>
          <p14:tracePt t="39250" x="4686300" y="3263900"/>
          <p14:tracePt t="39261" x="4686300" y="3244850"/>
          <p14:tracePt t="39279" x="4686300" y="3194050"/>
          <p14:tracePt t="39295" x="4686300" y="3175000"/>
          <p14:tracePt t="39312" x="4686300" y="3105150"/>
          <p14:tracePt t="39328" x="4686300" y="3041650"/>
          <p14:tracePt t="39344" x="4673600" y="2997200"/>
          <p14:tracePt t="39348" x="4667250" y="2965450"/>
          <p14:tracePt t="39361" x="4660900" y="2946400"/>
          <p14:tracePt t="39378" x="4654550" y="2914650"/>
          <p14:tracePt t="39395" x="4654550" y="2901950"/>
          <p14:tracePt t="39412" x="4648200" y="2889250"/>
          <p14:tracePt t="39428" x="4648200" y="2882900"/>
          <p14:tracePt t="39819" x="4641850" y="2882900"/>
          <p14:tracePt t="40304" x="4641850" y="2889250"/>
          <p14:tracePt t="40353" x="4641850" y="2895600"/>
          <p14:tracePt t="40360" x="4641850" y="2901950"/>
          <p14:tracePt t="40401" x="4641850" y="2914650"/>
          <p14:tracePt t="40423" x="4635500" y="2921000"/>
          <p14:tracePt t="40430" x="4629150" y="2933700"/>
          <p14:tracePt t="40444" x="4603750" y="2959100"/>
          <p14:tracePt t="40458" x="4533900" y="3028950"/>
          <p14:tracePt t="40474" x="4476750" y="3073400"/>
          <p14:tracePt t="40491" x="4406900" y="3124200"/>
          <p14:tracePt t="40508" x="4241800" y="3251200"/>
          <p14:tracePt t="40524" x="4064000" y="3384550"/>
          <p14:tracePt t="40541" x="3968750" y="3448050"/>
          <p14:tracePt t="40557" x="3803650" y="3549650"/>
          <p14:tracePt t="40574" x="3683000" y="3619500"/>
          <p14:tracePt t="40591" x="3651250" y="3644900"/>
          <p14:tracePt t="40607" x="3606800" y="3663950"/>
          <p14:tracePt t="40624" x="3600450" y="3670300"/>
          <p14:tracePt t="40641" x="3625850" y="3670300"/>
          <p14:tracePt t="40657" x="3657600" y="3657600"/>
          <p14:tracePt t="40674" x="3765550" y="3606800"/>
          <p14:tracePt t="40691" x="3892550" y="3549650"/>
          <p14:tracePt t="40707" x="3962400" y="3524250"/>
          <p14:tracePt t="40723" x="4038600" y="3479800"/>
          <p14:tracePt t="40740" x="4197350" y="3409950"/>
          <p14:tracePt t="40756" x="4216400" y="3390900"/>
          <p14:tracePt t="40774" x="4241800" y="3378200"/>
          <p14:tracePt t="40790" x="4254500" y="3365500"/>
          <p14:tracePt t="40806" x="4260850" y="3365500"/>
          <p14:tracePt t="40844" x="4260850" y="3371850"/>
          <p14:tracePt t="40866" x="4260850" y="3378200"/>
          <p14:tracePt t="40875" x="4254500" y="3378200"/>
          <p14:tracePt t="40889" x="4254500" y="3384550"/>
          <p14:tracePt t="40906" x="4248150" y="3403600"/>
          <p14:tracePt t="40923" x="4248150" y="3416300"/>
          <p14:tracePt t="40939" x="4248150" y="3435350"/>
          <p14:tracePt t="40956" x="4248150" y="3479800"/>
          <p14:tracePt t="40972" x="4248150" y="3549650"/>
          <p14:tracePt t="40989" x="4254500" y="3587750"/>
          <p14:tracePt t="41006" x="4260850" y="3644900"/>
          <p14:tracePt t="41022" x="4267200" y="3695700"/>
          <p14:tracePt t="41039" x="4267200" y="3708400"/>
          <p14:tracePt t="41055" x="4279900" y="3721100"/>
          <p14:tracePt t="41072" x="4286250" y="3721100"/>
          <p14:tracePt t="41088" x="4305300" y="3721100"/>
          <p14:tracePt t="41105" x="4330700" y="3702050"/>
          <p14:tracePt t="41122" x="4349750" y="3689350"/>
          <p14:tracePt t="41139" x="4419600" y="3625850"/>
          <p14:tracePt t="41155" x="4527550" y="3517900"/>
          <p14:tracePt t="41172" x="4584700" y="3448050"/>
          <p14:tracePt t="41189" x="4692650" y="3314700"/>
          <p14:tracePt t="41205" x="4775200" y="3238500"/>
          <p14:tracePt t="41222" x="4794250" y="3206750"/>
          <p14:tracePt t="41238" x="4819650" y="3187700"/>
          <p14:tracePt t="41255" x="4826000" y="3181350"/>
          <p14:tracePt t="41289" x="4826000" y="3187700"/>
          <p14:tracePt t="41305" x="4813300" y="3206750"/>
          <p14:tracePt t="41322" x="4800600" y="3232150"/>
          <p14:tracePt t="41338" x="4794250" y="3244850"/>
          <p14:tracePt t="41354" x="4794250" y="3263900"/>
          <p14:tracePt t="41372" x="4787900" y="3321050"/>
          <p14:tracePt t="41388" x="4787900" y="3460750"/>
          <p14:tracePt t="41404" x="4800600" y="3536950"/>
          <p14:tracePt t="41421" x="4838700" y="3695700"/>
          <p14:tracePt t="41437" x="4864100" y="3790950"/>
          <p14:tracePt t="41454" x="4876800" y="3816350"/>
          <p14:tracePt t="41471" x="4902200" y="3841750"/>
          <p14:tracePt t="41487" x="4902200" y="3848100"/>
          <p14:tracePt t="41520" x="4908550" y="3848100"/>
          <p14:tracePt t="41537" x="4908550" y="3841750"/>
          <p14:tracePt t="43041" x="4902200" y="3829050"/>
          <p14:tracePt t="43048" x="4895850" y="3810000"/>
          <p14:tracePt t="43062" x="4883150" y="3778250"/>
          <p14:tracePt t="43069" x="4876800" y="3740150"/>
          <p14:tracePt t="43085" x="4870450" y="3683000"/>
          <p14:tracePt t="43098" x="4851400" y="3575050"/>
          <p14:tracePt t="43115" x="4838700" y="3511550"/>
          <p14:tracePt t="43132" x="4819650" y="3448050"/>
          <p14:tracePt t="43149" x="4806950" y="3327400"/>
          <p14:tracePt t="43165" x="4787900" y="3257550"/>
          <p14:tracePt t="43182" x="4781550" y="3232150"/>
          <p14:tracePt t="43198" x="4775200" y="3225800"/>
          <p14:tracePt t="43215" x="4775200" y="3213100"/>
          <p14:tracePt t="43232" x="4775200" y="3206750"/>
          <p14:tracePt t="43265" x="4768850" y="3200400"/>
          <p14:tracePt t="43281" x="4762500" y="3187700"/>
          <p14:tracePt t="43315" x="4762500" y="3168650"/>
          <p14:tracePt t="43331" x="4756150" y="3149600"/>
          <p14:tracePt t="43348" x="4756150" y="3143250"/>
          <p14:tracePt t="43364" x="4743450" y="3111500"/>
          <p14:tracePt t="43381" x="4705350" y="3073400"/>
          <p14:tracePt t="43398" x="4679950" y="3035300"/>
          <p14:tracePt t="43414" x="4629150" y="2959100"/>
          <p14:tracePt t="43431" x="4597400" y="2927350"/>
          <p14:tracePt t="43449" x="4489450" y="2819400"/>
          <p14:tracePt t="43464" x="4470400" y="2806700"/>
          <p14:tracePt t="43480" x="4445000" y="2794000"/>
          <p14:tracePt t="43498" x="4413250" y="2781300"/>
          <p14:tracePt t="43514" x="4400550" y="2781300"/>
          <p14:tracePt t="43546" x="4394200" y="2781300"/>
          <p14:tracePt t="43563" x="4387850" y="2781300"/>
          <p14:tracePt t="43687" x="4394200" y="2781300"/>
          <p14:tracePt t="44194" x="4400550" y="2794000"/>
          <p14:tracePt t="44201" x="4419600" y="2806700"/>
          <p14:tracePt t="44215" x="4438650" y="2825750"/>
          <p14:tracePt t="44228" x="4470400" y="2844800"/>
          <p14:tracePt t="44244" x="4572000" y="2908300"/>
          <p14:tracePt t="44261" x="4629150" y="2933700"/>
          <p14:tracePt t="44278" x="4775200" y="2978150"/>
          <p14:tracePt t="44294" x="4946650" y="3003550"/>
          <p14:tracePt t="44311" x="5048250" y="3003550"/>
          <p14:tracePt t="44328" x="5213350" y="3003550"/>
          <p14:tracePt t="44344" x="5334000" y="2971800"/>
          <p14:tracePt t="44361" x="5378450" y="2946400"/>
          <p14:tracePt t="44378" x="5422900" y="2908300"/>
          <p14:tracePt t="44394" x="5429250" y="2889250"/>
          <p14:tracePt t="44411" x="5429250" y="2851150"/>
          <p14:tracePt t="44427" x="5403850" y="2774950"/>
          <p14:tracePt t="44444" x="5384800" y="2730500"/>
          <p14:tracePt t="44447" x="5346700" y="2673350"/>
          <p14:tracePt t="44461" x="5302250" y="2616200"/>
          <p14:tracePt t="44477" x="5181600" y="2476500"/>
          <p14:tracePt t="44494" x="5105400" y="2406650"/>
          <p14:tracePt t="44510" x="4940300" y="2279650"/>
          <p14:tracePt t="44527" x="4781550" y="2209800"/>
          <p14:tracePt t="44544" x="4686300" y="2178050"/>
          <p14:tracePt t="44560" x="4533900" y="2171700"/>
          <p14:tracePt t="44577" x="4400550" y="2190750"/>
          <p14:tracePt t="44595" x="4324350" y="2241550"/>
          <p14:tracePt t="44610" x="4292600" y="2279650"/>
          <p14:tracePt t="44627" x="4235450" y="2381250"/>
          <p14:tracePt t="44644" x="4210050" y="2489200"/>
          <p14:tracePt t="44660" x="4197350" y="2540000"/>
          <p14:tracePt t="44677" x="4197350" y="2590800"/>
          <p14:tracePt t="44693" x="4197350" y="2705100"/>
          <p14:tracePt t="44710" x="4216400" y="2724150"/>
          <p14:tracePt t="44726" x="4241800" y="2768600"/>
          <p14:tracePt t="44743" x="4318000" y="2838450"/>
          <p14:tracePt t="44759" x="4394200" y="2889250"/>
          <p14:tracePt t="44777" x="4451350" y="2927350"/>
          <p14:tracePt t="44793" x="4470400" y="2933700"/>
          <p14:tracePt t="44809" x="4495800" y="2940050"/>
          <p14:tracePt t="44826" x="4514850" y="2940050"/>
          <p14:tracePt t="44842" x="4521200" y="2940050"/>
          <p14:tracePt t="44859" x="4527550" y="2940050"/>
          <p14:tracePt t="45086" x="4578350" y="2946400"/>
          <p14:tracePt t="45100" x="4654550" y="2965450"/>
          <p14:tracePt t="45106" x="4756150" y="2990850"/>
          <p14:tracePt t="45114" x="4870450" y="2997200"/>
          <p14:tracePt t="45128" x="4984750" y="2997200"/>
          <p14:tracePt t="45142" x="5124450" y="2997200"/>
          <p14:tracePt t="45158" x="5391150" y="2984500"/>
          <p14:tracePt t="45175" x="5530850" y="2971800"/>
          <p14:tracePt t="45192" x="5746750" y="2933700"/>
          <p14:tracePt t="45208" x="5892800" y="2901950"/>
          <p14:tracePt t="45225" x="5937250" y="2882900"/>
          <p14:tracePt t="45241" x="5988050" y="2870200"/>
          <p14:tracePt t="45258" x="6000750" y="2857500"/>
          <p14:tracePt t="45318" x="5994400" y="2857500"/>
          <p14:tracePt t="45339" x="5988050" y="2857500"/>
          <p14:tracePt t="45345" x="5988050" y="2863850"/>
          <p14:tracePt t="45361" x="5988050" y="2870200"/>
          <p14:tracePt t="45374" x="5981700" y="2876550"/>
          <p14:tracePt t="45402" x="5981700" y="2882900"/>
          <p14:tracePt t="45423" x="5988050" y="2889250"/>
          <p14:tracePt t="45437" x="6000750" y="2895600"/>
          <p14:tracePt t="45444" x="6013450" y="2901950"/>
          <p14:tracePt t="45457" x="6032500" y="2908300"/>
          <p14:tracePt t="45473" x="6096000" y="2927350"/>
          <p14:tracePt t="45491" x="6134100" y="2933700"/>
          <p14:tracePt t="45507" x="6254750" y="2940050"/>
          <p14:tracePt t="45524" x="6286500" y="2921000"/>
          <p14:tracePt t="45540" x="6330950" y="2895600"/>
          <p14:tracePt t="45557" x="6356350" y="2844800"/>
          <p14:tracePt t="45573" x="6356350" y="2825750"/>
          <p14:tracePt t="45590" x="6343650" y="2781300"/>
          <p14:tracePt t="45607" x="6299200" y="2686050"/>
          <p14:tracePt t="45623" x="6267450" y="2673350"/>
          <p14:tracePt t="45639" x="6242050" y="2660650"/>
          <p14:tracePt t="45656" x="6153150" y="2647950"/>
          <p14:tracePt t="45673" x="6019800" y="2673350"/>
          <p14:tracePt t="45690" x="5905500" y="2749550"/>
          <p14:tracePt t="45706" x="5861050" y="2794000"/>
          <p14:tracePt t="45723" x="5797550" y="2876550"/>
          <p14:tracePt t="45740" x="5791200" y="2940050"/>
          <p14:tracePt t="45756" x="5791200" y="2959100"/>
          <p14:tracePt t="45773" x="5803900" y="2978150"/>
          <p14:tracePt t="45789" x="5835650" y="3003550"/>
          <p14:tracePt t="45806" x="5962650" y="3073400"/>
          <p14:tracePt t="45824" x="6076950" y="3111500"/>
          <p14:tracePt t="45839" x="6229350" y="3168650"/>
          <p14:tracePt t="45856" x="6578600" y="3232150"/>
          <p14:tracePt t="45873" x="6750050" y="3257550"/>
          <p14:tracePt t="45889" x="6915150" y="3270250"/>
          <p14:tracePt t="45905" x="7169150" y="3257550"/>
          <p14:tracePt t="45922" x="7366000" y="3194050"/>
          <p14:tracePt t="45939" x="7429500" y="3162300"/>
          <p14:tracePt t="45955" x="7486650" y="3136900"/>
          <p14:tracePt t="45972" x="7607300" y="3067050"/>
          <p14:tracePt t="45988" x="7620000" y="3054350"/>
          <p14:tracePt t="46006" x="7651750" y="3035300"/>
          <p14:tracePt t="46022" x="7651750" y="3022600"/>
          <p14:tracePt t="46055" x="7651750" y="3016250"/>
          <p14:tracePt t="46071" x="7651750" y="3022600"/>
          <p14:tracePt t="46091" x="7651750" y="3028950"/>
          <p14:tracePt t="46111" x="7651750" y="3035300"/>
          <p14:tracePt t="46132" x="7645400" y="3035300"/>
          <p14:tracePt t="46141" x="7639050" y="3035300"/>
          <p14:tracePt t="46155" x="7632700" y="3035300"/>
          <p14:tracePt t="46171" x="7626350" y="3035300"/>
          <p14:tracePt t="46188" x="7620000" y="3041650"/>
          <p14:tracePt t="46209" x="7620000" y="3054350"/>
          <p14:tracePt t="46231" x="7620000" y="3060700"/>
          <p14:tracePt t="46252" x="7626350" y="3060700"/>
          <p14:tracePt t="46258" x="7639050" y="3060700"/>
          <p14:tracePt t="46274" x="7651750" y="3060700"/>
          <p14:tracePt t="46287" x="7664450" y="3060700"/>
          <p14:tracePt t="46304" x="7696200" y="3035300"/>
          <p14:tracePt t="46321" x="7721600" y="3009900"/>
          <p14:tracePt t="46337" x="7759700" y="2946400"/>
          <p14:tracePt t="46354" x="7797800" y="2895600"/>
          <p14:tracePt t="46372" x="7804150" y="2844800"/>
          <p14:tracePt t="46387" x="7810500" y="2819400"/>
          <p14:tracePt t="46404" x="7810500" y="2800350"/>
          <p14:tracePt t="46421" x="7791450" y="2762250"/>
          <p14:tracePt t="46437" x="7772400" y="2749550"/>
          <p14:tracePt t="46454" x="7727950" y="2724150"/>
          <p14:tracePt t="46470" x="7569200" y="2686050"/>
          <p14:tracePt t="46487" x="7493000" y="2686050"/>
          <p14:tracePt t="46503" x="7429500" y="2686050"/>
          <p14:tracePt t="46507" x="7359650" y="2692400"/>
          <p14:tracePt t="46520" x="7264400" y="2724150"/>
          <p14:tracePt t="46537" x="7232650" y="2743200"/>
          <p14:tracePt t="46554" x="7194550" y="2768600"/>
          <p14:tracePt t="46570" x="7188200" y="2781300"/>
          <p14:tracePt t="46587" x="7181850" y="2819400"/>
          <p14:tracePt t="46604" x="7194550" y="2844800"/>
          <p14:tracePt t="46620" x="7200900" y="2851150"/>
          <p14:tracePt t="46636" x="7213600" y="2857500"/>
          <p14:tracePt t="46653" x="7226300" y="2857500"/>
          <p14:tracePt t="46686" x="7239000" y="2857500"/>
          <p14:tracePt t="46702" x="7245350" y="2851150"/>
          <p14:tracePt t="46736" x="7251700" y="2838450"/>
          <p14:tracePt t="46753" x="7258050" y="2832100"/>
          <p14:tracePt t="46770" x="7270750" y="2832100"/>
          <p14:tracePt t="47235" x="7232650" y="2832100"/>
          <p14:tracePt t="47242" x="7175500" y="2825750"/>
          <p14:tracePt t="47256" x="7099300" y="2813050"/>
          <p14:tracePt t="47267" x="7004050" y="2787650"/>
          <p14:tracePt t="47284" x="6902450" y="2762250"/>
          <p14:tracePt t="47301" x="6692900" y="2692400"/>
          <p14:tracePt t="47317" x="6432550" y="2616200"/>
          <p14:tracePt t="47334" x="6184900" y="2527300"/>
          <p14:tracePt t="47350" x="6064250" y="2482850"/>
          <p14:tracePt t="47367" x="5949950" y="2451100"/>
          <p14:tracePt t="47384" x="5600700" y="2400300"/>
          <p14:tracePt t="47400" x="5511800" y="2400300"/>
          <p14:tracePt t="47417" x="5435600" y="2400300"/>
          <p14:tracePt t="47433" x="5232400" y="2413000"/>
          <p14:tracePt t="47450" x="5162550" y="2425700"/>
          <p14:tracePt t="47467" x="5099050" y="2425700"/>
          <p14:tracePt t="47483" x="4965700" y="2451100"/>
          <p14:tracePt t="47500" x="4857750" y="2476500"/>
          <p14:tracePt t="47503" x="4806950" y="2489200"/>
          <p14:tracePt t="47519" x="4756150" y="2495550"/>
          <p14:tracePt t="47533" x="4724400" y="2514600"/>
          <p14:tracePt t="47550" x="4648200" y="2533650"/>
          <p14:tracePt t="47567" x="4584700" y="2559050"/>
          <p14:tracePt t="47583" x="4552950" y="2584450"/>
          <p14:tracePt t="47600" x="4521200" y="2603500"/>
          <p14:tracePt t="47616" x="4483100" y="2641600"/>
          <p14:tracePt t="47633" x="4470400" y="2660650"/>
          <p14:tracePt t="47650" x="4438650" y="2698750"/>
          <p14:tracePt t="47666" x="4425950" y="2717800"/>
          <p14:tracePt t="47683" x="4419600" y="2717800"/>
          <p14:tracePt t="47700" x="4419600" y="2724150"/>
          <p14:tracePt t="47716" x="4438650" y="2724150"/>
          <p14:tracePt t="48067" x="4438650" y="2730500"/>
          <p14:tracePt t="48074" x="4438650" y="2749550"/>
          <p14:tracePt t="48089" x="4438650" y="2768600"/>
          <p14:tracePt t="48098" x="4438650" y="2787650"/>
          <p14:tracePt t="48114" x="4438650" y="2806700"/>
          <p14:tracePt t="48131" x="4438650" y="2857500"/>
          <p14:tracePt t="48148" x="4451350" y="2901950"/>
          <p14:tracePt t="48165" x="4464050" y="2921000"/>
          <p14:tracePt t="48181" x="4483100" y="2965450"/>
          <p14:tracePt t="48198" x="4495800" y="2990850"/>
          <p14:tracePt t="48215" x="4572000" y="3092450"/>
          <p14:tracePt t="48231" x="4616450" y="3117850"/>
          <p14:tracePt t="48247" x="4641850" y="3149600"/>
          <p14:tracePt t="48264" x="4718050" y="3194050"/>
          <p14:tracePt t="48280" x="4775200" y="3219450"/>
          <p14:tracePt t="48299" x="4800600" y="3232150"/>
          <p14:tracePt t="48314" x="4857750" y="3238500"/>
          <p14:tracePt t="48330" x="4908550" y="3238500"/>
          <p14:tracePt t="48346" x="4927600" y="3238500"/>
          <p14:tracePt t="48363" x="4959350" y="3232150"/>
          <p14:tracePt t="48380" x="4972050" y="3219450"/>
          <p14:tracePt t="48397" x="5003800" y="3175000"/>
          <p14:tracePt t="48414" x="5016500" y="3124200"/>
          <p14:tracePt t="48430" x="5022850" y="3067050"/>
          <p14:tracePt t="48447" x="5022850" y="2971800"/>
          <p14:tracePt t="48463" x="5022850" y="2921000"/>
          <p14:tracePt t="48480" x="5003800" y="2863850"/>
          <p14:tracePt t="48497" x="4946650" y="2692400"/>
          <p14:tracePt t="48513" x="4933950" y="2660650"/>
          <p14:tracePt t="48516" x="4902200" y="2616200"/>
          <p14:tracePt t="48532" x="4876800" y="2571750"/>
          <p14:tracePt t="48546" x="4845050" y="2533650"/>
          <p14:tracePt t="48563" x="4794250" y="2470150"/>
          <p14:tracePt t="48580" x="4724400" y="2406650"/>
          <p14:tracePt t="48596" x="4692650" y="2387600"/>
          <p14:tracePt t="48613" x="4635500" y="2336800"/>
          <p14:tracePt t="48630" x="4578350" y="2317750"/>
          <p14:tracePt t="48647" x="4546600" y="2298700"/>
          <p14:tracePt t="48663" x="4502150" y="2292350"/>
          <p14:tracePt t="48679" x="4464050" y="2292350"/>
          <p14:tracePt t="48696" x="4445000" y="2292350"/>
          <p14:tracePt t="48713" x="4419600" y="2305050"/>
          <p14:tracePt t="48729" x="4394200" y="2324100"/>
          <p14:tracePt t="48746" x="4381500" y="2349500"/>
          <p14:tracePt t="48763" x="4343400" y="2413000"/>
          <p14:tracePt t="48779" x="4318000" y="2470150"/>
          <p14:tracePt t="48795" x="4311650" y="2501900"/>
          <p14:tracePt t="48812" x="4305300" y="2540000"/>
          <p14:tracePt t="48829" x="4298950" y="2609850"/>
          <p14:tracePt t="48846" x="4318000" y="2686050"/>
          <p14:tracePt t="48862" x="4337050" y="2755900"/>
          <p14:tracePt t="48878" x="4356100" y="2787650"/>
          <p14:tracePt t="48895" x="4387850" y="2851150"/>
          <p14:tracePt t="48911" x="4432300" y="2895600"/>
          <p14:tracePt t="48928" x="4451350" y="2921000"/>
          <p14:tracePt t="48946" x="4508500" y="2952750"/>
          <p14:tracePt t="48962" x="4559300" y="2984500"/>
          <p14:tracePt t="48978" x="4610100" y="2990850"/>
          <p14:tracePt t="48995" x="4679950" y="3003550"/>
          <p14:tracePt t="49011" x="4756150" y="3003550"/>
          <p14:tracePt t="49028" x="4794250" y="2997200"/>
          <p14:tracePt t="49045" x="4870450" y="2984500"/>
          <p14:tracePt t="49061" x="4940300" y="2952750"/>
          <p14:tracePt t="49078" x="4972050" y="2933700"/>
          <p14:tracePt t="49094" x="5010150" y="2908300"/>
          <p14:tracePt t="49111" x="5029200" y="2882900"/>
          <p14:tracePt t="49128" x="5060950" y="2806700"/>
          <p14:tracePt t="49144" x="5067300" y="2774950"/>
          <p14:tracePt t="49161" x="5073650" y="2743200"/>
          <p14:tracePt t="49178" x="5080000" y="2667000"/>
          <p14:tracePt t="49194" x="5080000" y="2597150"/>
          <p14:tracePt t="49210" x="5073650" y="2559050"/>
          <p14:tracePt t="49227" x="5054600" y="2476500"/>
          <p14:tracePt t="49244" x="5022850" y="2400300"/>
          <p14:tracePt t="49261" x="4997450" y="2368550"/>
          <p14:tracePt t="49277" x="4959350" y="2311400"/>
          <p14:tracePt t="49293" x="4908550" y="2286000"/>
          <p14:tracePt t="49311" x="4851400" y="2266950"/>
          <p14:tracePt t="49327" x="4813300" y="2260600"/>
          <p14:tracePt t="49344" x="4705350" y="2260600"/>
          <p14:tracePt t="49361" x="4622800" y="2286000"/>
          <p14:tracePt t="49377" x="4578350" y="2305050"/>
          <p14:tracePt t="49393" x="4546600" y="2324100"/>
          <p14:tracePt t="49410" x="4445000" y="2393950"/>
          <p14:tracePt t="49426" x="4419600" y="2425700"/>
          <p14:tracePt t="49444" x="4387850" y="2463800"/>
          <p14:tracePt t="49460" x="4343400" y="2540000"/>
          <p14:tracePt t="49476" x="4305300" y="2616200"/>
          <p14:tracePt t="49494" x="4286250" y="2667000"/>
          <p14:tracePt t="49510" x="4286250" y="2686050"/>
          <p14:tracePt t="49526" x="4292600" y="2743200"/>
          <p14:tracePt t="49543" x="4311650" y="2806700"/>
          <p14:tracePt t="49560" x="4337050" y="2851150"/>
          <p14:tracePt t="49576" x="4381500" y="2933700"/>
          <p14:tracePt t="49593" x="4432300" y="3022600"/>
          <p14:tracePt t="49609" x="4470400" y="3060700"/>
          <p14:tracePt t="49626" x="4514850" y="3092450"/>
          <p14:tracePt t="49642" x="4572000" y="3117850"/>
          <p14:tracePt t="49659" x="4603750" y="3124200"/>
          <p14:tracePt t="49677" x="4660900" y="3136900"/>
          <p14:tracePt t="49692" x="4724400" y="3136900"/>
          <p14:tracePt t="49709" x="4756150" y="3130550"/>
          <p14:tracePt t="49726" x="4781550" y="3130550"/>
          <p14:tracePt t="49742" x="4832350" y="3111500"/>
          <p14:tracePt t="49759" x="4857750" y="3098800"/>
          <p14:tracePt t="49775" x="4921250" y="3035300"/>
          <p14:tracePt t="49792" x="4927600" y="3009900"/>
          <p14:tracePt t="49809" x="4940300" y="2965450"/>
          <p14:tracePt t="49825" x="4946650" y="2914650"/>
          <p14:tracePt t="49842" x="4946650" y="2895600"/>
          <p14:tracePt t="49859" x="4933950" y="2863850"/>
          <p14:tracePt t="49876" x="4921250" y="2825750"/>
          <p14:tracePt t="49891" x="4908550" y="2819400"/>
          <p14:tracePt t="49909" x="4889500" y="2813050"/>
          <p14:tracePt t="49925" x="4883150" y="2800350"/>
          <p14:tracePt t="49941" x="4876800" y="2800350"/>
          <p14:tracePt t="49958" x="4857750" y="2800350"/>
          <p14:tracePt t="49975" x="4845050" y="2806700"/>
          <p14:tracePt t="49991" x="4845050" y="2813050"/>
          <p14:tracePt t="50008" x="4845050" y="2819400"/>
          <p14:tracePt t="50309" x="4806950" y="2819400"/>
          <p14:tracePt t="50315" x="4756150" y="2819400"/>
          <p14:tracePt t="50324" x="4718050" y="2819400"/>
          <p14:tracePt t="50340" x="4667250" y="2819400"/>
          <p14:tracePt t="50359" x="4616450" y="2819400"/>
          <p14:tracePt t="50373" x="4533900" y="2819400"/>
          <p14:tracePt t="50391" x="4476750" y="2825750"/>
          <p14:tracePt t="50407" x="4438650" y="2832100"/>
          <p14:tracePt t="50423" x="4419600" y="2832100"/>
          <p14:tracePt t="50440" x="4375150" y="2851150"/>
          <p14:tracePt t="50457" x="4349750" y="2857500"/>
          <p14:tracePt t="50473" x="4343400" y="2863850"/>
          <p14:tracePt t="50490" x="4337050" y="2863850"/>
          <p14:tracePt t="50526" x="4343400" y="2870200"/>
          <p14:tracePt t="50541" x="4356100" y="2870200"/>
          <p14:tracePt t="50556" x="4387850" y="2870200"/>
          <p14:tracePt t="50573" x="4400550" y="2870200"/>
          <p14:tracePt t="50576" x="4425950" y="2870200"/>
          <p14:tracePt t="50592" x="4464050" y="2870200"/>
          <p14:tracePt t="50606" x="4559300" y="2870200"/>
          <p14:tracePt t="50622" x="4610100" y="2857500"/>
          <p14:tracePt t="50640" x="4730750" y="2851150"/>
          <p14:tracePt t="50655" x="4768850" y="2851150"/>
          <p14:tracePt t="50672" x="4851400" y="2832100"/>
          <p14:tracePt t="50688" x="4883150" y="2832100"/>
          <p14:tracePt t="50705" x="4895850" y="2825750"/>
          <p14:tracePt t="50723" x="4908550" y="2825750"/>
          <p14:tracePt t="50755" x="4908550" y="2819400"/>
          <p14:tracePt t="50772" x="4889500" y="2819400"/>
          <p14:tracePt t="50789" x="4883150" y="2819400"/>
          <p14:tracePt t="50805" x="4876800" y="2819400"/>
          <p14:tracePt t="50822" x="4845050" y="2819400"/>
          <p14:tracePt t="50838" x="4787900" y="2813050"/>
          <p14:tracePt t="50855" x="4756150" y="2813050"/>
          <p14:tracePt t="50872" x="4699000" y="2813050"/>
          <p14:tracePt t="50889" x="4641850" y="2813050"/>
          <p14:tracePt t="50906" x="4597400" y="2813050"/>
          <p14:tracePt t="50921" x="4584700" y="2813050"/>
          <p14:tracePt t="50938" x="4584700" y="2819400"/>
          <p14:tracePt t="50955" x="4578350" y="2819400"/>
          <p14:tracePt t="50971" x="4578350" y="2825750"/>
          <p14:tracePt t="50988" x="4584700" y="2825750"/>
          <p14:tracePt t="51005" x="4597400" y="2825750"/>
          <p14:tracePt t="51021" x="4629150" y="2825750"/>
          <p14:tracePt t="51038" x="4641850" y="2825750"/>
          <p14:tracePt t="51055" x="4692650" y="2825750"/>
          <p14:tracePt t="51071" x="4743450" y="2825750"/>
          <p14:tracePt t="51088" x="4762500" y="2819400"/>
          <p14:tracePt t="51104" x="4806950" y="2813050"/>
          <p14:tracePt t="51121" x="4819650" y="2813050"/>
          <p14:tracePt t="51236" x="4813300" y="2806700"/>
          <p14:tracePt t="55135" x="4813300" y="2844800"/>
          <p14:tracePt t="55142" x="4794250" y="2908300"/>
          <p14:tracePt t="55149" x="4781550" y="2978150"/>
          <p14:tracePt t="55163" x="4762500" y="3067050"/>
          <p14:tracePt t="55173" x="4743450" y="3143250"/>
          <p14:tracePt t="55190" x="4730750" y="3238500"/>
          <p14:tracePt t="55206" x="4724400" y="3454400"/>
          <p14:tracePt t="55223" x="4711700" y="3702050"/>
          <p14:tracePt t="55241" x="4718050" y="3917950"/>
          <p14:tracePt t="55257" x="4737100" y="4025900"/>
          <p14:tracePt t="55273" x="4756150" y="4127500"/>
          <p14:tracePt t="55290" x="4826000" y="4343400"/>
          <p14:tracePt t="55306" x="4857750" y="4375150"/>
          <p14:tracePt t="55323" x="4876800" y="4419600"/>
          <p14:tracePt t="55340" x="4940300" y="4470400"/>
          <p14:tracePt t="55356" x="4978400" y="4502150"/>
          <p14:tracePt t="55374" x="5073650" y="4546600"/>
          <p14:tracePt t="55390" x="5143500" y="4578350"/>
          <p14:tracePt t="55406" x="5276850" y="4622800"/>
          <p14:tracePt t="55423" x="5435600" y="4667250"/>
          <p14:tracePt t="55439" x="5530850" y="4686300"/>
          <p14:tracePt t="55456" x="5695950" y="4705350"/>
          <p14:tracePt t="55473" x="5854700" y="4724400"/>
          <p14:tracePt t="55489" x="5905500" y="4724400"/>
          <p14:tracePt t="55506" x="5981700" y="4724400"/>
          <p14:tracePt t="55522" x="6051550" y="4724400"/>
          <p14:tracePt t="55539" x="6083300" y="4724400"/>
          <p14:tracePt t="55556" x="6102350" y="4724400"/>
          <p14:tracePt t="55572" x="6159500" y="4718050"/>
          <p14:tracePt t="55589" x="6172200" y="4718050"/>
          <p14:tracePt t="55606" x="6184900" y="4718050"/>
          <p14:tracePt t="55622" x="6191250" y="4718050"/>
          <p14:tracePt t="55638" x="6197600" y="4718050"/>
          <p14:tracePt t="55656" x="6203950" y="4718050"/>
          <p14:tracePt t="55672" x="6210300" y="4718050"/>
          <p14:tracePt t="55732" x="6203950" y="4718050"/>
          <p14:tracePt t="55753" x="6191250" y="4718050"/>
          <p14:tracePt t="55781" x="6184900" y="4718050"/>
          <p14:tracePt t="55796" x="6178550" y="4718050"/>
          <p14:tracePt t="55817" x="6165850" y="4718050"/>
          <p14:tracePt t="55823" x="6146800" y="4718050"/>
          <p14:tracePt t="55839" x="6134100" y="4718050"/>
          <p14:tracePt t="55844" x="6108700" y="4718050"/>
          <p14:tracePt t="55854" x="6089650" y="4718050"/>
          <p14:tracePt t="55870" x="6070600" y="4718050"/>
          <p14:tracePt t="55888" x="6032500" y="4718050"/>
          <p14:tracePt t="55904" x="6000750" y="4718050"/>
          <p14:tracePt t="55921" x="5969000" y="4718050"/>
          <p14:tracePt t="55937" x="5956300" y="4724400"/>
          <p14:tracePt t="55954" x="5949950" y="4724400"/>
          <p14:tracePt t="55987" x="5949950" y="4730750"/>
          <p14:tracePt t="56004" x="5962650" y="4730750"/>
          <p14:tracePt t="56021" x="6007100" y="4743450"/>
          <p14:tracePt t="56038" x="6096000" y="4749800"/>
          <p14:tracePt t="56054" x="6159500" y="4749800"/>
          <p14:tracePt t="56070" x="6324600" y="4762500"/>
          <p14:tracePt t="56087" x="6477000" y="4762500"/>
          <p14:tracePt t="56105" x="6610350" y="4762500"/>
          <p14:tracePt t="56120" x="6648450" y="4756150"/>
          <p14:tracePt t="56136" x="6686550" y="4756150"/>
          <p14:tracePt t="56154" x="6756400" y="4756150"/>
          <p14:tracePt t="56170" x="6762750" y="4756150"/>
          <p14:tracePt t="56186" x="6769100" y="4756150"/>
          <p14:tracePt t="56203" x="6775450" y="4756150"/>
          <p14:tracePt t="56258" x="6775450" y="4749800"/>
          <p14:tracePt t="71076" x="6769100" y="4756150"/>
          <p14:tracePt t="71083" x="6743700" y="4781550"/>
          <p14:tracePt t="71090" x="6711950" y="4794250"/>
          <p14:tracePt t="71102" x="6680200" y="4819650"/>
          <p14:tracePt t="71119" x="6578600" y="4883150"/>
          <p14:tracePt t="71135" x="6426200" y="5003800"/>
          <p14:tracePt t="71152" x="6324600" y="5124450"/>
          <p14:tracePt t="71168" x="6184900" y="5257800"/>
          <p14:tracePt t="71185" x="6045200" y="5353050"/>
          <p14:tracePt t="71201" x="5937250" y="5429250"/>
          <p14:tracePt t="71218" x="5740400" y="5568950"/>
          <p14:tracePt t="71234" x="5638800" y="5664200"/>
          <p14:tracePt t="71252" x="5499100" y="5784850"/>
          <p14:tracePt t="71267" x="5403850" y="5867400"/>
          <p14:tracePt t="71284" x="5302250" y="5949950"/>
          <p14:tracePt t="71301" x="5137150" y="6076950"/>
          <p14:tracePt t="71318" x="5060950" y="6146800"/>
          <p14:tracePt t="71334" x="5016500" y="6184900"/>
          <p14:tracePt t="71351" x="4978400" y="6223000"/>
          <p14:tracePt t="71367" x="4965700" y="6229350"/>
          <p14:tracePt t="71385" x="4965700" y="6242050"/>
          <p14:tracePt t="71400" x="5048250" y="6254750"/>
          <p14:tracePt t="71935" x="5035550" y="6254750"/>
          <p14:tracePt t="71950" x="5029200" y="6254750"/>
          <p14:tracePt t="71956" x="5022850" y="6254750"/>
          <p14:tracePt t="71965" x="5016500" y="6254750"/>
          <p14:tracePt t="71982" x="5010150" y="6254750"/>
          <p14:tracePt t="72005" x="5003800" y="6254750"/>
          <p14:tracePt t="72027" x="4991100" y="6261100"/>
          <p14:tracePt t="72035" x="4984750" y="6261100"/>
          <p14:tracePt t="72049" x="4965700" y="6267450"/>
          <p14:tracePt t="72065" x="4953000" y="6280150"/>
          <p14:tracePt t="72082" x="4921250" y="6292850"/>
          <p14:tracePt t="72098" x="4876800" y="6305550"/>
          <p14:tracePt t="72115" x="4838700" y="6324600"/>
          <p14:tracePt t="72133" x="4762500" y="6343650"/>
          <p14:tracePt t="72148" x="4724400" y="6356350"/>
          <p14:tracePt t="72165" x="4686300" y="6375400"/>
          <p14:tracePt t="72182" x="4648200" y="6394450"/>
          <p14:tracePt t="72198" x="4635500" y="6400800"/>
          <p14:tracePt t="72214" x="4629150" y="6400800"/>
          <p14:tracePt t="72265" x="4622800" y="6400800"/>
          <p14:tracePt t="72336" x="4629150" y="6407150"/>
          <p14:tracePt t="72357" x="4635500" y="6407150"/>
          <p14:tracePt t="72371" x="4641850" y="6407150"/>
          <p14:tracePt t="72378" x="4648200" y="6407150"/>
          <p14:tracePt t="72384" x="4654550" y="6407150"/>
          <p14:tracePt t="72397" x="4660900" y="6407150"/>
          <p14:tracePt t="72414" x="4692650" y="6407150"/>
          <p14:tracePt t="72431" x="4737100" y="6407150"/>
          <p14:tracePt t="72448" x="4800600" y="6407150"/>
          <p14:tracePt t="72464" x="4921250" y="6400800"/>
          <p14:tracePt t="72480" x="5003800" y="6381750"/>
          <p14:tracePt t="72498" x="5149850" y="6369050"/>
          <p14:tracePt t="72513" x="5257800" y="6350000"/>
          <p14:tracePt t="72531" x="5365750" y="6337300"/>
          <p14:tracePt t="72547" x="5486400" y="6324600"/>
          <p14:tracePt t="72563" x="5543550" y="6311900"/>
          <p14:tracePt t="72580" x="5594350" y="6299200"/>
          <p14:tracePt t="72597" x="5638800" y="6286500"/>
          <p14:tracePt t="72613" x="5651500" y="6286500"/>
          <p14:tracePt t="72630" x="5657850" y="6286500"/>
          <p14:tracePt t="72736" x="5651500" y="6286500"/>
          <p14:tracePt t="72765" x="5651500" y="6292850"/>
          <p14:tracePt t="77022" x="5651500" y="6273800"/>
          <p14:tracePt t="77029" x="5651500" y="6248400"/>
          <p14:tracePt t="77036" x="5651500" y="6197600"/>
          <p14:tracePt t="77048" x="5657850" y="6134100"/>
          <p14:tracePt t="77065" x="5657850" y="5791200"/>
          <p14:tracePt t="77081" x="5657850" y="5391150"/>
          <p14:tracePt t="77098" x="5651500" y="5016500"/>
          <p14:tracePt t="77115" x="5626100" y="4470400"/>
          <p14:tracePt t="77131" x="5607050" y="4191000"/>
          <p14:tracePt t="77150" x="5562600" y="3873500"/>
          <p14:tracePt t="77164" x="5537200" y="3727450"/>
          <p14:tracePt t="77181" x="5505450" y="3594100"/>
          <p14:tracePt t="77198" x="5473700" y="3441700"/>
          <p14:tracePt t="77214" x="5454650" y="3378200"/>
          <p14:tracePt t="77230" x="5448300" y="3346450"/>
          <p14:tracePt t="77248" x="5441950" y="3333750"/>
          <p14:tracePt t="77263" x="5435600" y="3327400"/>
          <p14:tracePt t="77281" x="5435600" y="3314700"/>
          <p14:tracePt t="77297" x="5429250" y="3314700"/>
          <p14:tracePt t="77313" x="5422900" y="3314700"/>
          <p14:tracePt t="77331" x="5416550" y="3321050"/>
          <p14:tracePt t="77346" x="5410200" y="3327400"/>
          <p14:tracePt t="77373" x="5410200" y="3333750"/>
          <p14:tracePt t="77394" x="5410200" y="3340100"/>
          <p14:tracePt t="77416" x="5410200" y="3346450"/>
          <p14:tracePt t="77444" x="5403850" y="3352800"/>
          <p14:tracePt t="77458" x="5391150" y="3359150"/>
          <p14:tracePt t="77466" x="5384800" y="3365500"/>
          <p14:tracePt t="77480" x="5378450" y="3365500"/>
          <p14:tracePt t="77496" x="5365750" y="3371850"/>
          <p14:tracePt t="77513" x="5353050" y="3371850"/>
          <p14:tracePt t="77529" x="5334000" y="3371850"/>
          <p14:tracePt t="77546" x="5321300" y="3365500"/>
          <p14:tracePt t="77564" x="5283200" y="3340100"/>
          <p14:tracePt t="77579" x="5232400" y="3302000"/>
          <p14:tracePt t="77596" x="5175250" y="3238500"/>
          <p14:tracePt t="77613" x="5080000" y="3124200"/>
          <p14:tracePt t="77629" x="5016500" y="3041650"/>
          <p14:tracePt t="77645" x="4972050" y="2965450"/>
          <p14:tracePt t="77662" x="4927600" y="2882900"/>
          <p14:tracePt t="77679" x="4908550" y="2844800"/>
          <p14:tracePt t="77696" x="4889500" y="2800350"/>
          <p14:tracePt t="77712" x="4864100" y="2743200"/>
          <p14:tracePt t="77729" x="4857750" y="2736850"/>
          <p14:tracePt t="77746" x="4838700" y="2711450"/>
          <p14:tracePt t="77762" x="4832350" y="2698750"/>
          <p14:tracePt t="77779" x="4826000" y="2698750"/>
          <p14:tracePt t="77795" x="4819650" y="2692400"/>
          <p14:tracePt t="77914" x="4813300" y="2698750"/>
          <p14:tracePt t="77935" x="4813300" y="2705100"/>
          <p14:tracePt t="77942" x="4806950" y="2705100"/>
          <p14:tracePt t="78395" x="4800600" y="2705100"/>
          <p14:tracePt t="78403" x="4787900" y="2705100"/>
          <p14:tracePt t="78412" x="4775200" y="2705100"/>
          <p14:tracePt t="78426" x="4749800" y="2705100"/>
          <p14:tracePt t="78443" x="4743450" y="2705100"/>
          <p14:tracePt t="78460" x="4705350" y="2711450"/>
          <p14:tracePt t="78476" x="4679950" y="2717800"/>
          <p14:tracePt t="78493" x="4654550" y="2717800"/>
          <p14:tracePt t="78510" x="4610100" y="2724150"/>
          <p14:tracePt t="78526" x="4565650" y="2724150"/>
          <p14:tracePt t="78543" x="4527550" y="2724150"/>
          <p14:tracePt t="78559" x="4451350" y="2724150"/>
          <p14:tracePt t="78576" x="4400550" y="2724150"/>
          <p14:tracePt t="78593" x="4330700" y="2736850"/>
          <p14:tracePt t="78609" x="4260850" y="2743200"/>
          <p14:tracePt t="78626" x="4222750" y="2755900"/>
          <p14:tracePt t="78642" x="4127500" y="2762250"/>
          <p14:tracePt t="78659" x="4076700" y="2768600"/>
          <p14:tracePt t="78675" x="3968750" y="2781300"/>
          <p14:tracePt t="78692" x="3867150" y="2787650"/>
          <p14:tracePt t="78709" x="3816350" y="2787650"/>
          <p14:tracePt t="78726" x="3695700" y="2794000"/>
          <p14:tracePt t="78742" x="3651250" y="2806700"/>
          <p14:tracePt t="78759" x="3613150" y="2806700"/>
          <p14:tracePt t="78776" x="3543300" y="2813050"/>
          <p14:tracePt t="78792" x="3492500" y="2825750"/>
          <p14:tracePt t="78808" x="3473450" y="2825750"/>
          <p14:tracePt t="78825" x="3429000" y="2838450"/>
          <p14:tracePt t="78841" x="3384550" y="2844800"/>
          <p14:tracePt t="78858" x="3359150" y="2851150"/>
          <p14:tracePt t="78862" x="3333750" y="2863850"/>
          <p14:tracePt t="78875" x="3308350" y="2870200"/>
          <p14:tracePt t="78891" x="3270250" y="2876550"/>
          <p14:tracePt t="78909" x="3238500" y="2889250"/>
          <p14:tracePt t="78924" x="3232150" y="2889250"/>
          <p14:tracePt t="79736" x="3225800" y="2889250"/>
          <p14:tracePt t="79764" x="3219450" y="2889250"/>
          <p14:tracePt t="79770" x="3213100" y="2889250"/>
          <p14:tracePt t="79784" x="3206750" y="2889250"/>
          <p14:tracePt t="79792" x="3200400" y="2889250"/>
          <p14:tracePt t="79834" x="3194050" y="2889250"/>
          <p14:tracePt t="79862" x="3187700" y="2889250"/>
          <p14:tracePt t="79884" x="3181350" y="2889250"/>
          <p14:tracePt t="79906" x="3175000" y="2889250"/>
          <p14:tracePt t="79933" x="3168650" y="2889250"/>
          <p14:tracePt t="79975" x="3162300" y="2889250"/>
          <p14:tracePt t="79982" x="3155950" y="2889250"/>
          <p14:tracePt t="80003" x="3143250" y="2895600"/>
          <p14:tracePt t="80017" x="3136900" y="2908300"/>
          <p14:tracePt t="80024" x="3124200" y="2914650"/>
          <p14:tracePt t="80040" x="3111500" y="2933700"/>
          <p14:tracePt t="80054" x="3073400" y="2971800"/>
          <p14:tracePt t="80071" x="3054350" y="2990850"/>
          <p14:tracePt t="80088" x="3016250" y="3035300"/>
          <p14:tracePt t="80103" x="2990850" y="3060700"/>
          <p14:tracePt t="80121" x="2959100" y="3105150"/>
          <p14:tracePt t="80137" x="2927350" y="3136900"/>
          <p14:tracePt t="80154" x="2908300" y="3155950"/>
          <p14:tracePt t="80170" x="2870200" y="3168650"/>
          <p14:tracePt t="80187" x="2832100" y="3168650"/>
          <p14:tracePt t="80203" x="2806700" y="3168650"/>
          <p14:tracePt t="80221" x="2755900" y="3155950"/>
          <p14:tracePt t="80237" x="2711450" y="3143250"/>
          <p14:tracePt t="80253" x="2692400" y="3136900"/>
          <p14:tracePt t="80270" x="2654300" y="3117850"/>
          <p14:tracePt t="80287" x="2641600" y="3105150"/>
          <p14:tracePt t="80303" x="2635250" y="3092450"/>
          <p14:tracePt t="80320" x="2628900" y="3067050"/>
          <p14:tracePt t="80337" x="2603500" y="3041650"/>
          <p14:tracePt t="80353" x="2603500" y="3035300"/>
          <p14:tracePt t="80370" x="2584450" y="2997200"/>
          <p14:tracePt t="80386" x="2546350" y="2933700"/>
          <p14:tracePt t="80404" x="2476500" y="2844800"/>
          <p14:tracePt t="80419" x="2413000" y="2781300"/>
          <p14:tracePt t="80436" x="2355850" y="2698750"/>
          <p14:tracePt t="80453" x="2197100" y="2565400"/>
          <p14:tracePt t="80469" x="2012950" y="2463800"/>
          <p14:tracePt t="80486" x="1930400" y="2419350"/>
          <p14:tracePt t="80503" x="1784350" y="2381250"/>
          <p14:tracePt t="80519" x="1651000" y="2362200"/>
          <p14:tracePt t="80536" x="1587500" y="2355850"/>
          <p14:tracePt t="80552" x="1479550" y="2374900"/>
          <p14:tracePt t="80569" x="1371600" y="2413000"/>
          <p14:tracePt t="80586" x="1295400" y="2444750"/>
          <p14:tracePt t="80602" x="1282700" y="2463800"/>
          <p14:tracePt t="80619" x="1244600" y="2495550"/>
          <p14:tracePt t="80636" x="1225550" y="2520950"/>
          <p14:tracePt t="80652" x="1219200" y="2533650"/>
          <p14:tracePt t="80669" x="1212850" y="2540000"/>
          <p14:tracePt t="80686" x="1206500" y="2590800"/>
          <p14:tracePt t="80702" x="1206500" y="2616200"/>
          <p14:tracePt t="80719" x="1231900" y="2660650"/>
          <p14:tracePt t="80735" x="1257300" y="2711450"/>
          <p14:tracePt t="80752" x="1276350" y="2736850"/>
          <p14:tracePt t="80769" x="1333500" y="2774950"/>
          <p14:tracePt t="80785" x="1377950" y="2800350"/>
          <p14:tracePt t="80801" x="1530350" y="2851150"/>
          <p14:tracePt t="80819" x="1682750" y="2889250"/>
          <p14:tracePt t="80835" x="1765300" y="2908300"/>
          <p14:tracePt t="80851" x="1924050" y="2940050"/>
          <p14:tracePt t="80868" x="2089150" y="2946400"/>
          <p14:tracePt t="80884" x="2178050" y="2959100"/>
          <p14:tracePt t="80888" x="2254250" y="2959100"/>
          <p14:tracePt t="80901" x="2343150" y="2959100"/>
          <p14:tracePt t="80918" x="2470150" y="2959100"/>
          <p14:tracePt t="80934" x="2533650" y="2959100"/>
          <p14:tracePt t="80952" x="2654300" y="2959100"/>
          <p14:tracePt t="80967" x="2743200" y="2946400"/>
          <p14:tracePt t="80984" x="2787650" y="2946400"/>
          <p14:tracePt t="81001" x="2838450" y="2933700"/>
          <p14:tracePt t="81017" x="2857500" y="2927350"/>
          <p14:tracePt t="81034" x="2895600" y="2914650"/>
          <p14:tracePt t="81051" x="2908300" y="2908300"/>
          <p14:tracePt t="81067" x="2914650" y="2908300"/>
          <p14:tracePt t="81084" x="2914650" y="2901950"/>
          <p14:tracePt t="81100" x="2914650" y="2895600"/>
          <p14:tracePt t="81148" x="2908300" y="2895600"/>
          <p14:tracePt t="81169" x="2901950" y="2895600"/>
          <p14:tracePt t="81247" x="2908300" y="2895600"/>
          <p14:tracePt t="81260" x="2914650" y="2901950"/>
          <p14:tracePt t="81269" x="2927350" y="2901950"/>
          <p14:tracePt t="81283" x="2933700" y="2901950"/>
          <p14:tracePt t="81300" x="2946400" y="2901950"/>
          <p14:tracePt t="81317" x="3067050" y="2908300"/>
          <p14:tracePt t="81333" x="3130550" y="2908300"/>
          <p14:tracePt t="81350" x="3213100" y="2901950"/>
          <p14:tracePt t="81367" x="3390900" y="2895600"/>
          <p14:tracePt t="81383" x="3454400" y="2882900"/>
          <p14:tracePt t="81399" x="3536950" y="2863850"/>
          <p14:tracePt t="81416" x="3651250" y="2844800"/>
          <p14:tracePt t="81432" x="3708400" y="2825750"/>
          <p14:tracePt t="81449" x="3733800" y="2825750"/>
          <p14:tracePt t="81466" x="3771900" y="2813050"/>
          <p14:tracePt t="81482" x="3778250" y="2813050"/>
          <p14:tracePt t="81556" x="3771900" y="2813050"/>
          <p14:tracePt t="81619" x="3765550" y="2813050"/>
          <p14:tracePt t="81654" x="3759200" y="2813050"/>
          <p14:tracePt t="81689" x="3752850" y="2813050"/>
          <p14:tracePt t="81767" x="3752850" y="2819400"/>
          <p14:tracePt t="81795" x="3759200" y="2819400"/>
          <p14:tracePt t="81802" x="3765550" y="2819400"/>
          <p14:tracePt t="81815" x="3765550" y="2825750"/>
          <p14:tracePt t="81831" x="3778250" y="2825750"/>
          <p14:tracePt t="81848" x="3778250" y="2832100"/>
          <p14:tracePt t="81865" x="3790950" y="2832100"/>
          <p14:tracePt t="81881" x="3822700" y="2838450"/>
          <p14:tracePt t="81897" x="3848100" y="2844800"/>
          <p14:tracePt t="81915" x="3917950" y="2857500"/>
          <p14:tracePt t="81931" x="3956050" y="2870200"/>
          <p14:tracePt t="81947" x="4051300" y="2876550"/>
          <p14:tracePt t="81964" x="4159250" y="2895600"/>
          <p14:tracePt t="81980" x="4210050" y="2901950"/>
          <p14:tracePt t="81998" x="4324350" y="2901950"/>
          <p14:tracePt t="82014" x="4432300" y="2901950"/>
          <p14:tracePt t="82030" x="4470400" y="2901950"/>
          <p14:tracePt t="82048" x="4546600" y="2901950"/>
          <p14:tracePt t="82064" x="4603750" y="2901950"/>
          <p14:tracePt t="82080" x="4616450" y="2901950"/>
          <p14:tracePt t="82097" x="4648200" y="2901950"/>
          <p14:tracePt t="82114" x="4654550" y="2901950"/>
          <p14:tracePt t="82130" x="4667250" y="2901950"/>
          <p14:tracePt t="82147" x="4679950" y="2901950"/>
          <p14:tracePt t="82163" x="4686300" y="2895600"/>
          <p14:tracePt t="82181" x="4692650" y="2895600"/>
          <p14:tracePt t="82266" x="4692650" y="2889250"/>
          <p14:tracePt t="82371" x="4686300" y="2889250"/>
          <p14:tracePt t="82420" x="4679950" y="2889250"/>
          <p14:tracePt t="82997" x="4667250" y="2895600"/>
          <p14:tracePt t="83004" x="4648200" y="2908300"/>
          <p14:tracePt t="83018" x="4635500" y="2921000"/>
          <p14:tracePt t="83026" x="4610100" y="2933700"/>
          <p14:tracePt t="83043" x="4597400" y="2946400"/>
          <p14:tracePt t="83061" x="4584700" y="2971800"/>
          <p14:tracePt t="83077" x="4540250" y="3003550"/>
          <p14:tracePt t="83093" x="4514850" y="3041650"/>
          <p14:tracePt t="83110" x="4483100" y="3073400"/>
          <p14:tracePt t="83126" x="4464050" y="3092450"/>
          <p14:tracePt t="83143" x="4457700" y="3105150"/>
          <p14:tracePt t="83160" x="4457700" y="3124200"/>
          <p14:tracePt t="83180" x="4457700" y="3130550"/>
          <p14:tracePt t="83215" x="4457700" y="3136900"/>
          <p14:tracePt t="83496" x="4457700" y="3130550"/>
          <p14:tracePt t="83517" x="4457700" y="3124200"/>
          <p14:tracePt t="83531" x="4464050" y="3117850"/>
          <p14:tracePt t="83538" x="4464050" y="3111500"/>
          <p14:tracePt t="83545" x="4470400" y="3111500"/>
          <p14:tracePt t="83561" x="4483100" y="3092450"/>
          <p14:tracePt t="83575" x="4489450" y="3067050"/>
          <p14:tracePt t="83592" x="4521200" y="3016250"/>
          <p14:tracePt t="83609" x="4546600" y="2971800"/>
          <p14:tracePt t="83625" x="4591050" y="2895600"/>
          <p14:tracePt t="83642" x="4616450" y="2832100"/>
          <p14:tracePt t="83659" x="4648200" y="2794000"/>
          <p14:tracePt t="83675" x="4654550" y="2768600"/>
          <p14:tracePt t="83691" x="4667250" y="2755900"/>
          <p14:tracePt t="83707" x="4667250" y="2743200"/>
          <p14:tracePt t="83742" x="4667250" y="2736850"/>
          <p14:tracePt t="83770" x="4660900" y="2736850"/>
          <p14:tracePt t="83778" x="4660900" y="2743200"/>
          <p14:tracePt t="83794" x="4660900" y="2749550"/>
          <p14:tracePt t="83808" x="4654550" y="2749550"/>
          <p14:tracePt t="83824" x="4648200" y="2755900"/>
          <p14:tracePt t="83841" x="4648200" y="2768600"/>
          <p14:tracePt t="83858" x="4641850" y="2781300"/>
          <p14:tracePt t="83875" x="4622800" y="2813050"/>
          <p14:tracePt t="83890" x="4610100" y="2857500"/>
          <p14:tracePt t="83908" x="4597400" y="2895600"/>
          <p14:tracePt t="83925" x="4578350" y="2952750"/>
          <p14:tracePt t="83940" x="4559300" y="3028950"/>
          <p14:tracePt t="83957" x="4552950" y="3048000"/>
          <p14:tracePt t="83974" x="4533900" y="3098800"/>
          <p14:tracePt t="83991" x="4527550" y="3149600"/>
          <p14:tracePt t="84007" x="4521200" y="3168650"/>
          <p14:tracePt t="84024" x="4521200" y="3194050"/>
          <p14:tracePt t="84040" x="4521200" y="3206750"/>
          <p14:tracePt t="84079" x="4521200" y="3213100"/>
          <p14:tracePt t="84121" x="4521200" y="3219450"/>
          <p14:tracePt t="84220" x="4521200" y="3225800"/>
          <p14:tracePt t="84241" x="4527550" y="3225800"/>
          <p14:tracePt t="84248" x="4533900" y="3225800"/>
          <p14:tracePt t="84261" x="4540250" y="3225800"/>
          <p14:tracePt t="84283" x="4546600" y="3225800"/>
          <p14:tracePt t="84292" x="4559300" y="3232150"/>
          <p14:tracePt t="84306" x="4578350" y="3232150"/>
          <p14:tracePt t="84322" x="4622800" y="3244850"/>
          <p14:tracePt t="84340" x="4660900" y="3251200"/>
          <p14:tracePt t="84356" x="4730750" y="3270250"/>
          <p14:tracePt t="84372" x="4775200" y="3289300"/>
          <p14:tracePt t="84390" x="4845050" y="3302000"/>
          <p14:tracePt t="84406" x="4889500" y="3308350"/>
          <p14:tracePt t="84422" x="4908550" y="3314700"/>
          <p14:tracePt t="84439" x="4940300" y="3327400"/>
          <p14:tracePt t="84455" x="4946650" y="3327400"/>
          <p14:tracePt t="84474" x="4953000" y="3327400"/>
          <p14:tracePt t="84494" x="4953000" y="3321050"/>
          <p14:tracePt t="84508" x="4953000" y="3314700"/>
          <p14:tracePt t="84523" x="4940300" y="3302000"/>
          <p14:tracePt t="84539" x="4933950" y="3295650"/>
          <p14:tracePt t="84555" x="4921250" y="3282950"/>
          <p14:tracePt t="84572" x="4883150" y="3238500"/>
          <p14:tracePt t="84589" x="4864100" y="3213100"/>
          <p14:tracePt t="84605" x="4838700" y="3181350"/>
          <p14:tracePt t="84622" x="4775200" y="3117850"/>
          <p14:tracePt t="84638" x="4718050" y="3035300"/>
          <p14:tracePt t="84656" x="4667250" y="2959100"/>
          <p14:tracePt t="84671" x="4641850" y="2908300"/>
          <p14:tracePt t="84688" x="4629150" y="2882900"/>
          <p14:tracePt t="84705" x="4610100" y="2851150"/>
          <p14:tracePt t="84721" x="4603750" y="2844800"/>
          <p14:tracePt t="84738" x="4597400" y="2838450"/>
          <p14:tracePt t="84930" x="4603750" y="2838450"/>
          <p14:tracePt t="84937" x="4610100" y="2844800"/>
          <p14:tracePt t="84950" x="4622800" y="2857500"/>
          <p14:tracePt t="84964" x="4629150" y="2870200"/>
          <p14:tracePt t="84973" x="4641850" y="2882900"/>
          <p14:tracePt t="84987" x="4660900" y="2908300"/>
          <p14:tracePt t="85003" x="4705350" y="2952750"/>
          <p14:tracePt t="85021" x="4749800" y="2997200"/>
          <p14:tracePt t="85037" x="4787900" y="3041650"/>
          <p14:tracePt t="85053" x="4806950" y="3060700"/>
          <p14:tracePt t="85071" x="4832350" y="3086100"/>
          <p14:tracePt t="85086" x="4851400" y="3105150"/>
          <p14:tracePt t="85103" x="4851400" y="3111500"/>
          <p14:tracePt t="85120" x="4851400" y="3117850"/>
          <p14:tracePt t="85136" x="4851400" y="3111500"/>
          <p14:tracePt t="85169" x="4845050" y="3098800"/>
          <p14:tracePt t="85186" x="4838700" y="3092450"/>
          <p14:tracePt t="85204" x="4826000" y="3086100"/>
          <p14:tracePt t="85220" x="4819650" y="3079750"/>
          <p14:tracePt t="85236" x="4806950" y="3073400"/>
          <p14:tracePt t="85253" x="4794250" y="3054350"/>
          <p14:tracePt t="85269" x="4756150" y="3041650"/>
          <p14:tracePt t="85286" x="4737100" y="3028950"/>
          <p14:tracePt t="85303" x="4673600" y="2997200"/>
          <p14:tracePt t="85319" x="4660900" y="2984500"/>
          <p14:tracePt t="85339" x="4635500" y="2971800"/>
          <p14:tracePt t="85352" x="4622800" y="2965450"/>
          <p14:tracePt t="85369" x="4616450" y="2959100"/>
          <p14:tracePt t="85387" x="4610100" y="2959100"/>
          <p14:tracePt t="85402" x="4603750" y="2959100"/>
          <p14:tracePt t="85437" x="4597400" y="2959100"/>
          <p14:tracePt t="85499" x="4603750" y="2959100"/>
          <p14:tracePt t="85513" x="4610100" y="2959100"/>
          <p14:tracePt t="85527" x="4622800" y="2965450"/>
          <p14:tracePt t="85541" x="4629150" y="2965450"/>
          <p14:tracePt t="85551" x="4635500" y="2978150"/>
          <p14:tracePt t="85569" x="4635500" y="2984500"/>
          <p14:tracePt t="85585" x="4692650" y="3028950"/>
          <p14:tracePt t="85601" x="4711700" y="3041650"/>
          <p14:tracePt t="85619" x="4743450" y="3060700"/>
          <p14:tracePt t="85635" x="4800600" y="3098800"/>
          <p14:tracePt t="85651" x="4819650" y="3117850"/>
          <p14:tracePt t="85668" x="4845050" y="3143250"/>
          <p14:tracePt t="85684" x="4857750" y="3149600"/>
          <p14:tracePt t="85701" x="4864100" y="3155950"/>
          <p14:tracePt t="85718" x="4870450" y="3155950"/>
          <p14:tracePt t="85734" x="4864100" y="3155950"/>
          <p14:tracePt t="85752" x="4864100" y="3143250"/>
          <p14:tracePt t="85767" x="4851400" y="3136900"/>
          <p14:tracePt t="85784" x="4851400" y="3130550"/>
          <p14:tracePt t="85801" x="4838700" y="3124200"/>
          <p14:tracePt t="85817" x="4832350" y="3117850"/>
          <p14:tracePt t="85834" x="4832350" y="3111500"/>
          <p14:tracePt t="85851" x="4806950" y="3086100"/>
          <p14:tracePt t="85867" x="4800600" y="3073400"/>
          <p14:tracePt t="85884" x="4768850" y="3048000"/>
          <p14:tracePt t="85900" x="4730750" y="3003550"/>
          <p14:tracePt t="85917" x="4718050" y="2990850"/>
          <p14:tracePt t="85935" x="4679950" y="2952750"/>
          <p14:tracePt t="85950" x="4667250" y="2946400"/>
          <p14:tracePt t="85967" x="4667250" y="2933700"/>
          <p14:tracePt t="85970" x="4667250" y="2927350"/>
          <p14:tracePt t="85984" x="4660900" y="2927350"/>
          <p14:tracePt t="86000" x="4654550" y="2927350"/>
          <p14:tracePt t="86096" x="4660900" y="2933700"/>
          <p14:tracePt t="86145" x="4667250" y="2940050"/>
          <p14:tracePt t="86152" x="4673600" y="2940050"/>
          <p14:tracePt t="86180" x="4673600" y="2946400"/>
          <p14:tracePt t="86195" x="4673600" y="2952750"/>
          <p14:tracePt t="86202" x="4679950" y="2952750"/>
          <p14:tracePt t="86218" x="4686300" y="2952750"/>
          <p14:tracePt t="86232" x="4692650" y="2959100"/>
          <p14:tracePt t="86250" x="4705350" y="2971800"/>
          <p14:tracePt t="86265" x="4737100" y="2990850"/>
          <p14:tracePt t="86282" x="4762500" y="3009900"/>
          <p14:tracePt t="86300" x="4794250" y="3035300"/>
          <p14:tracePt t="86316" x="4876800" y="3105150"/>
          <p14:tracePt t="86332" x="4965700" y="3162300"/>
          <p14:tracePt t="86349" x="5041900" y="3213100"/>
          <p14:tracePt t="86365" x="5067300" y="3219450"/>
          <p14:tracePt t="86382" x="5111750" y="3238500"/>
          <p14:tracePt t="86399" x="5130800" y="3251200"/>
          <p14:tracePt t="86415" x="5137150" y="3251200"/>
          <p14:tracePt t="86432" x="5143500" y="3251200"/>
          <p14:tracePt t="86588" x="5137150" y="3244850"/>
          <p14:tracePt t="86609" x="5137150" y="3238500"/>
          <p14:tracePt t="86630" x="5130800" y="3232150"/>
          <p14:tracePt t="86658" x="5124450" y="3225800"/>
          <p14:tracePt t="86679" x="5124450" y="3219450"/>
          <p14:tracePt t="86693" x="5118100" y="3219450"/>
          <p14:tracePt t="86707" x="5118100" y="3213100"/>
          <p14:tracePt t="86728" x="5118100" y="3206750"/>
          <p14:tracePt t="86749" x="5118100" y="3200400"/>
          <p14:tracePt t="86756" x="5111750" y="3194050"/>
          <p14:tracePt t="86770" x="5105400" y="3187700"/>
          <p14:tracePt t="86780" x="5099050" y="3175000"/>
          <p14:tracePt t="86797" x="5086350" y="3155950"/>
          <p14:tracePt t="86813" x="4997450" y="3054350"/>
          <p14:tracePt t="86830" x="4965700" y="3022600"/>
          <p14:tracePt t="86848" x="4895850" y="2940050"/>
          <p14:tracePt t="86864" x="4832350" y="2870200"/>
          <p14:tracePt t="86881" x="4813300" y="2851150"/>
          <p14:tracePt t="86897" x="4768850" y="2813050"/>
          <p14:tracePt t="86914" x="4749800" y="2787650"/>
          <p14:tracePt t="86930" x="4743450" y="2781300"/>
          <p14:tracePt t="86947" x="4730750" y="2774950"/>
          <p14:tracePt t="86974" x="4730750" y="2768600"/>
          <p14:tracePt t="87080" x="4724400" y="2768600"/>
          <p14:tracePt t="87115" x="4724400" y="2774950"/>
          <p14:tracePt t="87130" x="4724400" y="2781300"/>
          <p14:tracePt t="87143" x="4724400" y="2787650"/>
          <p14:tracePt t="87164" x="4730750" y="2794000"/>
          <p14:tracePt t="87171" x="4730750" y="2800350"/>
          <p14:tracePt t="87185" x="4737100" y="2800350"/>
          <p14:tracePt t="87196" x="4743450" y="2806700"/>
          <p14:tracePt t="87214" x="4762500" y="2838450"/>
          <p14:tracePt t="87245" x="4775200" y="2844800"/>
          <p14:tracePt t="87263" x="4819650" y="2889250"/>
          <p14:tracePt t="87279" x="4838700" y="2908300"/>
          <p14:tracePt t="87313" x="4876800" y="2952750"/>
          <p14:tracePt t="87329" x="4889500" y="2965450"/>
          <p14:tracePt t="87362" x="4914900" y="2990850"/>
          <p14:tracePt t="87379" x="4933950" y="3003550"/>
          <p14:tracePt t="87396" x="4933950" y="3009900"/>
          <p14:tracePt t="87412" x="4940300" y="3016250"/>
          <p14:tracePt t="87429" x="4946650" y="3022600"/>
          <p14:tracePt t="87461" x="4953000" y="3022600"/>
          <p14:tracePt t="87487" x="4953000" y="3028950"/>
          <p14:tracePt t="87585" x="4953000" y="3022600"/>
          <p14:tracePt t="87593" x="4953000" y="3016250"/>
          <p14:tracePt t="88858" x="4965700" y="3009900"/>
          <p14:tracePt t="88865" x="4997450" y="3009900"/>
          <p14:tracePt t="88879" x="5035550" y="3009900"/>
          <p14:tracePt t="88889" x="5060950" y="3009900"/>
          <p14:tracePt t="88907" x="5137150" y="2997200"/>
          <p14:tracePt t="88923" x="5175250" y="2984500"/>
          <p14:tracePt t="88940" x="5232400" y="2978150"/>
          <p14:tracePt t="88957" x="5295900" y="2959100"/>
          <p14:tracePt t="88973" x="5321300" y="2946400"/>
          <p14:tracePt t="88990" x="5365750" y="2940050"/>
          <p14:tracePt t="88993" x="5403850" y="2933700"/>
          <p14:tracePt t="89006" x="5505450" y="2889250"/>
          <p14:tracePt t="89023" x="5562600" y="2870200"/>
          <p14:tracePt t="89040" x="5613400" y="2851150"/>
          <p14:tracePt t="89056" x="5715000" y="2813050"/>
          <p14:tracePt t="89073" x="5797550" y="2787650"/>
          <p14:tracePt t="89090" x="5848350" y="2774950"/>
          <p14:tracePt t="89106" x="5880100" y="2768600"/>
          <p14:tracePt t="89123" x="5899150" y="2768600"/>
          <p14:tracePt t="89139" x="5918200" y="2762250"/>
          <p14:tracePt t="89155" x="5924550" y="2755900"/>
          <p14:tracePt t="89173" x="5930900" y="2755900"/>
          <p14:tracePt t="89205" x="5937250" y="2755900"/>
          <p14:tracePt t="89420" x="5937250" y="2762250"/>
          <p14:tracePt t="89532" x="5937250" y="2768600"/>
          <p14:tracePt t="89539" x="5943600" y="2768600"/>
          <p14:tracePt t="89560" x="5949950" y="2768600"/>
          <p14:tracePt t="89567" x="5949950" y="2774950"/>
          <p14:tracePt t="89589" x="5956300" y="2774950"/>
          <p14:tracePt t="89602" x="5962650" y="2774950"/>
          <p14:tracePt t="89610" x="5975350" y="2774950"/>
          <p14:tracePt t="89624" x="5981700" y="2774950"/>
          <p14:tracePt t="89638" x="6013450" y="2774950"/>
          <p14:tracePt t="89654" x="6032500" y="2787650"/>
          <p14:tracePt t="89671" x="6051550" y="2787650"/>
          <p14:tracePt t="89687" x="6134100" y="2800350"/>
          <p14:tracePt t="89704" x="6203950" y="2800350"/>
          <p14:tracePt t="89721" x="6242050" y="2806700"/>
          <p14:tracePt t="89737" x="6299200" y="2806700"/>
          <p14:tracePt t="89753" x="6343650" y="2819400"/>
          <p14:tracePt t="89772" x="6362700" y="2819400"/>
          <p14:tracePt t="89787" x="6369050" y="2819400"/>
          <p14:tracePt t="89841" x="6362700" y="2819400"/>
          <p14:tracePt t="89869" x="6350000" y="2819400"/>
          <p14:tracePt t="89918" x="6343650" y="2819400"/>
          <p14:tracePt t="89940" x="6337300" y="2819400"/>
          <p14:tracePt t="89954" x="6330950" y="2819400"/>
          <p14:tracePt t="89982" x="6324600" y="2819400"/>
          <p14:tracePt t="90010" x="6318250" y="2819400"/>
          <p14:tracePt t="90031" x="6311900" y="2819400"/>
          <p14:tracePt t="90052" x="6305550" y="2819400"/>
          <p14:tracePt t="90080" x="6299200" y="2819400"/>
          <p14:tracePt t="90094" x="6286500" y="2819400"/>
          <p14:tracePt t="90115" x="6273800" y="2819400"/>
          <p14:tracePt t="90122" x="6261100" y="2819400"/>
          <p14:tracePt t="90129" x="6242050" y="2819400"/>
          <p14:tracePt t="90144" x="6216650" y="2819400"/>
          <p14:tracePt t="90152" x="6184900" y="2819400"/>
          <p14:tracePt t="90170" x="6153150" y="2825750"/>
          <p14:tracePt t="90187" x="6096000" y="2825750"/>
          <p14:tracePt t="90202" x="6038850" y="2832100"/>
          <p14:tracePt t="90218" x="6013450" y="2832100"/>
          <p14:tracePt t="90236" x="5981700" y="2832100"/>
          <p14:tracePt t="90252" x="5969000" y="2832100"/>
          <p14:tracePt t="90270" x="5962650" y="2832100"/>
          <p14:tracePt t="90285" x="5956300" y="2832100"/>
          <p14:tracePt t="90481" x="5943600" y="2838450"/>
          <p14:tracePt t="90495" x="5930900" y="2844800"/>
          <p14:tracePt t="90504" x="5905500" y="2863850"/>
          <p14:tracePt t="90518" x="5886450" y="2882900"/>
          <p14:tracePt t="90534" x="5842000" y="2914650"/>
          <p14:tracePt t="90552" x="5683250" y="3028950"/>
          <p14:tracePt t="90568" x="5613400" y="3067050"/>
          <p14:tracePt t="90585" x="5543550" y="3117850"/>
          <p14:tracePt t="90601" x="5422900" y="3181350"/>
          <p14:tracePt t="90617" x="5314950" y="3251200"/>
          <p14:tracePt t="90634" x="5283200" y="3276600"/>
          <p14:tracePt t="90650" x="5238750" y="3295650"/>
          <p14:tracePt t="90667" x="5213350" y="3308350"/>
          <p14:tracePt t="90685" x="5207000" y="3308350"/>
          <p14:tracePt t="90755" x="5207000" y="3314700"/>
          <p14:tracePt t="90825" x="5213350" y="3314700"/>
          <p14:tracePt t="90846" x="5219700" y="3314700"/>
          <p14:tracePt t="90853" x="5226050" y="3308350"/>
          <p14:tracePt t="90869" x="5232400" y="3302000"/>
          <p14:tracePt t="90883" x="5238750" y="3295650"/>
          <p14:tracePt t="90900" x="5276850" y="3270250"/>
          <p14:tracePt t="90917" x="5353050" y="3219450"/>
          <p14:tracePt t="90933" x="5397500" y="3175000"/>
          <p14:tracePt t="90950" x="5518150" y="3086100"/>
          <p14:tracePt t="90966" x="5632450" y="2990850"/>
          <p14:tracePt t="90983" x="5676900" y="2952750"/>
          <p14:tracePt t="91000" x="5734050" y="2901950"/>
          <p14:tracePt t="91016" x="5848350" y="2806700"/>
          <p14:tracePt t="91033" x="5880100" y="2794000"/>
          <p14:tracePt t="91050" x="5905500" y="2768600"/>
          <p14:tracePt t="91066" x="5918200" y="2755900"/>
          <p14:tracePt t="91113" x="5911850" y="2755900"/>
          <p14:tracePt t="91127" x="5905500" y="2755900"/>
          <p14:tracePt t="91135" x="5899150" y="2762250"/>
          <p14:tracePt t="91150" x="5892800" y="2762250"/>
          <p14:tracePt t="91165" x="5873750" y="2762250"/>
          <p14:tracePt t="91183" x="5822950" y="2794000"/>
          <p14:tracePt t="91199" x="5734050" y="2857500"/>
          <p14:tracePt t="91216" x="5657850" y="2908300"/>
          <p14:tracePt t="91233" x="5530850" y="2997200"/>
          <p14:tracePt t="91249" x="5416550" y="3092450"/>
          <p14:tracePt t="91265" x="5359400" y="3143250"/>
          <p14:tracePt t="91282" x="5289550" y="3194050"/>
          <p14:tracePt t="91298" x="5245100" y="3225800"/>
          <p14:tracePt t="91315" x="5232400" y="3232150"/>
          <p14:tracePt t="91332" x="5226050" y="3232150"/>
          <p14:tracePt t="91535" x="5238750" y="3232150"/>
          <p14:tracePt t="91549" x="5257800" y="3244850"/>
          <p14:tracePt t="91556" x="5289550" y="3244850"/>
          <p14:tracePt t="91570" x="5314950" y="3251200"/>
          <p14:tracePt t="91580" x="5372100" y="3251200"/>
          <p14:tracePt t="91598" x="5486400" y="3251200"/>
          <p14:tracePt t="91614" x="5537200" y="3244850"/>
          <p14:tracePt t="91631" x="5683250" y="3206750"/>
          <p14:tracePt t="91648" x="5822950" y="3136900"/>
          <p14:tracePt t="91664" x="5880100" y="3092450"/>
          <p14:tracePt t="91680" x="5962650" y="2997200"/>
          <p14:tracePt t="91697" x="6000750" y="2914650"/>
          <p14:tracePt t="91714" x="6013450" y="2857500"/>
          <p14:tracePt t="91730" x="6013450" y="2819400"/>
          <p14:tracePt t="91747" x="6000750" y="2736850"/>
          <p14:tracePt t="91763" x="5988050" y="2717800"/>
          <p14:tracePt t="91781" x="5918200" y="2667000"/>
          <p14:tracePt t="91796" x="5873750" y="2641600"/>
          <p14:tracePt t="91813" x="5753100" y="2571750"/>
          <p14:tracePt t="91831" x="5588000" y="2514600"/>
          <p14:tracePt t="91846" x="5499100" y="2482850"/>
          <p14:tracePt t="91863" x="5308600" y="2463800"/>
          <p14:tracePt t="91880" x="5149850" y="2476500"/>
          <p14:tracePt t="91896" x="5092700" y="2501900"/>
          <p14:tracePt t="91913" x="4991100" y="2565400"/>
          <p14:tracePt t="91930" x="4953000" y="2641600"/>
          <p14:tracePt t="91946" x="4940300" y="2686050"/>
          <p14:tracePt t="91963" x="4959350" y="2768600"/>
          <p14:tracePt t="91980" x="5016500" y="2870200"/>
          <p14:tracePt t="91996" x="5054600" y="2927350"/>
          <p14:tracePt t="92014" x="5124450" y="3009900"/>
          <p14:tracePt t="92029" x="5207000" y="3079750"/>
          <p14:tracePt t="92046" x="5238750" y="3105150"/>
          <p14:tracePt t="92062" x="5302250" y="3136900"/>
          <p14:tracePt t="92079" x="5340350" y="3143250"/>
          <p14:tracePt t="92096" x="5384800" y="3162300"/>
          <p14:tracePt t="92112" x="5435600" y="3175000"/>
          <p14:tracePt t="92129" x="5454650" y="3175000"/>
          <p14:tracePt t="92146" x="5486400" y="3175000"/>
          <p14:tracePt t="92162" x="5530850" y="3168650"/>
          <p14:tracePt t="92179" x="5543550" y="3162300"/>
          <p14:tracePt t="92196" x="5568950" y="3155950"/>
          <p14:tracePt t="92212" x="5594350" y="3136900"/>
          <p14:tracePt t="92229" x="5600700" y="3124200"/>
          <p14:tracePt t="92245" x="5613400" y="3105150"/>
          <p14:tracePt t="92262" x="5619750" y="3092450"/>
          <p14:tracePt t="92280" x="5619750" y="3060700"/>
          <p14:tracePt t="92295" x="5619750" y="3048000"/>
          <p14:tracePt t="92312" x="5607050" y="3035300"/>
          <p14:tracePt t="92329" x="5581650" y="3035300"/>
          <p14:tracePt t="92345" x="5562600" y="3035300"/>
          <p14:tracePt t="92361" x="5537200" y="3035300"/>
          <p14:tracePt t="92378" x="5435600" y="3035300"/>
          <p14:tracePt t="92394" x="5321300" y="3067050"/>
          <p14:tracePt t="92411" x="5270500" y="3098800"/>
          <p14:tracePt t="92428" x="5162550" y="3162300"/>
          <p14:tracePt t="92444" x="5099050" y="3263900"/>
          <p14:tracePt t="92461" x="5080000" y="3321050"/>
          <p14:tracePt t="92477" x="5073650" y="3448050"/>
          <p14:tracePt t="92494" x="5105400" y="3556000"/>
          <p14:tracePt t="92512" x="5143500" y="3613150"/>
          <p14:tracePt t="92528" x="5162550" y="3632200"/>
          <p14:tracePt t="92544" x="5207000" y="3632200"/>
          <p14:tracePt t="92561" x="5283200" y="3575050"/>
          <p14:tracePt t="92577" x="5327650" y="3543300"/>
          <p14:tracePt t="92594" x="5416550" y="3416300"/>
          <p14:tracePt t="92611" x="5486400" y="3263900"/>
          <p14:tracePt t="92627" x="5492750" y="3200400"/>
          <p14:tracePt t="92644" x="5505450" y="3143250"/>
          <p14:tracePt t="92660" x="5486400" y="3035300"/>
          <p14:tracePt t="92677" x="5473700" y="3022600"/>
          <p14:tracePt t="92695" x="5429250" y="3003550"/>
          <p14:tracePt t="92710" x="5397500" y="2990850"/>
          <p14:tracePt t="92727" x="5321300" y="2984500"/>
          <p14:tracePt t="92744" x="5276850" y="2984500"/>
          <p14:tracePt t="92760" x="5187950" y="3016250"/>
          <p14:tracePt t="92777" x="5111750" y="3079750"/>
          <p14:tracePt t="92793" x="5048250" y="3181350"/>
          <p14:tracePt t="92810" x="5016500" y="3251200"/>
          <p14:tracePt t="92827" x="4965700" y="3397250"/>
          <p14:tracePt t="92843" x="4946650" y="3600450"/>
          <p14:tracePt t="92860" x="4933950" y="3721100"/>
          <p14:tracePt t="92878" x="4959350" y="3911600"/>
          <p14:tracePt t="92893" x="4997450" y="4006850"/>
          <p14:tracePt t="93318" x="4984750" y="4051300"/>
          <p14:tracePt t="93325" x="4965700" y="4121150"/>
          <p14:tracePt t="93331" x="4946650" y="4171950"/>
          <p14:tracePt t="93346" x="4921250" y="4229100"/>
          <p14:tracePt t="93357" x="4902200" y="4311650"/>
          <p14:tracePt t="93375" x="4851400" y="4445000"/>
          <p14:tracePt t="93392" x="4845050" y="4521200"/>
          <p14:tracePt t="93408" x="4813300" y="4667250"/>
          <p14:tracePt t="93424" x="4775200" y="4838700"/>
          <p14:tracePt t="93441" x="4762500" y="4914900"/>
          <p14:tracePt t="93459" x="4711700" y="5073650"/>
          <p14:tracePt t="93475" x="4673600" y="5232400"/>
          <p14:tracePt t="93491" x="4654550" y="5283200"/>
          <p14:tracePt t="93494" x="4635500" y="5340350"/>
          <p14:tracePt t="93510" x="4610100" y="5384800"/>
          <p14:tracePt t="93524" x="4578350" y="5422900"/>
          <p14:tracePt t="93541" x="4457700" y="5518150"/>
          <p14:tracePt t="93558" x="4311650" y="5594350"/>
          <p14:tracePt t="93574" x="4229100" y="5645150"/>
          <p14:tracePt t="93591" x="4089400" y="5715000"/>
          <p14:tracePt t="93607" x="3987800" y="5772150"/>
          <p14:tracePt t="93624" x="3943350" y="5797550"/>
          <p14:tracePt t="93641" x="3873500" y="5861050"/>
          <p14:tracePt t="93657" x="3841750" y="5880100"/>
          <p14:tracePt t="93673" x="3841750" y="5886450"/>
          <p14:tracePt t="93691" x="3841750" y="5892800"/>
          <p14:tracePt t="94116" x="3911600" y="5924550"/>
          <p14:tracePt t="94123" x="4032250" y="5988050"/>
          <p14:tracePt t="94138" x="4127500" y="6032500"/>
          <p14:tracePt t="94145" x="4159250" y="6045200"/>
          <p14:tracePt t="94159" x="4235450" y="6064250"/>
          <p14:tracePt t="94172" x="4279900" y="6076950"/>
          <p14:tracePt t="94188" x="4305300" y="6076950"/>
          <p14:tracePt t="94206" x="4318000" y="6089650"/>
          <p14:tracePt t="94222" x="4330700" y="6096000"/>
          <p14:tracePt t="94239" x="4349750" y="6102350"/>
          <p14:tracePt t="94255" x="4356100" y="6102350"/>
          <p14:tracePt t="94272" x="4368800" y="6102350"/>
          <p14:tracePt t="94288" x="4375150" y="6108700"/>
          <p14:tracePt t="94305" x="4381500" y="6108700"/>
          <p14:tracePt t="94322" x="4394200" y="6108700"/>
          <p14:tracePt t="94338" x="4406900" y="6108700"/>
          <p14:tracePt t="94356" x="4425950" y="6108700"/>
          <p14:tracePt t="94371" x="4432300" y="6115050"/>
          <p14:tracePt t="94388" x="4438650" y="6115050"/>
          <p14:tracePt t="94405" x="4464050" y="6121400"/>
          <p14:tracePt t="94421" x="4502150" y="6121400"/>
          <p14:tracePt t="94438" x="4521200" y="6121400"/>
          <p14:tracePt t="94454" x="4572000" y="6127750"/>
          <p14:tracePt t="94471" x="4622800" y="6127750"/>
          <p14:tracePt t="94487" x="4648200" y="6134100"/>
          <p14:tracePt t="94504" x="4699000" y="6146800"/>
          <p14:tracePt t="94521" x="4749800" y="6172200"/>
          <p14:tracePt t="94539" x="4775200" y="6184900"/>
          <p14:tracePt t="94554" x="4806950" y="6197600"/>
          <p14:tracePt t="94570" x="4838700" y="6210300"/>
          <p14:tracePt t="94588" x="4876800" y="6223000"/>
          <p14:tracePt t="94604" x="4889500" y="6223000"/>
          <p14:tracePt t="94620" x="4902200" y="6229350"/>
          <p14:tracePt t="94637" x="4921250" y="6235700"/>
          <p14:tracePt t="94654" x="4927600" y="6235700"/>
          <p14:tracePt t="94670" x="4927600" y="6242050"/>
          <p14:tracePt t="94770" x="4927600" y="6235700"/>
          <p14:tracePt t="94776" x="4921250" y="6235700"/>
          <p14:tracePt t="94791" x="4908550" y="6235700"/>
          <p14:tracePt t="94803" x="4902200" y="6235700"/>
          <p14:tracePt t="94820" x="4857750" y="6235700"/>
          <p14:tracePt t="94836" x="4806950" y="6235700"/>
          <p14:tracePt t="94853" x="4667250" y="6235700"/>
          <p14:tracePt t="94870" x="4451350" y="6235700"/>
          <p14:tracePt t="94886" x="4324350" y="6248400"/>
          <p14:tracePt t="94903" x="4057650" y="6280150"/>
          <p14:tracePt t="94919" x="3816350" y="6299200"/>
          <p14:tracePt t="94936" x="3702050" y="6311900"/>
          <p14:tracePt t="94954" x="3524250" y="6330950"/>
          <p14:tracePt t="94969" x="3454400" y="6350000"/>
          <p14:tracePt t="94986" x="3359150" y="6375400"/>
          <p14:tracePt t="95003" x="3302000" y="6388100"/>
          <p14:tracePt t="95019" x="3270250" y="6400800"/>
          <p14:tracePt t="95036" x="3263900" y="6400800"/>
          <p14:tracePt t="95069" x="3270250" y="6394450"/>
          <p14:tracePt t="95554" x="3232150" y="6394450"/>
          <p14:tracePt t="95561" x="3149600" y="6381750"/>
          <p14:tracePt t="95575" x="3086100" y="6375400"/>
          <p14:tracePt t="95583" x="3009900" y="6362700"/>
          <p14:tracePt t="95600" x="2933700" y="6362700"/>
          <p14:tracePt t="95617" x="2806700" y="6362700"/>
          <p14:tracePt t="95633" x="2686050" y="6356350"/>
          <p14:tracePt t="95649" x="2622550" y="6356350"/>
          <p14:tracePt t="95667" x="2482850" y="6356350"/>
          <p14:tracePt t="95683" x="2349500" y="6388100"/>
          <p14:tracePt t="95700" x="2286000" y="6388100"/>
          <p14:tracePt t="95716" x="2178050" y="6394450"/>
          <p14:tracePt t="95733" x="2152650" y="6400800"/>
          <p14:tracePt t="95750" x="2120900" y="6400800"/>
          <p14:tracePt t="95766" x="2101850" y="6407150"/>
          <p14:tracePt t="95793" x="2101850" y="6419850"/>
          <p14:tracePt t="95807" x="2101850" y="6426200"/>
          <p14:tracePt t="95816" x="2114550" y="6432550"/>
          <p14:tracePt t="95833" x="2120900" y="6432550"/>
          <p14:tracePt t="98421" x="2133600" y="6432550"/>
          <p14:tracePt t="98428" x="2152650" y="6432550"/>
          <p14:tracePt t="98443" x="2165350" y="6432550"/>
          <p14:tracePt t="98457" x="2178050" y="6438900"/>
          <p14:tracePt t="98474" x="2209800" y="6445250"/>
          <p14:tracePt t="98492" x="2260600" y="6451600"/>
          <p14:tracePt t="98507" x="2279650" y="6457950"/>
          <p14:tracePt t="98524" x="2330450" y="6470650"/>
          <p14:tracePt t="98541" x="2381250" y="6477000"/>
          <p14:tracePt t="98556" x="2400300" y="6477000"/>
          <p14:tracePt t="98573" x="2419350" y="6483350"/>
          <p14:tracePt t="98590" x="2476500" y="6483350"/>
          <p14:tracePt t="98606" x="2489200" y="6483350"/>
          <p14:tracePt t="98623" x="2514600" y="6483350"/>
          <p14:tracePt t="98640" x="2533650" y="6477000"/>
          <p14:tracePt t="98674" x="2546350" y="6477000"/>
          <p14:tracePt t="98689" x="2552700" y="6477000"/>
          <p14:tracePt t="98730" x="2559050" y="6477000"/>
          <p14:tracePt t="98814" x="2565400" y="6477000"/>
          <p14:tracePt t="98829" x="2571750" y="6483350"/>
          <p14:tracePt t="101163" x="2578100" y="6483350"/>
          <p14:tracePt t="101170" x="2603500" y="6477000"/>
          <p14:tracePt t="101180" x="2622550" y="6464300"/>
          <p14:tracePt t="101198" x="2686050" y="6426200"/>
          <p14:tracePt t="101214" x="2743200" y="6400800"/>
          <p14:tracePt t="101230" x="2825750" y="6324600"/>
          <p14:tracePt t="101248" x="3035300" y="6089650"/>
          <p14:tracePt t="101264" x="3359150" y="5645150"/>
          <p14:tracePt t="101280" x="3517900" y="5391150"/>
          <p14:tracePt t="101297" x="3829050" y="4921250"/>
          <p14:tracePt t="101314" x="4044950" y="4565650"/>
          <p14:tracePt t="101330" x="4133850" y="4413250"/>
          <p14:tracePt t="101347" x="4254500" y="4216400"/>
          <p14:tracePt t="101364" x="4318000" y="4076700"/>
          <p14:tracePt t="101381" x="4375150" y="3975100"/>
          <p14:tracePt t="101397" x="4381500" y="3956050"/>
          <p14:tracePt t="101413" x="4394200" y="3930650"/>
          <p14:tracePt t="101430" x="4394200" y="3917950"/>
          <p14:tracePt t="101447" x="4394200" y="3911600"/>
          <p14:tracePt t="101514" x="4394200" y="3917950"/>
          <p14:tracePt t="101521" x="4394200" y="3924300"/>
          <p14:tracePt t="101542" x="4394200" y="3930650"/>
          <p14:tracePt t="101591" x="4381500" y="3943350"/>
          <p14:tracePt t="101598" x="4368800" y="3949700"/>
          <p14:tracePt t="101613" x="4349750" y="3975100"/>
          <p14:tracePt t="101619" x="4311650" y="4006850"/>
          <p14:tracePt t="101634" x="4267200" y="4064000"/>
          <p14:tracePt t="101645" x="4203700" y="4146550"/>
          <p14:tracePt t="101662" x="4064000" y="4349750"/>
          <p14:tracePt t="101679" x="3987800" y="4457700"/>
          <p14:tracePt t="101696" x="3860800" y="4667250"/>
          <p14:tracePt t="101712" x="3784600" y="4832350"/>
          <p14:tracePt t="101729" x="3752850" y="4902200"/>
          <p14:tracePt t="101746" x="3721100" y="4972050"/>
          <p14:tracePt t="101762" x="3702050" y="4991100"/>
          <p14:tracePt t="101779" x="3702050" y="4997450"/>
          <p14:tracePt t="101796" x="3702050" y="5003800"/>
          <p14:tracePt t="101812" x="3708400" y="5003800"/>
          <p14:tracePt t="101828" x="3708400" y="4997450"/>
          <p14:tracePt t="101845" x="3727450" y="4978400"/>
          <p14:tracePt t="101862" x="3752850" y="4959350"/>
          <p14:tracePt t="101879" x="3790950" y="4895850"/>
          <p14:tracePt t="101895" x="3867150" y="4768850"/>
          <p14:tracePt t="101912" x="3937000" y="4648200"/>
          <p14:tracePt t="101929" x="4140200" y="4229100"/>
          <p14:tracePt t="101945" x="4356100" y="3714750"/>
          <p14:tracePt t="101962" x="4464050" y="3473450"/>
          <p14:tracePt t="101978" x="4597400" y="3073400"/>
          <p14:tracePt t="101995" x="4673600" y="2876550"/>
          <p14:tracePt t="102012" x="4699000" y="2832100"/>
          <p14:tracePt t="102028" x="4711700" y="2787650"/>
          <p14:tracePt t="102045" x="4718050" y="2774950"/>
          <p14:tracePt t="102064" x="4724400" y="2774950"/>
          <p14:tracePt t="102160" x="4724400" y="2768600"/>
          <p14:tracePt t="102216" x="4730750" y="2762250"/>
          <p14:tracePt t="102231" x="4737100" y="2762250"/>
          <p14:tracePt t="102322" x="4724400" y="2762250"/>
          <p14:tracePt t="102336" x="4718050" y="2762250"/>
          <p14:tracePt t="102343" x="4711700" y="2762250"/>
          <p14:tracePt t="102357" x="4705350" y="2768600"/>
          <p14:tracePt t="102364" x="4692650" y="2768600"/>
          <p14:tracePt t="102376" x="4679950" y="2774950"/>
          <p14:tracePt t="102393" x="4635500" y="2787650"/>
          <p14:tracePt t="102410" x="4603750" y="2806700"/>
          <p14:tracePt t="102428" x="4552950" y="2832100"/>
          <p14:tracePt t="102443" x="4502150" y="2863850"/>
          <p14:tracePt t="102460" x="4483100" y="2889250"/>
          <p14:tracePt t="102477" x="4438650" y="2927350"/>
          <p14:tracePt t="102493" x="4425950" y="2946400"/>
          <p14:tracePt t="102510" x="4406900" y="2952750"/>
          <p14:tracePt t="102527" x="4400550" y="2959100"/>
          <p14:tracePt t="102546" x="4394200" y="2965450"/>
          <p14:tracePt t="102624" x="4400550" y="2965450"/>
          <p14:tracePt t="102638" x="4413250" y="2965450"/>
          <p14:tracePt t="102646" x="4419600" y="2965450"/>
          <p14:tracePt t="102660" x="4425950" y="2965450"/>
          <p14:tracePt t="102675" x="4464050" y="2965450"/>
          <p14:tracePt t="102693" x="4483100" y="2965450"/>
          <p14:tracePt t="102709" x="4572000" y="2946400"/>
          <p14:tracePt t="102726" x="4705350" y="2921000"/>
          <p14:tracePt t="102742" x="4775200" y="2901950"/>
          <p14:tracePt t="102759" x="4914900" y="2870200"/>
          <p14:tracePt t="102775" x="4984750" y="2863850"/>
          <p14:tracePt t="102793" x="5111750" y="2838450"/>
          <p14:tracePt t="102809" x="5130800" y="2825750"/>
          <p14:tracePt t="102825" x="5156200" y="2819400"/>
          <p14:tracePt t="102926" x="5143500" y="2819400"/>
          <p14:tracePt t="102933" x="5137150" y="2832100"/>
          <p14:tracePt t="102947" x="5124450" y="2838450"/>
          <p14:tracePt t="102958" x="5099050" y="2857500"/>
          <p14:tracePt t="102976" x="5048250" y="2908300"/>
          <p14:tracePt t="102991" x="4997450" y="2971800"/>
          <p14:tracePt t="103008" x="4889500" y="3086100"/>
          <p14:tracePt t="103025" x="4756150" y="3232150"/>
          <p14:tracePt t="103041" x="4686300" y="3314700"/>
          <p14:tracePt t="103058" x="4622800" y="3409950"/>
          <p14:tracePt t="103074" x="4445000" y="3689350"/>
          <p14:tracePt t="103090" x="4400550" y="3784600"/>
          <p14:tracePt t="103108" x="4362450" y="3867150"/>
          <p14:tracePt t="103124" x="4292600" y="4025900"/>
          <p14:tracePt t="103141" x="4254500" y="4133850"/>
          <p14:tracePt t="103158" x="4279900" y="4222750"/>
          <p14:tracePt t="103797" x="4292600" y="4222750"/>
          <p14:tracePt t="103811" x="4318000" y="4235450"/>
          <p14:tracePt t="103818" x="4343400" y="4241800"/>
          <p14:tracePt t="103832" x="4387850" y="4260850"/>
          <p14:tracePt t="103841" x="4432300" y="4267200"/>
          <p14:tracePt t="103855" x="4483100" y="4286250"/>
          <p14:tracePt t="103872" x="4603750" y="4324350"/>
          <p14:tracePt t="103889" x="4660900" y="4343400"/>
          <p14:tracePt t="103905" x="4800600" y="4349750"/>
          <p14:tracePt t="103922" x="4933950" y="4349750"/>
          <p14:tracePt t="103938" x="5067300" y="4318000"/>
          <p14:tracePt t="103955" x="5124450" y="4292600"/>
          <p14:tracePt t="103971" x="5187950" y="4273550"/>
          <p14:tracePt t="103988" x="5289550" y="4210050"/>
          <p14:tracePt t="104004" x="5302250" y="4184650"/>
          <p14:tracePt t="104022" x="5321300" y="4152900"/>
          <p14:tracePt t="104038" x="5327650" y="4140200"/>
          <p14:tracePt t="104055" x="5340350" y="4121150"/>
          <p14:tracePt t="104072" x="5353050" y="4114800"/>
          <p14:tracePt t="104087" x="5365750" y="4114800"/>
          <p14:tracePt t="104104" x="5384800" y="4114800"/>
          <p14:tracePt t="104121" x="5416550" y="4114800"/>
          <p14:tracePt t="104138" x="5441950" y="4114800"/>
          <p14:tracePt t="104154" x="5492750" y="4127500"/>
          <p14:tracePt t="104170" x="5549900" y="4146550"/>
          <p14:tracePt t="104187" x="5594350" y="4159250"/>
          <p14:tracePt t="104204" x="5664200" y="4184650"/>
          <p14:tracePt t="104220" x="5740400" y="4216400"/>
          <p14:tracePt t="104237" x="5784850" y="4235450"/>
          <p14:tracePt t="104254" x="5854700" y="4254500"/>
          <p14:tracePt t="104270" x="5937250" y="4279900"/>
          <p14:tracePt t="104287" x="5981700" y="4292600"/>
          <p14:tracePt t="104304" x="6032500" y="4311650"/>
          <p14:tracePt t="104320" x="6083300" y="4318000"/>
          <p14:tracePt t="104338" x="6102350" y="4318000"/>
          <p14:tracePt t="104354" x="6140450" y="4318000"/>
          <p14:tracePt t="104370" x="6165850" y="4311650"/>
          <p14:tracePt t="104388" x="6184900" y="4292600"/>
          <p14:tracePt t="104403" x="6191250" y="4279900"/>
          <p14:tracePt t="104437" x="6191250" y="4273550"/>
          <p14:tracePt t="104458" x="6197600" y="4267200"/>
          <p14:tracePt t="104528" x="6203950" y="4260850"/>
          <p14:tracePt t="104570" x="6210300" y="4260850"/>
          <p14:tracePt t="104910" x="6184900" y="4222750"/>
          <p14:tracePt t="104924" x="6127750" y="4178300"/>
          <p14:tracePt t="104931" x="6051550" y="4089400"/>
          <p14:tracePt t="104946" x="5981700" y="3994150"/>
          <p14:tracePt t="104959" x="5892800" y="3911600"/>
          <p14:tracePt t="104968" x="5810250" y="3829050"/>
          <p14:tracePt t="104984" x="5657850" y="3676650"/>
          <p14:tracePt t="105002" x="5588000" y="3613150"/>
          <p14:tracePt t="105018" x="5454650" y="3479800"/>
          <p14:tracePt t="105034" x="5397500" y="3422650"/>
          <p14:tracePt t="105051" x="5207000" y="3244850"/>
          <p14:tracePt t="105067" x="5149850" y="3194050"/>
          <p14:tracePt t="105084" x="5092700" y="3155950"/>
          <p14:tracePt t="105087" x="5035550" y="3130550"/>
          <p14:tracePt t="105101" x="4978400" y="3092450"/>
          <p14:tracePt t="105117" x="4876800" y="3035300"/>
          <p14:tracePt t="105133" x="4832350" y="3016250"/>
          <p14:tracePt t="105150" x="4737100" y="2984500"/>
          <p14:tracePt t="105167" x="4673600" y="2959100"/>
          <p14:tracePt t="105185" x="4622800" y="2952750"/>
          <p14:tracePt t="105200" x="4597400" y="2946400"/>
          <p14:tracePt t="105217" x="4546600" y="2940050"/>
          <p14:tracePt t="105234" x="4514850" y="2940050"/>
          <p14:tracePt t="105250" x="4464050" y="2927350"/>
          <p14:tracePt t="105267" x="4419600" y="2933700"/>
          <p14:tracePt t="105283" x="4375150" y="2946400"/>
          <p14:tracePt t="105300" x="4356100" y="2959100"/>
          <p14:tracePt t="105318" x="4292600" y="2984500"/>
          <p14:tracePt t="105334" x="4248150" y="3016250"/>
          <p14:tracePt t="105350" x="4229100" y="3041650"/>
          <p14:tracePt t="105367" x="4171950" y="3098800"/>
          <p14:tracePt t="105383" x="4146550" y="3143250"/>
          <p14:tracePt t="105400" x="4083050" y="3232150"/>
          <p14:tracePt t="105417" x="4025900" y="3321050"/>
          <p14:tracePt t="105433" x="4019550" y="3365500"/>
          <p14:tracePt t="105451" x="3994150" y="3435350"/>
          <p14:tracePt t="105466" x="3994150" y="3486150"/>
          <p14:tracePt t="105483" x="3994150" y="3498850"/>
          <p14:tracePt t="105500" x="4000500" y="3511550"/>
          <p14:tracePt t="105516" x="4013200" y="3517900"/>
          <p14:tracePt t="105532" x="4019550" y="3517900"/>
          <p14:tracePt t="105550" x="4038600" y="3517900"/>
          <p14:tracePt t="105566" x="4076700" y="3511550"/>
          <p14:tracePt t="105582" x="4102100" y="3511550"/>
          <p14:tracePt t="105585" x="4140200" y="3498850"/>
          <p14:tracePt t="105600" x="4171950" y="3479800"/>
          <p14:tracePt t="105616" x="4248150" y="3448050"/>
          <p14:tracePt t="105632" x="4279900" y="3435350"/>
          <p14:tracePt t="105649" x="4343400" y="3403600"/>
          <p14:tracePt t="105665" x="4356100" y="3397250"/>
          <p14:tracePt t="105683" x="4400550" y="3371850"/>
          <p14:tracePt t="105699" x="4438650" y="3346450"/>
          <p14:tracePt t="105715" x="4470400" y="3327400"/>
          <p14:tracePt t="105733" x="4546600" y="3276600"/>
          <p14:tracePt t="105748" x="4648200" y="3225800"/>
          <p14:tracePt t="105765" x="4718050" y="3206750"/>
          <p14:tracePt t="105782" x="4864100" y="3143250"/>
          <p14:tracePt t="105798" x="5010150" y="3105150"/>
          <p14:tracePt t="105815" x="5092700" y="3086100"/>
          <p14:tracePt t="105831" x="5219700" y="3079750"/>
          <p14:tracePt t="105848" x="5289550" y="3067050"/>
          <p14:tracePt t="105866" x="5321300" y="3067050"/>
          <p14:tracePt t="105881" x="5327650" y="3073400"/>
          <p14:tracePt t="105898" x="5334000" y="3079750"/>
          <p14:tracePt t="105915" x="5334000" y="3086100"/>
          <p14:tracePt t="105931" x="5327650" y="3086100"/>
          <p14:tracePt t="105947" x="5321300" y="3092450"/>
          <p14:tracePt t="105965" x="5314950" y="3092450"/>
          <p14:tracePt t="105981" x="5314950" y="3098800"/>
          <p14:tracePt t="112652" x="5302250" y="3098800"/>
          <p14:tracePt t="112659" x="5289550" y="3098800"/>
          <p14:tracePt t="112673" x="5276850" y="3098800"/>
          <p14:tracePt t="112680" x="5264150" y="3105150"/>
          <p14:tracePt t="112691" x="5257800" y="3105150"/>
          <p14:tracePt t="112708" x="5245100" y="3105150"/>
          <p14:tracePt t="112724" x="5232400" y="3105150"/>
          <p14:tracePt t="112741" x="5226050" y="3105150"/>
          <p14:tracePt t="112758" x="5200650" y="3098800"/>
          <p14:tracePt t="112774" x="5162550" y="3086100"/>
          <p14:tracePt t="112791" x="5143500" y="3079750"/>
          <p14:tracePt t="112807" x="5092700" y="3054350"/>
          <p14:tracePt t="112824" x="4984750" y="3009900"/>
          <p14:tracePt t="112841" x="4927600" y="2978150"/>
          <p14:tracePt t="112857" x="4787900" y="2914650"/>
          <p14:tracePt t="112874" x="4603750" y="2863850"/>
          <p14:tracePt t="112892" x="4387850" y="2851150"/>
          <p14:tracePt t="112907" x="4292600" y="2851150"/>
          <p14:tracePt t="112924" x="4095750" y="2876550"/>
          <p14:tracePt t="112941" x="3949700" y="2927350"/>
          <p14:tracePt t="112957" x="3892550" y="2952750"/>
          <p14:tracePt t="112974" x="3822700" y="2959100"/>
          <p14:tracePt t="113544" x="3797300" y="2959100"/>
          <p14:tracePt t="113551" x="3746500" y="2952750"/>
          <p14:tracePt t="113566" x="3689350" y="2940050"/>
          <p14:tracePt t="113574" x="3625850" y="2921000"/>
          <p14:tracePt t="113588" x="3562350" y="2921000"/>
          <p14:tracePt t="113604" x="3441700" y="2901950"/>
          <p14:tracePt t="113622" x="3365500" y="2901950"/>
          <p14:tracePt t="113638" x="3340100" y="2901950"/>
          <p14:tracePt t="113655" x="3321050" y="2901950"/>
          <p14:tracePt t="113671" x="3289300" y="2901950"/>
          <p14:tracePt t="113713" x="3282950" y="2901950"/>
          <p14:tracePt t="113867" x="3289300" y="2901950"/>
          <p14:tracePt t="113875" x="3295650" y="2901950"/>
          <p14:tracePt t="113886" x="3308350" y="2901950"/>
          <p14:tracePt t="113904" x="3321050" y="2901950"/>
          <p14:tracePt t="113920" x="3340100" y="2908300"/>
          <p14:tracePt t="113937" x="3359150" y="2908300"/>
          <p14:tracePt t="113953" x="3467100" y="2927350"/>
          <p14:tracePt t="113970" x="3517900" y="2933700"/>
          <p14:tracePt t="113987" x="3638550" y="2946400"/>
          <p14:tracePt t="114003" x="3689350" y="2946400"/>
          <p14:tracePt t="114020" x="3803650" y="2952750"/>
          <p14:tracePt t="114037" x="3898900" y="2952750"/>
          <p14:tracePt t="114053" x="3937000" y="2952750"/>
          <p14:tracePt t="114070" x="4000500" y="2965450"/>
          <p14:tracePt t="114086" x="4038600" y="2971800"/>
          <p14:tracePt t="114103" x="4044950" y="2971800"/>
          <p14:tracePt t="114120" x="4057650" y="2965450"/>
          <p14:tracePt t="114136" x="4064000" y="2965450"/>
          <p14:tracePt t="114226" x="4057650" y="2965450"/>
          <p14:tracePt t="114535" x="4057650" y="2971800"/>
          <p14:tracePt t="114556" x="4064000" y="2971800"/>
          <p14:tracePt t="114577" x="4076700" y="2971800"/>
          <p14:tracePt t="114585" x="4089400" y="2971800"/>
          <p14:tracePt t="114598" x="4102100" y="2971800"/>
          <p14:tracePt t="114605" x="4121150" y="2971800"/>
          <p14:tracePt t="114621" x="4146550" y="2971800"/>
          <p14:tracePt t="114634" x="4165600" y="2971800"/>
          <p14:tracePt t="114651" x="4216400" y="2971800"/>
          <p14:tracePt t="114668" x="4254500" y="2965450"/>
          <p14:tracePt t="114684" x="4273550" y="2965450"/>
          <p14:tracePt t="114701" x="4318000" y="2965450"/>
          <p14:tracePt t="114718" x="4349750" y="2965450"/>
          <p14:tracePt t="114734" x="4362450" y="2965450"/>
          <p14:tracePt t="114751" x="4387850" y="2965450"/>
          <p14:tracePt t="114768" x="4419600" y="2965450"/>
          <p14:tracePt t="114784" x="4432300" y="2959100"/>
          <p14:tracePt t="114802" x="4445000" y="2959100"/>
          <p14:tracePt t="114817" x="4476750" y="2952750"/>
          <p14:tracePt t="114834" x="4489450" y="2952750"/>
          <p14:tracePt t="114851" x="4514850" y="2952750"/>
          <p14:tracePt t="114867" x="4540250" y="2946400"/>
          <p14:tracePt t="114884" x="4552950" y="2946400"/>
          <p14:tracePt t="114902" x="4578350" y="2940050"/>
          <p14:tracePt t="114917" x="4584700" y="2933700"/>
          <p14:tracePt t="114934" x="4603750" y="2927350"/>
          <p14:tracePt t="114950" x="4603750" y="2921000"/>
          <p14:tracePt t="114967" x="4610100" y="2921000"/>
          <p14:tracePt t="115006" x="4616450" y="2921000"/>
          <p14:tracePt t="115062" x="4622800" y="2921000"/>
          <p14:tracePt t="115701" x="4667250" y="2921000"/>
          <p14:tracePt t="115708" x="4730750" y="2921000"/>
          <p14:tracePt t="115722" x="4806950" y="2921000"/>
          <p14:tracePt t="115730" x="4870450" y="2921000"/>
          <p14:tracePt t="115747" x="4946650" y="2927350"/>
          <p14:tracePt t="115765" x="5086350" y="2933700"/>
          <p14:tracePt t="115781" x="5232400" y="2946400"/>
          <p14:tracePt t="115797" x="5295900" y="2946400"/>
          <p14:tracePt t="115814" x="5435600" y="2965450"/>
          <p14:tracePt t="115830" x="5518150" y="2965450"/>
          <p14:tracePt t="115847" x="5702300" y="2965450"/>
          <p14:tracePt t="115864" x="5930900" y="2971800"/>
          <p14:tracePt t="115880" x="6045200" y="2971800"/>
          <p14:tracePt t="115897" x="6248400" y="2959100"/>
          <p14:tracePt t="115913" x="6483350" y="2940050"/>
          <p14:tracePt t="115930" x="6572250" y="2940050"/>
          <p14:tracePt t="115947" x="6699250" y="2940050"/>
          <p14:tracePt t="115963" x="6800850" y="2933700"/>
          <p14:tracePt t="115980" x="6870700" y="2921000"/>
          <p14:tracePt t="115997" x="6959600" y="2914650"/>
          <p14:tracePt t="116013" x="7042150" y="2901950"/>
          <p14:tracePt t="116030" x="7067550" y="2901950"/>
          <p14:tracePt t="116046" x="7118350" y="2901950"/>
          <p14:tracePt t="116063" x="7150100" y="2895600"/>
          <p14:tracePt t="116080" x="7156450" y="2895600"/>
          <p14:tracePt t="116096" x="7169150" y="2895600"/>
          <p14:tracePt t="116112" x="7175500" y="2895600"/>
          <p14:tracePt t="116172" x="7169150" y="2895600"/>
          <p14:tracePt t="116193" x="7162800" y="2889250"/>
          <p14:tracePt t="116214" x="7156450" y="2889250"/>
          <p14:tracePt t="116221" x="7150100" y="2889250"/>
          <p14:tracePt t="116235" x="7150100" y="2882900"/>
          <p14:tracePt t="116245" x="7131050" y="2882900"/>
          <p14:tracePt t="116262" x="7092950" y="2876550"/>
          <p14:tracePt t="116279" x="6959600" y="2863850"/>
          <p14:tracePt t="116295" x="6731000" y="2844800"/>
          <p14:tracePt t="116313" x="6394450" y="2844800"/>
          <p14:tracePt t="116329" x="6203950" y="2851150"/>
          <p14:tracePt t="116345" x="5848350" y="2876550"/>
          <p14:tracePt t="116362" x="5600700" y="2895600"/>
          <p14:tracePt t="116379" x="5505450" y="2908300"/>
          <p14:tracePt t="116395" x="5429250" y="2927350"/>
          <p14:tracePt t="116412" x="5270500" y="2952750"/>
          <p14:tracePt t="116428" x="5245100" y="2959100"/>
          <p14:tracePt t="116445" x="5232400" y="2959100"/>
          <p14:tracePt t="116461" x="5219700" y="2965450"/>
          <p14:tracePt t="116481" x="5213350" y="2965450"/>
          <p14:tracePt t="116565" x="5226050" y="2965450"/>
          <p14:tracePt t="116579" x="5232400" y="2965450"/>
          <p14:tracePt t="117086" x="5213350" y="2965450"/>
          <p14:tracePt t="117094" x="5194300" y="2965450"/>
          <p14:tracePt t="117107" x="5156200" y="2965450"/>
          <p14:tracePt t="117114" x="5130800" y="2965450"/>
          <p14:tracePt t="117129" x="5099050" y="2965450"/>
          <p14:tracePt t="117143" x="5035550" y="2965450"/>
          <p14:tracePt t="117159" x="4997450" y="2965450"/>
          <p14:tracePt t="117176" x="4965700" y="2965450"/>
          <p14:tracePt t="117192" x="4889500" y="2965450"/>
          <p14:tracePt t="117209" x="4813300" y="2965450"/>
          <p14:tracePt t="117226" x="4768850" y="2965450"/>
          <p14:tracePt t="117242" x="4692650" y="2965450"/>
          <p14:tracePt t="117258" x="4641850" y="2965450"/>
          <p14:tracePt t="117276" x="4610100" y="2959100"/>
          <p14:tracePt t="117292" x="4597400" y="2959100"/>
          <p14:tracePt t="117309" x="4584700" y="2959100"/>
          <p14:tracePt t="117326" x="4584700" y="2952750"/>
          <p14:tracePt t="117529" x="4591050" y="2952750"/>
          <p14:tracePt t="117550" x="4610100" y="2952750"/>
          <p14:tracePt t="117558" x="4629150" y="2952750"/>
          <p14:tracePt t="117571" x="4667250" y="2952750"/>
          <p14:tracePt t="117578" x="4718050" y="2952750"/>
          <p14:tracePt t="117591" x="4800600" y="2933700"/>
          <p14:tracePt t="117608" x="5060950" y="2876550"/>
          <p14:tracePt t="117624" x="5270500" y="2819400"/>
          <p14:tracePt t="117627" x="5480050" y="2749550"/>
          <p14:tracePt t="117643" x="5638800" y="2705100"/>
          <p14:tracePt t="117657" x="5905500" y="2635250"/>
          <p14:tracePt t="117674" x="6000750" y="2616200"/>
          <p14:tracePt t="117691" x="6108700" y="2578100"/>
          <p14:tracePt t="117708" x="6134100" y="2571750"/>
          <p14:tracePt t="117724" x="6178550" y="2565400"/>
          <p14:tracePt t="117740" x="6197600" y="2559050"/>
          <p14:tracePt t="117796" x="6203950" y="2559050"/>
          <p14:tracePt t="117887" x="6210300" y="2559050"/>
          <p14:tracePt t="117937" x="6216650" y="2559050"/>
          <p14:tracePt t="117978" x="6229350" y="2559050"/>
          <p14:tracePt t="117992" x="6235700" y="2559050"/>
          <p14:tracePt t="118007" x="6242050" y="2559050"/>
          <p14:tracePt t="118021" x="6248400" y="2559050"/>
          <p14:tracePt t="118028" x="6254750" y="2559050"/>
          <p14:tracePt t="118043" x="6261100" y="2565400"/>
          <p14:tracePt t="118056" x="6286500" y="2571750"/>
          <p14:tracePt t="118072" x="6337300" y="2590800"/>
          <p14:tracePt t="118089" x="6388100" y="2597150"/>
          <p14:tracePt t="118106" x="6502400" y="2647950"/>
          <p14:tracePt t="118123" x="6661150" y="2686050"/>
          <p14:tracePt t="118140" x="6826250" y="2724150"/>
          <p14:tracePt t="118156" x="6934200" y="2743200"/>
          <p14:tracePt t="118172" x="7112000" y="2794000"/>
          <p14:tracePt t="118191" x="7258050" y="2813050"/>
          <p14:tracePt t="118205" x="7315200" y="2832100"/>
          <p14:tracePt t="118223" x="7385050" y="2844800"/>
          <p14:tracePt t="118239" x="7410450" y="2851150"/>
          <p14:tracePt t="118256" x="7423150" y="2851150"/>
          <p14:tracePt t="118323" x="7423150" y="2844800"/>
          <p14:tracePt t="118344" x="7423150" y="2838450"/>
          <p14:tracePt t="118351" x="7410450" y="2838450"/>
          <p14:tracePt t="118358" x="7397750" y="2832100"/>
          <p14:tracePt t="118375" x="7378700" y="2832100"/>
          <p14:tracePt t="118389" x="7346950" y="2825750"/>
          <p14:tracePt t="118405" x="7226300" y="2806700"/>
          <p14:tracePt t="118422" x="7137400" y="2794000"/>
          <p14:tracePt t="118438" x="6908800" y="2774950"/>
          <p14:tracePt t="118455" x="6642100" y="2774950"/>
          <p14:tracePt t="118471" x="6324600" y="2768600"/>
          <p14:tracePt t="118489" x="6184900" y="2768600"/>
          <p14:tracePt t="118504" x="5899150" y="2794000"/>
          <p14:tracePt t="118521" x="5670550" y="2813050"/>
          <p14:tracePt t="118537" x="5581650" y="2825750"/>
          <p14:tracePt t="118556" x="5435600" y="2851150"/>
          <p14:tracePt t="118571" x="5327650" y="2870200"/>
          <p14:tracePt t="118587" x="5283200" y="2889250"/>
          <p14:tracePt t="118605" x="5213350" y="2901950"/>
          <p14:tracePt t="118620" x="5149850" y="2901950"/>
          <p14:tracePt t="118637" x="5124450" y="2908300"/>
          <p14:tracePt t="118641" x="5099050" y="2908300"/>
          <p14:tracePt t="118654" x="5073650" y="2914650"/>
          <p14:tracePt t="118670" x="5054600" y="2914650"/>
          <p14:tracePt t="118687" x="5016500" y="2921000"/>
          <p14:tracePt t="118704" x="4972050" y="2927350"/>
          <p14:tracePt t="118720" x="4959350" y="2927350"/>
          <p14:tracePt t="118737" x="4927600" y="2933700"/>
          <p14:tracePt t="118754" x="4908550" y="2933700"/>
          <p14:tracePt t="119566" x="4902200" y="2933700"/>
          <p14:tracePt t="119573" x="4876800" y="2940050"/>
          <p14:tracePt t="119587" x="4851400" y="2946400"/>
          <p14:tracePt t="119600" x="4819650" y="2946400"/>
          <p14:tracePt t="119617" x="4756150" y="2952750"/>
          <p14:tracePt t="119634" x="4711700" y="2952750"/>
          <p14:tracePt t="119651" x="4622800" y="2959100"/>
          <p14:tracePt t="119667" x="4514850" y="2959100"/>
          <p14:tracePt t="119683" x="4464050" y="2959100"/>
          <p14:tracePt t="119700" x="4356100" y="2952750"/>
          <p14:tracePt t="119717" x="4241800" y="2933700"/>
          <p14:tracePt t="119733" x="4171950" y="2921000"/>
          <p14:tracePt t="119751" x="4051300" y="2895600"/>
          <p14:tracePt t="119767" x="3949700" y="2876550"/>
          <p14:tracePt t="119784" x="3924300" y="2876550"/>
          <p14:tracePt t="119800" x="3924300" y="2870200"/>
          <p14:tracePt t="120827" x="3917950" y="2870200"/>
          <p14:tracePt t="120841" x="3898900" y="2876550"/>
          <p14:tracePt t="120848" x="3879850" y="2876550"/>
          <p14:tracePt t="120863" x="3867150" y="2882900"/>
          <p14:tracePt t="120880" x="3835400" y="2889250"/>
          <p14:tracePt t="120897" x="3790950" y="2895600"/>
          <p14:tracePt t="120913" x="3771900" y="2895600"/>
          <p14:tracePt t="120929" x="3752850" y="2895600"/>
          <p14:tracePt t="120946" x="3702050" y="2914650"/>
          <p14:tracePt t="120962" x="3651250" y="2921000"/>
          <p14:tracePt t="120979" x="3632200" y="2921000"/>
          <p14:tracePt t="120995" x="3581400" y="2927350"/>
          <p14:tracePt t="121012" x="3536950" y="2927350"/>
          <p14:tracePt t="121030" x="3505200" y="2927350"/>
          <p14:tracePt t="121045" x="3448050" y="2927350"/>
          <p14:tracePt t="121062" x="3390900" y="2933700"/>
          <p14:tracePt t="121079" x="3359150" y="2952750"/>
          <p14:tracePt t="121095" x="3295650" y="2971800"/>
          <p14:tracePt t="121112" x="3244850" y="2978150"/>
          <p14:tracePt t="121129" x="3206750" y="2984500"/>
          <p14:tracePt t="121146" x="3194050" y="2984500"/>
          <p14:tracePt t="121162" x="3168650" y="2990850"/>
          <p14:tracePt t="121179" x="3162300" y="2990850"/>
          <p14:tracePt t="122233" x="3155950" y="2984500"/>
          <p14:tracePt t="122437" x="3162300" y="2984500"/>
          <p14:tracePt t="122444" x="3175000" y="2990850"/>
          <p14:tracePt t="122461" x="3200400" y="3003550"/>
          <p14:tracePt t="122474" x="3282950" y="3028950"/>
          <p14:tracePt t="122491" x="3340100" y="3048000"/>
          <p14:tracePt t="122508" x="3403600" y="3067050"/>
          <p14:tracePt t="122524" x="3562350" y="3117850"/>
          <p14:tracePt t="122541" x="3721100" y="3149600"/>
          <p14:tracePt t="122558" x="3860800" y="3168650"/>
          <p14:tracePt t="122574" x="3937000" y="3168650"/>
          <p14:tracePt t="122590" x="4095750" y="3149600"/>
          <p14:tracePt t="122607" x="4229100" y="3111500"/>
          <p14:tracePt t="122624" x="4286250" y="3086100"/>
          <p14:tracePt t="122641" x="4362450" y="3054350"/>
          <p14:tracePt t="122657" x="4406900" y="3028950"/>
          <p14:tracePt t="122673" x="4425950" y="3022600"/>
          <p14:tracePt t="122691" x="4445000" y="3003550"/>
          <p14:tracePt t="122707" x="4457700" y="2990850"/>
          <p14:tracePt t="122740" x="4464050" y="2990850"/>
          <p14:tracePt t="123048" x="4457700" y="2990850"/>
          <p14:tracePt t="123118" x="4464050" y="2990850"/>
          <p14:tracePt t="123195" x="4470400" y="2990850"/>
          <p14:tracePt t="123231" x="4476750" y="2990850"/>
          <p14:tracePt t="123239" x="4483100" y="2990850"/>
          <p14:tracePt t="123266" x="4495800" y="2990850"/>
          <p14:tracePt t="123287" x="4502150" y="2990850"/>
          <p14:tracePt t="123301" x="4508500" y="2990850"/>
          <p14:tracePt t="123308" x="4533900" y="2990850"/>
          <p14:tracePt t="123321" x="4546600" y="2990850"/>
          <p14:tracePt t="123338" x="4603750" y="2984500"/>
          <p14:tracePt t="123354" x="4629150" y="2984500"/>
          <p14:tracePt t="123372" x="4667250" y="2978150"/>
          <p14:tracePt t="123388" x="4781550" y="2946400"/>
          <p14:tracePt t="123404" x="4806950" y="2933700"/>
          <p14:tracePt t="123422" x="4857750" y="2914650"/>
          <p14:tracePt t="123437" x="4870450" y="2908300"/>
          <p14:tracePt t="123454" x="4895850" y="2901950"/>
          <p14:tracePt t="123474" x="4908550" y="2895600"/>
          <p14:tracePt t="123504" x="4914900" y="2889250"/>
          <p14:tracePt t="123525" x="4921250" y="2889250"/>
          <p14:tracePt t="123568" x="4927600" y="2889250"/>
          <p14:tracePt t="123898" x="4927600" y="2895600"/>
          <p14:tracePt t="123940" x="4933950" y="2901950"/>
          <p14:tracePt t="123961" x="4940300" y="2901950"/>
          <p14:tracePt t="123989" x="4946650" y="2901950"/>
          <p14:tracePt t="124004" x="4953000" y="2908300"/>
          <p14:tracePt t="124017" x="4959350" y="2908300"/>
          <p14:tracePt t="124031" x="4965700" y="2914650"/>
          <p14:tracePt t="124039" x="4978400" y="2914650"/>
          <p14:tracePt t="124055" x="4991100" y="2921000"/>
          <p14:tracePt t="124069" x="5003800" y="2921000"/>
          <p14:tracePt t="124085" x="5054600" y="2933700"/>
          <p14:tracePt t="124103" x="5124450" y="2940050"/>
          <p14:tracePt t="124118" x="5149850" y="2940050"/>
          <p14:tracePt t="124135" x="5226050" y="2940050"/>
          <p14:tracePt t="124152" x="5308600" y="2940050"/>
          <p14:tracePt t="124168" x="5334000" y="2933700"/>
          <p14:tracePt t="124185" x="5397500" y="2927350"/>
          <p14:tracePt t="124202" x="5448300" y="2908300"/>
          <p14:tracePt t="124218" x="5467350" y="2901950"/>
          <p14:tracePt t="124236" x="5499100" y="2895600"/>
          <p14:tracePt t="124252" x="5518150" y="2876550"/>
          <p14:tracePt t="124268" x="5524500" y="2870200"/>
          <p14:tracePt t="124286" x="5537200" y="2863850"/>
          <p14:tracePt t="124301" x="5543550" y="2857500"/>
          <p14:tracePt t="124318" x="5543550" y="2844800"/>
          <p14:tracePt t="124335" x="5556250" y="2838450"/>
          <p14:tracePt t="124351" x="5556250" y="2832100"/>
          <p14:tracePt t="124368" x="5562600" y="2825750"/>
          <p14:tracePt t="124384" x="5568950" y="2825750"/>
          <p14:tracePt t="124432" x="5575300" y="2819400"/>
          <p14:tracePt t="124685" x="5568950" y="2819400"/>
          <p14:tracePt t="124692" x="5549900" y="2819400"/>
          <p14:tracePt t="124706" x="5524500" y="2819400"/>
          <p14:tracePt t="124716" x="5486400" y="2819400"/>
          <p14:tracePt t="124733" x="5435600" y="2819400"/>
          <p14:tracePt t="124750" x="5308600" y="2825750"/>
          <p14:tracePt t="124767" x="5156200" y="2825750"/>
          <p14:tracePt t="124784" x="5080000" y="2825750"/>
          <p14:tracePt t="124800" x="4953000" y="2825750"/>
          <p14:tracePt t="124816" x="4832350" y="2825750"/>
          <p14:tracePt t="124833" x="4775200" y="2825750"/>
          <p14:tracePt t="124849" x="4756150" y="2825750"/>
          <p14:tracePt t="124866" x="4730750" y="2825750"/>
          <p14:tracePt t="124883" x="4724400" y="2825750"/>
          <p14:tracePt t="124899" x="4718050" y="2825750"/>
          <p14:tracePt t="125128" x="4711700" y="2825750"/>
          <p14:tracePt t="125135" x="4699000" y="2825750"/>
          <p14:tracePt t="125149" x="4667250" y="2825750"/>
          <p14:tracePt t="125165" x="4616450" y="2832100"/>
          <p14:tracePt t="125181" x="4578350" y="2832100"/>
          <p14:tracePt t="125199" x="4502150" y="2832100"/>
          <p14:tracePt t="125215" x="4419600" y="2832100"/>
          <p14:tracePt t="125231" x="4394200" y="2825750"/>
          <p14:tracePt t="125234" x="4349750" y="2825750"/>
          <p14:tracePt t="125250" x="4324350" y="2819400"/>
          <p14:tracePt t="125264" x="4292600" y="2813050"/>
          <p14:tracePt t="125282" x="4254500" y="2794000"/>
          <p14:tracePt t="125298" x="4235450" y="2787650"/>
          <p14:tracePt t="125314" x="4222750" y="2787650"/>
          <p14:tracePt t="125331" x="4203700" y="2781300"/>
          <p14:tracePt t="125348" x="4197350" y="2781300"/>
          <p14:tracePt t="125364" x="4191000" y="2781300"/>
          <p14:tracePt t="125854" x="4178300" y="2787650"/>
          <p14:tracePt t="125863" x="4152900" y="2813050"/>
          <p14:tracePt t="125875" x="4127500" y="2838450"/>
          <p14:tracePt t="125882" x="4108450" y="2851150"/>
          <p14:tracePt t="125899" x="4083050" y="2870200"/>
          <p14:tracePt t="125912" x="4038600" y="2908300"/>
          <p14:tracePt t="125929" x="4025900" y="2921000"/>
          <p14:tracePt t="125946" x="3994150" y="2940050"/>
          <p14:tracePt t="125962" x="3968750" y="2959100"/>
          <p14:tracePt t="125979" x="3930650" y="2978150"/>
          <p14:tracePt t="125996" x="3879850" y="2990850"/>
          <p14:tracePt t="126012" x="3848100" y="2997200"/>
          <p14:tracePt t="126029" x="3797300" y="3016250"/>
          <p14:tracePt t="126045" x="3733800" y="3009900"/>
          <p14:tracePt t="126062" x="3702050" y="3009900"/>
          <p14:tracePt t="126079" x="3638550" y="3003550"/>
          <p14:tracePt t="126095" x="3594100" y="2997200"/>
          <p14:tracePt t="126111" x="3575050" y="2990850"/>
          <p14:tracePt t="126129" x="3543300" y="2990850"/>
          <p14:tracePt t="126145" x="3505200" y="2984500"/>
          <p14:tracePt t="126161" x="3486150" y="2984500"/>
          <p14:tracePt t="126178" x="3454400" y="2984500"/>
          <p14:tracePt t="126194" x="3416300" y="2971800"/>
          <p14:tracePt t="126211" x="3390900" y="2965450"/>
          <p14:tracePt t="126229" x="3352800" y="2952750"/>
          <p14:tracePt t="126244" x="3327400" y="2940050"/>
          <p14:tracePt t="126261" x="3282950" y="2933700"/>
          <p14:tracePt t="126278" x="3232150" y="2927350"/>
          <p14:tracePt t="126294" x="3200400" y="2927350"/>
          <p14:tracePt t="126312" x="3143250" y="2921000"/>
          <p14:tracePt t="126328" x="3060700" y="2895600"/>
          <p14:tracePt t="126345" x="3016250" y="2882900"/>
          <p14:tracePt t="126361" x="2914650" y="2876550"/>
          <p14:tracePt t="126377" x="2794000" y="2857500"/>
          <p14:tracePt t="126394" x="2743200" y="2851150"/>
          <p14:tracePt t="126411" x="2647950" y="2844800"/>
          <p14:tracePt t="126427" x="2597150" y="2825750"/>
          <p14:tracePt t="126444" x="2578100" y="2825750"/>
          <p14:tracePt t="126461" x="2559050" y="2819400"/>
          <p14:tracePt t="126477" x="2546350" y="2819400"/>
          <p14:tracePt t="126494" x="2540000" y="2819400"/>
          <p14:tracePt t="126655" x="2533650" y="2819400"/>
          <p14:tracePt t="126677" x="2527300" y="2819400"/>
          <p14:tracePt t="126683" x="2520950" y="2819400"/>
          <p14:tracePt t="126697" x="2514600" y="2819400"/>
          <p14:tracePt t="126710" x="2508250" y="2819400"/>
          <p14:tracePt t="126746" x="2501900" y="2819400"/>
          <p14:tracePt t="126776" x="2501900" y="2825750"/>
          <p14:tracePt t="126788" x="2501900" y="2832100"/>
          <p14:tracePt t="126810" x="2508250" y="2832100"/>
          <p14:tracePt t="126817" x="2520950" y="2832100"/>
          <p14:tracePt t="126826" x="2533650" y="2838450"/>
          <p14:tracePt t="126842" x="2552700" y="2838450"/>
          <p14:tracePt t="126861" x="2622550" y="2851150"/>
          <p14:tracePt t="126876" x="2679700" y="2863850"/>
          <p14:tracePt t="126892" x="2794000" y="2870200"/>
          <p14:tracePt t="126909" x="2927350" y="2882900"/>
          <p14:tracePt t="126925" x="2978150" y="2889250"/>
          <p14:tracePt t="126942" x="3098800" y="2895600"/>
          <p14:tracePt t="126959" x="3162300" y="2895600"/>
          <p14:tracePt t="126975" x="3194050" y="2908300"/>
          <p14:tracePt t="126992" x="3232150" y="2908300"/>
          <p14:tracePt t="127009" x="3257550" y="2908300"/>
          <p14:tracePt t="127042" x="3263900" y="2908300"/>
          <p14:tracePt t="127070" x="3270250" y="2908300"/>
          <p14:tracePt t="127140" x="3276600" y="2908300"/>
          <p14:tracePt t="127168" x="3282950" y="2908300"/>
          <p14:tracePt t="127175" x="3289300" y="2908300"/>
          <p14:tracePt t="127196" x="3295650" y="2908300"/>
          <p14:tracePt t="127210" x="3302000" y="2908300"/>
          <p14:tracePt t="127217" x="3308350" y="2908300"/>
          <p14:tracePt t="127231" x="3321050" y="2908300"/>
          <p14:tracePt t="127241" x="3333750" y="2908300"/>
          <p14:tracePt t="127257" x="3352800" y="2908300"/>
          <p14:tracePt t="127275" x="3390900" y="2895600"/>
          <p14:tracePt t="127291" x="3460750" y="2889250"/>
          <p14:tracePt t="127307" x="3492500" y="2882900"/>
          <p14:tracePt t="127324" x="3562350" y="2870200"/>
          <p14:tracePt t="127341" x="3619500" y="2844800"/>
          <p14:tracePt t="127360" x="3663950" y="2832100"/>
          <p14:tracePt t="127374" x="3676650" y="2825750"/>
          <p14:tracePt t="127390" x="3702050" y="2819400"/>
          <p14:tracePt t="127408" x="3727450" y="2813050"/>
          <p14:tracePt t="127424" x="3733800" y="2813050"/>
          <p14:tracePt t="127440" x="3740150" y="2806700"/>
          <p14:tracePt t="127459" x="3746500" y="2806700"/>
          <p14:tracePt t="127473" x="3752850" y="2800350"/>
          <p14:tracePt t="127490" x="3759200" y="2800350"/>
          <p14:tracePt t="127507" x="3765550" y="2800350"/>
          <p14:tracePt t="127523" x="3778250" y="2794000"/>
          <p14:tracePt t="127556" x="3784600" y="2794000"/>
          <p14:tracePt t="127573" x="3790950" y="2787650"/>
          <p14:tracePt t="127618" x="3790950" y="2781300"/>
          <p14:tracePt t="127941" x="3784600" y="2781300"/>
          <p14:tracePt t="127962" x="3784600" y="278765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304800" y="884238"/>
            <a:ext cx="8839200" cy="5973762"/>
          </a:xfrm>
        </p:spPr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Specialization</a:t>
            </a:r>
            <a:r>
              <a:rPr lang="en-US" altLang="en-US" dirty="0">
                <a:solidFill>
                  <a:schemeClr val="bg1"/>
                </a:solidFill>
              </a:rPr>
              <a:t> is achieved by adding new attributes and methods to a base class.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bg1"/>
                </a:solidFill>
              </a:rPr>
              <a:t>Think of it as </a:t>
            </a:r>
            <a:r>
              <a:rPr lang="en-US" altLang="en-US" i="1" dirty="0">
                <a:solidFill>
                  <a:schemeClr val="bg1"/>
                </a:solidFill>
              </a:rPr>
              <a:t>subtyping</a:t>
            </a:r>
            <a:r>
              <a:rPr lang="en-US" altLang="en-US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E, you can take the absolute value of any number. </a:t>
            </a:r>
          </a:p>
          <a:p>
            <a:pPr lvl="2"/>
            <a:r>
              <a:rPr lang="en-US" altLang="en-US" dirty="0">
                <a:solidFill>
                  <a:schemeClr val="bg1"/>
                </a:solidFill>
              </a:rPr>
              <a:t>But you can only take the factorial of integers. </a:t>
            </a:r>
          </a:p>
          <a:p>
            <a:pPr lvl="3"/>
            <a:r>
              <a:rPr lang="en-US" altLang="en-US" dirty="0">
                <a:solidFill>
                  <a:schemeClr val="bg1"/>
                </a:solidFill>
              </a:rPr>
              <a:t>So the factorial is a specialized method that applied to just a subset of all numbers. </a:t>
            </a:r>
          </a:p>
          <a:p>
            <a:pPr lvl="3"/>
            <a:r>
              <a:rPr lang="en-US" altLang="en-US" dirty="0">
                <a:solidFill>
                  <a:schemeClr val="bg1"/>
                </a:solidFill>
              </a:rPr>
              <a:t>And so integers are a specialized subtype of the more generic number type.</a:t>
            </a:r>
          </a:p>
          <a:p>
            <a:pPr lvl="4"/>
            <a:r>
              <a:rPr lang="en-US" altLang="en-US" dirty="0">
                <a:solidFill>
                  <a:schemeClr val="bg1"/>
                </a:solidFill>
              </a:rPr>
              <a:t>Although Python does not treat as a subclass of </a:t>
            </a:r>
            <a:r>
              <a:rPr lang="en-US" altLang="en-US" b="1" dirty="0">
                <a:solidFill>
                  <a:schemeClr val="bg1"/>
                </a:solidFill>
              </a:rPr>
              <a:t>float</a:t>
            </a:r>
            <a:r>
              <a:rPr lang="en-US" altLang="en-US" dirty="0">
                <a:solidFill>
                  <a:schemeClr val="bg1"/>
                </a:solidFill>
              </a:rPr>
              <a:t>, the popular Numbers.py module has some of this idea.</a:t>
            </a:r>
            <a:r>
              <a:rPr lang="en-US" altLang="en-US" dirty="0"/>
              <a:t> 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Generalization</a:t>
            </a:r>
            <a:r>
              <a:rPr lang="en-US" altLang="en-US" sz="2000" dirty="0"/>
              <a:t> </a:t>
            </a:r>
            <a:r>
              <a:rPr lang="en-US" altLang="en-US" dirty="0">
                <a:solidFill>
                  <a:schemeClr val="bg1"/>
                </a:solidFill>
              </a:rPr>
              <a:t>removes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attributes or methods from a base class. (This is less common, but classes allow it.)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Overriding</a:t>
            </a:r>
            <a:r>
              <a:rPr lang="en-US" altLang="en-US" sz="2400" dirty="0"/>
              <a:t> </a:t>
            </a:r>
            <a:r>
              <a:rPr lang="en-US" altLang="en-US" dirty="0">
                <a:solidFill>
                  <a:schemeClr val="bg1"/>
                </a:solidFill>
              </a:rPr>
              <a:t>changes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implementation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from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the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base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class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(, + has a different meaning for numbers than strings).</a:t>
            </a:r>
          </a:p>
          <a:p>
            <a:pPr lvl="1">
              <a:spcBef>
                <a:spcPts val="0"/>
              </a:spcBef>
            </a:pPr>
            <a:r>
              <a:rPr lang="en-US" altLang="en-US" dirty="0">
                <a:solidFill>
                  <a:schemeClr val="bg1"/>
                </a:solidFill>
              </a:rPr>
              <a:t>You can also add onto the base method using 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super()</a:t>
            </a:r>
            <a:r>
              <a:rPr lang="en-US" alt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sz="4400" spc="-100" dirty="0">
                <a:latin typeface="Elephant" panose="02020904090505020303" pitchFamily="18" charset="0"/>
              </a:rPr>
              <a:t>Derived Classes are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300" dirty="0">
                <a:latin typeface="Elephant" panose="02020904090505020303" pitchFamily="18" charset="0"/>
              </a:rPr>
              <a:t>Ne</a:t>
            </a:r>
            <a:r>
              <a:rPr lang="en-US" altLang="en-US" sz="4400" spc="-100" dirty="0">
                <a:latin typeface="Elephant" panose="02020904090505020303" pitchFamily="18" charset="0"/>
              </a:rPr>
              <a:t>w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100" dirty="0">
                <a:latin typeface="Elephant" panose="02020904090505020303" pitchFamily="18" charset="0"/>
              </a:rPr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82553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83"/>
    </mc:Choice>
    <mc:Fallback xmlns="">
      <p:transition spd="slow" advTm="1228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304800" y="884238"/>
            <a:ext cx="8839200" cy="5973762"/>
          </a:xfrm>
        </p:spPr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Specialization</a:t>
            </a:r>
            <a:r>
              <a:rPr lang="en-US" altLang="en-US" dirty="0"/>
              <a:t> is achieved by adding new attributes and methods to a base class. </a:t>
            </a:r>
            <a:r>
              <a:rPr lang="en-US" altLang="en-US" dirty="0">
                <a:solidFill>
                  <a:schemeClr val="bg1"/>
                </a:solidFill>
              </a:rPr>
              <a:t>Think of it as </a:t>
            </a:r>
            <a:r>
              <a:rPr lang="en-US" altLang="en-US" i="1" dirty="0">
                <a:solidFill>
                  <a:schemeClr val="bg1"/>
                </a:solidFill>
              </a:rPr>
              <a:t>subtyping</a:t>
            </a:r>
            <a:r>
              <a:rPr lang="en-US" altLang="en-US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E, you can take the absolute value of any number. </a:t>
            </a:r>
          </a:p>
          <a:p>
            <a:pPr lvl="2"/>
            <a:r>
              <a:rPr lang="en-US" altLang="en-US" dirty="0">
                <a:solidFill>
                  <a:schemeClr val="bg1"/>
                </a:solidFill>
              </a:rPr>
              <a:t>But you can only take the factorial of integers. </a:t>
            </a:r>
          </a:p>
          <a:p>
            <a:pPr lvl="3"/>
            <a:r>
              <a:rPr lang="en-US" altLang="en-US" dirty="0">
                <a:solidFill>
                  <a:schemeClr val="bg1"/>
                </a:solidFill>
              </a:rPr>
              <a:t>So the factorial is a specialized method that applied to just a subset of all numbers. </a:t>
            </a:r>
          </a:p>
          <a:p>
            <a:pPr lvl="3"/>
            <a:r>
              <a:rPr lang="en-US" altLang="en-US" dirty="0">
                <a:solidFill>
                  <a:schemeClr val="bg1"/>
                </a:solidFill>
              </a:rPr>
              <a:t>And so integers are a specialized subtype of the more generic number type.</a:t>
            </a:r>
          </a:p>
          <a:p>
            <a:pPr lvl="4"/>
            <a:r>
              <a:rPr lang="en-US" altLang="en-US" dirty="0">
                <a:solidFill>
                  <a:schemeClr val="bg1"/>
                </a:solidFill>
              </a:rPr>
              <a:t>Although Python does not treat as a subclass of </a:t>
            </a:r>
            <a:r>
              <a:rPr lang="en-US" altLang="en-US" b="1" dirty="0">
                <a:solidFill>
                  <a:schemeClr val="bg1"/>
                </a:solidFill>
              </a:rPr>
              <a:t>float</a:t>
            </a:r>
            <a:r>
              <a:rPr lang="en-US" altLang="en-US" dirty="0">
                <a:solidFill>
                  <a:schemeClr val="bg1"/>
                </a:solidFill>
              </a:rPr>
              <a:t>, the popular Numbers.py module has some of this idea.</a:t>
            </a:r>
            <a:r>
              <a:rPr lang="en-US" altLang="en-US" dirty="0"/>
              <a:t> 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Generalization</a:t>
            </a:r>
            <a:r>
              <a:rPr lang="en-US" altLang="en-US" sz="2000" dirty="0"/>
              <a:t> </a:t>
            </a:r>
            <a:r>
              <a:rPr lang="en-US" altLang="en-US" dirty="0">
                <a:solidFill>
                  <a:schemeClr val="bg1"/>
                </a:solidFill>
              </a:rPr>
              <a:t>removes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attributes or methods from a base class. (This is less common, but classes allow it.)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Overriding</a:t>
            </a:r>
            <a:r>
              <a:rPr lang="en-US" altLang="en-US" sz="2400" dirty="0"/>
              <a:t> </a:t>
            </a:r>
            <a:r>
              <a:rPr lang="en-US" altLang="en-US" dirty="0">
                <a:solidFill>
                  <a:schemeClr val="bg1"/>
                </a:solidFill>
              </a:rPr>
              <a:t>changes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implementation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from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the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base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class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(, + has a different meaning for numbers than strings).</a:t>
            </a:r>
          </a:p>
          <a:p>
            <a:pPr lvl="1">
              <a:spcBef>
                <a:spcPts val="0"/>
              </a:spcBef>
            </a:pPr>
            <a:r>
              <a:rPr lang="en-US" altLang="en-US" dirty="0">
                <a:solidFill>
                  <a:schemeClr val="bg1"/>
                </a:solidFill>
              </a:rPr>
              <a:t>You can also add onto the base method using 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super()</a:t>
            </a:r>
            <a:r>
              <a:rPr lang="en-US" alt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sz="4400" spc="-100" dirty="0">
                <a:latin typeface="Elephant" panose="02020904090505020303" pitchFamily="18" charset="0"/>
              </a:rPr>
              <a:t>Derived Classes are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300" dirty="0">
                <a:latin typeface="Elephant" panose="02020904090505020303" pitchFamily="18" charset="0"/>
              </a:rPr>
              <a:t>Ne</a:t>
            </a:r>
            <a:r>
              <a:rPr lang="en-US" altLang="en-US" sz="4400" spc="-100" dirty="0">
                <a:latin typeface="Elephant" panose="02020904090505020303" pitchFamily="18" charset="0"/>
              </a:rPr>
              <a:t>w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100" dirty="0">
                <a:latin typeface="Elephant" panose="02020904090505020303" pitchFamily="18" charset="0"/>
              </a:rPr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171014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8"/>
    </mc:Choice>
    <mc:Fallback xmlns="">
      <p:transition spd="slow" advTm="6408"/>
    </mc:Fallback>
  </mc:AlternateContent>
  <p:extLst>
    <p:ext uri="{3A86A75C-4F4B-4683-9AE1-C65F6400EC91}">
      <p14:laserTraceLst xmlns:p14="http://schemas.microsoft.com/office/powerpoint/2010/main">
        <p14:tracePtLst>
          <p14:tracePt t="4442" x="3790950" y="2787650"/>
          <p14:tracePt t="4449" x="3797300" y="2787650"/>
          <p14:tracePt t="4457" x="3803650" y="2781300"/>
          <p14:tracePt t="4470" x="3816350" y="2774950"/>
          <p14:tracePt t="4487" x="3829050" y="2749550"/>
          <p14:tracePt t="4505" x="3835400" y="2730500"/>
          <p14:tracePt t="4520" x="3860800" y="2673350"/>
          <p14:tracePt t="4537" x="3873500" y="2647950"/>
          <p14:tracePt t="4554" x="3892550" y="2597150"/>
          <p14:tracePt t="4570" x="3917950" y="2546350"/>
          <p14:tracePt t="4586" x="3930650" y="2501900"/>
          <p14:tracePt t="4604" x="3956050" y="2444750"/>
          <p14:tracePt t="4620" x="3962400" y="2400300"/>
          <p14:tracePt t="4636" x="3975100" y="2355850"/>
          <p14:tracePt t="4653" x="3981450" y="2292350"/>
          <p14:tracePt t="4670" x="4000500" y="2241550"/>
          <p14:tracePt t="4686" x="4006850" y="2203450"/>
          <p14:tracePt t="4703" x="4032250" y="2146300"/>
          <p14:tracePt t="4719" x="4038600" y="2108200"/>
          <p14:tracePt t="4737" x="4057650" y="2057400"/>
          <p14:tracePt t="4752" x="4070350" y="2012950"/>
          <p14:tracePt t="4769" x="4076700" y="1993900"/>
          <p14:tracePt t="4786" x="4083050" y="1943100"/>
          <p14:tracePt t="4802" x="4089400" y="1911350"/>
          <p14:tracePt t="4819" x="4095750" y="1898650"/>
          <p14:tracePt t="4836" x="4102100" y="1885950"/>
          <p14:tracePt t="4933" x="4095750" y="1885950"/>
          <p14:tracePt t="4989" x="4089400" y="1885950"/>
          <p14:tracePt t="5011" x="4083050" y="1885950"/>
          <p14:tracePt t="5032" x="4070350" y="1885950"/>
          <p14:tracePt t="5053" x="4064000" y="1885950"/>
          <p14:tracePt t="5074" x="4057650" y="1885950"/>
          <p14:tracePt t="5081" x="4051300" y="1885950"/>
          <p14:tracePt t="5102" x="4051300" y="1879600"/>
          <p14:tracePt t="5123" x="4044950" y="1873250"/>
          <p14:tracePt t="5130" x="4038600" y="1873250"/>
          <p14:tracePt t="5144" x="4032250" y="1873250"/>
          <p14:tracePt t="5154" x="4025900" y="1866900"/>
          <p14:tracePt t="5167" x="4019550" y="1866900"/>
          <p14:tracePt t="5185" x="4013200" y="1866900"/>
          <p14:tracePt t="5202" x="3968750" y="1847850"/>
          <p14:tracePt t="5218" x="3956050" y="1841500"/>
          <p14:tracePt t="5221" x="3943350" y="1835150"/>
          <p14:tracePt t="5251" x="3917950" y="1828800"/>
          <p14:tracePt t="5268" x="3892550" y="1822450"/>
          <p14:tracePt t="5285" x="3886200" y="1816100"/>
          <p14:tracePt t="5301" x="3886200" y="180340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304800" y="884238"/>
            <a:ext cx="8839200" cy="5973762"/>
          </a:xfrm>
        </p:spPr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Specialization</a:t>
            </a:r>
            <a:r>
              <a:rPr lang="en-US" altLang="en-US" dirty="0"/>
              <a:t> is achieved by adding new attributes and methods to a base class. Think of it as </a:t>
            </a:r>
            <a:r>
              <a:rPr lang="en-US" altLang="en-US" i="1" dirty="0">
                <a:solidFill>
                  <a:srgbClr val="7030A0"/>
                </a:solidFill>
              </a:rPr>
              <a:t>subtyping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 err="1"/>
              <a:t>Eg</a:t>
            </a:r>
            <a:r>
              <a:rPr lang="en-US" altLang="en-US" dirty="0"/>
              <a:t>, you can take the absolute value of </a:t>
            </a:r>
            <a:r>
              <a:rPr lang="en-US" altLang="en-US" dirty="0">
                <a:solidFill>
                  <a:srgbClr val="FFA300"/>
                </a:solidFill>
              </a:rPr>
              <a:t>any number</a:t>
            </a:r>
            <a:r>
              <a:rPr lang="en-US" altLang="en-US" dirty="0"/>
              <a:t>. </a:t>
            </a:r>
          </a:p>
          <a:p>
            <a:pPr lvl="2"/>
            <a:r>
              <a:rPr lang="en-US" altLang="en-US" dirty="0"/>
              <a:t>But you can only take the factorial of </a:t>
            </a:r>
            <a:r>
              <a:rPr lang="en-US" altLang="en-US" dirty="0">
                <a:solidFill>
                  <a:srgbClr val="FF0000"/>
                </a:solidFill>
              </a:rPr>
              <a:t>integers</a:t>
            </a:r>
            <a:r>
              <a:rPr lang="en-US" altLang="en-US" dirty="0"/>
              <a:t>. </a:t>
            </a:r>
          </a:p>
          <a:p>
            <a:pPr lvl="3"/>
            <a:r>
              <a:rPr lang="en-US" altLang="en-US" dirty="0"/>
              <a:t>So the factorial is a specialized method that applied to just a </a:t>
            </a:r>
            <a:r>
              <a:rPr lang="en-US" altLang="en-US" dirty="0">
                <a:solidFill>
                  <a:srgbClr val="7030A0"/>
                </a:solidFill>
              </a:rPr>
              <a:t>subset</a:t>
            </a:r>
            <a:r>
              <a:rPr lang="en-US" altLang="en-US" dirty="0"/>
              <a:t> of all numbers. </a:t>
            </a:r>
          </a:p>
          <a:p>
            <a:pPr lvl="3"/>
            <a:r>
              <a:rPr lang="en-US" altLang="en-US" dirty="0"/>
              <a:t>And so </a:t>
            </a:r>
            <a:r>
              <a:rPr lang="en-US" altLang="en-US" dirty="0">
                <a:solidFill>
                  <a:srgbClr val="FF0000"/>
                </a:solidFill>
              </a:rPr>
              <a:t>integers</a:t>
            </a:r>
            <a:r>
              <a:rPr lang="en-US" altLang="en-US" dirty="0"/>
              <a:t> are a specialized </a:t>
            </a:r>
            <a:r>
              <a:rPr lang="en-US" altLang="en-US" dirty="0">
                <a:solidFill>
                  <a:srgbClr val="7030A0"/>
                </a:solidFill>
              </a:rPr>
              <a:t>subtype</a:t>
            </a:r>
            <a:r>
              <a:rPr lang="en-US" altLang="en-US" dirty="0"/>
              <a:t> of the more generic </a:t>
            </a:r>
            <a:r>
              <a:rPr lang="en-US" altLang="en-US" dirty="0">
                <a:solidFill>
                  <a:srgbClr val="FFA300"/>
                </a:solidFill>
              </a:rPr>
              <a:t>number type</a:t>
            </a:r>
            <a:r>
              <a:rPr lang="en-US" altLang="en-US" dirty="0"/>
              <a:t>.</a:t>
            </a:r>
          </a:p>
          <a:p>
            <a:pPr lvl="4"/>
            <a:r>
              <a:rPr lang="en-US" altLang="en-US" dirty="0"/>
              <a:t>Although Python does not treat </a:t>
            </a:r>
            <a:r>
              <a:rPr lang="en-US" altLang="en-US" b="1" dirty="0" err="1">
                <a:solidFill>
                  <a:srgbClr val="FF0000"/>
                </a:solidFill>
              </a:rPr>
              <a:t>int</a:t>
            </a:r>
            <a:r>
              <a:rPr lang="en-US" altLang="en-US" dirty="0"/>
              <a:t> as a subclass of </a:t>
            </a:r>
            <a:r>
              <a:rPr lang="en-US" altLang="en-US" b="1" dirty="0">
                <a:solidFill>
                  <a:srgbClr val="FFA300"/>
                </a:solidFill>
              </a:rPr>
              <a:t>float</a:t>
            </a:r>
            <a:r>
              <a:rPr lang="en-US" altLang="en-US" dirty="0"/>
              <a:t>, the popular Numbers.py module has some of this idea. 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Generalization</a:t>
            </a:r>
            <a:r>
              <a:rPr lang="en-US" altLang="en-US" sz="2000" dirty="0"/>
              <a:t> </a:t>
            </a:r>
            <a:r>
              <a:rPr lang="en-US" altLang="en-US" dirty="0">
                <a:solidFill>
                  <a:schemeClr val="bg1"/>
                </a:solidFill>
              </a:rPr>
              <a:t>removes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attributes or methods from a base class. (This is less common, but classes allow it.)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Overriding</a:t>
            </a:r>
            <a:r>
              <a:rPr lang="en-US" altLang="en-US" sz="2400" dirty="0"/>
              <a:t> </a:t>
            </a:r>
            <a:r>
              <a:rPr lang="en-US" altLang="en-US" dirty="0">
                <a:solidFill>
                  <a:schemeClr val="bg1"/>
                </a:solidFill>
              </a:rPr>
              <a:t>changes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implementation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from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the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base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class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(, + has a different meaning for numbers than strings).</a:t>
            </a:r>
          </a:p>
          <a:p>
            <a:pPr lvl="1">
              <a:spcBef>
                <a:spcPts val="0"/>
              </a:spcBef>
            </a:pPr>
            <a:r>
              <a:rPr lang="en-US" altLang="en-US" dirty="0">
                <a:solidFill>
                  <a:schemeClr val="bg1"/>
                </a:solidFill>
              </a:rPr>
              <a:t>You can also add onto the base method using 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super()</a:t>
            </a:r>
            <a:r>
              <a:rPr lang="en-US" alt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sz="4400" spc="-100" dirty="0">
                <a:latin typeface="Elephant" panose="02020904090505020303" pitchFamily="18" charset="0"/>
              </a:rPr>
              <a:t>Derived Classes are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300" dirty="0">
                <a:latin typeface="Elephant" panose="02020904090505020303" pitchFamily="18" charset="0"/>
              </a:rPr>
              <a:t>Ne</a:t>
            </a:r>
            <a:r>
              <a:rPr lang="en-US" altLang="en-US" sz="4400" spc="-100" dirty="0">
                <a:latin typeface="Elephant" panose="02020904090505020303" pitchFamily="18" charset="0"/>
              </a:rPr>
              <a:t>w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100" dirty="0">
                <a:latin typeface="Elephant" panose="02020904090505020303" pitchFamily="18" charset="0"/>
              </a:rPr>
              <a:t>Classes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736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481"/>
    </mc:Choice>
    <mc:Fallback xmlns="">
      <p:transition spd="slow" advTm="724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04" x="3911600" y="1809750"/>
          <p14:tracePt t="911" x="3968750" y="1828800"/>
          <p14:tracePt t="925" x="4013200" y="1847850"/>
          <p14:tracePt t="935" x="4064000" y="1866900"/>
          <p14:tracePt t="953" x="4184650" y="1905000"/>
          <p14:tracePt t="969" x="4254500" y="1924050"/>
          <p14:tracePt t="985" x="4438650" y="1974850"/>
          <p14:tracePt t="1003" x="4514850" y="1981200"/>
          <p14:tracePt t="1019" x="4718050" y="2012950"/>
          <p14:tracePt t="1035" x="4959350" y="2044700"/>
          <p14:tracePt t="1052" x="5086350" y="2044700"/>
          <p14:tracePt t="1069" x="5302250" y="2057400"/>
          <p14:tracePt t="1086" x="5416550" y="2057400"/>
          <p14:tracePt t="1102" x="5759450" y="2063750"/>
          <p14:tracePt t="1118" x="5848350" y="2063750"/>
          <p14:tracePt t="1136" x="6000750" y="2063750"/>
          <p14:tracePt t="1152" x="6070600" y="2051050"/>
          <p14:tracePt t="1168" x="6223000" y="2044700"/>
          <p14:tracePt t="1186" x="6337300" y="2032000"/>
          <p14:tracePt t="1201" x="6394450" y="2038350"/>
          <p14:tracePt t="1218" x="6483350" y="2038350"/>
          <p14:tracePt t="1235" x="6553200" y="2044700"/>
          <p14:tracePt t="1251" x="6584950" y="2051050"/>
          <p14:tracePt t="1268" x="6623050" y="2057400"/>
          <p14:tracePt t="1284" x="6661150" y="2057400"/>
          <p14:tracePt t="1301" x="6686550" y="2063750"/>
          <p14:tracePt t="1318" x="6718300" y="2070100"/>
          <p14:tracePt t="1334" x="6762750" y="2076450"/>
          <p14:tracePt t="1351" x="6769100" y="2076450"/>
          <p14:tracePt t="1368" x="6807200" y="2076450"/>
          <p14:tracePt t="1385" x="6838950" y="2076450"/>
          <p14:tracePt t="1401" x="6851650" y="2076450"/>
          <p14:tracePt t="1417" x="6877050" y="2076450"/>
          <p14:tracePt t="1434" x="6889750" y="2076450"/>
          <p14:tracePt t="1450" x="6908800" y="2076450"/>
          <p14:tracePt t="1467" x="6927850" y="2070100"/>
          <p14:tracePt t="1483" x="6940550" y="2070100"/>
          <p14:tracePt t="1501" x="6959600" y="2063750"/>
          <p14:tracePt t="1517" x="6972300" y="2063750"/>
          <p14:tracePt t="1533" x="6978650" y="2057400"/>
          <p14:tracePt t="1551" x="6991350" y="2051050"/>
          <p14:tracePt t="1567" x="7004050" y="2044700"/>
          <p14:tracePt t="1583" x="7010400" y="2038350"/>
          <p14:tracePt t="1600" x="7016750" y="2032000"/>
          <p14:tracePt t="1636" x="7023100" y="2032000"/>
          <p14:tracePt t="1656" x="7029450" y="2025650"/>
          <p14:tracePt t="1698" x="7035800" y="2025650"/>
          <p14:tracePt t="1705" x="7042150" y="2019300"/>
          <p14:tracePt t="1768" x="7054850" y="2019300"/>
          <p14:tracePt t="4493" x="7067550" y="2019300"/>
          <p14:tracePt t="4508" x="7080250" y="2038350"/>
          <p14:tracePt t="4514" x="7099300" y="2057400"/>
          <p14:tracePt t="4528" x="7112000" y="2070100"/>
          <p14:tracePt t="4543" x="7137400" y="2095500"/>
          <p14:tracePt t="4558" x="7169150" y="2127250"/>
          <p14:tracePt t="4573" x="7251700" y="2190750"/>
          <p14:tracePt t="4590" x="7283450" y="2216150"/>
          <p14:tracePt t="4606" x="7346950" y="2254250"/>
          <p14:tracePt t="4623" x="7423150" y="2286000"/>
          <p14:tracePt t="4641" x="7467600" y="2317750"/>
          <p14:tracePt t="4656" x="7486650" y="2336800"/>
          <p14:tracePt t="4673" x="7537450" y="2368550"/>
          <p14:tracePt t="4675" x="7550150" y="2381250"/>
          <p14:tracePt t="4690" x="7575550" y="2387600"/>
          <p14:tracePt t="4706" x="7600950" y="2406650"/>
          <p14:tracePt t="4722" x="7613650" y="2413000"/>
          <p14:tracePt t="4739" x="7639050" y="2432050"/>
          <p14:tracePt t="4756" x="7651750" y="2438400"/>
          <p14:tracePt t="4773" x="7664450" y="2451100"/>
          <p14:tracePt t="4789" x="7677150" y="2451100"/>
          <p14:tracePt t="4809" x="7683500" y="2457450"/>
          <p14:tracePt t="4824" x="7689850" y="2457450"/>
          <p14:tracePt t="10053" x="7670800" y="2457450"/>
          <p14:tracePt t="10068" x="7645400" y="2457450"/>
          <p14:tracePt t="10075" x="7594600" y="2444750"/>
          <p14:tracePt t="10087" x="7550150" y="2438400"/>
          <p14:tracePt t="10104" x="7442200" y="2400300"/>
          <p14:tracePt t="10121" x="7391400" y="2393950"/>
          <p14:tracePt t="10138" x="7321550" y="2381250"/>
          <p14:tracePt t="10153" x="7105650" y="2374900"/>
          <p14:tracePt t="10170" x="7029450" y="2374900"/>
          <p14:tracePt t="10188" x="6864350" y="2374900"/>
          <p14:tracePt t="10203" x="6781800" y="2387600"/>
          <p14:tracePt t="10220" x="6667500" y="2393950"/>
          <p14:tracePt t="10237" x="6534150" y="2413000"/>
          <p14:tracePt t="10254" x="6470650" y="2432050"/>
          <p14:tracePt t="10270" x="6388100" y="2444750"/>
          <p14:tracePt t="10287" x="6305550" y="2451100"/>
          <p14:tracePt t="10303" x="6267450" y="2451100"/>
          <p14:tracePt t="10320" x="6203950" y="2451100"/>
          <p14:tracePt t="10336" x="6134100" y="2451100"/>
          <p14:tracePt t="10353" x="6102350" y="2451100"/>
          <p14:tracePt t="10370" x="6064250" y="2457450"/>
          <p14:tracePt t="10387" x="6032500" y="2457450"/>
          <p14:tracePt t="10403" x="6019800" y="2457450"/>
          <p14:tracePt t="10420" x="5994400" y="2463800"/>
          <p14:tracePt t="10436" x="5975350" y="2463800"/>
          <p14:tracePt t="10453" x="5969000" y="2470150"/>
          <p14:tracePt t="10469" x="5962650" y="2470150"/>
          <p14:tracePt t="10486" x="5943600" y="2482850"/>
          <p14:tracePt t="10504" x="5937250" y="2489200"/>
          <p14:tracePt t="10519" x="5930900" y="2489200"/>
          <p14:tracePt t="10536" x="5924550" y="2495550"/>
          <p14:tracePt t="10539" x="5924550" y="2501900"/>
          <p14:tracePt t="10553" x="5918200" y="2501900"/>
          <p14:tracePt t="10568" x="5911850" y="2508250"/>
          <p14:tracePt t="10586" x="5911850" y="2514600"/>
          <p14:tracePt t="10616" x="5911850" y="2520950"/>
          <p14:tracePt t="10700" x="5911850" y="2527300"/>
          <p14:tracePt t="10805" x="5911850" y="2533650"/>
          <p14:tracePt t="10848" x="5918200" y="2533650"/>
          <p14:tracePt t="10869" x="5924550" y="2533650"/>
          <p14:tracePt t="10876" x="5930900" y="2533650"/>
          <p14:tracePt t="10890" x="5937250" y="2533650"/>
          <p14:tracePt t="10901" x="5949950" y="2533650"/>
          <p14:tracePt t="10918" x="5988050" y="2533650"/>
          <p14:tracePt t="10934" x="6013450" y="2533650"/>
          <p14:tracePt t="10951" x="6108700" y="2533650"/>
          <p14:tracePt t="10968" x="6210300" y="2546350"/>
          <p14:tracePt t="10984" x="6261100" y="2546350"/>
          <p14:tracePt t="11002" x="6388100" y="2546350"/>
          <p14:tracePt t="11018" x="6508750" y="2546350"/>
          <p14:tracePt t="11034" x="6572250" y="2546350"/>
          <p14:tracePt t="11037" x="6623050" y="2552700"/>
          <p14:tracePt t="11053" x="6686550" y="2565400"/>
          <p14:tracePt t="11067" x="6781800" y="2565400"/>
          <p14:tracePt t="11084" x="6832600" y="2571750"/>
          <p14:tracePt t="11101" x="6915150" y="2578100"/>
          <p14:tracePt t="11117" x="6953250" y="2590800"/>
          <p14:tracePt t="11134" x="7029450" y="2603500"/>
          <p14:tracePt t="11151" x="7086600" y="2616200"/>
          <p14:tracePt t="11167" x="7112000" y="2628900"/>
          <p14:tracePt t="11184" x="7175500" y="2641600"/>
          <p14:tracePt t="11200" x="7213600" y="2654300"/>
          <p14:tracePt t="11217" x="7245350" y="2654300"/>
          <p14:tracePt t="11234" x="7283450" y="2667000"/>
          <p14:tracePt t="11250" x="7321550" y="2673350"/>
          <p14:tracePt t="11267" x="7334250" y="2679700"/>
          <p14:tracePt t="11283" x="7346950" y="2679700"/>
          <p14:tracePt t="11300" x="7359650" y="2679700"/>
          <p14:tracePt t="11316" x="7366000" y="2679700"/>
          <p14:tracePt t="11459" x="7366000" y="2673350"/>
          <p14:tracePt t="15514" x="7366000" y="2667000"/>
          <p14:tracePt t="15521" x="7359650" y="2654300"/>
          <p14:tracePt t="15536" x="7346950" y="2635250"/>
          <p14:tracePt t="15542" x="7340600" y="2622550"/>
          <p14:tracePt t="15556" x="7327900" y="2597150"/>
          <p14:tracePt t="15568" x="7308850" y="2578100"/>
          <p14:tracePt t="15585" x="7277100" y="2533650"/>
          <p14:tracePt t="15602" x="7239000" y="2508250"/>
          <p14:tracePt t="15618" x="7194550" y="2451100"/>
          <p14:tracePt t="15634" x="7137400" y="2400300"/>
          <p14:tracePt t="15651" x="7105650" y="2362200"/>
          <p14:tracePt t="15669" x="7054850" y="2298700"/>
          <p14:tracePt t="15685" x="6985000" y="2228850"/>
          <p14:tracePt t="15702" x="6940550" y="2190750"/>
          <p14:tracePt t="15718" x="6845300" y="2089150"/>
          <p14:tracePt t="15734" x="6731000" y="2000250"/>
          <p14:tracePt t="15751" x="6667500" y="1949450"/>
          <p14:tracePt t="15768" x="6553200" y="1873250"/>
          <p14:tracePt t="15784" x="6508750" y="1835150"/>
          <p14:tracePt t="15802" x="6407150" y="1790700"/>
          <p14:tracePt t="15818" x="6381750" y="1778000"/>
          <p14:tracePt t="15834" x="6362700" y="1771650"/>
          <p14:tracePt t="15851" x="6337300" y="1771650"/>
          <p14:tracePt t="15867" x="6305550" y="1765300"/>
          <p14:tracePt t="15884" x="6292850" y="1765300"/>
          <p14:tracePt t="15900" x="6261100" y="1765300"/>
          <p14:tracePt t="15917" x="6229350" y="1765300"/>
          <p14:tracePt t="15934" x="6216650" y="1765300"/>
          <p14:tracePt t="15951" x="6191250" y="1765300"/>
          <p14:tracePt t="15967" x="6165850" y="1771650"/>
          <p14:tracePt t="15985" x="6140450" y="1778000"/>
          <p14:tracePt t="16000" x="6127750" y="1778000"/>
          <p14:tracePt t="16017" x="6083300" y="1797050"/>
          <p14:tracePt t="16035" x="6038850" y="1797050"/>
          <p14:tracePt t="16051" x="6013450" y="1803400"/>
          <p14:tracePt t="16067" x="5988050" y="1809750"/>
          <p14:tracePt t="16083" x="5918200" y="1828800"/>
          <p14:tracePt t="16100" x="5892800" y="1828800"/>
          <p14:tracePt t="16116" x="5873750" y="1828800"/>
          <p14:tracePt t="16133" x="5842000" y="1841500"/>
          <p14:tracePt t="16150" x="5816600" y="1841500"/>
          <p14:tracePt t="16153" x="5810250" y="1847850"/>
          <p14:tracePt t="16169" x="5803900" y="1847850"/>
          <p14:tracePt t="16183" x="5797550" y="1847850"/>
          <p14:tracePt t="16202" x="5797550" y="1854200"/>
          <p14:tracePt t="16219" x="5797550" y="1860550"/>
          <p14:tracePt t="16799" x="5784850" y="1866900"/>
          <p14:tracePt t="16806" x="5746750" y="1866900"/>
          <p14:tracePt t="16820" x="5721350" y="1873250"/>
          <p14:tracePt t="16831" x="5689600" y="1873250"/>
          <p14:tracePt t="16847" x="5664200" y="1873250"/>
          <p14:tracePt t="16864" x="5594350" y="1892300"/>
          <p14:tracePt t="16880" x="5524500" y="1898650"/>
          <p14:tracePt t="16898" x="5454650" y="1924050"/>
          <p14:tracePt t="16914" x="5422900" y="1924050"/>
          <p14:tracePt t="16930" x="5340350" y="1949450"/>
          <p14:tracePt t="16947" x="5270500" y="1981200"/>
          <p14:tracePt t="16964" x="5226050" y="1993900"/>
          <p14:tracePt t="16981" x="5181600" y="2012950"/>
          <p14:tracePt t="16997" x="5099050" y="2057400"/>
          <p14:tracePt t="17013" x="5073650" y="2070100"/>
          <p14:tracePt t="17031" x="5060950" y="2076450"/>
          <p14:tracePt t="17047" x="5054600" y="2082800"/>
          <p14:tracePt t="17063" x="5048250" y="2089150"/>
          <p14:tracePt t="17082" x="5048250" y="2095500"/>
          <p14:tracePt t="17113" x="5048250" y="2101850"/>
          <p14:tracePt t="17130" x="5054600" y="2108200"/>
          <p14:tracePt t="17150" x="5060950" y="2108200"/>
          <p14:tracePt t="17163" x="5067300" y="2108200"/>
          <p14:tracePt t="17180" x="5073650" y="2108200"/>
          <p14:tracePt t="17196" x="5080000" y="2114550"/>
          <p14:tracePt t="17214" x="5086350" y="2114550"/>
          <p14:tracePt t="17229" x="5092700" y="2114550"/>
          <p14:tracePt t="17245" x="5099050" y="2114550"/>
          <p14:tracePt t="17264" x="5111750" y="2120900"/>
          <p14:tracePt t="17279" x="5130800" y="2120900"/>
          <p14:tracePt t="17296" x="5143500" y="2120900"/>
          <p14:tracePt t="17313" x="5168900" y="2127250"/>
          <p14:tracePt t="17329" x="5187950" y="2133600"/>
          <p14:tracePt t="17346" x="5219700" y="2133600"/>
          <p14:tracePt t="17362" x="5251450" y="2133600"/>
          <p14:tracePt t="17379" x="5270500" y="2133600"/>
          <p14:tracePt t="17396" x="5289550" y="2133600"/>
          <p14:tracePt t="17412" x="5308600" y="2133600"/>
          <p14:tracePt t="17446" x="5314950" y="2133600"/>
          <p14:tracePt t="17488" x="5314950" y="2127250"/>
          <p14:tracePt t="17523" x="5314950" y="2120900"/>
          <p14:tracePt t="17551" x="5314950" y="2114550"/>
          <p14:tracePt t="17558" x="5314950" y="2108200"/>
          <p14:tracePt t="17580" x="5314950" y="2101850"/>
          <p14:tracePt t="17614" x="5308600" y="2101850"/>
          <p14:tracePt t="17629" x="5302250" y="2095500"/>
          <p14:tracePt t="17649" x="5295900" y="2089150"/>
          <p14:tracePt t="17670" x="5295900" y="2082800"/>
          <p14:tracePt t="17684" x="5289550" y="2082800"/>
          <p14:tracePt t="17691" x="5283200" y="2076450"/>
          <p14:tracePt t="17698" x="5283200" y="2070100"/>
          <p14:tracePt t="17714" x="5276850" y="2063750"/>
          <p14:tracePt t="17727" x="5264150" y="2063750"/>
          <p14:tracePt t="17744" x="5238750" y="2038350"/>
          <p14:tracePt t="17761" x="5213350" y="2032000"/>
          <p14:tracePt t="17777" x="5175250" y="2012950"/>
          <p14:tracePt t="17794" x="5124450" y="2006600"/>
          <p14:tracePt t="17811" x="5073650" y="2006600"/>
          <p14:tracePt t="17827" x="5054600" y="2006600"/>
          <p14:tracePt t="17844" x="5016500" y="2006600"/>
          <p14:tracePt t="17861" x="4978400" y="2025650"/>
          <p14:tracePt t="17877" x="4972050" y="2032000"/>
          <p14:tracePt t="17894" x="4959350" y="2044700"/>
          <p14:tracePt t="17911" x="4959350" y="2070100"/>
          <p14:tracePt t="17927" x="4953000" y="2070100"/>
          <p14:tracePt t="17944" x="4953000" y="2082800"/>
          <p14:tracePt t="17960" x="4953000" y="2089150"/>
          <p14:tracePt t="17977" x="4953000" y="2108200"/>
          <p14:tracePt t="17994" x="4959350" y="2114550"/>
          <p14:tracePt t="18009" x="4965700" y="2120900"/>
          <p14:tracePt t="18027" x="4978400" y="2133600"/>
          <p14:tracePt t="18043" x="4997450" y="2139950"/>
          <p14:tracePt t="18060" x="5010150" y="2152650"/>
          <p14:tracePt t="18077" x="5048250" y="2165350"/>
          <p14:tracePt t="18093" x="5092700" y="2178050"/>
          <p14:tracePt t="18110" x="5111750" y="2184400"/>
          <p14:tracePt t="18127" x="5156200" y="2184400"/>
          <p14:tracePt t="18142" x="5175250" y="2184400"/>
          <p14:tracePt t="18160" x="5187950" y="2184400"/>
          <p14:tracePt t="18163" x="5200650" y="2184400"/>
          <p14:tracePt t="18179" x="5213350" y="2184400"/>
          <p14:tracePt t="18193" x="5226050" y="2171700"/>
          <p14:tracePt t="18209" x="5238750" y="2165350"/>
          <p14:tracePt t="18226" x="5257800" y="2152650"/>
          <p14:tracePt t="18242" x="5264150" y="2146300"/>
          <p14:tracePt t="18259" x="5270500" y="2133600"/>
          <p14:tracePt t="18276" x="5270500" y="2127250"/>
          <p14:tracePt t="18292" x="5276850" y="2120900"/>
          <p14:tracePt t="18310" x="5276850" y="2108200"/>
          <p14:tracePt t="18326" x="5276850" y="2089150"/>
          <p14:tracePt t="18342" x="5276850" y="2076450"/>
          <p14:tracePt t="18359" x="5276850" y="2032000"/>
          <p14:tracePt t="18376" x="5264150" y="1955800"/>
          <p14:tracePt t="18392" x="5232400" y="1905000"/>
          <p14:tracePt t="18408" x="5200650" y="1816100"/>
          <p14:tracePt t="18425" x="5149850" y="1752600"/>
          <p14:tracePt t="18442" x="5118100" y="1714500"/>
          <p14:tracePt t="18458" x="5060950" y="1670050"/>
          <p14:tracePt t="18475" x="5010150" y="1638300"/>
          <p14:tracePt t="18493" x="4959350" y="1638300"/>
          <p14:tracePt t="18508" x="4940300" y="1638300"/>
          <p14:tracePt t="18525" x="4908550" y="1638300"/>
          <p14:tracePt t="18542" x="4870450" y="1644650"/>
          <p14:tracePt t="18558" x="4857750" y="1651000"/>
          <p14:tracePt t="18575" x="4845050" y="1657350"/>
          <p14:tracePt t="18591" x="4832350" y="1670050"/>
          <p14:tracePt t="18608" x="4826000" y="1689100"/>
          <p14:tracePt t="18625" x="4819650" y="1701800"/>
          <p14:tracePt t="18641" x="4813300" y="1714500"/>
          <p14:tracePt t="18657" x="4806950" y="1733550"/>
          <p14:tracePt t="18661" x="4800600" y="1746250"/>
          <p14:tracePt t="18677" x="4800600" y="1758950"/>
          <p14:tracePt t="18691" x="4794250" y="1771650"/>
          <p14:tracePt t="18708" x="4794250" y="1803400"/>
          <p14:tracePt t="18725" x="4787900" y="1835150"/>
          <p14:tracePt t="18741" x="4787900" y="1860550"/>
          <p14:tracePt t="18757" x="4781550" y="1898650"/>
          <p14:tracePt t="18774" x="4781550" y="1917700"/>
          <p14:tracePt t="18791" x="4781550" y="1930400"/>
          <p14:tracePt t="18808" x="4800600" y="1955800"/>
          <p14:tracePt t="18824" x="4832350" y="2000250"/>
          <p14:tracePt t="18841" x="4864100" y="2025650"/>
          <p14:tracePt t="19779" x="4832350" y="2025650"/>
          <p14:tracePt t="19786" x="4794250" y="2032000"/>
          <p14:tracePt t="19800" x="4737100" y="2038350"/>
          <p14:tracePt t="19807" x="4686300" y="2051050"/>
          <p14:tracePt t="19823" x="4641850" y="2063750"/>
          <p14:tracePt t="19837" x="4591050" y="2076450"/>
          <p14:tracePt t="19853" x="4495800" y="2095500"/>
          <p14:tracePt t="19872" x="4413250" y="2108200"/>
          <p14:tracePt t="19887" x="4381500" y="2108200"/>
          <p14:tracePt t="19903" x="4330700" y="2114550"/>
          <p14:tracePt t="19921" x="4292600" y="2120900"/>
          <p14:tracePt t="19937" x="4273550" y="2133600"/>
          <p14:tracePt t="19954" x="4254500" y="2139950"/>
          <p14:tracePt t="19970" x="4235450" y="2146300"/>
          <p14:tracePt t="19986" x="4229100" y="2146300"/>
          <p14:tracePt t="20004" x="4222750" y="2152650"/>
          <p14:tracePt t="20060" x="4222750" y="2159000"/>
          <p14:tracePt t="20109" x="4222750" y="2165350"/>
          <p14:tracePt t="20186" x="4229100" y="2165350"/>
          <p14:tracePt t="20207" x="4235450" y="2171700"/>
          <p14:tracePt t="20221" x="4241800" y="2171700"/>
          <p14:tracePt t="20229" x="4248150" y="2171700"/>
          <p14:tracePt t="20243" x="4248150" y="2178050"/>
          <p14:tracePt t="20252" x="4260850" y="2178050"/>
          <p14:tracePt t="20268" x="4273550" y="2184400"/>
          <p14:tracePt t="20286" x="4324350" y="2190750"/>
          <p14:tracePt t="20302" x="4406900" y="2203450"/>
          <p14:tracePt t="20319" x="4445000" y="2216150"/>
          <p14:tracePt t="20335" x="4565650" y="2222500"/>
          <p14:tracePt t="20352" x="4679950" y="2222500"/>
          <p14:tracePt t="20370" x="4756150" y="2222500"/>
          <p14:tracePt t="20385" x="4813300" y="2222500"/>
          <p14:tracePt t="20401" x="4851400" y="2222500"/>
          <p14:tracePt t="20419" x="4927600" y="2209800"/>
          <p14:tracePt t="20435" x="4946650" y="2209800"/>
          <p14:tracePt t="20452" x="4972050" y="2197100"/>
          <p14:tracePt t="20468" x="5003800" y="2184400"/>
          <p14:tracePt t="20485" x="5029200" y="2178050"/>
          <p14:tracePt t="20501" x="5035550" y="2171700"/>
          <p14:tracePt t="20518" x="5060950" y="2152650"/>
          <p14:tracePt t="20535" x="5086350" y="2146300"/>
          <p14:tracePt t="20552" x="5111750" y="2133600"/>
          <p14:tracePt t="20568" x="5124450" y="2127250"/>
          <p14:tracePt t="20585" x="5143500" y="2120900"/>
          <p14:tracePt t="20602" x="5168900" y="2120900"/>
          <p14:tracePt t="20617" x="5168900" y="2114550"/>
          <p14:tracePt t="20634" x="5187950" y="2108200"/>
          <p14:tracePt t="20651" x="5200650" y="2108200"/>
          <p14:tracePt t="20667" x="5207000" y="2101850"/>
          <p14:tracePt t="20700" x="5213350" y="2101850"/>
          <p14:tracePt t="20805" x="5219700" y="2095500"/>
          <p14:tracePt t="21668" x="5219700" y="2101850"/>
          <p14:tracePt t="21689" x="5213350" y="2108200"/>
          <p14:tracePt t="21696" x="5200650" y="2120900"/>
          <p14:tracePt t="21703" x="5187950" y="2127250"/>
          <p14:tracePt t="21717" x="5175250" y="2133600"/>
          <p14:tracePt t="21731" x="5162550" y="2146300"/>
          <p14:tracePt t="21747" x="5124450" y="2165350"/>
          <p14:tracePt t="21764" x="5111750" y="2178050"/>
          <p14:tracePt t="21781" x="5092700" y="2197100"/>
          <p14:tracePt t="21797" x="5073650" y="2216150"/>
          <p14:tracePt t="21815" x="5060950" y="2228850"/>
          <p14:tracePt t="21830" x="5041900" y="2247900"/>
          <p14:tracePt t="21847" x="5022850" y="2279650"/>
          <p14:tracePt t="21863" x="5003800" y="2298700"/>
          <p14:tracePt t="21880" x="4978400" y="2324100"/>
          <p14:tracePt t="21897" x="4965700" y="2336800"/>
          <p14:tracePt t="21914" x="4946650" y="2355850"/>
          <p14:tracePt t="21930" x="4940300" y="2374900"/>
          <p14:tracePt t="21962" x="4933950" y="2387600"/>
          <p14:tracePt t="22110" x="4940300" y="2387600"/>
          <p14:tracePt t="40319" x="4940300" y="2400300"/>
          <p14:tracePt t="40326" x="4940300" y="2413000"/>
          <p14:tracePt t="40335" x="4933950" y="2425700"/>
          <p14:tracePt t="40349" x="4927600" y="2470150"/>
          <p14:tracePt t="40366" x="4902200" y="2540000"/>
          <p14:tracePt t="40383" x="4857750" y="2679700"/>
          <p14:tracePt t="40400" x="4832350" y="2774950"/>
          <p14:tracePt t="40403" x="4826000" y="2832100"/>
          <p14:tracePt t="40417" x="4813300" y="2870200"/>
          <p14:tracePt t="40432" x="4800600" y="2997200"/>
          <p14:tracePt t="40449" x="4794250" y="3060700"/>
          <p14:tracePt t="40467" x="4794250" y="3162300"/>
          <p14:tracePt t="40483" x="4794250" y="3187700"/>
          <p14:tracePt t="40499" x="4794250" y="3200400"/>
          <p14:tracePt t="40516" x="4800600" y="3219450"/>
          <p14:tracePt t="40532" x="4806950" y="3225800"/>
          <p14:tracePt t="40549" x="4806950" y="3238500"/>
          <p14:tracePt t="40566" x="4813300" y="3257550"/>
          <p14:tracePt t="40582" x="4813300" y="3276600"/>
          <p14:tracePt t="40599" x="4813300" y="3282950"/>
          <p14:tracePt t="40615" x="4813300" y="3302000"/>
          <p14:tracePt t="40632" x="4826000" y="3314700"/>
          <p14:tracePt t="40649" x="4832350" y="3321050"/>
          <p14:tracePt t="40665" x="4838700" y="3321050"/>
          <p14:tracePt t="40681" x="4845050" y="3333750"/>
          <p14:tracePt t="40699" x="4851400" y="3346450"/>
          <p14:tracePt t="40715" x="4851400" y="3352800"/>
          <p14:tracePt t="40731" x="4851400" y="3365500"/>
          <p14:tracePt t="40748" x="4870450" y="3384550"/>
          <p14:tracePt t="40765" x="4883150" y="3397250"/>
          <p14:tracePt t="40782" x="4902200" y="3416300"/>
          <p14:tracePt t="40798" x="4946650" y="3435350"/>
          <p14:tracePt t="40815" x="4984750" y="3454400"/>
          <p14:tracePt t="40832" x="5048250" y="3492500"/>
          <p14:tracePt t="40848" x="5092700" y="3511550"/>
          <p14:tracePt t="40864" x="5149850" y="3536950"/>
          <p14:tracePt t="40882" x="5226050" y="3549650"/>
          <p14:tracePt t="40897" x="5276850" y="3556000"/>
          <p14:tracePt t="40914" x="5334000" y="3568700"/>
          <p14:tracePt t="40931" x="5435600" y="3594100"/>
          <p14:tracePt t="40947" x="5492750" y="3606800"/>
          <p14:tracePt t="40965" x="5537200" y="3613150"/>
          <p14:tracePt t="40980" x="5588000" y="3625850"/>
          <p14:tracePt t="40998" x="5619750" y="3632200"/>
          <p14:tracePt t="41015" x="5664200" y="3638550"/>
          <p14:tracePt t="41030" x="5689600" y="3638550"/>
          <p14:tracePt t="41047" x="5721350" y="3644900"/>
          <p14:tracePt t="41064" x="5772150" y="3651250"/>
          <p14:tracePt t="41080" x="5784850" y="3657600"/>
          <p14:tracePt t="41097" x="5816600" y="3663950"/>
          <p14:tracePt t="41114" x="5848350" y="3676650"/>
          <p14:tracePt t="41130" x="5873750" y="3683000"/>
          <p14:tracePt t="41147" x="5899150" y="3683000"/>
          <p14:tracePt t="41163" x="5937250" y="3689350"/>
          <p14:tracePt t="41180" x="5962650" y="3689350"/>
          <p14:tracePt t="41197" x="5981700" y="3689350"/>
          <p14:tracePt t="41213" x="5994400" y="3689350"/>
          <p14:tracePt t="41230" x="6007100" y="3689350"/>
          <p14:tracePt t="41247" x="6026150" y="3689350"/>
          <p14:tracePt t="41263" x="6032500" y="3689350"/>
          <p14:tracePt t="41280" x="6045200" y="3689350"/>
          <p14:tracePt t="41296" x="6057900" y="3689350"/>
          <p14:tracePt t="41312" x="6064250" y="3689350"/>
          <p14:tracePt t="41331" x="6076950" y="3683000"/>
          <p14:tracePt t="41362" x="6089650" y="3683000"/>
          <p14:tracePt t="41380" x="6089650" y="3676650"/>
          <p14:tracePt t="41412" x="6096000" y="3676650"/>
          <p14:tracePt t="41443" x="6102350" y="3670300"/>
          <p14:tracePt t="41485" x="6108700" y="3663950"/>
          <p14:tracePt t="41534" x="6115050" y="3663950"/>
          <p14:tracePt t="41583" x="6108700" y="3663950"/>
          <p14:tracePt t="41590" x="6096000" y="3663950"/>
          <p14:tracePt t="41604" x="6083300" y="3663950"/>
          <p14:tracePt t="41614" x="6070600" y="3663950"/>
          <p14:tracePt t="41628" x="6038850" y="3670300"/>
          <p14:tracePt t="41645" x="5975350" y="3676650"/>
          <p14:tracePt t="41661" x="5880100" y="3689350"/>
          <p14:tracePt t="41678" x="5784850" y="3708400"/>
          <p14:tracePt t="41697" x="5645150" y="3740150"/>
          <p14:tracePt t="41711" x="5537200" y="3771900"/>
          <p14:tracePt t="41728" x="5416550" y="3810000"/>
          <p14:tracePt t="41745" x="5257800" y="3873500"/>
          <p14:tracePt t="41762" x="5162550" y="3917950"/>
          <p14:tracePt t="41778" x="5073650" y="3949700"/>
          <p14:tracePt t="41795" x="4946650" y="3994150"/>
          <p14:tracePt t="41811" x="4876800" y="4019550"/>
          <p14:tracePt t="41829" x="4794250" y="4025900"/>
          <p14:tracePt t="41844" x="4667250" y="4051300"/>
          <p14:tracePt t="41861" x="4610100" y="4083050"/>
          <p14:tracePt t="41878" x="4584700" y="4083050"/>
          <p14:tracePt t="41894" x="4521200" y="4114800"/>
          <p14:tracePt t="41911" x="4495800" y="4140200"/>
          <p14:tracePt t="41928" x="4451350" y="4159250"/>
          <p14:tracePt t="41944" x="4438650" y="4165600"/>
          <p14:tracePt t="41961" x="4425950" y="4171950"/>
          <p14:tracePt t="41977" x="4413250" y="4178300"/>
          <p14:tracePt t="41994" x="4400550" y="4191000"/>
          <p14:tracePt t="42010" x="4400550" y="4197350"/>
          <p14:tracePt t="45244" x="4406900" y="4203700"/>
          <p14:tracePt t="45251" x="4413250" y="4216400"/>
          <p14:tracePt t="45258" x="4425950" y="4222750"/>
          <p14:tracePt t="45266" x="4432300" y="4229100"/>
          <p14:tracePt t="45282" x="4445000" y="4241800"/>
          <p14:tracePt t="45300" x="4457700" y="4267200"/>
          <p14:tracePt t="45315" x="4476750" y="4279900"/>
          <p14:tracePt t="45332" x="4489450" y="4292600"/>
          <p14:tracePt t="45350" x="4514850" y="4311650"/>
          <p14:tracePt t="45365" x="4527550" y="4324350"/>
          <p14:tracePt t="45382" x="4546600" y="4330700"/>
          <p14:tracePt t="45399" x="4565650" y="4343400"/>
          <p14:tracePt t="45415" x="4572000" y="4349750"/>
          <p14:tracePt t="45432" x="4578350" y="4356100"/>
          <p14:tracePt t="45449" x="4597400" y="4368800"/>
          <p14:tracePt t="45465" x="4603750" y="4375150"/>
          <p14:tracePt t="45482" x="4610100" y="4387850"/>
          <p14:tracePt t="45498" x="4629150" y="4394200"/>
          <p14:tracePt t="45515" x="4641850" y="4406900"/>
          <p14:tracePt t="45533" x="4654550" y="4419600"/>
          <p14:tracePt t="45548" x="4667250" y="4432300"/>
          <p14:tracePt t="45565" x="4679950" y="4438650"/>
          <p14:tracePt t="45582" x="4699000" y="4457700"/>
          <p14:tracePt t="45598" x="4711700" y="4470400"/>
          <p14:tracePt t="45614" x="4724400" y="4476750"/>
          <p14:tracePt t="45631" x="4737100" y="4502150"/>
          <p14:tracePt t="45648" x="4743450" y="4514850"/>
          <p14:tracePt t="45664" x="4749800" y="4521200"/>
          <p14:tracePt t="45681" x="4756150" y="4540250"/>
          <p14:tracePt t="45698" x="4762500" y="4546600"/>
          <p14:tracePt t="45715" x="4768850" y="4559300"/>
          <p14:tracePt t="45731" x="4775200" y="4565650"/>
          <p14:tracePt t="45747" x="4781550" y="4572000"/>
          <p14:tracePt t="45764" x="4781550" y="4578350"/>
          <p14:tracePt t="51129" x="4775200" y="4584700"/>
          <p14:tracePt t="51135" x="4743450" y="4597400"/>
          <p14:tracePt t="51145" x="4711700" y="4616450"/>
          <p14:tracePt t="51162" x="4648200" y="4641850"/>
          <p14:tracePt t="51179" x="4565650" y="4673600"/>
          <p14:tracePt t="51195" x="4514850" y="4699000"/>
          <p14:tracePt t="51213" x="4457700" y="4730750"/>
          <p14:tracePt t="51228" x="4425950" y="4743450"/>
          <p14:tracePt t="51245" x="4406900" y="4749800"/>
          <p14:tracePt t="51262" x="4375150" y="4775200"/>
          <p14:tracePt t="51278" x="4356100" y="4781550"/>
          <p14:tracePt t="51294" x="4337050" y="4787900"/>
          <p14:tracePt t="51311" x="4305300" y="4800600"/>
          <p14:tracePt t="51328" x="4273550" y="4806950"/>
          <p14:tracePt t="51347" x="4216400" y="4813300"/>
          <p14:tracePt t="51361" x="4184650" y="4819650"/>
          <p14:tracePt t="51378" x="4165600" y="4826000"/>
          <p14:tracePt t="51395" x="4133850" y="4826000"/>
          <p14:tracePt t="51411" x="4108450" y="4832350"/>
          <p14:tracePt t="51428" x="4089400" y="4832350"/>
          <p14:tracePt t="51445" x="4064000" y="4838700"/>
          <p14:tracePt t="51461" x="4057650" y="4838700"/>
          <p14:tracePt t="51478" x="4051300" y="4838700"/>
          <p14:tracePt t="51494" x="4038600" y="4845050"/>
          <p14:tracePt t="51527" x="4032250" y="4845050"/>
          <p14:tracePt t="52462" x="4038600" y="4845050"/>
          <p14:tracePt t="52469" x="4044950" y="4845050"/>
          <p14:tracePt t="52483" x="4051300" y="4845050"/>
          <p14:tracePt t="52491" x="4057650" y="4845050"/>
          <p14:tracePt t="52507" x="4076700" y="4845050"/>
          <p14:tracePt t="52525" x="4114800" y="4845050"/>
          <p14:tracePt t="52540" x="4127500" y="4845050"/>
          <p14:tracePt t="52557" x="4152900" y="4845050"/>
          <p14:tracePt t="52574" x="4197350" y="4845050"/>
          <p14:tracePt t="52590" x="4229100" y="4845050"/>
          <p14:tracePt t="52607" x="4254500" y="4838700"/>
          <p14:tracePt t="52624" x="4305300" y="4819650"/>
          <p14:tracePt t="52641" x="4330700" y="4813300"/>
          <p14:tracePt t="52657" x="4356100" y="4806950"/>
          <p14:tracePt t="52673" x="4387850" y="4800600"/>
          <p14:tracePt t="52690" x="4400550" y="4800600"/>
          <p14:tracePt t="52708" x="4425950" y="4794250"/>
          <p14:tracePt t="52723" x="4438650" y="4794250"/>
          <p14:tracePt t="52740" x="4451350" y="4794250"/>
          <p14:tracePt t="52757" x="4470400" y="4781550"/>
          <p14:tracePt t="52773" x="4476750" y="4781550"/>
          <p14:tracePt t="52790" x="4495800" y="4775200"/>
          <p14:tracePt t="52807" x="4514850" y="4762500"/>
          <p14:tracePt t="52823" x="4540250" y="4756150"/>
          <p14:tracePt t="52839" x="4559300" y="4749800"/>
          <p14:tracePt t="52856" x="4591050" y="4737100"/>
          <p14:tracePt t="52873" x="4603750" y="4737100"/>
          <p14:tracePt t="52891" x="4622800" y="4724400"/>
          <p14:tracePt t="52906" x="4635500" y="4724400"/>
          <p14:tracePt t="52922" x="4648200" y="4718050"/>
          <p14:tracePt t="52955" x="4654550" y="4718050"/>
          <p14:tracePt t="52972" x="4667250" y="4711700"/>
          <p14:tracePt t="52989" x="4673600" y="4711700"/>
          <p14:tracePt t="53006" x="4679950" y="4705350"/>
          <p14:tracePt t="53022" x="4686300" y="4705350"/>
          <p14:tracePt t="53045" x="4692650" y="4705350"/>
          <p14:tracePt t="53066" x="4699000" y="4705350"/>
          <p14:tracePt t="53087" x="4705350" y="4705350"/>
          <p14:tracePt t="53101" x="4711700" y="4705350"/>
          <p14:tracePt t="53115" x="4718050" y="4705350"/>
          <p14:tracePt t="53136" x="4724400" y="4705350"/>
          <p14:tracePt t="53150" x="4730750" y="4705350"/>
          <p14:tracePt t="53158" x="4737100" y="4705350"/>
          <p14:tracePt t="53173" x="4749800" y="4705350"/>
          <p14:tracePt t="53188" x="4787900" y="4705350"/>
          <p14:tracePt t="53205" x="4819650" y="4705350"/>
          <p14:tracePt t="53221" x="4876800" y="4718050"/>
          <p14:tracePt t="53238" x="4927600" y="4718050"/>
          <p14:tracePt t="53256" x="5086350" y="4724400"/>
          <p14:tracePt t="53271" x="5162550" y="4730750"/>
          <p14:tracePt t="53288" x="5238750" y="4743450"/>
          <p14:tracePt t="53305" x="5448300" y="4762500"/>
          <p14:tracePt t="53321" x="5676900" y="4781550"/>
          <p14:tracePt t="53338" x="5803900" y="4794250"/>
          <p14:tracePt t="53354" x="6064250" y="4806950"/>
          <p14:tracePt t="53370" x="6305550" y="4826000"/>
          <p14:tracePt t="53388" x="6419850" y="4826000"/>
          <p14:tracePt t="53404" x="6635750" y="4826000"/>
          <p14:tracePt t="53421" x="6800850" y="4813300"/>
          <p14:tracePt t="53438" x="6921500" y="4813300"/>
          <p14:tracePt t="53454" x="6959600" y="4813300"/>
          <p14:tracePt t="53471" x="7010400" y="4819650"/>
          <p14:tracePt t="53488" x="7023100" y="4819650"/>
          <p14:tracePt t="53627" x="7029450" y="4819650"/>
          <p14:tracePt t="53642" x="7035800" y="4819650"/>
          <p14:tracePt t="53670" x="7042150" y="4819650"/>
          <p14:tracePt t="53677" x="7048500" y="4819650"/>
          <p14:tracePt t="53761" x="7048500" y="4813300"/>
          <p14:tracePt t="53781" x="7048500" y="4806950"/>
          <p14:tracePt t="63540" x="7035800" y="4800600"/>
          <p14:tracePt t="63548" x="7004050" y="4787900"/>
          <p14:tracePt t="63555" x="6985000" y="4768850"/>
          <p14:tracePt t="63569" x="6934200" y="4743450"/>
          <p14:tracePt t="63585" x="6896100" y="4705350"/>
          <p14:tracePt t="63603" x="6845300" y="4667250"/>
          <p14:tracePt t="63619" x="6762750" y="4616450"/>
          <p14:tracePt t="63635" x="6718300" y="4584700"/>
          <p14:tracePt t="63653" x="6654800" y="4559300"/>
          <p14:tracePt t="63669" x="6610350" y="4521200"/>
          <p14:tracePt t="63685" x="6565900" y="4502150"/>
          <p14:tracePt t="63688" x="6553200" y="4489450"/>
          <p14:tracePt t="63703" x="6515100" y="4464050"/>
          <p14:tracePt t="63719" x="6483350" y="4445000"/>
          <p14:tracePt t="63735" x="6438900" y="4419600"/>
          <p14:tracePt t="63752" x="6369050" y="4381500"/>
          <p14:tracePt t="63768" x="6324600" y="4368800"/>
          <p14:tracePt t="63785" x="6273800" y="4343400"/>
          <p14:tracePt t="63801" x="6203950" y="4330700"/>
          <p14:tracePt t="63819" x="6153150" y="4318000"/>
          <p14:tracePt t="63837" x="6064250" y="4311650"/>
          <p14:tracePt t="63851" x="6019800" y="4305300"/>
          <p14:tracePt t="63868" x="5969000" y="4298950"/>
          <p14:tracePt t="63885" x="5899150" y="4286250"/>
          <p14:tracePt t="63901" x="5842000" y="4279900"/>
          <p14:tracePt t="63918" x="5797550" y="4273550"/>
          <p14:tracePt t="63935" x="5727700" y="4260850"/>
          <p14:tracePt t="63951" x="5676900" y="4248150"/>
          <p14:tracePt t="63969" x="5607050" y="4241800"/>
          <p14:tracePt t="63984" x="5549900" y="4248150"/>
          <p14:tracePt t="64001" x="5499100" y="4279900"/>
          <p14:tracePt t="64018" x="5441950" y="4324350"/>
          <p14:tracePt t="64413" x="5403850" y="4324350"/>
          <p14:tracePt t="64420" x="5353050" y="4343400"/>
          <p14:tracePt t="64432" x="5295900" y="4349750"/>
          <p14:tracePt t="64450" x="5073650" y="4381500"/>
          <p14:tracePt t="64466" x="4933950" y="4400550"/>
          <p14:tracePt t="64484" x="4724400" y="4419600"/>
          <p14:tracePt t="64499" x="4597400" y="4438650"/>
          <p14:tracePt t="64516" x="4489450" y="4445000"/>
          <p14:tracePt t="64533" x="4318000" y="4432300"/>
          <p14:tracePt t="64549" x="4241800" y="4432300"/>
          <p14:tracePt t="64565" x="4159250" y="4432300"/>
          <p14:tracePt t="64582" x="4089400" y="4432300"/>
          <p14:tracePt t="64599" x="4057650" y="4438650"/>
          <p14:tracePt t="64616" x="4038600" y="4438650"/>
          <p14:tracePt t="64632" x="4025900" y="4445000"/>
          <p14:tracePt t="64648" x="4019550" y="4445000"/>
          <p14:tracePt t="64666" x="4013200" y="4451350"/>
          <p14:tracePt t="64828" x="4013200" y="4457700"/>
          <p14:tracePt t="64835" x="4013200" y="4464050"/>
          <p14:tracePt t="64850" x="4013200" y="4470400"/>
          <p14:tracePt t="64865" x="4013200" y="4483100"/>
          <p14:tracePt t="64881" x="4013200" y="4489450"/>
          <p14:tracePt t="64898" x="4013200" y="4508500"/>
          <p14:tracePt t="64914" x="4025900" y="4527550"/>
          <p14:tracePt t="64931" x="4032250" y="4527550"/>
          <p14:tracePt t="65942" x="4044950" y="4527550"/>
          <p14:tracePt t="65949" x="4057650" y="4527550"/>
          <p14:tracePt t="65961" x="4076700" y="4533900"/>
          <p14:tracePt t="65978" x="4121150" y="4540250"/>
          <p14:tracePt t="65993" x="4165600" y="4540250"/>
          <p14:tracePt t="66011" x="4191000" y="4552950"/>
          <p14:tracePt t="66027" x="4241800" y="4559300"/>
          <p14:tracePt t="66044" x="4286250" y="4572000"/>
          <p14:tracePt t="66061" x="4324350" y="4578350"/>
          <p14:tracePt t="66077" x="4387850" y="4578350"/>
          <p14:tracePt t="66093" x="4419600" y="4578350"/>
          <p14:tracePt t="66112" x="4489450" y="4578350"/>
          <p14:tracePt t="66127" x="4546600" y="4578350"/>
          <p14:tracePt t="66143" x="4603750" y="4578350"/>
          <p14:tracePt t="66161" x="4711700" y="4578350"/>
          <p14:tracePt t="66177" x="4787900" y="4572000"/>
          <p14:tracePt t="66195" x="4870450" y="4559300"/>
          <p14:tracePt t="66210" x="4959350" y="4559300"/>
          <p14:tracePt t="66227" x="5016500" y="4559300"/>
          <p14:tracePt t="66243" x="5048250" y="4540250"/>
          <p14:tracePt t="66260" x="5080000" y="4527550"/>
          <p14:tracePt t="66277" x="5105400" y="4521200"/>
          <p14:tracePt t="66295" x="5130800" y="4521200"/>
          <p14:tracePt t="66326" x="5143500" y="4514850"/>
          <p14:tracePt t="66343" x="5149850" y="4514850"/>
          <p14:tracePt t="66385" x="5156200" y="4514850"/>
          <p14:tracePt t="66511" x="5149850" y="4521200"/>
          <p14:tracePt t="67773" x="5156200" y="4527550"/>
          <p14:tracePt t="67780" x="5187950" y="4533900"/>
          <p14:tracePt t="67788" x="5200650" y="4533900"/>
          <p14:tracePt t="67804" x="5238750" y="4552950"/>
          <p14:tracePt t="67822" x="5314950" y="4584700"/>
          <p14:tracePt t="67837" x="5372100" y="4597400"/>
          <p14:tracePt t="67854" x="5441950" y="4616450"/>
          <p14:tracePt t="67871" x="5626100" y="4648200"/>
          <p14:tracePt t="67888" x="5791200" y="4679950"/>
          <p14:tracePt t="67904" x="5975350" y="4699000"/>
          <p14:tracePt t="67921" x="6280150" y="4711700"/>
          <p14:tracePt t="67937" x="6457950" y="4711700"/>
          <p14:tracePt t="67954" x="6610350" y="4711700"/>
          <p14:tracePt t="67971" x="6813550" y="4699000"/>
          <p14:tracePt t="67987" x="6934200" y="4679950"/>
          <p14:tracePt t="68005" x="7118350" y="4654550"/>
          <p14:tracePt t="68020" x="7239000" y="4635500"/>
          <p14:tracePt t="68037" x="7334250" y="4629150"/>
          <p14:tracePt t="68054" x="7467600" y="4591050"/>
          <p14:tracePt t="68070" x="7518400" y="4584700"/>
          <p14:tracePt t="68087" x="7569200" y="4552950"/>
          <p14:tracePt t="68104" x="7613650" y="4546600"/>
          <p14:tracePt t="68120" x="7632700" y="4540250"/>
          <p14:tracePt t="68136" x="7658100" y="4527550"/>
          <p14:tracePt t="68153" x="7683500" y="4527550"/>
          <p14:tracePt t="68170" x="7689850" y="4521200"/>
          <p14:tracePt t="68187" x="7696200" y="4521200"/>
          <p14:tracePt t="68203" x="7702550" y="4514850"/>
          <p14:tracePt t="68220" x="7715250" y="4508500"/>
          <p14:tracePt t="68253" x="7727950" y="4502150"/>
          <p14:tracePt t="68270" x="7734300" y="4495800"/>
          <p14:tracePt t="68286" x="7747000" y="4489450"/>
          <p14:tracePt t="68303" x="7753350" y="4483100"/>
          <p14:tracePt t="68320" x="7759700" y="4483100"/>
          <p14:tracePt t="68336" x="7772400" y="4476750"/>
          <p14:tracePt t="68356" x="7778750" y="4470400"/>
          <p14:tracePt t="68372" x="7785100" y="4464050"/>
          <p14:tracePt t="68386" x="7791450" y="4457700"/>
          <p14:tracePt t="68402" x="7797800" y="4451350"/>
          <p14:tracePt t="68419" x="7804150" y="4438650"/>
          <p14:tracePt t="68517" x="7791450" y="4438650"/>
          <p14:tracePt t="68531" x="7785100" y="4438650"/>
          <p14:tracePt t="68538" x="7778750" y="4438650"/>
          <p14:tracePt t="68555" x="7772400" y="4438650"/>
          <p14:tracePt t="68568" x="7740650" y="4438650"/>
          <p14:tracePt t="68585" x="7708900" y="4438650"/>
          <p14:tracePt t="68602" x="7588250" y="4445000"/>
          <p14:tracePt t="68618" x="7499350" y="4445000"/>
          <p14:tracePt t="68635" x="7270750" y="4457700"/>
          <p14:tracePt t="68652" x="6953250" y="4489450"/>
          <p14:tracePt t="68668" x="6737350" y="4502150"/>
          <p14:tracePt t="68684" x="6280150" y="4546600"/>
          <p14:tracePt t="68701" x="5797550" y="4572000"/>
          <p14:tracePt t="68718" x="5556250" y="4584700"/>
          <p14:tracePt t="68735" x="5092700" y="4641850"/>
          <p14:tracePt t="68751" x="4762500" y="4667250"/>
          <p14:tracePt t="68767" x="4635500" y="4686300"/>
          <p14:tracePt t="68785" x="4432300" y="4711700"/>
          <p14:tracePt t="68801" x="4254500" y="4718050"/>
          <p14:tracePt t="68818" x="4178300" y="4718050"/>
          <p14:tracePt t="68835" x="4102100" y="4718050"/>
          <p14:tracePt t="68851" x="4006850" y="4730750"/>
          <p14:tracePt t="68868" x="3943350" y="4724400"/>
          <p14:tracePt t="68884" x="3917950" y="4724400"/>
          <p14:tracePt t="68901" x="3905250" y="4724400"/>
          <p14:tracePt t="68919" x="3822700" y="4743450"/>
          <p14:tracePt t="68934" x="3797300" y="4743450"/>
          <p14:tracePt t="68950" x="3765550" y="4749800"/>
          <p14:tracePt t="68968" x="3740150" y="4756150"/>
          <p14:tracePt t="68984" x="3702050" y="4762500"/>
          <p14:tracePt t="70032" x="3714750" y="4768850"/>
          <p14:tracePt t="70047" x="3721100" y="4768850"/>
          <p14:tracePt t="70053" x="3733800" y="4768850"/>
          <p14:tracePt t="70067" x="3752850" y="4775200"/>
          <p14:tracePt t="70080" x="3765550" y="4775200"/>
          <p14:tracePt t="70097" x="3816350" y="4775200"/>
          <p14:tracePt t="70113" x="3835400" y="4781550"/>
          <p14:tracePt t="70130" x="3911600" y="4781550"/>
          <p14:tracePt t="70146" x="4051300" y="4781550"/>
          <p14:tracePt t="70163" x="4133850" y="4775200"/>
          <p14:tracePt t="70180" x="4286250" y="4756150"/>
          <p14:tracePt t="70196" x="4375150" y="4756150"/>
          <p14:tracePt t="70213" x="4457700" y="4737100"/>
          <p14:tracePt t="70230" x="4622800" y="4718050"/>
          <p14:tracePt t="70246" x="4711700" y="4711700"/>
          <p14:tracePt t="70263" x="4787900" y="4711700"/>
          <p14:tracePt t="70280" x="4883150" y="4711700"/>
          <p14:tracePt t="70296" x="4908550" y="4711700"/>
          <p14:tracePt t="70314" x="4940300" y="4711700"/>
          <p14:tracePt t="70329" x="4953000" y="4711700"/>
          <p14:tracePt t="70346" x="4959350" y="4711700"/>
          <p14:tracePt t="70390" x="4965700" y="4711700"/>
          <p14:tracePt t="70439" x="4959350" y="4711700"/>
          <p14:tracePt t="70447" x="4953000" y="4711700"/>
          <p14:tracePt t="70454" x="4953000" y="4699000"/>
          <p14:tracePt t="70462" x="4953000" y="4692650"/>
          <p14:tracePt t="70478" x="4953000" y="467995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304800" y="884238"/>
            <a:ext cx="8839200" cy="5973762"/>
          </a:xfrm>
        </p:spPr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Specialization</a:t>
            </a:r>
            <a:r>
              <a:rPr lang="en-US" altLang="en-US" dirty="0"/>
              <a:t> is achieved by adding new attributes and methods to a base class. Think of it as </a:t>
            </a:r>
            <a:r>
              <a:rPr lang="en-US" altLang="en-US" i="1" dirty="0">
                <a:solidFill>
                  <a:srgbClr val="7030A0"/>
                </a:solidFill>
              </a:rPr>
              <a:t>subtyping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 err="1"/>
              <a:t>Eg</a:t>
            </a:r>
            <a:r>
              <a:rPr lang="en-US" altLang="en-US" dirty="0"/>
              <a:t>, you can take the absolute value of </a:t>
            </a:r>
            <a:r>
              <a:rPr lang="en-US" altLang="en-US" dirty="0">
                <a:solidFill>
                  <a:srgbClr val="FFA300"/>
                </a:solidFill>
              </a:rPr>
              <a:t>any number</a:t>
            </a:r>
            <a:r>
              <a:rPr lang="en-US" altLang="en-US" dirty="0"/>
              <a:t>. </a:t>
            </a:r>
          </a:p>
          <a:p>
            <a:pPr lvl="2"/>
            <a:r>
              <a:rPr lang="en-US" altLang="en-US" dirty="0"/>
              <a:t>But you can only take the factorial of </a:t>
            </a:r>
            <a:r>
              <a:rPr lang="en-US" altLang="en-US" dirty="0">
                <a:solidFill>
                  <a:srgbClr val="FF0000"/>
                </a:solidFill>
              </a:rPr>
              <a:t>integers</a:t>
            </a:r>
            <a:r>
              <a:rPr lang="en-US" altLang="en-US" dirty="0"/>
              <a:t>. </a:t>
            </a:r>
          </a:p>
          <a:p>
            <a:pPr lvl="3"/>
            <a:r>
              <a:rPr lang="en-US" altLang="en-US" dirty="0"/>
              <a:t>So the factorial is a specialized method that applied to just a </a:t>
            </a:r>
            <a:r>
              <a:rPr lang="en-US" altLang="en-US" dirty="0">
                <a:solidFill>
                  <a:srgbClr val="7030A0"/>
                </a:solidFill>
              </a:rPr>
              <a:t>subset</a:t>
            </a:r>
            <a:r>
              <a:rPr lang="en-US" altLang="en-US" dirty="0"/>
              <a:t> of all numbers. </a:t>
            </a:r>
          </a:p>
          <a:p>
            <a:pPr lvl="3"/>
            <a:r>
              <a:rPr lang="en-US" altLang="en-US" dirty="0"/>
              <a:t>And so </a:t>
            </a:r>
            <a:r>
              <a:rPr lang="en-US" altLang="en-US" dirty="0">
                <a:solidFill>
                  <a:srgbClr val="FF0000"/>
                </a:solidFill>
              </a:rPr>
              <a:t>integers</a:t>
            </a:r>
            <a:r>
              <a:rPr lang="en-US" altLang="en-US" dirty="0"/>
              <a:t> are a specialized </a:t>
            </a:r>
            <a:r>
              <a:rPr lang="en-US" altLang="en-US" dirty="0">
                <a:solidFill>
                  <a:srgbClr val="7030A0"/>
                </a:solidFill>
              </a:rPr>
              <a:t>subtype</a:t>
            </a:r>
            <a:r>
              <a:rPr lang="en-US" altLang="en-US" dirty="0"/>
              <a:t> of the more generic </a:t>
            </a:r>
            <a:r>
              <a:rPr lang="en-US" altLang="en-US" dirty="0">
                <a:solidFill>
                  <a:srgbClr val="FFA300"/>
                </a:solidFill>
              </a:rPr>
              <a:t>number type</a:t>
            </a:r>
            <a:r>
              <a:rPr lang="en-US" altLang="en-US" dirty="0"/>
              <a:t>.</a:t>
            </a:r>
          </a:p>
          <a:p>
            <a:pPr lvl="4"/>
            <a:r>
              <a:rPr lang="en-US" altLang="en-US" dirty="0"/>
              <a:t>Although Python does not treat </a:t>
            </a:r>
            <a:r>
              <a:rPr lang="en-US" altLang="en-US" b="1" dirty="0" err="1">
                <a:solidFill>
                  <a:srgbClr val="FF0000"/>
                </a:solidFill>
              </a:rPr>
              <a:t>int</a:t>
            </a:r>
            <a:r>
              <a:rPr lang="en-US" altLang="en-US" dirty="0"/>
              <a:t> as a subclass of </a:t>
            </a:r>
            <a:r>
              <a:rPr lang="en-US" altLang="en-US" b="1" dirty="0">
                <a:solidFill>
                  <a:srgbClr val="FFA300"/>
                </a:solidFill>
              </a:rPr>
              <a:t>float</a:t>
            </a:r>
            <a:r>
              <a:rPr lang="en-US" altLang="en-US" dirty="0"/>
              <a:t>, the popular Numbers.py module has some of this idea. 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Generalization</a:t>
            </a:r>
            <a:r>
              <a:rPr lang="en-US" altLang="en-US" sz="2000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removes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attributes or methods from a base class. (This is less common, but classes allow it.)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Overriding</a:t>
            </a:r>
            <a:r>
              <a:rPr lang="en-US" altLang="en-US" sz="2400" dirty="0"/>
              <a:t> </a:t>
            </a:r>
            <a:r>
              <a:rPr lang="en-US" altLang="en-US" dirty="0">
                <a:solidFill>
                  <a:schemeClr val="bg1"/>
                </a:solidFill>
              </a:rPr>
              <a:t>changes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implementation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from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the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base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class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(, + has a different meaning for numbers than strings).</a:t>
            </a:r>
          </a:p>
          <a:p>
            <a:pPr lvl="1">
              <a:spcBef>
                <a:spcPts val="0"/>
              </a:spcBef>
            </a:pPr>
            <a:r>
              <a:rPr lang="en-US" altLang="en-US" dirty="0">
                <a:solidFill>
                  <a:schemeClr val="bg1"/>
                </a:solidFill>
              </a:rPr>
              <a:t>You can also add onto the base method using 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super()</a:t>
            </a:r>
            <a:r>
              <a:rPr lang="en-US" alt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76200" y="1828800"/>
            <a:ext cx="8839200" cy="28956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Times New Roman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sz="4400" spc="-100" dirty="0">
                <a:latin typeface="Elephant" panose="02020904090505020303" pitchFamily="18" charset="0"/>
              </a:rPr>
              <a:t>Derived Classes are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300" dirty="0">
                <a:latin typeface="Elephant" panose="02020904090505020303" pitchFamily="18" charset="0"/>
              </a:rPr>
              <a:t>Ne</a:t>
            </a:r>
            <a:r>
              <a:rPr lang="en-US" altLang="en-US" sz="4400" spc="-100" dirty="0">
                <a:latin typeface="Elephant" panose="02020904090505020303" pitchFamily="18" charset="0"/>
              </a:rPr>
              <a:t>w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100" dirty="0">
                <a:latin typeface="Elephant" panose="02020904090505020303" pitchFamily="18" charset="0"/>
              </a:rPr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317996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30"/>
    </mc:Choice>
    <mc:Fallback xmlns="">
      <p:transition spd="slow" advTm="19630"/>
    </mc:Fallback>
  </mc:AlternateContent>
  <p:extLst>
    <p:ext uri="{3A86A75C-4F4B-4683-9AE1-C65F6400EC91}">
      <p14:laserTraceLst xmlns:p14="http://schemas.microsoft.com/office/powerpoint/2010/main">
        <p14:tracePtLst>
          <p14:tracePt t="12126" x="4895850" y="4597400"/>
          <p14:tracePt t="12133" x="4832350" y="4489450"/>
          <p14:tracePt t="12148" x="4756150" y="4381500"/>
          <p14:tracePt t="12154" x="4686300" y="4298950"/>
          <p14:tracePt t="12165" x="4603750" y="4159250"/>
          <p14:tracePt t="12182" x="4464050" y="3892550"/>
          <p14:tracePt t="12198" x="4387850" y="3740150"/>
          <p14:tracePt t="12215" x="4279900" y="3517900"/>
          <p14:tracePt t="12232" x="4178300" y="3321050"/>
          <p14:tracePt t="12248" x="4127500" y="3263900"/>
          <p14:tracePt t="12266" x="4076700" y="3194050"/>
          <p14:tracePt t="12282" x="3917950" y="3048000"/>
          <p14:tracePt t="12298" x="3867150" y="3009900"/>
          <p14:tracePt t="12316" x="3841750" y="2978150"/>
          <p14:tracePt t="12331" x="3765550" y="2927350"/>
          <p14:tracePt t="12348" x="3702050" y="2876550"/>
          <p14:tracePt t="12366" x="3638550" y="2844800"/>
          <p14:tracePt t="12381" x="3606800" y="2819400"/>
          <p14:tracePt t="12398" x="3543300" y="2781300"/>
          <p14:tracePt t="12415" x="3460750" y="2730500"/>
          <p14:tracePt t="12431" x="3416300" y="2692400"/>
          <p14:tracePt t="12448" x="3314700" y="2597150"/>
          <p14:tracePt t="12464" x="3175000" y="2432050"/>
          <p14:tracePt t="12481" x="3086100" y="2305050"/>
          <p14:tracePt t="12498" x="2889250" y="2038350"/>
          <p14:tracePt t="12515" x="2686050" y="1746250"/>
          <p14:tracePt t="12531" x="2603500" y="1593850"/>
          <p14:tracePt t="12548" x="2444750" y="1320800"/>
          <p14:tracePt t="12563" x="2305050" y="1130300"/>
          <p14:tracePt t="12580" x="2260600" y="1060450"/>
          <p14:tracePt t="12597" x="2197100" y="971550"/>
          <p14:tracePt t="12614" x="2178050" y="946150"/>
          <p14:tracePt t="12631" x="2171700" y="927100"/>
          <p14:tracePt t="12793" x="2171700" y="933450"/>
          <p14:tracePt t="12807" x="2171700" y="939800"/>
          <p14:tracePt t="12815" x="2171700" y="952500"/>
          <p14:tracePt t="12830" x="2171700" y="965200"/>
          <p14:tracePt t="12846" x="2197100" y="1016000"/>
          <p14:tracePt t="12863" x="2228850" y="1098550"/>
          <p14:tracePt t="12879" x="2260600" y="1168400"/>
          <p14:tracePt t="12896" x="2286000" y="1238250"/>
          <p14:tracePt t="12912" x="2374900" y="1631950"/>
          <p14:tracePt t="12929" x="2413000" y="1809750"/>
          <p14:tracePt t="12946" x="2438400" y="2025650"/>
          <p14:tracePt t="12963" x="2495550" y="2520950"/>
          <p14:tracePt t="12979" x="2546350" y="3232150"/>
          <p14:tracePt t="12996" x="2578100" y="3549650"/>
          <p14:tracePt t="13012" x="2609850" y="4260850"/>
          <p14:tracePt t="13029" x="2660650" y="4870450"/>
          <p14:tracePt t="13046" x="2660650" y="5283200"/>
          <p14:tracePt t="13062" x="2660650" y="5467350"/>
          <p14:tracePt t="13078" x="2641600" y="5721350"/>
          <p14:tracePt t="13095" x="2622550" y="5899150"/>
          <p14:tracePt t="13112" x="2603500" y="5969000"/>
          <p14:tracePt t="13129" x="2540000" y="6083300"/>
          <p14:tracePt t="13145" x="2489200" y="6146800"/>
          <p14:tracePt t="13162" x="2476500" y="6153150"/>
          <p14:tracePt t="13179" x="2470150" y="6153150"/>
          <p14:tracePt t="13195" x="2451100" y="6153150"/>
          <p14:tracePt t="13851" x="2451100" y="6146800"/>
          <p14:tracePt t="13858" x="2444750" y="6146800"/>
          <p14:tracePt t="13872" x="2438400" y="6146800"/>
          <p14:tracePt t="13942" x="2444750" y="6146800"/>
          <p14:tracePt t="13950" x="2444750" y="6140450"/>
          <p14:tracePt t="13959" x="2451100" y="6134100"/>
          <p14:tracePt t="13975" x="2457450" y="6127750"/>
          <p14:tracePt t="13992" x="2476500" y="6108700"/>
          <p14:tracePt t="14009" x="2495550" y="6096000"/>
          <p14:tracePt t="14025" x="2527300" y="6070600"/>
          <p14:tracePt t="14043" x="2571750" y="6032500"/>
          <p14:tracePt t="14059" x="2597150" y="6013450"/>
          <p14:tracePt t="14077" x="2679700" y="5905500"/>
          <p14:tracePt t="14092" x="2781300" y="5778500"/>
          <p14:tracePt t="14108" x="2832100" y="5708650"/>
          <p14:tracePt t="14126" x="2914650" y="5581650"/>
          <p14:tracePt t="14142" x="3009900" y="5441950"/>
          <p14:tracePt t="14158" x="3048000" y="5372100"/>
          <p14:tracePt t="14175" x="3111500" y="5245100"/>
          <p14:tracePt t="14191" x="3149600" y="5175250"/>
          <p14:tracePt t="14208" x="3162300" y="5143500"/>
          <p14:tracePt t="14225" x="3175000" y="5099050"/>
          <p14:tracePt t="14241" x="3187700" y="5080000"/>
          <p14:tracePt t="14259" x="3194050" y="5067300"/>
          <p14:tracePt t="14275" x="3200400" y="5067300"/>
          <p14:tracePt t="14291" x="3206750" y="5060950"/>
          <p14:tracePt t="14308" x="3206750" y="5054600"/>
          <p14:tracePt t="14511" x="3206750" y="5060950"/>
          <p14:tracePt t="14539" x="3213100" y="5060950"/>
          <p14:tracePt t="16418" x="3225800" y="5067300"/>
          <p14:tracePt t="16425" x="3251200" y="5086350"/>
          <p14:tracePt t="16439" x="3276600" y="5092700"/>
          <p14:tracePt t="16450" x="3308350" y="5105400"/>
          <p14:tracePt t="16468" x="3384550" y="5130800"/>
          <p14:tracePt t="16484" x="3422650" y="5149850"/>
          <p14:tracePt t="16500" x="3498850" y="5175250"/>
          <p14:tracePt t="16517" x="3581400" y="5207000"/>
          <p14:tracePt t="16533" x="3638550" y="5226050"/>
          <p14:tracePt t="16550" x="3733800" y="5245100"/>
          <p14:tracePt t="16567" x="3841750" y="5270500"/>
          <p14:tracePt t="16583" x="3886200" y="5276850"/>
          <p14:tracePt t="16601" x="3943350" y="5295900"/>
          <p14:tracePt t="16616" x="3987800" y="5302250"/>
          <p14:tracePt t="16633" x="4000500" y="5302250"/>
          <p14:tracePt t="16650" x="4032250" y="5308600"/>
          <p14:tracePt t="16666" x="4044950" y="5308600"/>
          <p14:tracePt t="16683" x="4070350" y="5308600"/>
          <p14:tracePt t="16699" x="4089400" y="5308600"/>
          <p14:tracePt t="16720" x="4095750" y="5308600"/>
          <p14:tracePt t="16732" x="4095750" y="5314950"/>
          <p14:tracePt t="16750" x="4102100" y="5314950"/>
          <p14:tracePt t="16766" x="4108450" y="5314950"/>
          <p14:tracePt t="16889" x="4114800" y="531495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sz="4400" spc="-100" dirty="0">
                <a:latin typeface="Elephant" panose="02020904090505020303" pitchFamily="18" charset="0"/>
              </a:rPr>
              <a:t>Derived Classes are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300" dirty="0">
                <a:latin typeface="Elephant" panose="02020904090505020303" pitchFamily="18" charset="0"/>
              </a:rPr>
              <a:t>Ne</a:t>
            </a:r>
            <a:r>
              <a:rPr lang="en-US" altLang="en-US" sz="4400" spc="-100" dirty="0">
                <a:latin typeface="Elephant" panose="02020904090505020303" pitchFamily="18" charset="0"/>
              </a:rPr>
              <a:t>w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100" dirty="0">
                <a:latin typeface="Elephant" panose="02020904090505020303" pitchFamily="18" charset="0"/>
              </a:rPr>
              <a:t>Classes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304800" y="884238"/>
            <a:ext cx="8839200" cy="5973762"/>
          </a:xfrm>
        </p:spPr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Specialization</a:t>
            </a:r>
            <a:r>
              <a:rPr lang="en-US" altLang="en-US" dirty="0"/>
              <a:t> is achieved by adding new attributes and methods to a base class. Think of it as </a:t>
            </a:r>
            <a:r>
              <a:rPr lang="en-US" altLang="en-US" i="1" dirty="0">
                <a:solidFill>
                  <a:srgbClr val="7030A0"/>
                </a:solidFill>
              </a:rPr>
              <a:t>subtyping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 err="1"/>
              <a:t>Eg</a:t>
            </a:r>
            <a:r>
              <a:rPr lang="en-US" altLang="en-US" dirty="0"/>
              <a:t>, you can take the absolute value of </a:t>
            </a:r>
            <a:r>
              <a:rPr lang="en-US" altLang="en-US" dirty="0">
                <a:solidFill>
                  <a:srgbClr val="FFA300"/>
                </a:solidFill>
              </a:rPr>
              <a:t>any number</a:t>
            </a:r>
            <a:r>
              <a:rPr lang="en-US" altLang="en-US" dirty="0"/>
              <a:t>. </a:t>
            </a:r>
          </a:p>
          <a:p>
            <a:pPr lvl="2"/>
            <a:r>
              <a:rPr lang="en-US" altLang="en-US" dirty="0"/>
              <a:t>But you can only take the factorial of </a:t>
            </a:r>
            <a:r>
              <a:rPr lang="en-US" altLang="en-US" dirty="0">
                <a:solidFill>
                  <a:srgbClr val="FF0000"/>
                </a:solidFill>
              </a:rPr>
              <a:t>integers</a:t>
            </a:r>
            <a:r>
              <a:rPr lang="en-US" altLang="en-US" dirty="0"/>
              <a:t>. </a:t>
            </a:r>
          </a:p>
          <a:p>
            <a:pPr lvl="3"/>
            <a:r>
              <a:rPr lang="en-US" altLang="en-US" dirty="0"/>
              <a:t>So the factorial is a specialized method that applied to just a </a:t>
            </a:r>
            <a:r>
              <a:rPr lang="en-US" altLang="en-US" dirty="0">
                <a:solidFill>
                  <a:srgbClr val="7030A0"/>
                </a:solidFill>
              </a:rPr>
              <a:t>subset</a:t>
            </a:r>
            <a:r>
              <a:rPr lang="en-US" altLang="en-US" dirty="0"/>
              <a:t> of all numbers. </a:t>
            </a:r>
          </a:p>
          <a:p>
            <a:pPr lvl="3"/>
            <a:r>
              <a:rPr lang="en-US" altLang="en-US" dirty="0"/>
              <a:t>And so </a:t>
            </a:r>
            <a:r>
              <a:rPr lang="en-US" altLang="en-US" dirty="0">
                <a:solidFill>
                  <a:srgbClr val="FF0000"/>
                </a:solidFill>
              </a:rPr>
              <a:t>integers</a:t>
            </a:r>
            <a:r>
              <a:rPr lang="en-US" altLang="en-US" dirty="0"/>
              <a:t> are a specialized </a:t>
            </a:r>
            <a:r>
              <a:rPr lang="en-US" altLang="en-US" dirty="0">
                <a:solidFill>
                  <a:srgbClr val="7030A0"/>
                </a:solidFill>
              </a:rPr>
              <a:t>subtype</a:t>
            </a:r>
            <a:r>
              <a:rPr lang="en-US" altLang="en-US" dirty="0"/>
              <a:t> of the more generic </a:t>
            </a:r>
            <a:r>
              <a:rPr lang="en-US" altLang="en-US" dirty="0">
                <a:solidFill>
                  <a:srgbClr val="FFA300"/>
                </a:solidFill>
              </a:rPr>
              <a:t>number type</a:t>
            </a:r>
            <a:r>
              <a:rPr lang="en-US" altLang="en-US" dirty="0"/>
              <a:t>.</a:t>
            </a:r>
          </a:p>
          <a:p>
            <a:pPr lvl="4"/>
            <a:r>
              <a:rPr lang="en-US" altLang="en-US" dirty="0"/>
              <a:t>Although Python does not treat </a:t>
            </a:r>
            <a:r>
              <a:rPr lang="en-US" altLang="en-US" b="1" dirty="0" err="1">
                <a:solidFill>
                  <a:srgbClr val="FF0000"/>
                </a:solidFill>
              </a:rPr>
              <a:t>int</a:t>
            </a:r>
            <a:r>
              <a:rPr lang="en-US" altLang="en-US" dirty="0"/>
              <a:t> as a subclass of </a:t>
            </a:r>
            <a:r>
              <a:rPr lang="en-US" altLang="en-US" b="1" dirty="0">
                <a:solidFill>
                  <a:srgbClr val="FFA300"/>
                </a:solidFill>
              </a:rPr>
              <a:t>float</a:t>
            </a:r>
            <a:r>
              <a:rPr lang="en-US" altLang="en-US" dirty="0"/>
              <a:t>, the popular Numbers.py module has some of this idea. 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Generalization</a:t>
            </a:r>
            <a:r>
              <a:rPr lang="en-US" altLang="en-US" sz="2000" dirty="0"/>
              <a:t> </a:t>
            </a:r>
            <a:r>
              <a:rPr lang="en-US" altLang="en-US" dirty="0"/>
              <a:t>removes</a:t>
            </a:r>
            <a:r>
              <a:rPr lang="en-US" altLang="en-US" sz="2000" dirty="0"/>
              <a:t> </a:t>
            </a:r>
            <a:r>
              <a:rPr lang="en-US" altLang="en-US" dirty="0"/>
              <a:t>attributes or methods from a base class. (This is less common, but classes allow it.)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Overriding</a:t>
            </a:r>
            <a:r>
              <a:rPr lang="en-US" altLang="en-US" sz="2400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changes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implementation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from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the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base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class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(</a:t>
            </a:r>
            <a:r>
              <a:rPr lang="en-US" altLang="en-US" dirty="0" err="1">
                <a:solidFill>
                  <a:srgbClr val="FF0000"/>
                </a:solidFill>
              </a:rPr>
              <a:t>eg</a:t>
            </a:r>
            <a:r>
              <a:rPr lang="en-US" altLang="en-US" dirty="0">
                <a:solidFill>
                  <a:srgbClr val="FF0000"/>
                </a:solidFill>
              </a:rPr>
              <a:t>, + has a different meaning for numbers than strings).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You can also add onto the base method using </a:t>
            </a:r>
            <a:r>
              <a:rPr lang="en-US" altLang="en-US" dirty="0">
                <a:latin typeface="Lucida Console" panose="020B0609040504020204" pitchFamily="49" charset="0"/>
              </a:rPr>
              <a:t>super()</a:t>
            </a:r>
            <a:r>
              <a:rPr lang="en-US" altLang="en-US" dirty="0"/>
              <a:t>.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76200" y="1828800"/>
            <a:ext cx="8839200" cy="28956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37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260"/>
    </mc:Choice>
    <mc:Fallback xmlns="">
      <p:transition spd="slow" advTm="51260"/>
    </mc:Fallback>
  </mc:AlternateContent>
  <p:extLst>
    <p:ext uri="{3A86A75C-4F4B-4683-9AE1-C65F6400EC91}">
      <p14:laserTraceLst xmlns:p14="http://schemas.microsoft.com/office/powerpoint/2010/main">
        <p14:tracePtLst>
          <p14:tracePt t="7675" x="4102100" y="5321300"/>
          <p14:tracePt t="7682" x="4064000" y="5334000"/>
          <p14:tracePt t="7689" x="4025900" y="5359400"/>
          <p14:tracePt t="7699" x="3968750" y="5397500"/>
          <p14:tracePt t="7717" x="3879850" y="5473700"/>
          <p14:tracePt t="7732" x="3683000" y="5588000"/>
          <p14:tracePt t="7749" x="3517900" y="5702300"/>
          <p14:tracePt t="7767" x="3276600" y="5835650"/>
          <p14:tracePt t="7782" x="3098800" y="5918200"/>
          <p14:tracePt t="7799" x="2927350" y="6000750"/>
          <p14:tracePt t="7816" x="2660650" y="6121400"/>
          <p14:tracePt t="7833" x="2514600" y="6191250"/>
          <p14:tracePt t="7849" x="2349500" y="6261100"/>
          <p14:tracePt t="7865" x="2095500" y="6375400"/>
          <p14:tracePt t="7882" x="1974850" y="6438900"/>
          <p14:tracePt t="7899" x="1822450" y="6483350"/>
          <p14:tracePt t="7915" x="1758950" y="6502400"/>
          <p14:tracePt t="8753" x="1752600" y="6457950"/>
          <p14:tracePt t="8787" x="1758950" y="6451600"/>
          <p14:tracePt t="8822" x="1758950" y="6445250"/>
          <p14:tracePt t="8844" x="1765300" y="6445250"/>
          <p14:tracePt t="8872" x="1765300" y="6438900"/>
          <p14:tracePt t="9012" x="1771650" y="6432550"/>
          <p14:tracePt t="9033" x="1778000" y="6432550"/>
          <p14:tracePt t="9054" x="1784350" y="6432550"/>
          <p14:tracePt t="9069" x="1790700" y="6432550"/>
          <p14:tracePt t="9075" x="1797050" y="6432550"/>
          <p14:tracePt t="9082" x="1803400" y="6432550"/>
          <p14:tracePt t="9103" x="1803400" y="6426200"/>
          <p14:tracePt t="9118" x="1816100" y="6426200"/>
          <p14:tracePt t="9128" x="1822450" y="6426200"/>
          <p14:tracePt t="9146" x="1847850" y="6426200"/>
          <p14:tracePt t="9161" x="1866900" y="6419850"/>
          <p14:tracePt t="9177" x="1924050" y="6419850"/>
          <p14:tracePt t="9195" x="2012950" y="6413500"/>
          <p14:tracePt t="9211" x="2063750" y="6400800"/>
          <p14:tracePt t="9227" x="2184400" y="6400800"/>
          <p14:tracePt t="9245" x="2311400" y="6400800"/>
          <p14:tracePt t="9261" x="2374900" y="6400800"/>
          <p14:tracePt t="9277" x="2438400" y="6400800"/>
          <p14:tracePt t="9294" x="2641600" y="6400800"/>
          <p14:tracePt t="9310" x="2705100" y="6400800"/>
          <p14:tracePt t="9327" x="2768600" y="6400800"/>
          <p14:tracePt t="9344" x="2901950" y="6413500"/>
          <p14:tracePt t="9360" x="3022600" y="6426200"/>
          <p14:tracePt t="9378" x="3124200" y="6426200"/>
          <p14:tracePt t="9393" x="3175000" y="6419850"/>
          <p14:tracePt t="9410" x="3302000" y="6419850"/>
          <p14:tracePt t="9427" x="3460750" y="6413500"/>
          <p14:tracePt t="9444" x="3524250" y="6413500"/>
          <p14:tracePt t="9460" x="3638550" y="6400800"/>
          <p14:tracePt t="9477" x="3740150" y="6400800"/>
          <p14:tracePt t="9493" x="3797300" y="6400800"/>
          <p14:tracePt t="9511" x="3911600" y="6394450"/>
          <p14:tracePt t="9526" x="4051300" y="6381750"/>
          <p14:tracePt t="9543" x="4121150" y="6381750"/>
          <p14:tracePt t="9560" x="4222750" y="6375400"/>
          <p14:tracePt t="9576" x="4305300" y="6375400"/>
          <p14:tracePt t="9593" x="4330700" y="6375400"/>
          <p14:tracePt t="9610" x="4413250" y="6375400"/>
          <p14:tracePt t="9626" x="4464050" y="6375400"/>
          <p14:tracePt t="9643" x="4546600" y="6350000"/>
          <p14:tracePt t="9660" x="4610100" y="6337300"/>
          <p14:tracePt t="9676" x="4641850" y="6324600"/>
          <p14:tracePt t="9693" x="4654550" y="6318250"/>
          <p14:tracePt t="9709" x="4692650" y="6311900"/>
          <p14:tracePt t="10140" x="4699000" y="6311900"/>
          <p14:tracePt t="10148" x="4711700" y="6318250"/>
          <p14:tracePt t="10162" x="4730750" y="6318250"/>
          <p14:tracePt t="10174" x="4743450" y="6318250"/>
          <p14:tracePt t="10191" x="4787900" y="6324600"/>
          <p14:tracePt t="10208" x="4806950" y="6343650"/>
          <p14:tracePt t="10224" x="4864100" y="6343650"/>
          <p14:tracePt t="10240" x="4953000" y="6343650"/>
          <p14:tracePt t="10257" x="5010150" y="6350000"/>
          <p14:tracePt t="10274" x="5137150" y="6369050"/>
          <p14:tracePt t="10291" x="5321300" y="6400800"/>
          <p14:tracePt t="10307" x="5410200" y="6407150"/>
          <p14:tracePt t="10324" x="5638800" y="6419850"/>
          <p14:tracePt t="10340" x="5867400" y="6426200"/>
          <p14:tracePt t="10357" x="5943600" y="6426200"/>
          <p14:tracePt t="10374" x="6083300" y="6426200"/>
          <p14:tracePt t="10391" x="6165850" y="6426200"/>
          <p14:tracePt t="10407" x="6191250" y="6426200"/>
          <p14:tracePt t="10423" x="6216650" y="6426200"/>
          <p14:tracePt t="10440" x="6223000" y="6426200"/>
          <p14:tracePt t="10457" x="6235700" y="6432550"/>
          <p14:tracePt t="11144" x="6242050" y="6432550"/>
          <p14:tracePt t="11151" x="6267450" y="6432550"/>
          <p14:tracePt t="11165" x="6286500" y="6432550"/>
          <p14:tracePt t="11174" x="6305550" y="6432550"/>
          <p14:tracePt t="11187" x="6343650" y="6432550"/>
          <p14:tracePt t="11204" x="6419850" y="6432550"/>
          <p14:tracePt t="11221" x="6489700" y="6445250"/>
          <p14:tracePt t="11237" x="6629400" y="6445250"/>
          <p14:tracePt t="11254" x="6832600" y="6438900"/>
          <p14:tracePt t="11271" x="7035800" y="6438900"/>
          <p14:tracePt t="11287" x="7150100" y="6438900"/>
          <p14:tracePt t="11303" x="7245350" y="6438900"/>
          <p14:tracePt t="11321" x="7512050" y="6438900"/>
          <p14:tracePt t="11336" x="7594600" y="6432550"/>
          <p14:tracePt t="11353" x="7645400" y="6432550"/>
          <p14:tracePt t="11370" x="7740650" y="6419850"/>
          <p14:tracePt t="11387" x="7797800" y="6419850"/>
          <p14:tracePt t="11404" x="7848600" y="6419850"/>
          <p14:tracePt t="11420" x="7867650" y="6419850"/>
          <p14:tracePt t="11437" x="7886700" y="6419850"/>
          <p14:tracePt t="11454" x="7893050" y="6419850"/>
          <p14:tracePt t="11470" x="7899400" y="6419850"/>
          <p14:tracePt t="11769" x="7899400" y="6413500"/>
          <p14:tracePt t="11784" x="7899400" y="6419850"/>
          <p14:tracePt t="12878" x="7886700" y="6419850"/>
          <p14:tracePt t="12885" x="7861300" y="6400800"/>
          <p14:tracePt t="12901" x="7829550" y="6394450"/>
          <p14:tracePt t="12915" x="7785100" y="6381750"/>
          <p14:tracePt t="12931" x="7715250" y="6356350"/>
          <p14:tracePt t="12949" x="7600950" y="6318250"/>
          <p14:tracePt t="12965" x="7550150" y="6299200"/>
          <p14:tracePt t="12981" x="7429500" y="6280150"/>
          <p14:tracePt t="12998" x="7270750" y="6248400"/>
          <p14:tracePt t="13014" x="7194550" y="6229350"/>
          <p14:tracePt t="13031" x="7004050" y="6210300"/>
          <p14:tracePt t="13048" x="6813550" y="6203950"/>
          <p14:tracePt t="13064" x="6724650" y="6203950"/>
          <p14:tracePt t="13082" x="6642100" y="6191250"/>
          <p14:tracePt t="13097" x="6451600" y="6172200"/>
          <p14:tracePt t="13114" x="6394450" y="6165850"/>
          <p14:tracePt t="13133" x="6318250" y="6165850"/>
          <p14:tracePt t="13148" x="6273800" y="6165850"/>
          <p14:tracePt t="13164" x="6223000" y="6172200"/>
          <p14:tracePt t="13181" x="6191250" y="6172200"/>
          <p14:tracePt t="13214" x="6184900" y="6178550"/>
          <p14:tracePt t="13230" x="6184900" y="6184900"/>
          <p14:tracePt t="13370" x="6191250" y="6184900"/>
          <p14:tracePt t="13398" x="6203950" y="6184900"/>
          <p14:tracePt t="13419" x="6210300" y="6184900"/>
          <p14:tracePt t="13426" x="6216650" y="6184900"/>
          <p14:tracePt t="13440" x="6216650" y="6178550"/>
          <p14:tracePt t="13942" x="6229350" y="6178550"/>
          <p14:tracePt t="13949" x="6248400" y="6178550"/>
          <p14:tracePt t="13964" x="6267450" y="6178550"/>
          <p14:tracePt t="13978" x="6286500" y="6178550"/>
          <p14:tracePt t="13994" x="6330950" y="6184900"/>
          <p14:tracePt t="14012" x="6464300" y="6203950"/>
          <p14:tracePt t="14027" x="6527800" y="6216650"/>
          <p14:tracePt t="14044" x="6667500" y="6223000"/>
          <p14:tracePt t="14061" x="6832600" y="6223000"/>
          <p14:tracePt t="14077" x="6921500" y="6223000"/>
          <p14:tracePt t="14094" x="7124700" y="6235700"/>
          <p14:tracePt t="14111" x="7340600" y="6242050"/>
          <p14:tracePt t="14127" x="7442200" y="6254750"/>
          <p14:tracePt t="14144" x="7537450" y="6267450"/>
          <p14:tracePt t="14160" x="7740650" y="6286500"/>
          <p14:tracePt t="14177" x="7797800" y="6292850"/>
          <p14:tracePt t="14195" x="7905750" y="6311900"/>
          <p14:tracePt t="14211" x="7931150" y="6318250"/>
          <p14:tracePt t="14227" x="7962900" y="6318250"/>
          <p14:tracePt t="14244" x="7981950" y="6324600"/>
          <p14:tracePt t="14260" x="7988300" y="6324600"/>
          <p14:tracePt t="14277" x="7994650" y="6324600"/>
          <p14:tracePt t="14293" x="8001000" y="6324600"/>
          <p14:tracePt t="14433" x="7994650" y="6324600"/>
          <p14:tracePt t="14440" x="7988300" y="6324600"/>
          <p14:tracePt t="14454" x="7975600" y="6324600"/>
          <p14:tracePt t="14462" x="7969250" y="6324600"/>
          <p14:tracePt t="14477" x="7956550" y="6318250"/>
          <p14:tracePt t="14493" x="7937500" y="6318250"/>
          <p14:tracePt t="14509" x="7880350" y="6311900"/>
          <p14:tracePt t="14525" x="7778750" y="6311900"/>
          <p14:tracePt t="14543" x="7696200" y="6311900"/>
          <p14:tracePt t="14560" x="7518400" y="6311900"/>
          <p14:tracePt t="14576" x="7315200" y="6324600"/>
          <p14:tracePt t="14592" x="7213600" y="6324600"/>
          <p14:tracePt t="14609" x="7029450" y="6324600"/>
          <p14:tracePt t="14626" x="6870700" y="6343650"/>
          <p14:tracePt t="14643" x="6807200" y="6356350"/>
          <p14:tracePt t="14659" x="6711950" y="6362700"/>
          <p14:tracePt t="14675" x="6654800" y="6362700"/>
          <p14:tracePt t="14692" x="6629400" y="6362700"/>
          <p14:tracePt t="14708" x="6616700" y="6369050"/>
          <p14:tracePt t="14725" x="6597650" y="6369050"/>
          <p14:tracePt t="14791" x="6591300" y="6369050"/>
          <p14:tracePt t="14805" x="6584950" y="6369050"/>
          <p14:tracePt t="14812" x="6578600" y="6369050"/>
          <p14:tracePt t="14824" x="6578600" y="6356350"/>
          <p14:tracePt t="14841" x="6572250" y="6343650"/>
          <p14:tracePt t="21463" x="6559550" y="6343650"/>
          <p14:tracePt t="21470" x="6534150" y="6337300"/>
          <p14:tracePt t="21477" x="6508750" y="6330950"/>
          <p14:tracePt t="21486" x="6483350" y="6324600"/>
          <p14:tracePt t="21502" x="6426200" y="6299200"/>
          <p14:tracePt t="21519" x="6330950" y="6261100"/>
          <p14:tracePt t="21535" x="6261100" y="6242050"/>
          <p14:tracePt t="21552" x="6178550" y="6229350"/>
          <p14:tracePt t="21569" x="6045200" y="6203950"/>
          <p14:tracePt t="21585" x="5956300" y="6178550"/>
          <p14:tracePt t="21601" x="5829300" y="6159500"/>
          <p14:tracePt t="21618" x="5664200" y="6115050"/>
          <p14:tracePt t="21635" x="5556250" y="6083300"/>
          <p14:tracePt t="21652" x="5435600" y="6045200"/>
          <p14:tracePt t="21667" x="5245100" y="5994400"/>
          <p14:tracePt t="21684" x="5111750" y="5962650"/>
          <p14:tracePt t="21702" x="4946650" y="5911850"/>
          <p14:tracePt t="21718" x="4838700" y="5861050"/>
          <p14:tracePt t="21734" x="4743450" y="5835650"/>
          <p14:tracePt t="21737" x="4686300" y="5816600"/>
          <p14:tracePt t="21751" x="4635500" y="5810250"/>
          <p14:tracePt t="21767" x="4527550" y="5797550"/>
          <p14:tracePt t="21784" x="4489450" y="5797550"/>
          <p14:tracePt t="21801" x="4394200" y="5810250"/>
          <p14:tracePt t="21817" x="4248150" y="5848350"/>
          <p14:tracePt t="21835" x="4076700" y="5880100"/>
          <p14:tracePt t="21850" x="3975100" y="5886450"/>
          <p14:tracePt t="21867" x="3848100" y="5911850"/>
          <p14:tracePt t="21884" x="3467100" y="5949950"/>
          <p14:tracePt t="21900" x="3340100" y="5956300"/>
          <p14:tracePt t="21917" x="3098800" y="5962650"/>
          <p14:tracePt t="21934" x="2832100" y="5975350"/>
          <p14:tracePt t="21950" x="2717800" y="5975350"/>
          <p14:tracePt t="21967" x="2590800" y="5949950"/>
          <p14:tracePt t="22539" x="2559050" y="5956300"/>
          <p14:tracePt t="22546" x="2527300" y="5969000"/>
          <p14:tracePt t="22560" x="2482850" y="5988050"/>
          <p14:tracePt t="22568" x="2457450" y="5994400"/>
          <p14:tracePt t="22584" x="2425700" y="6007100"/>
          <p14:tracePt t="22598" x="2393950" y="6026150"/>
          <p14:tracePt t="22614" x="2330450" y="6051550"/>
          <p14:tracePt t="22631" x="2286000" y="6076950"/>
          <p14:tracePt t="22647" x="2260600" y="6089650"/>
          <p14:tracePt t="22664" x="2216150" y="6127750"/>
          <p14:tracePt t="22681" x="2171700" y="6159500"/>
          <p14:tracePt t="22698" x="2152650" y="6172200"/>
          <p14:tracePt t="22715" x="2114550" y="6191250"/>
          <p14:tracePt t="22730" x="2076450" y="6210300"/>
          <p14:tracePt t="22747" x="2051050" y="6229350"/>
          <p14:tracePt t="22764" x="2006600" y="6273800"/>
          <p14:tracePt t="22781" x="1955800" y="6311900"/>
          <p14:tracePt t="22797" x="1924050" y="6324600"/>
          <p14:tracePt t="22814" x="1879600" y="6356350"/>
          <p14:tracePt t="22834" x="1854200" y="6362700"/>
          <p14:tracePt t="22847" x="1847850" y="6369050"/>
          <p14:tracePt t="22863" x="1835150" y="6369050"/>
          <p14:tracePt t="22890" x="1828800" y="6369050"/>
          <p14:tracePt t="22961" x="1822450" y="6369050"/>
          <p14:tracePt t="22989" x="1816100" y="6369050"/>
          <p14:tracePt t="23031" x="1809750" y="6369050"/>
          <p14:tracePt t="23094" x="1803400" y="6369050"/>
          <p14:tracePt t="23192" x="1797050" y="6369050"/>
          <p14:tracePt t="23354" x="1797050" y="6362700"/>
          <p14:tracePt t="23375" x="1790700" y="6356350"/>
          <p14:tracePt t="23382" x="1790700" y="6350000"/>
          <p14:tracePt t="23410" x="1784350" y="6343650"/>
          <p14:tracePt t="23431" x="1778000" y="6337300"/>
          <p14:tracePt t="23494" x="1771650" y="6330950"/>
          <p14:tracePt t="23501" x="1771650" y="6324600"/>
          <p14:tracePt t="23515" x="1765300" y="6324600"/>
          <p14:tracePt t="23528" x="1758950" y="6318250"/>
          <p14:tracePt t="23545" x="1758950" y="6311900"/>
          <p14:tracePt t="23592" x="1752600" y="6305550"/>
          <p14:tracePt t="23621" x="1746250" y="6299200"/>
          <p14:tracePt t="23663" x="1739900" y="6299200"/>
          <p14:tracePt t="23670" x="1733550" y="6299200"/>
          <p14:tracePt t="23691" x="1733550" y="6292850"/>
          <p14:tracePt t="23726" x="1727200" y="6286500"/>
          <p14:tracePt t="23733" x="1720850" y="6286500"/>
          <p14:tracePt t="23796" x="1720850" y="6280150"/>
          <p14:tracePt t="23873" x="1720850" y="6273800"/>
          <p14:tracePt t="23923" x="1720850" y="6267450"/>
          <p14:tracePt t="23944" x="1727200" y="6267450"/>
          <p14:tracePt t="23951" x="1727200" y="6261100"/>
          <p14:tracePt t="23965" x="1733550" y="6261100"/>
          <p14:tracePt t="23976" x="1739900" y="6261100"/>
          <p14:tracePt t="23994" x="1758950" y="6261100"/>
          <p14:tracePt t="24010" x="1758950" y="6254750"/>
          <p14:tracePt t="24026" x="1797050" y="6242050"/>
          <p14:tracePt t="24043" x="1841500" y="6235700"/>
          <p14:tracePt t="24059" x="1873250" y="6223000"/>
          <p14:tracePt t="24077" x="1911350" y="6216650"/>
          <p14:tracePt t="24093" x="2089150" y="6172200"/>
          <p14:tracePt t="24109" x="2152650" y="6159500"/>
          <p14:tracePt t="24127" x="2311400" y="6134100"/>
          <p14:tracePt t="24142" x="2413000" y="6108700"/>
          <p14:tracePt t="24159" x="2609850" y="6089650"/>
          <p14:tracePt t="24176" x="2800350" y="6083300"/>
          <p14:tracePt t="24192" x="2889250" y="6070600"/>
          <p14:tracePt t="24209" x="3079750" y="6070600"/>
          <p14:tracePt t="24226" x="3244850" y="6070600"/>
          <p14:tracePt t="24242" x="3321050" y="6070600"/>
          <p14:tracePt t="24245" x="3384550" y="6064250"/>
          <p14:tracePt t="24259" x="3448050" y="6064250"/>
          <p14:tracePt t="24275" x="3543300" y="6051550"/>
          <p14:tracePt t="24292" x="3575050" y="6051550"/>
          <p14:tracePt t="24309" x="3619500" y="6064250"/>
          <p14:tracePt t="24325" x="3663950" y="6070600"/>
          <p14:tracePt t="24342" x="3676650" y="6070600"/>
          <p14:tracePt t="24359" x="3695700" y="6070600"/>
          <p14:tracePt t="24435" x="3695700" y="6076950"/>
          <p14:tracePt t="24456" x="3689350" y="6076950"/>
          <p14:tracePt t="24463" x="3683000" y="6076950"/>
          <p14:tracePt t="24484" x="3676650" y="6083300"/>
          <p14:tracePt t="24512" x="3683000" y="6083300"/>
          <p14:tracePt t="25376" x="3683000" y="6089650"/>
          <p14:tracePt t="25391" x="3695700" y="6102350"/>
          <p14:tracePt t="25405" x="3721100" y="6108700"/>
          <p14:tracePt t="25422" x="3784600" y="6140450"/>
          <p14:tracePt t="25439" x="3829050" y="6159500"/>
          <p14:tracePt t="25455" x="3937000" y="6184900"/>
          <p14:tracePt t="25471" x="4070350" y="6210300"/>
          <p14:tracePt t="25488" x="4146550" y="6242050"/>
          <p14:tracePt t="25504" x="4343400" y="6280150"/>
          <p14:tracePt t="25521" x="4540250" y="6324600"/>
          <p14:tracePt t="25539" x="4768850" y="6356350"/>
          <p14:tracePt t="25555" x="4883150" y="6375400"/>
          <p14:tracePt t="25571" x="5010150" y="6388100"/>
          <p14:tracePt t="25587" x="5251450" y="6400800"/>
          <p14:tracePt t="25604" x="5505450" y="6394450"/>
          <p14:tracePt t="25623" x="5734050" y="6407150"/>
          <p14:tracePt t="25637" x="5924550" y="6419850"/>
          <p14:tracePt t="25655" x="6026150" y="6419850"/>
          <p14:tracePt t="25671" x="6229350" y="6419850"/>
          <p14:tracePt t="25687" x="6330950" y="6426200"/>
          <p14:tracePt t="25704" x="6508750" y="6438900"/>
          <p14:tracePt t="25721" x="6699250" y="6438900"/>
          <p14:tracePt t="25737" x="6813550" y="6451600"/>
          <p14:tracePt t="25756" x="6991350" y="6470650"/>
          <p14:tracePt t="25771" x="7124700" y="6477000"/>
          <p14:tracePt t="25787" x="7175500" y="6489700"/>
          <p14:tracePt t="25804" x="7258050" y="6502400"/>
          <p14:tracePt t="25820" x="7315200" y="6502400"/>
          <p14:tracePt t="25837" x="7346950" y="6502400"/>
          <p14:tracePt t="25854" x="7378700" y="6496050"/>
          <p14:tracePt t="25871" x="7397750" y="6489700"/>
          <p14:tracePt t="25886" x="7416800" y="6489700"/>
          <p14:tracePt t="25903" x="7448550" y="6489700"/>
          <p14:tracePt t="25920" x="7454900" y="6489700"/>
          <p14:tracePt t="25936" x="7473950" y="6489700"/>
          <p14:tracePt t="25953" x="7493000" y="6483350"/>
          <p14:tracePt t="25970" x="7499350" y="6483350"/>
          <p14:tracePt t="25987" x="7518400" y="6477000"/>
          <p14:tracePt t="26002" x="7531100" y="6477000"/>
          <p14:tracePt t="26019" x="7537450" y="6470650"/>
          <p14:tracePt t="26036" x="7550150" y="6470650"/>
          <p14:tracePt t="26053" x="7562850" y="6464300"/>
          <p14:tracePt t="26070" x="7569200" y="6464300"/>
          <p14:tracePt t="26086" x="7575550" y="6457950"/>
          <p14:tracePt t="26373" x="7556500" y="6457950"/>
          <p14:tracePt t="26380" x="7505700" y="6451600"/>
          <p14:tracePt t="26394" x="7454900" y="6451600"/>
          <p14:tracePt t="26404" x="7391400" y="6451600"/>
          <p14:tracePt t="26418" x="7315200" y="6451600"/>
          <p14:tracePt t="26435" x="7156450" y="6451600"/>
          <p14:tracePt t="26451" x="6991350" y="6470650"/>
          <p14:tracePt t="26468" x="6915150" y="6483350"/>
          <p14:tracePt t="26485" x="6781800" y="6502400"/>
          <p14:tracePt t="26501" x="6673850" y="6527800"/>
          <p14:tracePt t="26518" x="6654800" y="6527800"/>
          <p14:tracePt t="26535" x="6610350" y="6540500"/>
          <p14:tracePt t="26551" x="6591300" y="6540500"/>
          <p14:tracePt t="26567" x="6584950" y="6540500"/>
          <p14:tracePt t="26703" x="6584950" y="6546850"/>
          <p14:tracePt t="26731" x="6591300" y="6553200"/>
          <p14:tracePt t="26745" x="6597650" y="6559550"/>
          <p14:tracePt t="26753" x="6597650" y="6565900"/>
          <p14:tracePt t="26982" x="6521450" y="6527800"/>
          <p14:tracePt t="26996" x="6407150" y="6489700"/>
          <p14:tracePt t="27003" x="6273800" y="6445250"/>
          <p14:tracePt t="27016" x="6096000" y="6388100"/>
          <p14:tracePt t="27032" x="5943600" y="6356350"/>
          <p14:tracePt t="27049" x="5524500" y="6305550"/>
          <p14:tracePt t="27066" x="5251450" y="6273800"/>
          <p14:tracePt t="27082" x="4464050" y="6172200"/>
          <p14:tracePt t="27099" x="4146550" y="6153150"/>
          <p14:tracePt t="27116" x="3829050" y="6121400"/>
          <p14:tracePt t="27132" x="3111500" y="6057900"/>
          <p14:tracePt t="27149" x="2489200" y="5975350"/>
          <p14:tracePt t="27166" x="1860550" y="5943600"/>
          <p14:tracePt t="27182" x="1619250" y="5930900"/>
          <p14:tracePt t="27199" x="1301750" y="5918200"/>
          <p14:tracePt t="27215" x="1060450" y="5943600"/>
          <p14:tracePt t="27232" x="971550" y="5943600"/>
          <p14:tracePt t="27249" x="857250" y="5969000"/>
          <p14:tracePt t="27265" x="787400" y="5994400"/>
          <p14:tracePt t="27281" x="755650" y="6000750"/>
          <p14:tracePt t="27299" x="742950" y="6007100"/>
          <p14:tracePt t="27315" x="736600" y="6013450"/>
          <p14:tracePt t="27382" x="749300" y="6013450"/>
          <p14:tracePt t="27396" x="749300" y="6019800"/>
          <p14:tracePt t="27417" x="755650" y="6019800"/>
          <p14:tracePt t="27424" x="762000" y="6019800"/>
          <p14:tracePt t="27434" x="774700" y="6019800"/>
          <p14:tracePt t="27447" x="781050" y="6019800"/>
          <p14:tracePt t="27464" x="793750" y="6019800"/>
          <p14:tracePt t="27481" x="825500" y="6026150"/>
          <p14:tracePt t="27497" x="863600" y="6032500"/>
          <p14:tracePt t="27514" x="889000" y="6038850"/>
          <p14:tracePt t="27531" x="933450" y="6045200"/>
          <p14:tracePt t="27547" x="990600" y="6051550"/>
          <p14:tracePt t="27564" x="1022350" y="6051550"/>
          <p14:tracePt t="27581" x="1123950" y="6057900"/>
          <p14:tracePt t="27597" x="1250950" y="6070600"/>
          <p14:tracePt t="27614" x="1435100" y="6089650"/>
          <p14:tracePt t="27630" x="1536700" y="6089650"/>
          <p14:tracePt t="27647" x="1765300" y="6108700"/>
          <p14:tracePt t="27664" x="2012950" y="6108700"/>
          <p14:tracePt t="27680" x="2139950" y="6108700"/>
          <p14:tracePt t="27697" x="2241550" y="6108700"/>
          <p14:tracePt t="27713" x="2508250" y="6108700"/>
          <p14:tracePt t="27729" x="2571750" y="6108700"/>
          <p14:tracePt t="27747" x="2635250" y="6108700"/>
          <p14:tracePt t="27763" x="2705100" y="6108700"/>
          <p14:tracePt t="27780" x="2724150" y="6102350"/>
          <p14:tracePt t="27797" x="2730500" y="6102350"/>
          <p14:tracePt t="27829" x="2730500" y="6096000"/>
          <p14:tracePt t="27848" x="2724150" y="6096000"/>
          <p14:tracePt t="27867" x="2717800" y="6096000"/>
          <p14:tracePt t="27888" x="2711450" y="6096000"/>
          <p14:tracePt t="27897" x="2705100" y="6096000"/>
          <p14:tracePt t="27912" x="2698750" y="6096000"/>
          <p14:tracePt t="27930" x="2679700" y="6108700"/>
          <p14:tracePt t="27946" x="2686050" y="6115050"/>
          <p14:tracePt t="27962" x="2698750" y="6115050"/>
          <p14:tracePt t="28369" x="2730500" y="6115050"/>
          <p14:tracePt t="28375" x="2774950" y="6115050"/>
          <p14:tracePt t="28389" x="2838450" y="6115050"/>
          <p14:tracePt t="28398" x="2908300" y="6121400"/>
          <p14:tracePt t="28414" x="2984500" y="6121400"/>
          <p14:tracePt t="28428" x="3187700" y="6121400"/>
          <p14:tracePt t="28445" x="3314700" y="6121400"/>
          <p14:tracePt t="28461" x="3632200" y="6134100"/>
          <p14:tracePt t="28477" x="3816350" y="6146800"/>
          <p14:tracePt t="28494" x="4260850" y="6146800"/>
          <p14:tracePt t="28511" x="4483100" y="6178550"/>
          <p14:tracePt t="28528" x="4908550" y="6203950"/>
          <p14:tracePt t="28544" x="5276850" y="6203950"/>
          <p14:tracePt t="28560" x="5416550" y="6203950"/>
          <p14:tracePt t="28577" x="5721350" y="6197600"/>
          <p14:tracePt t="28594" x="5784850" y="6203950"/>
          <p14:tracePt t="28611" x="5873750" y="6203950"/>
          <p14:tracePt t="28627" x="5918200" y="6203950"/>
          <p14:tracePt t="28644" x="5924550" y="6203950"/>
          <p14:tracePt t="28696" x="5918200" y="6203950"/>
          <p14:tracePt t="28745" x="5918200" y="6197600"/>
          <p14:tracePt t="28766" x="5911850" y="6197600"/>
          <p14:tracePt t="28773" x="5905500" y="6197600"/>
          <p14:tracePt t="28808" x="5899150" y="6197600"/>
          <p14:tracePt t="28815" x="5892800" y="6210300"/>
          <p14:tracePt t="29208" x="5905500" y="6210300"/>
          <p14:tracePt t="29215" x="5937250" y="6210300"/>
          <p14:tracePt t="29229" x="5962650" y="6210300"/>
          <p14:tracePt t="29241" x="6000750" y="6210300"/>
          <p14:tracePt t="29258" x="6121400" y="6229350"/>
          <p14:tracePt t="29275" x="6184900" y="6229350"/>
          <p14:tracePt t="29292" x="6337300" y="6229350"/>
          <p14:tracePt t="29308" x="6540500" y="6223000"/>
          <p14:tracePt t="29325" x="6667500" y="6223000"/>
          <p14:tracePt t="29328" x="6819900" y="6223000"/>
          <p14:tracePt t="29342" x="7004050" y="6223000"/>
          <p14:tracePt t="29358" x="7258050" y="6216650"/>
          <p14:tracePt t="29374" x="7372350" y="6216650"/>
          <p14:tracePt t="29391" x="7588250" y="6216650"/>
          <p14:tracePt t="29408" x="7766050" y="6216650"/>
          <p14:tracePt t="29426" x="7867650" y="6229350"/>
          <p14:tracePt t="29441" x="7912100" y="6229350"/>
          <p14:tracePt t="29457" x="7931150" y="6229350"/>
          <p14:tracePt t="29475" x="7969250" y="6229350"/>
          <p14:tracePt t="29545" x="7962900" y="6229350"/>
          <p14:tracePt t="29566" x="7956550" y="6235700"/>
          <p14:tracePt t="29587" x="7950200" y="6235700"/>
          <p14:tracePt t="29629" x="7943850" y="6235700"/>
          <p14:tracePt t="29636" x="7937500" y="6235700"/>
          <p14:tracePt t="29658" x="7931150" y="6235700"/>
          <p14:tracePt t="29671" x="7918450" y="6235700"/>
          <p14:tracePt t="29678" x="7905750" y="6235700"/>
          <p14:tracePt t="29689" x="7886700" y="6235700"/>
          <p14:tracePt t="29707" x="7829550" y="6235700"/>
          <p14:tracePt t="29723" x="7778750" y="6242050"/>
          <p14:tracePt t="29740" x="7715250" y="6248400"/>
          <p14:tracePt t="29757" x="7505700" y="6261100"/>
          <p14:tracePt t="29773" x="7429500" y="6261100"/>
          <p14:tracePt t="29791" x="7289800" y="6267450"/>
          <p14:tracePt t="29806" x="7213600" y="6267450"/>
          <p14:tracePt t="29823" x="7086600" y="6280150"/>
          <p14:tracePt t="29841" x="6965950" y="6286500"/>
          <p14:tracePt t="29856" x="6915150" y="6286500"/>
          <p14:tracePt t="29873" x="6845300" y="6286500"/>
          <p14:tracePt t="29889" x="6788150" y="6286500"/>
          <p14:tracePt t="29906" x="6750050" y="6280150"/>
          <p14:tracePt t="29922" x="6680200" y="6273800"/>
          <p14:tracePt t="29939" x="6616700" y="6267450"/>
          <p14:tracePt t="29956" x="6572250" y="6267450"/>
          <p14:tracePt t="29974" x="6527800" y="6254750"/>
          <p14:tracePt t="31584" x="6540500" y="6254750"/>
          <p14:tracePt t="31598" x="6553200" y="6254750"/>
          <p14:tracePt t="31604" x="6565900" y="6254750"/>
          <p14:tracePt t="31616" x="6578600" y="6254750"/>
          <p14:tracePt t="31634" x="6610350" y="6254750"/>
          <p14:tracePt t="31650" x="6642100" y="6254750"/>
          <p14:tracePt t="31666" x="6661150" y="6254750"/>
          <p14:tracePt t="31683" x="6731000" y="6254750"/>
          <p14:tracePt t="31700" x="6743700" y="6254750"/>
          <p14:tracePt t="31717" x="6769100" y="6248400"/>
          <p14:tracePt t="31733" x="6775450" y="6248400"/>
          <p14:tracePt t="31749" x="6781800" y="6242050"/>
          <p14:tracePt t="31801" x="6781800" y="6229350"/>
          <p14:tracePt t="31843" x="6775450" y="6223000"/>
          <p14:tracePt t="31851" x="6769100" y="6223000"/>
          <p14:tracePt t="31878" x="6762750" y="6223000"/>
          <p14:tracePt t="31885" x="6756400" y="6223000"/>
          <p14:tracePt t="31901" x="6750050" y="6223000"/>
          <p14:tracePt t="31928" x="6743700" y="6223000"/>
          <p14:tracePt t="31935" x="6731000" y="6223000"/>
          <p14:tracePt t="31949" x="6718300" y="6223000"/>
          <p14:tracePt t="31965" x="6680200" y="6223000"/>
          <p14:tracePt t="31982" x="6616700" y="6229350"/>
          <p14:tracePt t="31999" x="6546850" y="6254750"/>
          <p14:tracePt t="32015" x="6515100" y="6261100"/>
          <p14:tracePt t="32033" x="6464300" y="6292850"/>
          <p14:tracePt t="32048" x="6426200" y="6311900"/>
          <p14:tracePt t="32065" x="6407150" y="6324600"/>
          <p14:tracePt t="32082" x="6400800" y="6350000"/>
          <p14:tracePt t="32098" x="6407150" y="6369050"/>
          <p14:tracePt t="32115" x="6413500" y="6381750"/>
          <p14:tracePt t="32132" x="6445250" y="6407150"/>
          <p14:tracePt t="32148" x="6527800" y="6426200"/>
          <p14:tracePt t="32164" x="6584950" y="6451600"/>
          <p14:tracePt t="32182" x="6692900" y="6470650"/>
          <p14:tracePt t="32198" x="6781800" y="6470650"/>
          <p14:tracePt t="32215" x="6813550" y="6464300"/>
          <p14:tracePt t="32231" x="6845300" y="6438900"/>
          <p14:tracePt t="32248" x="6858000" y="6426200"/>
          <p14:tracePt t="32265" x="6858000" y="6400800"/>
          <p14:tracePt t="32281" x="6851650" y="6394450"/>
          <p14:tracePt t="32298" x="6845300" y="6388100"/>
          <p14:tracePt t="32315" x="6826250" y="6362700"/>
          <p14:tracePt t="32331" x="6813550" y="6356350"/>
          <p14:tracePt t="32348" x="6800850" y="6350000"/>
          <p14:tracePt t="32364" x="6756400" y="6324600"/>
          <p14:tracePt t="32381" x="6724650" y="6299200"/>
          <p14:tracePt t="32398" x="6642100" y="6267450"/>
          <p14:tracePt t="32414" x="6489700" y="6203950"/>
          <p14:tracePt t="32431" x="6413500" y="6197600"/>
          <p14:tracePt t="32449" x="6248400" y="6178550"/>
          <p14:tracePt t="32464" x="6089650" y="6178550"/>
          <p14:tracePt t="32480" x="6000750" y="6210300"/>
          <p14:tracePt t="32497" x="5835650" y="6273800"/>
          <p14:tracePt t="32514" x="5803900" y="6292850"/>
          <p14:tracePt t="32531" x="5791200" y="6318250"/>
          <p14:tracePt t="32547" x="5791200" y="6343650"/>
          <p14:tracePt t="32564" x="5810250" y="6356350"/>
          <p14:tracePt t="32581" x="5880100" y="6407150"/>
          <p14:tracePt t="32597" x="5975350" y="6457950"/>
          <p14:tracePt t="32613" x="6045200" y="6489700"/>
          <p14:tracePt t="32630" x="6115050" y="6508750"/>
          <p14:tracePt t="32646" x="6248400" y="6540500"/>
          <p14:tracePt t="32663" x="6350000" y="6540500"/>
          <p14:tracePt t="32680" x="6419850" y="6527800"/>
          <p14:tracePt t="32697" x="6438900" y="6515100"/>
          <p14:tracePt t="32713" x="6464300" y="6489700"/>
          <p14:tracePt t="32729" x="6470650" y="6451600"/>
          <p14:tracePt t="32746" x="6477000" y="6432550"/>
          <p14:tracePt t="32764" x="6477000" y="6394450"/>
          <p14:tracePt t="32780" x="6477000" y="6369050"/>
          <p14:tracePt t="32796" x="6464300" y="6330950"/>
          <p14:tracePt t="32813" x="6451600" y="6286500"/>
          <p14:tracePt t="32829" x="6413500" y="6223000"/>
          <p14:tracePt t="32846" x="6388100" y="6197600"/>
          <p14:tracePt t="32862" x="6324600" y="6134100"/>
          <p14:tracePt t="32879" x="6248400" y="6089650"/>
          <p14:tracePt t="32896" x="6203950" y="6070600"/>
          <p14:tracePt t="32912" x="6134100" y="6051550"/>
          <p14:tracePt t="32929" x="6096000" y="6051550"/>
          <p14:tracePt t="32946" x="6007100" y="6070600"/>
          <p14:tracePt t="32962" x="5981700" y="6083300"/>
          <p14:tracePt t="32978" x="5962650" y="6096000"/>
          <p14:tracePt t="32996" x="5943600" y="6140450"/>
          <p14:tracePt t="33012" x="5930900" y="6184900"/>
          <p14:tracePt t="33028" x="5930900" y="6203950"/>
          <p14:tracePt t="33045" x="5937250" y="6235700"/>
          <p14:tracePt t="33062" x="5962650" y="6261100"/>
          <p14:tracePt t="33078" x="5975350" y="6273800"/>
          <p14:tracePt t="33095" x="6026150" y="6292850"/>
          <p14:tracePt t="33112" x="6096000" y="6305550"/>
          <p14:tracePt t="33129" x="6165850" y="6305550"/>
          <p14:tracePt t="33145" x="6197600" y="6299200"/>
          <p14:tracePt t="33162" x="6235700" y="6299200"/>
          <p14:tracePt t="33178" x="6273800" y="6286500"/>
          <p14:tracePt t="33194" x="6299200" y="6273800"/>
          <p14:tracePt t="33211" x="6330950" y="6242050"/>
          <p14:tracePt t="33228" x="6343650" y="6210300"/>
          <p14:tracePt t="33244" x="6343650" y="6165850"/>
          <p14:tracePt t="33262" x="6330950" y="6134100"/>
          <p14:tracePt t="33278" x="6324600" y="6121400"/>
          <p14:tracePt t="33294" x="6292850" y="6083300"/>
          <p14:tracePt t="33311" x="6235700" y="6057900"/>
          <p14:tracePt t="33328" x="6210300" y="6051550"/>
          <p14:tracePt t="33344" x="6127750" y="6051550"/>
          <p14:tracePt t="33361" x="6051550" y="6051550"/>
          <p14:tracePt t="33377" x="6019800" y="6057900"/>
          <p14:tracePt t="33394" x="5969000" y="6089650"/>
          <p14:tracePt t="33411" x="5962650" y="6102350"/>
          <p14:tracePt t="33427" x="5956300" y="6140450"/>
          <p14:tracePt t="33445" x="5975350" y="6191250"/>
          <p14:tracePt t="33460" x="6070600" y="6267450"/>
          <p14:tracePt t="33476" x="6115050" y="6305550"/>
          <p14:tracePt t="33494" x="6216650" y="6350000"/>
          <p14:tracePt t="33510" x="6324600" y="6375400"/>
          <p14:tracePt t="33527" x="6375400" y="6375400"/>
          <p14:tracePt t="33543" x="6464300" y="6375400"/>
          <p14:tracePt t="33560" x="6508750" y="6362700"/>
          <p14:tracePt t="33577" x="6527800" y="6350000"/>
          <p14:tracePt t="33593" x="6572250" y="6330950"/>
          <p14:tracePt t="33610" x="6584950" y="6318250"/>
          <p14:tracePt t="33627" x="6597650" y="6292850"/>
          <p14:tracePt t="33643" x="6597650" y="6267450"/>
          <p14:tracePt t="33660" x="6597650" y="6261100"/>
          <p14:tracePt t="33677" x="6591300" y="6248400"/>
          <p14:tracePt t="33693" x="6578600" y="6242050"/>
          <p14:tracePt t="33709" x="6565900" y="6235700"/>
          <p14:tracePt t="33726" x="6527800" y="6229350"/>
          <p14:tracePt t="33742" x="6464300" y="6210300"/>
          <p14:tracePt t="33759" x="6413500" y="6210300"/>
          <p14:tracePt t="33776" x="6311900" y="6210300"/>
          <p14:tracePt t="33792" x="6216650" y="6223000"/>
          <p14:tracePt t="33810" x="6165850" y="6242050"/>
          <p14:tracePt t="33826" x="6140450" y="6254750"/>
          <p14:tracePt t="33842" x="6127750" y="6261100"/>
          <p14:tracePt t="33859" x="6159500" y="6343650"/>
          <p14:tracePt t="33875" x="6197600" y="6381750"/>
          <p14:tracePt t="34139" x="6076950" y="6305550"/>
          <p14:tracePt t="34153" x="5924550" y="6216650"/>
          <p14:tracePt t="34176" x="5778500" y="6146800"/>
          <p14:tracePt t="34182" x="5594350" y="6076950"/>
          <p14:tracePt t="34191" x="5327650" y="5969000"/>
          <p14:tracePt t="34208" x="5054600" y="5861050"/>
          <p14:tracePt t="34224" x="4464050" y="5708650"/>
          <p14:tracePt t="34241" x="4298950" y="5683250"/>
          <p14:tracePt t="34258" x="3962400" y="5651500"/>
          <p14:tracePt t="34274" x="3695700" y="5645150"/>
          <p14:tracePt t="34291" x="3568700" y="5645150"/>
          <p14:tracePt t="34308" x="3295650" y="5695950"/>
          <p14:tracePt t="34324" x="3073400" y="5759450"/>
          <p14:tracePt t="34340" x="2984500" y="5791200"/>
          <p14:tracePt t="34358" x="2787650" y="5867400"/>
          <p14:tracePt t="34373" x="2616200" y="5924550"/>
          <p14:tracePt t="34390" x="2546350" y="5956300"/>
          <p14:tracePt t="34407" x="2432050" y="6000750"/>
          <p14:tracePt t="34423" x="2355850" y="6045200"/>
          <p14:tracePt t="34441" x="2330450" y="6051550"/>
          <p14:tracePt t="34444" x="2305050" y="6070600"/>
          <p14:tracePt t="34457" x="2286000" y="6089650"/>
          <p14:tracePt t="34473" x="2266950" y="6108700"/>
          <p14:tracePt t="34491" x="2190750" y="6159500"/>
          <p14:tracePt t="34507" x="2159000" y="6178550"/>
          <p14:tracePt t="34523" x="2139950" y="6191250"/>
          <p14:tracePt t="34540" x="2057400" y="6223000"/>
          <p14:tracePt t="34556" x="1993900" y="6254750"/>
          <p14:tracePt t="34573" x="1962150" y="6267450"/>
          <p14:tracePt t="34590" x="1911350" y="6292850"/>
          <p14:tracePt t="34606" x="1854200" y="6311900"/>
          <p14:tracePt t="34623" x="1835150" y="6324600"/>
          <p14:tracePt t="34640" x="1784350" y="6337300"/>
          <p14:tracePt t="34656" x="1746250" y="6350000"/>
          <p14:tracePt t="34674" x="1720850" y="6356350"/>
          <p14:tracePt t="34689" x="1708150" y="6356350"/>
          <p14:tracePt t="34706" x="1689100" y="6356350"/>
          <p14:tracePt t="34743" x="1689100" y="6350000"/>
          <p14:tracePt t="34759" x="1689100" y="6343650"/>
          <p14:tracePt t="34792" x="1689100" y="6337300"/>
          <p14:tracePt t="34814" x="1689100" y="6330950"/>
          <p14:tracePt t="34827" x="1689100" y="6324600"/>
          <p14:tracePt t="34834" x="1695450" y="6324600"/>
          <p14:tracePt t="34842" x="1701800" y="6318250"/>
          <p14:tracePt t="34877" x="1708150" y="6318250"/>
          <p14:tracePt t="34884" x="1714500" y="6318250"/>
          <p14:tracePt t="34898" x="1727200" y="6318250"/>
          <p14:tracePt t="34908" x="1746250" y="6311900"/>
          <p14:tracePt t="34922" x="1771650" y="6311900"/>
          <p14:tracePt t="34938" x="1885950" y="6292850"/>
          <p14:tracePt t="34954" x="2051050" y="6273800"/>
          <p14:tracePt t="34972" x="2152650" y="6267450"/>
          <p14:tracePt t="34989" x="2406650" y="6223000"/>
          <p14:tracePt t="35005" x="2781300" y="6172200"/>
          <p14:tracePt t="35021" x="2978150" y="6146800"/>
          <p14:tracePt t="35039" x="3467100" y="6102350"/>
          <p14:tracePt t="35055" x="3892550" y="6076950"/>
          <p14:tracePt t="35071" x="4108450" y="6064250"/>
          <p14:tracePt t="35088" x="4502150" y="6051550"/>
          <p14:tracePt t="35104" x="4692650" y="6038850"/>
          <p14:tracePt t="35121" x="5048250" y="6051550"/>
          <p14:tracePt t="35138" x="5391150" y="6064250"/>
          <p14:tracePt t="35154" x="5562600" y="6089650"/>
          <p14:tracePt t="35172" x="5816600" y="6108700"/>
          <p14:tracePt t="35188" x="6051550" y="6165850"/>
          <p14:tracePt t="35204" x="6140450" y="6184900"/>
          <p14:tracePt t="35221" x="6299200" y="6235700"/>
          <p14:tracePt t="35237" x="6394450" y="6261100"/>
          <p14:tracePt t="35254" x="6438900" y="6267450"/>
          <p14:tracePt t="35271" x="6489700" y="6280150"/>
          <p14:tracePt t="35287" x="6521450" y="6299200"/>
          <p14:tracePt t="35304" x="6559550" y="6305550"/>
          <p14:tracePt t="35321" x="6584950" y="6318250"/>
          <p14:tracePt t="35337" x="6604000" y="6324600"/>
          <p14:tracePt t="35355" x="6623050" y="6330950"/>
          <p14:tracePt t="35370" x="6629400" y="6330950"/>
          <p14:tracePt t="35387" x="6635750" y="6330950"/>
          <p14:tracePt t="35404" x="6654800" y="6350000"/>
          <p14:tracePt t="35420" x="6661150" y="6350000"/>
          <p14:tracePt t="35437" x="6673850" y="6356350"/>
          <p14:tracePt t="35440" x="6680200" y="6356350"/>
          <p14:tracePt t="35454" x="6686550" y="6356350"/>
          <p14:tracePt t="35470" x="6692900" y="6356350"/>
          <p14:tracePt t="35727" x="6699250" y="6356350"/>
          <p14:tracePt t="35741" x="6705600" y="6356350"/>
          <p14:tracePt t="35748" x="6718300" y="6356350"/>
          <p14:tracePt t="35755" x="6731000" y="6356350"/>
          <p14:tracePt t="35772" x="6756400" y="6362700"/>
          <p14:tracePt t="35786" x="6788150" y="6362700"/>
          <p14:tracePt t="35802" x="6902450" y="6375400"/>
          <p14:tracePt t="35819" x="7080250" y="6388100"/>
          <p14:tracePt t="35835" x="7169150" y="6388100"/>
          <p14:tracePt t="35852" x="7372350" y="6388100"/>
          <p14:tracePt t="35868" x="7562850" y="6381750"/>
          <p14:tracePt t="35885" x="7639050" y="6381750"/>
          <p14:tracePt t="35903" x="7772400" y="6375400"/>
          <p14:tracePt t="35918" x="7867650" y="6350000"/>
          <p14:tracePt t="35935" x="7905750" y="6350000"/>
          <p14:tracePt t="35952" x="7956550" y="6324600"/>
          <p14:tracePt t="35968" x="8001000" y="6318250"/>
          <p14:tracePt t="35985" x="8020050" y="6311900"/>
          <p14:tracePt t="36002" x="8045450" y="6311900"/>
          <p14:tracePt t="36018" x="8051800" y="6305550"/>
          <p14:tracePt t="36035" x="8058150" y="6305550"/>
          <p14:tracePt t="36051" x="8070850" y="6305550"/>
          <p14:tracePt t="36078" x="8077200" y="6305550"/>
          <p14:tracePt t="36099" x="8083550" y="6305550"/>
          <p14:tracePt t="36127" x="8089900" y="6305550"/>
          <p14:tracePt t="36268" x="8089900" y="6299200"/>
          <p14:tracePt t="36317" x="8089900" y="6292850"/>
          <p14:tracePt t="36331" x="8077200" y="6292850"/>
          <p14:tracePt t="36338" x="8070850" y="6292850"/>
          <p14:tracePt t="36353" x="8058150" y="6286500"/>
          <p14:tracePt t="36367" x="8032750" y="6280150"/>
          <p14:tracePt t="36384" x="7931150" y="6235700"/>
          <p14:tracePt t="36402" x="7747000" y="6153150"/>
          <p14:tracePt t="36417" x="7626350" y="6108700"/>
          <p14:tracePt t="36433" x="7473950" y="6064250"/>
          <p14:tracePt t="36451" x="7035800" y="5930900"/>
          <p14:tracePt t="36466" x="6724650" y="5854700"/>
          <p14:tracePt t="36483" x="6394450" y="5784850"/>
          <p14:tracePt t="36500" x="5562600" y="5645150"/>
          <p14:tracePt t="36517" x="5118100" y="5607050"/>
          <p14:tracePt t="36533" x="4648200" y="5575300"/>
          <p14:tracePt t="36550" x="3740150" y="5556250"/>
          <p14:tracePt t="36566" x="3321050" y="5568950"/>
          <p14:tracePt t="36584" x="2330450" y="5695950"/>
          <p14:tracePt t="36599" x="2146300" y="5746750"/>
          <p14:tracePt t="36616" x="1911350" y="5810250"/>
          <p14:tracePt t="36634" x="1752600" y="5880100"/>
          <p14:tracePt t="36649" x="1708150" y="5899150"/>
          <p14:tracePt t="36666" x="1606550" y="5956300"/>
          <p14:tracePt t="36683" x="1562100" y="5988050"/>
          <p14:tracePt t="36699" x="1549400" y="6000750"/>
          <p14:tracePt t="36715" x="1530350" y="6032500"/>
          <p14:tracePt t="36733" x="1517650" y="6045200"/>
          <p14:tracePt t="36749" x="1511300" y="6051550"/>
          <p14:tracePt t="36766" x="1511300" y="6057900"/>
          <p14:tracePt t="36782" x="1498600" y="6064250"/>
          <p14:tracePt t="36799" x="1498600" y="6070600"/>
          <p14:tracePt t="36816" x="1473200" y="6076950"/>
          <p14:tracePt t="36832" x="1435100" y="6089650"/>
          <p14:tracePt t="36849" x="1416050" y="6096000"/>
          <p14:tracePt t="36865" x="1365250" y="6108700"/>
          <p14:tracePt t="36882" x="1327150" y="6127750"/>
          <p14:tracePt t="36898" x="1314450" y="6134100"/>
          <p14:tracePt t="36915" x="1295400" y="6140450"/>
          <p14:tracePt t="36931" x="1289050" y="6140450"/>
          <p14:tracePt t="36949" x="1282700" y="6140450"/>
          <p14:tracePt t="36964" x="1282700" y="6146800"/>
          <p14:tracePt t="37082" x="1289050" y="6146800"/>
          <p14:tracePt t="37180" x="1295400" y="6146800"/>
          <p14:tracePt t="37223" x="1301750" y="6146800"/>
          <p14:tracePt t="37251" x="1308100" y="6146800"/>
          <p14:tracePt t="37272" x="1314450" y="6146800"/>
          <p14:tracePt t="37293" x="1320800" y="6146800"/>
          <p14:tracePt t="37300" x="1327150" y="6146800"/>
          <p14:tracePt t="37321" x="1333500" y="6146800"/>
          <p14:tracePt t="37335" x="1346200" y="6146800"/>
          <p14:tracePt t="37346" x="1365250" y="6146800"/>
          <p14:tracePt t="37364" x="1435100" y="6146800"/>
          <p14:tracePt t="37379" x="1485900" y="6146800"/>
          <p14:tracePt t="37397" x="1619250" y="6127750"/>
          <p14:tracePt t="37413" x="1784350" y="6121400"/>
          <p14:tracePt t="37430" x="1873250" y="6108700"/>
          <p14:tracePt t="37447" x="2076450" y="6089650"/>
          <p14:tracePt t="37463" x="2273300" y="6070600"/>
          <p14:tracePt t="37480" x="2374900" y="6057900"/>
          <p14:tracePt t="37497" x="2540000" y="6032500"/>
          <p14:tracePt t="37513" x="2660650" y="6013450"/>
          <p14:tracePt t="37529" x="2705100" y="5994400"/>
          <p14:tracePt t="37546" x="2774950" y="5988050"/>
          <p14:tracePt t="37563" x="2787650" y="5981700"/>
          <p14:tracePt t="37579" x="2806700" y="5975350"/>
          <p14:tracePt t="37616" x="2806700" y="5969000"/>
          <p14:tracePt t="37637" x="2806700" y="5962650"/>
          <p14:tracePt t="37645" x="2806700" y="5956300"/>
          <p14:tracePt t="37665" x="2813050" y="5943600"/>
          <p14:tracePt t="38887" x="2819400" y="5956300"/>
          <p14:tracePt t="38901" x="2825750" y="5969000"/>
          <p14:tracePt t="38910" x="2832100" y="5988050"/>
          <p14:tracePt t="38924" x="2844800" y="6000750"/>
          <p14:tracePt t="38941" x="2870200" y="6045200"/>
          <p14:tracePt t="38958" x="2908300" y="6089650"/>
          <p14:tracePt t="38975" x="2940050" y="6121400"/>
          <p14:tracePt t="38992" x="2997200" y="6172200"/>
          <p14:tracePt t="39008" x="3028950" y="6184900"/>
          <p14:tracePt t="39024" x="3079750" y="6216650"/>
          <p14:tracePt t="39042" x="3111500" y="6229350"/>
          <p14:tracePt t="39058" x="3136900" y="6242050"/>
          <p14:tracePt t="39075" x="3175000" y="6267450"/>
          <p14:tracePt t="39092" x="3200400" y="6273800"/>
          <p14:tracePt t="39107" x="3213100" y="6286500"/>
          <p14:tracePt t="39124" x="3219450" y="6286500"/>
          <p14:tracePt t="39141" x="3244850" y="6292850"/>
          <p14:tracePt t="39157" x="3257550" y="6292850"/>
          <p14:tracePt t="39176" x="3270250" y="6292850"/>
          <p14:tracePt t="39721" x="3270250" y="6299200"/>
          <p14:tracePt t="39728" x="3263900" y="6305550"/>
          <p14:tracePt t="39749" x="3263900" y="6311900"/>
          <p14:tracePt t="39784" x="3257550" y="6318250"/>
          <p14:tracePt t="39813" x="3257550" y="6343650"/>
          <p14:tracePt t="39840" x="3257550" y="6350000"/>
          <p14:tracePt t="39861" x="3263900" y="6350000"/>
          <p14:tracePt t="39890" x="3270250" y="6356350"/>
          <p14:tracePt t="39896" x="3270250" y="6362700"/>
          <p14:tracePt t="39910" x="3276600" y="6369050"/>
          <p14:tracePt t="39924" x="3282950" y="6375400"/>
          <p14:tracePt t="39941" x="3289300" y="6388100"/>
          <p14:tracePt t="39954" x="3295650" y="6388100"/>
          <p14:tracePt t="39974" x="3314700" y="6400800"/>
          <p14:tracePt t="39988" x="3321050" y="6400800"/>
          <p14:tracePt t="40004" x="3340100" y="6419850"/>
          <p14:tracePt t="40022" x="3346450" y="6419850"/>
          <p14:tracePt t="40038" x="3359150" y="6432550"/>
          <p14:tracePt t="40054" x="3365500" y="6432550"/>
          <p14:tracePt t="40071" x="3371850" y="6438900"/>
          <p14:tracePt t="40087" x="3378200" y="6438900"/>
          <p14:tracePt t="40114" x="3384550" y="6438900"/>
          <p14:tracePt t="40171" x="3390900" y="6438900"/>
          <p14:tracePt t="40191" x="3390900" y="6445250"/>
          <p14:tracePt t="40213" x="3397250" y="6445250"/>
          <p14:tracePt t="40262" x="3403600" y="6445250"/>
          <p14:tracePt t="40353" x="3409950" y="6445250"/>
          <p14:tracePt t="40416" x="3416300" y="6445250"/>
          <p14:tracePt t="40444" x="3422650" y="6445250"/>
          <p14:tracePt t="40487" x="3429000" y="6445250"/>
          <p14:tracePt t="40494" x="3435350" y="6445250"/>
          <p14:tracePt t="40514" x="3441700" y="6445250"/>
          <p14:tracePt t="40522" x="3448050" y="6445250"/>
          <p14:tracePt t="40539" x="3454400" y="6445250"/>
          <p14:tracePt t="40557" x="3460750" y="6445250"/>
          <p14:tracePt t="40569" x="3467100" y="6445250"/>
          <p14:tracePt t="40586" x="3498850" y="6445250"/>
          <p14:tracePt t="40602" x="3517900" y="6445250"/>
          <p14:tracePt t="40620" x="3581400" y="6445250"/>
          <p14:tracePt t="40635" x="3644900" y="6451600"/>
          <p14:tracePt t="40652" x="3683000" y="6451600"/>
          <p14:tracePt t="40669" x="3790950" y="6451600"/>
          <p14:tracePt t="40685" x="3867150" y="6451600"/>
          <p14:tracePt t="40702" x="3917950" y="6451600"/>
          <p14:tracePt t="40719" x="3987800" y="6451600"/>
          <p14:tracePt t="40735" x="4044950" y="6451600"/>
          <p14:tracePt t="40752" x="4064000" y="6451600"/>
          <p14:tracePt t="40769" x="4089400" y="6451600"/>
          <p14:tracePt t="40785" x="4102100" y="6451600"/>
          <p14:tracePt t="40802" x="4108450" y="6451600"/>
          <p14:tracePt t="40835" x="4114800" y="6445250"/>
          <p14:tracePt t="40852" x="4127500" y="6432550"/>
          <p14:tracePt t="40868" x="4140200" y="6426200"/>
          <p14:tracePt t="40885" x="4152900" y="6419850"/>
          <p14:tracePt t="42332" x="4133850" y="6407150"/>
          <p14:tracePt t="42339" x="4095750" y="6381750"/>
          <p14:tracePt t="42353" x="4064000" y="6356350"/>
          <p14:tracePt t="42367" x="4019550" y="6337300"/>
          <p14:tracePt t="42379" x="3962400" y="6330950"/>
          <p14:tracePt t="42396" x="3854450" y="6286500"/>
          <p14:tracePt t="42413" x="3733800" y="6254750"/>
          <p14:tracePt t="42430" x="3613150" y="6210300"/>
          <p14:tracePt t="42446" x="3543300" y="6197600"/>
          <p14:tracePt t="42463" x="3416300" y="6178550"/>
          <p14:tracePt t="42480" x="3308350" y="6165850"/>
          <p14:tracePt t="42496" x="3263900" y="6153150"/>
          <p14:tracePt t="42512" x="3168650" y="6140450"/>
          <p14:tracePt t="42529" x="3098800" y="6121400"/>
          <p14:tracePt t="42545" x="3060700" y="6115050"/>
          <p14:tracePt t="42562" x="3028950" y="6108700"/>
          <p14:tracePt t="42579" x="2927350" y="6083300"/>
          <p14:tracePt t="42595" x="2895600" y="6070600"/>
          <p14:tracePt t="42613" x="2857500" y="6057900"/>
          <p14:tracePt t="42629" x="2825750" y="6051550"/>
          <p14:tracePt t="42645" x="2774950" y="6038850"/>
          <p14:tracePt t="42662" x="2717800" y="6026150"/>
          <p14:tracePt t="42678" x="2686050" y="6019800"/>
          <p14:tracePt t="42696" x="2603500" y="5981700"/>
          <p14:tracePt t="42711" x="2527300" y="5956300"/>
          <p14:tracePt t="42728" x="2495550" y="5937250"/>
          <p14:tracePt t="42745" x="2413000" y="5905500"/>
          <p14:tracePt t="42762" x="2336800" y="5873750"/>
          <p14:tracePt t="42778" x="2305050" y="5861050"/>
          <p14:tracePt t="42795" x="2254250" y="5835650"/>
          <p14:tracePt t="42811" x="2228850" y="5822950"/>
          <p14:tracePt t="42828" x="2216150" y="5822950"/>
          <p14:tracePt t="42845" x="2203450" y="5816600"/>
          <p14:tracePt t="42861" x="2197100" y="5816600"/>
          <p14:tracePt t="42896" x="2197100" y="5810250"/>
          <p14:tracePt t="42943" x="2190750" y="5810250"/>
          <p14:tracePt t="43069" x="2190750" y="5816600"/>
          <p14:tracePt t="43104" x="2197100" y="5822950"/>
          <p14:tracePt t="43112" x="2203450" y="5822950"/>
          <p14:tracePt t="43125" x="2203450" y="5829300"/>
          <p14:tracePt t="43132" x="2209800" y="5835650"/>
          <p14:tracePt t="43143" x="2216150" y="5842000"/>
          <p14:tracePt t="43161" x="2235200" y="5848350"/>
          <p14:tracePt t="43177" x="2247900" y="5867400"/>
          <p14:tracePt t="43193" x="2260600" y="5880100"/>
          <p14:tracePt t="43210" x="2368550" y="5956300"/>
          <p14:tracePt t="43226" x="2425700" y="5981700"/>
          <p14:tracePt t="43243" x="2470150" y="6032500"/>
          <p14:tracePt t="43260" x="2584450" y="6108700"/>
          <p14:tracePt t="43276" x="2698750" y="6191250"/>
          <p14:tracePt t="43294" x="2819400" y="6267450"/>
          <p14:tracePt t="43309" x="2863850" y="6305550"/>
          <p14:tracePt t="43326" x="2940050" y="6375400"/>
          <p14:tracePt t="43343" x="3009900" y="6426200"/>
          <p14:tracePt t="43359" x="3041650" y="6445250"/>
          <p14:tracePt t="43376" x="3086100" y="6464300"/>
          <p14:tracePt t="43393" x="3117850" y="6477000"/>
          <p14:tracePt t="43409" x="3130550" y="6477000"/>
          <p14:tracePt t="43426" x="3143250" y="6483350"/>
          <p14:tracePt t="43442" x="3149600" y="6489700"/>
          <p14:tracePt t="43476" x="3155950" y="6489700"/>
          <p14:tracePt t="44308" x="3162300" y="6508750"/>
          <p14:tracePt t="44343" x="3168650" y="6508750"/>
          <p14:tracePt t="44378" x="3175000" y="6508750"/>
          <p14:tracePt t="44385" x="3187700" y="6508750"/>
          <p14:tracePt t="44399" x="3200400" y="6508750"/>
          <p14:tracePt t="44409" x="3213100" y="6508750"/>
          <p14:tracePt t="44422" x="3225800" y="6508750"/>
          <p14:tracePt t="44439" x="3257550" y="6508750"/>
          <p14:tracePt t="44456" x="3314700" y="6508750"/>
          <p14:tracePt t="44472" x="3340100" y="6508750"/>
          <p14:tracePt t="44489" x="3397250" y="6508750"/>
          <p14:tracePt t="44506" x="3454400" y="6502400"/>
          <p14:tracePt t="44522" x="3479800" y="6502400"/>
          <p14:tracePt t="44525" x="3498850" y="6502400"/>
          <p14:tracePt t="44541" x="3511550" y="6502400"/>
          <p14:tracePt t="44555" x="3524250" y="6502400"/>
          <p14:tracePt t="44575" x="3530600" y="6502400"/>
          <p14:tracePt t="44806" x="3536950" y="6502400"/>
          <p14:tracePt t="44821" x="3543300" y="6502400"/>
          <p14:tracePt t="44827" x="3549650" y="6502400"/>
          <p14:tracePt t="44837" x="3562350" y="6502400"/>
          <p14:tracePt t="44854" x="3568700" y="6502400"/>
          <p14:tracePt t="44871" x="3581400" y="6496050"/>
          <p14:tracePt t="44887" x="3594100" y="6496050"/>
          <p14:tracePt t="44905" x="3670300" y="6489700"/>
          <p14:tracePt t="44921" x="3708400" y="6489700"/>
          <p14:tracePt t="44938" x="3752850" y="6489700"/>
          <p14:tracePt t="44954" x="3841750" y="6489700"/>
          <p14:tracePt t="44971" x="3943350" y="6489700"/>
          <p14:tracePt t="44987" x="3994150" y="6489700"/>
          <p14:tracePt t="45004" x="4114800" y="6470650"/>
          <p14:tracePt t="45020" x="4241800" y="6470650"/>
          <p14:tracePt t="45037" x="4292600" y="6470650"/>
          <p14:tracePt t="45053" x="4413250" y="6470650"/>
          <p14:tracePt t="45070" x="4508500" y="6483350"/>
          <p14:tracePt t="45087" x="4597400" y="6483350"/>
          <p14:tracePt t="45103" x="4622800" y="6483350"/>
          <p14:tracePt t="45120" x="4667250" y="6483350"/>
          <p14:tracePt t="45137" x="4699000" y="6483350"/>
          <p14:tracePt t="45153" x="4711700" y="6483350"/>
          <p14:tracePt t="45170" x="4724400" y="6483350"/>
          <p14:tracePt t="45187" x="4756150" y="6483350"/>
          <p14:tracePt t="45203" x="4762500" y="6483350"/>
          <p14:tracePt t="45220" x="4768850" y="6483350"/>
          <p14:tracePt t="45236" x="4775200" y="6483350"/>
          <p14:tracePt t="45298" x="4775200" y="6489700"/>
          <p14:tracePt t="45319" x="4775200" y="6502400"/>
          <p14:tracePt t="45326" x="4775200" y="6508750"/>
          <p14:tracePt t="45672" x="4787900" y="6508750"/>
          <p14:tracePt t="45679" x="4813300" y="6508750"/>
          <p14:tracePt t="45693" x="4838700" y="6508750"/>
          <p14:tracePt t="45702" x="4857750" y="6502400"/>
          <p14:tracePt t="45718" x="4889500" y="6502400"/>
          <p14:tracePt t="45735" x="4940300" y="6502400"/>
          <p14:tracePt t="45751" x="5010150" y="6502400"/>
          <p14:tracePt t="45768" x="5048250" y="6502400"/>
          <p14:tracePt t="45785" x="5130800" y="6502400"/>
          <p14:tracePt t="45801" x="5219700" y="6502400"/>
          <p14:tracePt t="45817" x="5270500" y="6502400"/>
          <p14:tracePt t="45834" x="5378450" y="6502400"/>
          <p14:tracePt t="45851" x="5480050" y="6502400"/>
          <p14:tracePt t="45868" x="5530850" y="6502400"/>
          <p14:tracePt t="45884" x="5619750" y="6502400"/>
          <p14:tracePt t="45901" x="5651500" y="6502400"/>
          <p14:tracePt t="45918" x="5715000" y="6502400"/>
          <p14:tracePt t="45934" x="5734050" y="6502400"/>
          <p14:tracePt t="45950" x="5746750" y="6502400"/>
          <p14:tracePt t="45968" x="5759450" y="6502400"/>
          <p14:tracePt t="45984" x="5778500" y="6502400"/>
          <p14:tracePt t="46001" x="5784850" y="6502400"/>
          <p14:tracePt t="46017" x="5797550" y="6502400"/>
          <p14:tracePt t="46033" x="5803900" y="6502400"/>
          <p14:tracePt t="46053" x="5816600" y="6502400"/>
          <p14:tracePt t="46067" x="5822950" y="6502400"/>
          <p14:tracePt t="46083" x="5835650" y="6502400"/>
          <p14:tracePt t="46100" x="5848350" y="6502400"/>
          <p14:tracePt t="46116" x="5861050" y="6502400"/>
          <p14:tracePt t="46133" x="5886450" y="6502400"/>
          <p14:tracePt t="46150" x="5924550" y="6502400"/>
          <p14:tracePt t="46166" x="5949950" y="6502400"/>
          <p14:tracePt t="46183" x="5975350" y="6502400"/>
          <p14:tracePt t="46200" x="6083300" y="6502400"/>
          <p14:tracePt t="46216" x="6102350" y="6502400"/>
          <p14:tracePt t="46235" x="6153150" y="6502400"/>
          <p14:tracePt t="46249" x="6165850" y="6502400"/>
          <p14:tracePt t="46266" x="6178550" y="6502400"/>
          <p14:tracePt t="46299" x="6184900" y="6502400"/>
          <p14:tracePt t="46713" x="6203950" y="6508750"/>
          <p14:tracePt t="46720" x="6242050" y="6515100"/>
          <p14:tracePt t="46734" x="6273800" y="6521450"/>
          <p14:tracePt t="46749" x="6311900" y="6534150"/>
          <p14:tracePt t="46764" x="6407150" y="6546850"/>
          <p14:tracePt t="46781" x="6464300" y="6559550"/>
          <p14:tracePt t="46798" x="6584950" y="6578600"/>
          <p14:tracePt t="46814" x="6724650" y="6584950"/>
          <p14:tracePt t="46831" x="6800850" y="6604000"/>
          <p14:tracePt t="46847" x="6946900" y="6616700"/>
          <p14:tracePt t="46863" x="7061200" y="6616700"/>
          <p14:tracePt t="46881" x="7099300" y="6616700"/>
          <p14:tracePt t="46897" x="7169150" y="6616700"/>
          <p14:tracePt t="46914" x="7188200" y="6616700"/>
          <p14:tracePt t="46931" x="7226300" y="6616700"/>
          <p14:tracePt t="46947" x="7251700" y="6623050"/>
          <p14:tracePt t="46963" x="7258050" y="6623050"/>
          <p14:tracePt t="46981" x="7277100" y="6623050"/>
          <p14:tracePt t="46997" x="7289800" y="6623050"/>
          <p14:tracePt t="47014" x="7296150" y="6629400"/>
          <p14:tracePt t="47030" x="7302500" y="6629400"/>
          <p14:tracePt t="47047" x="7315200" y="6629400"/>
          <p14:tracePt t="47064" x="7321550" y="6629400"/>
          <p14:tracePt t="47080" x="7340600" y="6629400"/>
          <p14:tracePt t="47096" x="7353300" y="6629400"/>
          <p14:tracePt t="47115" x="7366000" y="6629400"/>
          <p14:tracePt t="47130" x="7372350" y="6629400"/>
          <p14:tracePt t="47146" x="7378700" y="6629400"/>
          <p14:tracePt t="47163" x="7385050" y="6629400"/>
          <p14:tracePt t="47196" x="7391400" y="6629400"/>
          <p14:tracePt t="47213" x="7404100" y="6629400"/>
          <p14:tracePt t="47246" x="7410450" y="6629400"/>
          <p14:tracePt t="47262" x="7416800" y="6629400"/>
          <p14:tracePt t="47279" x="7435850" y="6629400"/>
          <p14:tracePt t="47297" x="7461250" y="6629400"/>
          <p14:tracePt t="47312" x="7480300" y="6629400"/>
          <p14:tracePt t="47329" x="7537450" y="6635750"/>
          <p14:tracePt t="47346" x="7594600" y="6635750"/>
          <p14:tracePt t="47362" x="7626350" y="6635750"/>
          <p14:tracePt t="47379" x="7702550" y="6635750"/>
          <p14:tracePt t="47395" x="7791450" y="6635750"/>
          <p14:tracePt t="47412" x="7835900" y="6635750"/>
          <p14:tracePt t="47430" x="7912100" y="6635750"/>
          <p14:tracePt t="47445" x="7988300" y="6635750"/>
          <p14:tracePt t="47462" x="8020050" y="6635750"/>
          <p14:tracePt t="47480" x="8070850" y="6635750"/>
          <p14:tracePt t="47495" x="8128000" y="6635750"/>
          <p14:tracePt t="47512" x="8147050" y="6635750"/>
          <p14:tracePt t="47529" x="8204200" y="6629400"/>
          <p14:tracePt t="47545" x="8229600" y="6629400"/>
          <p14:tracePt t="47562" x="8312150" y="6623050"/>
          <p14:tracePt t="47565" x="8337550" y="6616700"/>
          <p14:tracePt t="47579" x="8382000" y="6616700"/>
          <p14:tracePt t="47594" x="8407400" y="6616700"/>
          <p14:tracePt t="47612" x="8464550" y="6604000"/>
          <p14:tracePt t="47628" x="8509000" y="6597650"/>
          <p14:tracePt t="47645" x="8534400" y="6597650"/>
          <p14:tracePt t="47662" x="8553450" y="6597650"/>
          <p14:tracePt t="47678" x="8566150" y="6591300"/>
          <p14:tracePt t="47711" x="8559800" y="6578600"/>
          <p14:tracePt t="47727" x="8553450" y="6572250"/>
          <p14:tracePt t="47744" x="8547100" y="6572250"/>
          <p14:tracePt t="47761" x="8534400" y="6565900"/>
          <p14:tracePt t="47778" x="8515350" y="6565900"/>
          <p14:tracePt t="47796" x="8483600" y="6553200"/>
          <p14:tracePt t="47811" x="8464550" y="6546850"/>
          <p14:tracePt t="47827" x="8432800" y="6540500"/>
          <p14:tracePt t="47845" x="8261350" y="6515100"/>
          <p14:tracePt t="47860" x="8185150" y="6502400"/>
          <p14:tracePt t="47877" x="8108950" y="6496050"/>
          <p14:tracePt t="47894" x="7962900" y="6477000"/>
          <p14:tracePt t="47910" x="7835900" y="6477000"/>
          <p14:tracePt t="47927" x="7785100" y="6477000"/>
          <p14:tracePt t="47943" x="7702550" y="6477000"/>
          <p14:tracePt t="47960" x="7664450" y="6483350"/>
          <p14:tracePt t="47978" x="7639050" y="6489700"/>
          <p14:tracePt t="47994" x="7632700" y="6489700"/>
          <p14:tracePt t="48010" x="7620000" y="6489700"/>
          <p14:tracePt t="48027" x="7613650" y="6489700"/>
          <p14:tracePt t="48060" x="7613650" y="6496050"/>
          <p14:tracePt t="48090" x="7620000" y="6502400"/>
          <p14:tracePt t="48097" x="7626350" y="6502400"/>
          <p14:tracePt t="48112" x="7632700" y="6502400"/>
          <p14:tracePt t="48126" x="7651750" y="6502400"/>
          <p14:tracePt t="48143" x="7658100" y="6502400"/>
          <p14:tracePt t="48161" x="7683500" y="6502400"/>
          <p14:tracePt t="48176" x="7702550" y="6502400"/>
          <p14:tracePt t="48193" x="7759700" y="6502400"/>
          <p14:tracePt t="48210" x="7848600" y="6502400"/>
          <p14:tracePt t="48226" x="7918450" y="6502400"/>
          <p14:tracePt t="48242" x="8070850" y="6515100"/>
          <p14:tracePt t="48259" x="8210550" y="6515100"/>
          <p14:tracePt t="48275" x="8274050" y="6515100"/>
          <p14:tracePt t="48292" x="8382000" y="6521450"/>
          <p14:tracePt t="48309" x="8439150" y="6521450"/>
          <p14:tracePt t="48326" x="8458200" y="6521450"/>
          <p14:tracePt t="48343" x="8483600" y="6521450"/>
          <p14:tracePt t="48358" x="8496300" y="6515100"/>
          <p14:tracePt t="48427" x="8496300" y="6508750"/>
          <p14:tracePt t="48462" x="8489950" y="6508750"/>
          <p14:tracePt t="48469" x="8483600" y="6508750"/>
          <p14:tracePt t="48477" x="8477250" y="6508750"/>
          <p14:tracePt t="48497" x="8464550" y="6508750"/>
          <p14:tracePt t="48512" x="8451850" y="6508750"/>
          <p14:tracePt t="48525" x="8432800" y="6496050"/>
          <p14:tracePt t="48542" x="8362950" y="6489700"/>
          <p14:tracePt t="48558" x="8312150" y="6489700"/>
          <p14:tracePt t="48561" x="8242300" y="6483350"/>
          <p14:tracePt t="48575" x="8178800" y="6483350"/>
          <p14:tracePt t="48591" x="8039100" y="6483350"/>
          <p14:tracePt t="48608" x="7962900" y="6483350"/>
          <p14:tracePt t="48624" x="7848600" y="6483350"/>
          <p14:tracePt t="48641" x="7766050" y="6496050"/>
          <p14:tracePt t="48659" x="7715250" y="6502400"/>
          <p14:tracePt t="48674" x="7702550" y="6502400"/>
          <p14:tracePt t="48691" x="7689850" y="6508750"/>
          <p14:tracePt t="48708" x="7677150" y="6515100"/>
          <p14:tracePt t="48750" x="7683500" y="6515100"/>
          <p14:tracePt t="48760" x="7689850" y="6515100"/>
          <p14:tracePt t="48774" x="7702550" y="6521450"/>
          <p14:tracePt t="48791" x="7715250" y="6521450"/>
          <p14:tracePt t="48807" x="7747000" y="6521450"/>
          <p14:tracePt t="48824" x="7778750" y="6521450"/>
          <p14:tracePt t="48841" x="7804150" y="6521450"/>
          <p14:tracePt t="48857" x="7874000" y="6521450"/>
          <p14:tracePt t="48874" x="7956550" y="6527800"/>
          <p14:tracePt t="48891" x="8058150" y="6527800"/>
          <p14:tracePt t="48907" x="8115300" y="6521450"/>
          <p14:tracePt t="48923" x="8191500" y="6515100"/>
          <p14:tracePt t="48940" x="8248650" y="6489700"/>
          <p14:tracePt t="48956" x="8267700" y="6489700"/>
          <p14:tracePt t="48974" x="8293100" y="6483350"/>
          <p14:tracePt t="48990" x="8305800" y="6470650"/>
          <p14:tracePt t="49129" x="8299450" y="6470650"/>
          <p14:tracePt t="49143" x="8286750" y="6470650"/>
          <p14:tracePt t="49150" x="8280400" y="6470650"/>
          <p14:tracePt t="49164" x="8267700" y="6470650"/>
          <p14:tracePt t="49172" x="8261350" y="6470650"/>
          <p14:tracePt t="49189" x="8235950" y="6470650"/>
          <p14:tracePt t="49207" x="8191500" y="6470650"/>
          <p14:tracePt t="49222" x="8096250" y="6477000"/>
          <p14:tracePt t="49239" x="8058150" y="6477000"/>
          <p14:tracePt t="49256" x="8001000" y="6483350"/>
          <p14:tracePt t="49272" x="7943850" y="6483350"/>
          <p14:tracePt t="49289" x="7918450" y="6489700"/>
          <p14:tracePt t="49306" x="7905750" y="6489700"/>
          <p14:tracePt t="49322" x="7886700" y="6489700"/>
          <p14:tracePt t="49339" x="7886700" y="6496050"/>
          <p14:tracePt t="49355" x="7893050" y="6496050"/>
          <p14:tracePt t="49372" x="7899400" y="6502400"/>
          <p14:tracePt t="49389" x="7931150" y="6502400"/>
          <p14:tracePt t="49405" x="7943850" y="6502400"/>
          <p14:tracePt t="49422" x="7969250" y="6502400"/>
          <p14:tracePt t="49439" x="8013700" y="6489700"/>
          <p14:tracePt t="49455" x="8070850" y="6483350"/>
          <p14:tracePt t="49471" x="8102600" y="6477000"/>
          <p14:tracePt t="49488" x="8153400" y="6464300"/>
          <p14:tracePt t="49505" x="8185150" y="6457950"/>
          <p14:tracePt t="49522" x="8197850" y="6451600"/>
          <p14:tracePt t="49538" x="8197850" y="6445250"/>
          <p14:tracePt t="49555" x="8197850" y="6438900"/>
          <p14:tracePt t="49572" x="8197850" y="6432550"/>
          <p14:tracePt t="49588" x="8191500" y="6432550"/>
          <p14:tracePt t="49604" x="8185150" y="6432550"/>
          <p14:tracePt t="49621" x="8178800" y="6432550"/>
          <p14:tracePt t="49637" x="8166100" y="6432550"/>
          <p14:tracePt t="49654" x="8153400" y="6432550"/>
          <p14:tracePt t="49671" x="8083550" y="6432550"/>
          <p14:tracePt t="49687" x="8051800" y="6432550"/>
          <p14:tracePt t="49705" x="7988300" y="6432550"/>
          <p14:tracePt t="49721" x="7956550" y="6445250"/>
          <p14:tracePt t="49737" x="7931150" y="645795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Overriding to Create</a:t>
            </a:r>
            <a:br>
              <a:rPr lang="en-US" altLang="en-US" sz="4400" dirty="0">
                <a:latin typeface="Elephant" panose="02020904090505020303" pitchFamily="18" charset="0"/>
              </a:rPr>
            </a:br>
            <a:r>
              <a:rPr lang="en-US" altLang="en-US" sz="4400" dirty="0">
                <a:latin typeface="Elephant" panose="02020904090505020303" pitchFamily="18" charset="0"/>
              </a:rPr>
              <a:t>a New Version</a:t>
            </a: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548640" y="1478280"/>
            <a:ext cx="8382000" cy="5379720"/>
          </a:xfrm>
        </p:spPr>
        <p:txBody>
          <a:bodyPr/>
          <a:lstStyle/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class Animal: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    </a:t>
            </a:r>
            <a:r>
              <a:rPr lang="en-US" altLang="en-US" sz="2800" kern="1200" dirty="0" err="1">
                <a:latin typeface="Lucida Console" panose="020B0609040504020204" pitchFamily="49" charset="0"/>
                <a:cs typeface="+mn-cs"/>
              </a:rPr>
              <a:t>def</a:t>
            </a: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 __</a:t>
            </a:r>
            <a:r>
              <a:rPr lang="en-US" altLang="en-US" sz="2800" kern="1200" dirty="0" err="1">
                <a:latin typeface="Lucida Console" panose="020B0609040504020204" pitchFamily="49" charset="0"/>
                <a:cs typeface="+mn-cs"/>
              </a:rPr>
              <a:t>init</a:t>
            </a: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__(self, name):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        self.name = name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en-US" sz="2800" kern="1200" dirty="0">
              <a:latin typeface="Lucida Console" panose="020B0609040504020204" pitchFamily="49" charset="0"/>
              <a:cs typeface="+mn-cs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    </a:t>
            </a:r>
            <a:r>
              <a:rPr lang="en-US" altLang="en-US" sz="2800" kern="1200" dirty="0" err="1">
                <a:latin typeface="Lucida Console" panose="020B0609040504020204" pitchFamily="49" charset="0"/>
                <a:cs typeface="+mn-cs"/>
              </a:rPr>
              <a:t>def</a:t>
            </a: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 talk(self):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        return 'Hello!'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   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class Cat(Animal):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    </a:t>
            </a:r>
            <a:r>
              <a:rPr lang="en-US" altLang="en-US" sz="2800" kern="1200" dirty="0" err="1">
                <a:latin typeface="Lucida Console" panose="020B0609040504020204" pitchFamily="49" charset="0"/>
                <a:cs typeface="+mn-cs"/>
              </a:rPr>
              <a:t>def</a:t>
            </a: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 talk(self):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        return 'Meow!'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en-US" sz="2800" kern="1200" dirty="0">
                <a:latin typeface="Lucida Console" panose="020B0609040504020204" pitchFamily="49" charset="0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99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76"/>
    </mc:Choice>
    <mc:Fallback xmlns="">
      <p:transition spd="slow" advTm="22476"/>
    </mc:Fallback>
  </mc:AlternateContent>
  <p:extLst>
    <p:ext uri="{3A86A75C-4F4B-4683-9AE1-C65F6400EC91}">
      <p14:laserTraceLst xmlns:p14="http://schemas.microsoft.com/office/powerpoint/2010/main">
        <p14:tracePtLst>
          <p14:tracePt t="6837" x="7899400" y="6292850"/>
          <p14:tracePt t="6851" x="7867650" y="5943600"/>
          <p14:tracePt t="6857" x="7734300" y="5600700"/>
          <p14:tracePt t="6866" x="7588250" y="5181600"/>
          <p14:tracePt t="6881" x="7448550" y="4813300"/>
          <p14:tracePt t="6897" x="7181850" y="4083050"/>
          <p14:tracePt t="6914" x="6845300" y="3473450"/>
          <p14:tracePt t="6930" x="6661150" y="3168650"/>
          <p14:tracePt t="6947" x="6286500" y="2578100"/>
          <p14:tracePt t="6964" x="5969000" y="2152650"/>
          <p14:tracePt t="6980" x="5854700" y="2012950"/>
          <p14:tracePt t="6997" x="5626100" y="1714500"/>
          <p14:tracePt t="7013" x="5467350" y="1524000"/>
          <p14:tracePt t="7031" x="5403850" y="1441450"/>
          <p14:tracePt t="7048" x="5270500" y="1333500"/>
          <p14:tracePt t="7064" x="5099050" y="1206500"/>
          <p14:tracePt t="7080" x="5003800" y="1143000"/>
          <p14:tracePt t="7097" x="4787900" y="1016000"/>
          <p14:tracePt t="7113" x="4679950" y="952500"/>
          <p14:tracePt t="7130" x="4432300" y="793750"/>
          <p14:tracePt t="7147" x="4133850" y="635000"/>
          <p14:tracePt t="7163" x="3930650" y="501650"/>
          <p14:tracePt t="7180" x="3549650" y="279400"/>
          <p14:tracePt t="7196" x="3149600" y="63500"/>
          <p14:tracePt t="7213" x="3003550" y="0"/>
          <p14:tracePt t="7230" x="2774950" y="0"/>
          <p14:tracePt t="7245" x="2724150" y="0"/>
          <p14:tracePt t="7716" x="2730500" y="19050"/>
          <p14:tracePt t="7723" x="2743200" y="69850"/>
          <p14:tracePt t="7737" x="2774950" y="127000"/>
          <p14:tracePt t="7747" x="2800350" y="190500"/>
          <p14:tracePt t="7760" x="2825750" y="273050"/>
          <p14:tracePt t="7777" x="2851150" y="349250"/>
          <p14:tracePt t="7794" x="2933700" y="673100"/>
          <p14:tracePt t="7811" x="2959100" y="787400"/>
          <p14:tracePt t="7827" x="2990850" y="908050"/>
          <p14:tracePt t="7844" x="3028950" y="1085850"/>
          <p14:tracePt t="7861" x="3073400" y="1270000"/>
          <p14:tracePt t="7878" x="3124200" y="1454150"/>
          <p14:tracePt t="7894" x="3143250" y="1543050"/>
          <p14:tracePt t="7910" x="3181350" y="1727200"/>
          <p14:tracePt t="7928" x="3200400" y="1873250"/>
          <p14:tracePt t="7944" x="3200400" y="1924050"/>
          <p14:tracePt t="7960" x="3206750" y="1968500"/>
          <p14:tracePt t="7977" x="3206750" y="2006600"/>
          <p14:tracePt t="8012" x="3200400" y="2012950"/>
          <p14:tracePt t="8187" x="3206750" y="2012950"/>
          <p14:tracePt t="8201" x="3206750" y="2006600"/>
          <p14:tracePt t="8208" x="3213100" y="2006600"/>
          <p14:tracePt t="8215" x="3219450" y="2000250"/>
          <p14:tracePt t="8229" x="3232150" y="2000250"/>
          <p14:tracePt t="9405" x="3225800" y="2006600"/>
          <p14:tracePt t="9411" x="3219450" y="2012950"/>
          <p14:tracePt t="9422" x="3219450" y="2019300"/>
          <p14:tracePt t="9438" x="3206750" y="2025650"/>
          <p14:tracePt t="9455" x="3187700" y="2057400"/>
          <p14:tracePt t="9471" x="3181350" y="2076450"/>
          <p14:tracePt t="9489" x="3149600" y="2114550"/>
          <p14:tracePt t="9505" x="3136900" y="2127250"/>
          <p14:tracePt t="9521" x="3130550" y="2133600"/>
          <p14:tracePt t="9539" x="3105150" y="2152650"/>
          <p14:tracePt t="9555" x="3079750" y="2159000"/>
          <p14:tracePt t="9571" x="3060700" y="2165350"/>
          <p14:tracePt t="9588" x="3003550" y="2171700"/>
          <p14:tracePt t="9604" x="2921000" y="2184400"/>
          <p14:tracePt t="9622" x="2882900" y="2184400"/>
          <p14:tracePt t="9637" x="2800350" y="2190750"/>
          <p14:tracePt t="9655" x="2743200" y="2190750"/>
          <p14:tracePt t="9671" x="2724150" y="2190750"/>
          <p14:tracePt t="9687" x="2705100" y="2190750"/>
          <p14:tracePt t="9704" x="2692400" y="2190750"/>
          <p14:tracePt t="9721" x="2686050" y="2190750"/>
          <p14:tracePt t="10165" x="2686050" y="2222500"/>
          <p14:tracePt t="10172" x="2686050" y="2305050"/>
          <p14:tracePt t="10187" x="2686050" y="2381250"/>
          <p14:tracePt t="10193" x="2686050" y="2457450"/>
          <p14:tracePt t="10207" x="2686050" y="2546350"/>
          <p14:tracePt t="10219" x="2686050" y="2622550"/>
          <p14:tracePt t="10236" x="2686050" y="2736850"/>
          <p14:tracePt t="10252" x="2686050" y="2787650"/>
          <p14:tracePt t="10269" x="2698750" y="2857500"/>
          <p14:tracePt t="10285" x="2698750" y="2927350"/>
          <p14:tracePt t="10302" x="2705100" y="2965450"/>
          <p14:tracePt t="10319" x="2705100" y="3028950"/>
          <p14:tracePt t="10335" x="2705100" y="3073400"/>
          <p14:tracePt t="10352" x="2705100" y="3086100"/>
          <p14:tracePt t="10369" x="2705100" y="3105150"/>
          <p14:tracePt t="10385" x="2711450" y="3117850"/>
          <p14:tracePt t="10432" x="2711450" y="3124200"/>
          <p14:tracePt t="10446" x="2711450" y="3130550"/>
          <p14:tracePt t="10454" x="2711450" y="3136900"/>
          <p14:tracePt t="10468" x="2711450" y="3149600"/>
          <p14:tracePt t="10485" x="2711450" y="3162300"/>
          <p14:tracePt t="10502" x="2705100" y="3213100"/>
          <p14:tracePt t="10518" x="2698750" y="3238500"/>
          <p14:tracePt t="10534" x="2698750" y="3263900"/>
          <p14:tracePt t="10552" x="2692400" y="3314700"/>
          <p14:tracePt t="10568" x="2692400" y="3365500"/>
          <p14:tracePt t="10584" x="2692400" y="3390900"/>
          <p14:tracePt t="10601" x="2686050" y="3448050"/>
          <p14:tracePt t="10618" x="2667000" y="3517900"/>
          <p14:tracePt t="10635" x="2660650" y="3562350"/>
          <p14:tracePt t="10651" x="2647950" y="3632200"/>
          <p14:tracePt t="10667" x="2628900" y="3663950"/>
          <p14:tracePt t="11625" x="2628900" y="3689350"/>
          <p14:tracePt t="11632" x="2609850" y="3733800"/>
          <p14:tracePt t="11638" x="2603500" y="3771900"/>
          <p14:tracePt t="11648" x="2597150" y="3829050"/>
          <p14:tracePt t="11665" x="2584450" y="3867150"/>
          <p14:tracePt t="11681" x="2571750" y="3962400"/>
          <p14:tracePt t="11697" x="2546350" y="4032250"/>
          <p14:tracePt t="11714" x="2508250" y="4178300"/>
          <p14:tracePt t="11731" x="2470150" y="4324350"/>
          <p14:tracePt t="11747" x="2444750" y="4387850"/>
          <p14:tracePt t="11764" x="2406650" y="4502150"/>
          <p14:tracePt t="11781" x="2381250" y="4597400"/>
          <p14:tracePt t="11797" x="2368550" y="4635500"/>
          <p14:tracePt t="11814" x="2355850" y="4730750"/>
          <p14:tracePt t="11830" x="2336800" y="4800600"/>
          <p14:tracePt t="11847" x="2336800" y="4832350"/>
          <p14:tracePt t="11864" x="2330450" y="4870450"/>
          <p14:tracePt t="11880" x="2330450" y="4902200"/>
          <p14:tracePt t="11897" x="2330450" y="4908550"/>
          <p14:tracePt t="11913" x="2330450" y="4921250"/>
          <p14:tracePt t="11930" x="2336800" y="4933950"/>
          <p14:tracePt t="11947" x="2355850" y="4953000"/>
          <p14:tracePt t="11962" x="2374900" y="4959350"/>
          <p14:tracePt t="11980" x="2400300" y="4965700"/>
          <p14:tracePt t="12760" x="2406650" y="4965700"/>
          <p14:tracePt t="12816" x="2406650" y="4959350"/>
          <p14:tracePt t="13083" x="2413000" y="4965700"/>
          <p14:tracePt t="13090" x="2432050" y="4965700"/>
          <p14:tracePt t="13105" x="2457450" y="4978400"/>
          <p14:tracePt t="13112" x="2482850" y="4997450"/>
          <p14:tracePt t="13127" x="2514600" y="5010150"/>
          <p14:tracePt t="13143" x="2559050" y="5035550"/>
          <p14:tracePt t="13159" x="2635250" y="5080000"/>
          <p14:tracePt t="13176" x="2705100" y="5137150"/>
          <p14:tracePt t="13192" x="2724150" y="5162550"/>
          <p14:tracePt t="13209" x="2768600" y="5194300"/>
          <p14:tracePt t="13225" x="2806700" y="5232400"/>
          <p14:tracePt t="13242" x="2813050" y="5245100"/>
          <p14:tracePt t="13259" x="2832100" y="5276850"/>
          <p14:tracePt t="13275" x="2844800" y="5308600"/>
          <p14:tracePt t="13292" x="2863850" y="5327650"/>
          <p14:tracePt t="13309" x="2870200" y="5359400"/>
          <p14:tracePt t="13325" x="2876550" y="5384800"/>
          <p14:tracePt t="13342" x="2882900" y="5391150"/>
          <p14:tracePt t="13358" x="2882900" y="5410200"/>
          <p14:tracePt t="13393" x="2882900" y="5416550"/>
          <p14:tracePt t="13413" x="2882900" y="5422900"/>
          <p14:tracePt t="13434" x="2882900" y="5429250"/>
          <p14:tracePt t="13476" x="2882900" y="5435600"/>
          <p14:tracePt t="13483" x="2882900" y="5441950"/>
          <p14:tracePt t="13567" x="2889250" y="5448300"/>
          <p14:tracePt t="13575" x="2895600" y="5448300"/>
          <p14:tracePt t="13581" x="2901950" y="5454650"/>
          <p14:tracePt t="13595" x="2908300" y="5454650"/>
          <p14:tracePt t="14273" x="2908300" y="5448300"/>
          <p14:tracePt t="14288" x="2908300" y="5435600"/>
          <p14:tracePt t="14294" x="2908300" y="5416550"/>
          <p14:tracePt t="14308" x="2908300" y="5397500"/>
          <p14:tracePt t="14322" x="2908300" y="5359400"/>
          <p14:tracePt t="14338" x="2914650" y="5226050"/>
          <p14:tracePt t="14355" x="2927350" y="5137150"/>
          <p14:tracePt t="14372" x="2933700" y="4921250"/>
          <p14:tracePt t="14388" x="2933700" y="4692650"/>
          <p14:tracePt t="14404" x="2933700" y="4603750"/>
          <p14:tracePt t="14421" x="2914650" y="4438650"/>
          <p14:tracePt t="14438" x="2895600" y="4330700"/>
          <p14:tracePt t="14454" x="2889250" y="4286250"/>
          <p14:tracePt t="14471" x="2863850" y="4216400"/>
          <p14:tracePt t="14488" x="2838450" y="4165600"/>
          <p14:tracePt t="14505" x="2819400" y="4121150"/>
          <p14:tracePt t="14521" x="2806700" y="4102100"/>
          <p14:tracePt t="14537" x="2787650" y="4083050"/>
          <p14:tracePt t="14555" x="2749550" y="4051300"/>
          <p14:tracePt t="14571" x="2743200" y="4044950"/>
          <p14:tracePt t="14588" x="2736850" y="4038600"/>
          <p14:tracePt t="14604" x="2724150" y="4032250"/>
          <p14:tracePt t="14620" x="2705100" y="4032250"/>
          <p14:tracePt t="14637" x="2692400" y="4032250"/>
          <p14:tracePt t="14654" x="2673350" y="4044950"/>
          <p14:tracePt t="14670" x="2654300" y="4070350"/>
          <p14:tracePt t="14687" x="2628900" y="4121150"/>
          <p14:tracePt t="14703" x="2616200" y="4152900"/>
          <p14:tracePt t="14720" x="2590800" y="4248150"/>
          <p14:tracePt t="14737" x="2559050" y="4432300"/>
          <p14:tracePt t="14753" x="2552700" y="4546600"/>
          <p14:tracePt t="14770" x="2520950" y="4775200"/>
          <p14:tracePt t="14787" x="2501900" y="5029200"/>
          <p14:tracePt t="14803" x="2489200" y="5156200"/>
          <p14:tracePt t="14819" x="2489200" y="5270500"/>
          <p14:tracePt t="14836" x="2501900" y="5537200"/>
          <p14:tracePt t="14853" x="2520950" y="5594350"/>
          <p14:tracePt t="14871" x="2533650" y="5632450"/>
          <p14:tracePt t="14886" x="2540000" y="5645150"/>
          <p14:tracePt t="14902" x="2540000" y="5657850"/>
          <p14:tracePt t="14920" x="2552700" y="5657850"/>
          <p14:tracePt t="14936" x="2559050" y="5657850"/>
          <p14:tracePt t="14953" x="2565400" y="5651500"/>
          <p14:tracePt t="14970" x="2590800" y="5645150"/>
          <p14:tracePt t="14986" x="2603500" y="5638800"/>
          <p14:tracePt t="14989" x="2628900" y="5638800"/>
          <p14:tracePt t="15003" x="2647950" y="5626100"/>
          <p14:tracePt t="15019" x="2667000" y="5619750"/>
          <p14:tracePt t="15036" x="2730500" y="5594350"/>
          <p14:tracePt t="15054" x="2825750" y="5543550"/>
          <p14:tracePt t="15069" x="2946400" y="5467350"/>
          <p14:tracePt t="15085" x="2990850" y="5410200"/>
          <p14:tracePt t="15103" x="3079750" y="5283200"/>
          <p14:tracePt t="15119" x="3149600" y="5105400"/>
          <p14:tracePt t="15135" x="3175000" y="5003800"/>
          <p14:tracePt t="15152" x="3200400" y="4800600"/>
          <p14:tracePt t="15168" x="3200400" y="4686300"/>
          <p14:tracePt t="15186" x="3149600" y="4476750"/>
          <p14:tracePt t="15201" x="3067050" y="4305300"/>
          <p14:tracePt t="15218" x="3016250" y="4254500"/>
          <p14:tracePt t="15235" x="2940050" y="4184650"/>
          <p14:tracePt t="15251" x="2819400" y="4159250"/>
          <p14:tracePt t="15268" x="2762250" y="4146550"/>
          <p14:tracePt t="15285" x="2660650" y="4146550"/>
          <p14:tracePt t="15301" x="2578100" y="4178300"/>
          <p14:tracePt t="15318" x="2552700" y="4191000"/>
          <p14:tracePt t="15335" x="2489200" y="4248150"/>
          <p14:tracePt t="15351" x="2444750" y="4349750"/>
          <p14:tracePt t="15369" x="2400300" y="4514850"/>
          <p14:tracePt t="15385" x="2400300" y="4591050"/>
          <p14:tracePt t="15401" x="2406650" y="4775200"/>
          <p14:tracePt t="15418" x="2444750" y="4927600"/>
          <p14:tracePt t="15434" x="2476500" y="4984750"/>
          <p14:tracePt t="15451" x="2501900" y="5041900"/>
          <p14:tracePt t="15468" x="2641600" y="5175250"/>
          <p14:tracePt t="15484" x="2698750" y="5200650"/>
          <p14:tracePt t="15501" x="2755900" y="5219700"/>
          <p14:tracePt t="15517" x="2863850" y="5276850"/>
          <p14:tracePt t="15534" x="2965450" y="5327650"/>
          <p14:tracePt t="15551" x="3035300" y="5346700"/>
          <p14:tracePt t="15567" x="3067050" y="5353050"/>
          <p14:tracePt t="15583" x="3098800" y="5353050"/>
          <p14:tracePt t="15601" x="3168650" y="5359400"/>
          <p14:tracePt t="15617" x="3181350" y="5353050"/>
          <p14:tracePt t="15633" x="3200400" y="5340350"/>
          <p14:tracePt t="15650" x="3206750" y="5321300"/>
          <p14:tracePt t="15667" x="3213100" y="5308600"/>
          <p14:tracePt t="15683" x="3219450" y="5276850"/>
          <p14:tracePt t="15700" x="3219450" y="5251450"/>
          <p14:tracePt t="15717" x="3213100" y="5245100"/>
          <p14:tracePt t="15735" x="3206750" y="5219700"/>
          <p14:tracePt t="15750" x="3194050" y="5194300"/>
          <p14:tracePt t="15766" x="3181350" y="5181600"/>
          <p14:tracePt t="15784" x="3155950" y="5156200"/>
          <p14:tracePt t="15800" x="3124200" y="5143500"/>
          <p14:tracePt t="15817" x="3041650" y="5118100"/>
          <p14:tracePt t="15832" x="2959100" y="5105400"/>
          <p14:tracePt t="15849" x="2908300" y="5105400"/>
          <p14:tracePt t="15867" x="2819400" y="5137150"/>
          <p14:tracePt t="15882" x="2755900" y="5175250"/>
          <p14:tracePt t="15899" x="2730500" y="5207000"/>
          <p14:tracePt t="15917" x="2692400" y="5283200"/>
          <p14:tracePt t="15932" x="2692400" y="5314950"/>
          <p14:tracePt t="15949" x="2679700" y="5378450"/>
          <p14:tracePt t="15966" x="2679700" y="5403850"/>
          <p14:tracePt t="15982" x="2717800" y="5448300"/>
          <p14:tracePt t="15999" x="2743200" y="5467350"/>
          <p14:tracePt t="16003" x="2762250" y="5473700"/>
          <p14:tracePt t="16016" x="2800350" y="5486400"/>
          <p14:tracePt t="16033" x="2832100" y="5492750"/>
          <p14:tracePt t="16050" x="2857500" y="5499100"/>
          <p14:tracePt t="16065" x="2927350" y="5499100"/>
          <p14:tracePt t="16082" x="3009900" y="5473700"/>
          <p14:tracePt t="16099" x="3067050" y="5422900"/>
          <p14:tracePt t="16115" x="3092450" y="5391150"/>
          <p14:tracePt t="16133" x="3124200" y="5314950"/>
          <p14:tracePt t="16149" x="3136900" y="5238750"/>
          <p14:tracePt t="16165" x="3143250" y="5118100"/>
          <p14:tracePt t="16182" x="3143250" y="5054600"/>
          <p14:tracePt t="16198" x="3130550" y="4959350"/>
          <p14:tracePt t="16215" x="3111500" y="4895850"/>
          <p14:tracePt t="16233" x="3086100" y="4864100"/>
          <p14:tracePt t="16248" x="3073400" y="4857750"/>
          <p14:tracePt t="16264" x="3041650" y="4851400"/>
          <p14:tracePt t="16282" x="2990850" y="4845050"/>
          <p14:tracePt t="16298" x="2965450" y="4845050"/>
          <p14:tracePt t="16315" x="2921000" y="4845050"/>
          <p14:tracePt t="16332" x="2863850" y="4870450"/>
          <p14:tracePt t="16347" x="2832100" y="4883150"/>
          <p14:tracePt t="16364" x="2806700" y="4895850"/>
          <p14:tracePt t="16381" x="2743200" y="4946650"/>
          <p14:tracePt t="16397" x="2730500" y="4972050"/>
          <p14:tracePt t="16416" x="2724150" y="5016500"/>
          <p14:tracePt t="16431" x="2730500" y="5054600"/>
          <p14:tracePt t="16930" x="2736850" y="5054600"/>
          <p14:tracePt t="16936" x="2743200" y="5048250"/>
          <p14:tracePt t="16951" x="2749550" y="5029200"/>
          <p14:tracePt t="16962" x="2762250" y="5010150"/>
          <p14:tracePt t="16980" x="2787650" y="4933950"/>
          <p14:tracePt t="16996" x="2787650" y="4819650"/>
          <p14:tracePt t="17012" x="2794000" y="4756150"/>
          <p14:tracePt t="17015" x="2806700" y="4667250"/>
          <p14:tracePt t="17029" x="2806700" y="4591050"/>
          <p14:tracePt t="17046" x="2806700" y="4438650"/>
          <p14:tracePt t="17062" x="2794000" y="4368800"/>
          <p14:tracePt t="17079" x="2768600" y="4273550"/>
          <p14:tracePt t="17095" x="2749550" y="4241800"/>
          <p14:tracePt t="17113" x="2730500" y="4210050"/>
          <p14:tracePt t="17145" x="2724150" y="4210050"/>
          <p14:tracePt t="17162" x="2717800" y="4210050"/>
          <p14:tracePt t="17179" x="2711450" y="4216400"/>
          <p14:tracePt t="17195" x="2698750" y="4216400"/>
          <p14:tracePt t="17212" x="2692400" y="4222750"/>
          <p14:tracePt t="17228" x="2679700" y="4235450"/>
          <p14:tracePt t="17244" x="2673350" y="4241800"/>
          <p14:tracePt t="17261" x="2660650" y="4273550"/>
          <p14:tracePt t="17278" x="2635250" y="4324350"/>
          <p14:tracePt t="17296" x="2578100" y="4425950"/>
          <p14:tracePt t="17311" x="2559050" y="4483100"/>
          <p14:tracePt t="17328" x="2501900" y="4578350"/>
          <p14:tracePt t="17345" x="2444750" y="4705350"/>
          <p14:tracePt t="17361" x="2432050" y="4762500"/>
          <p14:tracePt t="17378" x="2387600" y="4845050"/>
          <p14:tracePt t="17395" x="2362200" y="4921250"/>
          <p14:tracePt t="17411" x="2355850" y="4940300"/>
          <p14:tracePt t="17428" x="2349500" y="4959350"/>
          <p14:tracePt t="17444" x="2343150" y="4984750"/>
          <p14:tracePt t="17461" x="2336800" y="4997450"/>
          <p14:tracePt t="17494" x="2336800" y="5003800"/>
          <p14:tracePt t="17511" x="2330450" y="5010150"/>
          <p14:tracePt t="17530" x="2330450" y="5016500"/>
          <p14:tracePt t="17555" x="2330450" y="5029200"/>
          <p14:tracePt t="17583" x="2343150" y="5041900"/>
          <p14:tracePt t="17597" x="2349500" y="5048250"/>
          <p14:tracePt t="18099" x="2349500" y="5060950"/>
          <p14:tracePt t="18106" x="2349500" y="5086350"/>
          <p14:tracePt t="18120" x="2355850" y="5105400"/>
          <p14:tracePt t="18128" x="2368550" y="5137150"/>
          <p14:tracePt t="18142" x="2381250" y="5168900"/>
          <p14:tracePt t="18158" x="2387600" y="5194300"/>
          <p14:tracePt t="18175" x="2425700" y="5251450"/>
          <p14:tracePt t="18191" x="2470150" y="5302250"/>
          <p14:tracePt t="18208" x="2495550" y="5334000"/>
          <p14:tracePt t="18225" x="2565400" y="5384800"/>
          <p14:tracePt t="18241" x="2597150" y="5422900"/>
          <p14:tracePt t="18258" x="2698750" y="5473700"/>
          <p14:tracePt t="18275" x="2825750" y="5530850"/>
          <p14:tracePt t="18291" x="2921000" y="5549900"/>
          <p14:tracePt t="18308" x="2959100" y="5549900"/>
          <p14:tracePt t="18324" x="2984500" y="5549900"/>
          <p14:tracePt t="18341" x="3028950" y="5543550"/>
          <p14:tracePt t="18359" x="3041650" y="5530850"/>
          <p14:tracePt t="18374" x="3067050" y="5505450"/>
          <p14:tracePt t="18391" x="3073400" y="5505450"/>
          <p14:tracePt t="18408" x="3092450" y="5467350"/>
          <p14:tracePt t="18424" x="3098800" y="5441950"/>
          <p14:tracePt t="18441" x="3098800" y="5422900"/>
          <p14:tracePt t="18458" x="3098800" y="5295900"/>
          <p14:tracePt t="18474" x="3086100" y="5226050"/>
          <p14:tracePt t="18491" x="3067050" y="5168900"/>
          <p14:tracePt t="18507" x="3003550" y="5060950"/>
          <p14:tracePt t="18523" x="2889250" y="4991100"/>
          <p14:tracePt t="18540" x="2832100" y="4965700"/>
          <p14:tracePt t="18543" x="2755900" y="4946650"/>
          <p14:tracePt t="18557" x="2686050" y="4946650"/>
          <p14:tracePt t="18574" x="2533650" y="4959350"/>
          <p14:tracePt t="18591" x="2406650" y="5022850"/>
          <p14:tracePt t="18607" x="2349500" y="5060950"/>
          <p14:tracePt t="18623" x="2279650" y="5143500"/>
          <p14:tracePt t="18640" x="2235200" y="5245100"/>
          <p14:tracePt t="18656" x="2216150" y="5270500"/>
          <p14:tracePt t="18673" x="2216150" y="5314950"/>
          <p14:tracePt t="18689" x="2216150" y="5334000"/>
          <p14:tracePt t="18706" x="2222500" y="5346700"/>
          <p14:tracePt t="18723" x="2235200" y="5353050"/>
          <p14:tracePt t="18739" x="2298700" y="5372100"/>
          <p14:tracePt t="18756" x="2317750" y="5378450"/>
          <p14:tracePt t="18773" x="2374900" y="5378450"/>
          <p14:tracePt t="18789" x="2406650" y="5378450"/>
          <p14:tracePt t="18806" x="2470150" y="5384800"/>
          <p14:tracePt t="18823" x="2540000" y="5384800"/>
          <p14:tracePt t="18839" x="2578100" y="5384800"/>
          <p14:tracePt t="18856" x="2673350" y="5378450"/>
          <p14:tracePt t="18873" x="2781300" y="5359400"/>
          <p14:tracePt t="18889" x="2838450" y="5340350"/>
          <p14:tracePt t="18906" x="2933700" y="5302250"/>
          <p14:tracePt t="18922" x="3009900" y="5251450"/>
          <p14:tracePt t="18939" x="3035300" y="5232400"/>
          <p14:tracePt t="18956" x="3054350" y="5207000"/>
          <p14:tracePt t="18972" x="3060700" y="5181600"/>
          <p14:tracePt t="18989" x="3060700" y="5175250"/>
          <p14:tracePt t="19006" x="3054350" y="5149850"/>
          <p14:tracePt t="19022" x="3041650" y="5124450"/>
          <p14:tracePt t="19039" x="3016250" y="5105400"/>
          <p14:tracePt t="19042" x="2997200" y="5086350"/>
          <p14:tracePt t="19056" x="2952750" y="5060950"/>
          <p14:tracePt t="19072" x="2908300" y="5035550"/>
          <p14:tracePt t="19089" x="2730500" y="4959350"/>
          <p14:tracePt t="19105" x="2647950" y="4940300"/>
          <p14:tracePt t="19122" x="2584450" y="4940300"/>
          <p14:tracePt t="19139" x="2457450" y="4933950"/>
          <p14:tracePt t="19155" x="2336800" y="4953000"/>
          <p14:tracePt t="19171" x="2292350" y="4959350"/>
          <p14:tracePt t="19188" x="2254250" y="4972050"/>
          <p14:tracePt t="19205" x="2235200" y="4984750"/>
          <p14:tracePt t="19221" x="2228850" y="4984750"/>
          <p14:tracePt t="19237" x="2222500" y="4997450"/>
          <p14:tracePt t="19254" x="2235200" y="5003800"/>
          <p14:tracePt t="19272" x="2273300" y="5022850"/>
          <p14:tracePt t="19288" x="2305050" y="5029200"/>
          <p14:tracePt t="19304" x="2387600" y="5054600"/>
          <p14:tracePt t="19321" x="2514600" y="5092700"/>
          <p14:tracePt t="19337" x="2603500" y="5099050"/>
          <p14:tracePt t="19354" x="2679700" y="5111750"/>
          <p14:tracePt t="19371" x="2933700" y="5118100"/>
          <p14:tracePt t="19387" x="2984500" y="5118100"/>
          <p14:tracePt t="19404" x="3016250" y="5118100"/>
          <p14:tracePt t="19420" x="3054350" y="5111750"/>
          <p14:tracePt t="19437" x="3060700" y="5105400"/>
          <p14:tracePt t="19454" x="3060700" y="5099050"/>
          <p14:tracePt t="19470" x="3054350" y="5092700"/>
          <p14:tracePt t="19490" x="3048000" y="5092700"/>
          <p14:tracePt t="19504" x="3035300" y="5092700"/>
          <p14:tracePt t="19521" x="3028950" y="5086350"/>
          <p14:tracePt t="19538" x="3016250" y="5086350"/>
          <p14:tracePt t="19554" x="2971800" y="5073650"/>
          <p14:tracePt t="19569" x="2933700" y="5073650"/>
          <p14:tracePt t="19588" x="2838450" y="5067300"/>
          <p14:tracePt t="19603" x="2698750" y="5054600"/>
          <p14:tracePt t="19620" x="2622550" y="5054600"/>
          <p14:tracePt t="19638" x="2489200" y="5060950"/>
          <p14:tracePt t="19653" x="2387600" y="5067300"/>
          <p14:tracePt t="19670" x="2355850" y="5080000"/>
          <p14:tracePt t="19687" x="2317750" y="5080000"/>
          <p14:tracePt t="19703" x="2305050" y="5080000"/>
          <p14:tracePt t="19720" x="2292350" y="5080000"/>
          <p14:tracePt t="19737" x="2298700" y="5080000"/>
          <p14:tracePt t="19752" x="2311400" y="5080000"/>
          <p14:tracePt t="19770" x="2343150" y="5086350"/>
          <p14:tracePt t="19786" x="2400300" y="5086350"/>
          <p14:tracePt t="19802" x="2432050" y="5092700"/>
          <p14:tracePt t="19820" x="2533650" y="5086350"/>
          <p14:tracePt t="19836" x="2667000" y="5067300"/>
          <p14:tracePt t="19852" x="2730500" y="5060950"/>
          <p14:tracePt t="19869" x="2876550" y="5041900"/>
          <p14:tracePt t="19886" x="2978150" y="5035550"/>
          <p14:tracePt t="19903" x="3022600" y="5035550"/>
          <p14:tracePt t="19919" x="3067050" y="5035550"/>
          <p14:tracePt t="19935" x="3079750" y="5035550"/>
          <p14:tracePt t="19953" x="3092450" y="5035550"/>
          <p14:tracePt t="19968" x="3098800" y="5035550"/>
          <p14:tracePt t="20002" x="3092450" y="5035550"/>
          <p14:tracePt t="20018" x="3079750" y="5035550"/>
          <p14:tracePt t="20035" x="3073400" y="5035550"/>
          <p14:tracePt t="20052" x="3054350" y="5035550"/>
          <p14:tracePt t="20068" x="3022600" y="5035550"/>
          <p14:tracePt t="20084" x="2990850" y="5035550"/>
          <p14:tracePt t="20101" x="2914650" y="5035550"/>
          <p14:tracePt t="20118" x="2787650" y="5035550"/>
          <p14:tracePt t="20136" x="2654300" y="5067300"/>
          <p14:tracePt t="20152" x="2603500" y="5073650"/>
          <p14:tracePt t="20168" x="2495550" y="5092700"/>
          <p14:tracePt t="20185" x="2432050" y="5105400"/>
          <p14:tracePt t="20201" x="2425700" y="5105400"/>
          <p14:tracePt t="20218" x="2400300" y="5111750"/>
          <p14:tracePt t="20234" x="2387600" y="5118100"/>
          <p14:tracePt t="20268" x="2381250" y="5118100"/>
          <p14:tracePt t="20297" x="2387600" y="5118100"/>
          <p14:tracePt t="20304" x="2393950" y="5118100"/>
          <p14:tracePt t="20318" x="2400300" y="5124450"/>
          <p14:tracePt t="20334" x="2413000" y="5124450"/>
          <p14:tracePt t="20609" x="2425700" y="5105400"/>
          <p14:tracePt t="20623" x="2438400" y="5048250"/>
          <p14:tracePt t="20630" x="2470150" y="4978400"/>
          <p14:tracePt t="20637" x="2489200" y="4876800"/>
          <p14:tracePt t="20649" x="2533650" y="4743450"/>
          <p14:tracePt t="20666" x="2654300" y="4260850"/>
          <p14:tracePt t="20683" x="2698750" y="3956050"/>
          <p14:tracePt t="20700" x="2755900" y="3467100"/>
          <p14:tracePt t="20716" x="2768600" y="3213100"/>
          <p14:tracePt t="20733" x="2768600" y="3117850"/>
          <p14:tracePt t="20750" x="2768600" y="2997200"/>
          <p14:tracePt t="20766" x="2768600" y="2959100"/>
          <p14:tracePt t="20782" x="2762250" y="2927350"/>
          <p14:tracePt t="20799" x="2762250" y="2901950"/>
          <p14:tracePt t="20817" x="2762250" y="2889250"/>
          <p14:tracePt t="20960" x="2762250" y="2882900"/>
          <p14:tracePt t="20988" x="2768600" y="2882900"/>
          <p14:tracePt t="20995" x="2774950" y="2889250"/>
          <p14:tracePt t="21009" x="2781300" y="2895600"/>
          <p14:tracePt t="21018" x="2787650" y="2895600"/>
          <p14:tracePt t="21032" x="2800350" y="2901950"/>
          <p14:tracePt t="21048" x="2813050" y="2908300"/>
          <p14:tracePt t="21065" x="2857500" y="2933700"/>
          <p14:tracePt t="21081" x="2876550" y="2946400"/>
          <p14:tracePt t="21098" x="2908300" y="2959100"/>
          <p14:tracePt t="21115" x="2984500" y="3003550"/>
          <p14:tracePt t="21131" x="3028950" y="3028950"/>
          <p14:tracePt t="21148" x="3098800" y="3060700"/>
          <p14:tracePt t="21165" x="3289300" y="3124200"/>
          <p14:tracePt t="21181" x="3333750" y="3143250"/>
          <p14:tracePt t="21197" x="3403600" y="3149600"/>
          <p14:tracePt t="21214" x="3435350" y="3149600"/>
          <p14:tracePt t="21231" x="3435350" y="3136900"/>
          <p14:tracePt t="21248" x="3441700" y="3124200"/>
          <p14:tracePt t="21264" x="3441700" y="3086100"/>
          <p14:tracePt t="21281" x="3435350" y="3073400"/>
          <p14:tracePt t="21298" x="3390900" y="2959100"/>
          <p14:tracePt t="21314" x="3276600" y="2698750"/>
          <p14:tracePt t="21331" x="3194050" y="2501900"/>
          <p14:tracePt t="21347" x="3016250" y="2114550"/>
          <p14:tracePt t="21364" x="2895600" y="1885950"/>
          <p14:tracePt t="21381" x="2844800" y="1816100"/>
          <p14:tracePt t="21397" x="2755900" y="1708150"/>
          <p14:tracePt t="21414" x="2724150" y="1689100"/>
          <p14:tracePt t="21431" x="2705100" y="1682750"/>
          <p14:tracePt t="21463" x="2698750" y="1682750"/>
          <p14:tracePt t="21480" x="2692400" y="1689100"/>
          <p14:tracePt t="21497" x="2692400" y="1695450"/>
          <p14:tracePt t="21513" x="2686050" y="1708150"/>
          <p14:tracePt t="21530" x="2686050" y="1727200"/>
          <p14:tracePt t="21547" x="2686050" y="1765300"/>
          <p14:tracePt t="21564" x="2705100" y="1917700"/>
          <p14:tracePt t="21580" x="2730500" y="2171700"/>
          <p14:tracePt t="21596" x="2743200" y="2362200"/>
          <p14:tracePt t="21614" x="2800350" y="2806700"/>
          <p14:tracePt t="21629" x="2857500" y="3149600"/>
          <p14:tracePt t="21646" x="2895600" y="3302000"/>
          <p14:tracePt t="21664" x="2933700" y="3486150"/>
          <p14:tracePt t="21680" x="2952750" y="3556000"/>
          <p14:tracePt t="21697" x="2978150" y="3606800"/>
          <p14:tracePt t="21713" x="2990850" y="3625850"/>
          <p14:tracePt t="21810" x="2990850" y="3619500"/>
          <p14:tracePt t="21831" x="2990850" y="3613150"/>
          <p14:tracePt t="21866" x="2997200" y="3613150"/>
          <p14:tracePt t="21880" x="3003550" y="361315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Overriding to Create</a:t>
            </a:r>
            <a:br>
              <a:rPr lang="en-US" altLang="en-US" sz="4400" dirty="0">
                <a:latin typeface="Elephant" panose="02020904090505020303" pitchFamily="18" charset="0"/>
              </a:rPr>
            </a:br>
            <a:r>
              <a:rPr lang="en-US" altLang="en-US" sz="4400" dirty="0">
                <a:latin typeface="Elephant" panose="02020904090505020303" pitchFamily="18" charset="0"/>
              </a:rPr>
              <a:t>a New Version</a:t>
            </a: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548640" y="1478280"/>
            <a:ext cx="8382000" cy="537972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class Animal: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__</a:t>
            </a:r>
            <a:r>
              <a:rPr lang="en-US" altLang="en-US" sz="28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800" dirty="0">
                <a:latin typeface="Lucida Console" panose="020B0609040504020204" pitchFamily="49" charset="0"/>
              </a:rPr>
              <a:t>__(self, name, age):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  self.name = name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self.age</a:t>
            </a:r>
            <a:r>
              <a:rPr lang="en-US" altLang="en-US" sz="2800" dirty="0">
                <a:latin typeface="Lucida Console" panose="020B0609040504020204" pitchFamily="49" charset="0"/>
              </a:rPr>
              <a:t> = age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latin typeface="Lucida Console" panose="020B0609040504020204" pitchFamily="49" charset="0"/>
              </a:rPr>
              <a:t>get_name</a:t>
            </a:r>
            <a:r>
              <a:rPr lang="en-US" altLang="en-US" sz="2800" dirty="0">
                <a:latin typeface="Lucida Console" panose="020B0609040504020204" pitchFamily="49" charset="0"/>
              </a:rPr>
              <a:t>(self):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  return self.name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__</a:t>
            </a:r>
            <a:r>
              <a:rPr lang="en-US" altLang="en-US" sz="2800" dirty="0" err="1">
                <a:latin typeface="Lucida Console" panose="020B0609040504020204" pitchFamily="49" charset="0"/>
              </a:rPr>
              <a:t>gt</a:t>
            </a:r>
            <a:r>
              <a:rPr lang="en-US" altLang="en-US" sz="2800" dirty="0">
                <a:latin typeface="Lucida Console" panose="020B0609040504020204" pitchFamily="49" charset="0"/>
              </a:rPr>
              <a:t>__(self, other):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  #override comparison operators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  return </a:t>
            </a:r>
            <a:r>
              <a:rPr lang="en-US" altLang="en-US" sz="2800" dirty="0" err="1">
                <a:latin typeface="Lucida Console" panose="020B0609040504020204" pitchFamily="49" charset="0"/>
              </a:rPr>
              <a:t>self.age</a:t>
            </a:r>
            <a:r>
              <a:rPr lang="en-US" altLang="en-US" sz="2800" dirty="0">
                <a:latin typeface="Lucida Console" panose="020B0609040504020204" pitchFamily="49" charset="0"/>
              </a:rPr>
              <a:t> &gt; </a:t>
            </a:r>
            <a:r>
              <a:rPr lang="en-US" altLang="en-US" sz="2800" dirty="0" err="1">
                <a:latin typeface="Lucida Console" panose="020B0609040504020204" pitchFamily="49" charset="0"/>
              </a:rPr>
              <a:t>other.age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altLang="en-US" sz="2800" dirty="0"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print(Animal('Boo',4)&gt;Animal('Sam',3))</a:t>
            </a:r>
            <a:endParaRPr lang="en-US" altLang="en-US" sz="3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92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60"/>
    </mc:Choice>
    <mc:Fallback xmlns="">
      <p:transition spd="slow" advTm="52060"/>
    </mc:Fallback>
  </mc:AlternateContent>
  <p:extLst>
    <p:ext uri="{3A86A75C-4F4B-4683-9AE1-C65F6400EC91}">
      <p14:laserTraceLst xmlns:p14="http://schemas.microsoft.com/office/powerpoint/2010/main">
        <p14:tracePtLst>
          <p14:tracePt t="5572" x="3003550" y="3606800"/>
          <p14:tracePt t="5579" x="3009900" y="3594100"/>
          <p14:tracePt t="5586" x="3016250" y="3575050"/>
          <p14:tracePt t="5598" x="3022600" y="3556000"/>
          <p14:tracePt t="5615" x="3054350" y="3473450"/>
          <p14:tracePt t="5631" x="3079750" y="3390900"/>
          <p14:tracePt t="5648" x="3117850" y="3282950"/>
          <p14:tracePt t="5651" x="3124200" y="3238500"/>
          <p14:tracePt t="5664" x="3143250" y="3130550"/>
          <p14:tracePt t="5681" x="3155950" y="3048000"/>
          <p14:tracePt t="5699" x="3181350" y="2971800"/>
          <p14:tracePt t="5714" x="3181350" y="2946400"/>
          <p14:tracePt t="5731" x="3181350" y="2927350"/>
          <p14:tracePt t="5747" x="3181350" y="2908300"/>
          <p14:tracePt t="5764" x="3181350" y="2889250"/>
          <p14:tracePt t="5781" x="3175000" y="2844800"/>
          <p14:tracePt t="5797" x="3168650" y="2794000"/>
          <p14:tracePt t="5814" x="3155950" y="2749550"/>
          <p14:tracePt t="5832" x="3130550" y="2698750"/>
          <p14:tracePt t="5847" x="3111500" y="2660650"/>
          <p14:tracePt t="5864" x="3098800" y="2628900"/>
          <p14:tracePt t="5881" x="3079750" y="2590800"/>
          <p14:tracePt t="5897" x="3067050" y="2565400"/>
          <p14:tracePt t="5913" x="3060700" y="2546350"/>
          <p14:tracePt t="5931" x="3048000" y="2533650"/>
          <p14:tracePt t="5947" x="3048000" y="2527300"/>
          <p14:tracePt t="5979" x="3048000" y="2520950"/>
          <p14:tracePt t="6547" x="3048000" y="2546350"/>
          <p14:tracePt t="6554" x="3048000" y="2609850"/>
          <p14:tracePt t="6562" x="3048000" y="2673350"/>
          <p14:tracePt t="6578" x="3028950" y="2806700"/>
          <p14:tracePt t="6595" x="3009900" y="2946400"/>
          <p14:tracePt t="6611" x="3009900" y="3117850"/>
          <p14:tracePt t="6627" x="2997200" y="3206750"/>
          <p14:tracePt t="6646" x="2997200" y="3276600"/>
          <p14:tracePt t="6661" x="2997200" y="3295650"/>
          <p14:tracePt t="6677" x="2997200" y="3302000"/>
          <p14:tracePt t="6820" x="3003550" y="3302000"/>
          <p14:tracePt t="6835" x="3009900" y="3302000"/>
          <p14:tracePt t="6849" x="3016250" y="3302000"/>
          <p14:tracePt t="6856" x="3022600" y="3302000"/>
          <p14:tracePt t="6863" x="3035300" y="3302000"/>
          <p14:tracePt t="6877" x="3048000" y="3302000"/>
          <p14:tracePt t="7419" x="3048000" y="3308350"/>
          <p14:tracePt t="7426" x="3054350" y="3321050"/>
          <p14:tracePt t="7433" x="3054350" y="3333750"/>
          <p14:tracePt t="7441" x="3054350" y="3346450"/>
          <p14:tracePt t="7458" x="3060700" y="3378200"/>
          <p14:tracePt t="7475" x="3060700" y="3422650"/>
          <p14:tracePt t="7491" x="3067050" y="3454400"/>
          <p14:tracePt t="7508" x="3067050" y="3498850"/>
          <p14:tracePt t="7525" x="3073400" y="3543300"/>
          <p14:tracePt t="7541" x="3073400" y="3575050"/>
          <p14:tracePt t="7558" x="3073400" y="3606800"/>
          <p14:tracePt t="7575" x="3079750" y="3651250"/>
          <p14:tracePt t="7591" x="3079750" y="3676650"/>
          <p14:tracePt t="7608" x="3073400" y="3714750"/>
          <p14:tracePt t="7624" x="3073400" y="3727450"/>
          <p14:tracePt t="7641" x="3073400" y="3740150"/>
          <p14:tracePt t="7658" x="3073400" y="3746500"/>
          <p14:tracePt t="7691" x="3073400" y="3752850"/>
          <p14:tracePt t="7749" x="3073400" y="3759200"/>
          <p14:tracePt t="7882" x="3079750" y="3765550"/>
          <p14:tracePt t="7903" x="3079750" y="3771900"/>
          <p14:tracePt t="7910" x="3086100" y="3784600"/>
          <p14:tracePt t="7923" x="3086100" y="3790950"/>
          <p14:tracePt t="7940" x="3098800" y="3835400"/>
          <p14:tracePt t="7956" x="3105150" y="3886200"/>
          <p14:tracePt t="7974" x="3124200" y="3994150"/>
          <p14:tracePt t="7990" x="3136900" y="4044950"/>
          <p14:tracePt t="8007" x="3149600" y="4095750"/>
          <p14:tracePt t="8024" x="3155950" y="4140200"/>
          <p14:tracePt t="8039" x="3162300" y="4159250"/>
          <p14:tracePt t="8056" x="3162300" y="4171950"/>
          <p14:tracePt t="8072" x="3168650" y="4184650"/>
          <p14:tracePt t="8170" x="3162300" y="4184650"/>
          <p14:tracePt t="8184" x="3162300" y="4191000"/>
          <p14:tracePt t="8207" x="3162300" y="4197350"/>
          <p14:tracePt t="8212" x="3162300" y="4203700"/>
          <p14:tracePt t="8222" x="3155950" y="4203700"/>
          <p14:tracePt t="8239" x="3155950" y="4216400"/>
          <p14:tracePt t="8255" x="3155950" y="4229100"/>
          <p14:tracePt t="8272" x="3149600" y="4235450"/>
          <p14:tracePt t="8289" x="3149600" y="4241800"/>
          <p14:tracePt t="8306" x="3162300" y="4260850"/>
          <p14:tracePt t="8926" x="3175000" y="4267200"/>
          <p14:tracePt t="8934" x="3181350" y="4273550"/>
          <p14:tracePt t="8940" x="3187700" y="4279900"/>
          <p14:tracePt t="8953" x="3194050" y="4279900"/>
          <p14:tracePt t="8970" x="3238500" y="4298950"/>
          <p14:tracePt t="8986" x="3263900" y="4305300"/>
          <p14:tracePt t="9003" x="3295650" y="4330700"/>
          <p14:tracePt t="9019" x="3346450" y="4356100"/>
          <p14:tracePt t="9036" x="3371850" y="4362450"/>
          <p14:tracePt t="9054" x="3409950" y="4381500"/>
          <p14:tracePt t="9069" x="3422650" y="4381500"/>
          <p14:tracePt t="9086" x="3441700" y="4387850"/>
          <p14:tracePt t="9103" x="3454400" y="4387850"/>
          <p14:tracePt t="9186" x="3448050" y="4387850"/>
          <p14:tracePt t="9193" x="3441700" y="4387850"/>
          <p14:tracePt t="9202" x="3435350" y="4381500"/>
          <p14:tracePt t="9219" x="3429000" y="4381500"/>
          <p14:tracePt t="9236" x="3409950" y="4381500"/>
          <p14:tracePt t="9252" x="3365500" y="4381500"/>
          <p14:tracePt t="9269" x="3327400" y="4381500"/>
          <p14:tracePt t="9286" x="3238500" y="4381500"/>
          <p14:tracePt t="9302" x="3162300" y="4381500"/>
          <p14:tracePt t="9318" x="3086100" y="4381500"/>
          <p14:tracePt t="9335" x="2952750" y="4394200"/>
          <p14:tracePt t="9352" x="2882900" y="4394200"/>
          <p14:tracePt t="9370" x="2825750" y="4394200"/>
          <p14:tracePt t="9385" x="2800350" y="4394200"/>
          <p14:tracePt t="9401" x="2794000" y="4394200"/>
          <p14:tracePt t="9419" x="2781300" y="4394200"/>
          <p14:tracePt t="9468" x="2787650" y="4394200"/>
          <p14:tracePt t="9496" x="2794000" y="4394200"/>
          <p14:tracePt t="9510" x="2806700" y="4394200"/>
          <p14:tracePt t="9516" x="2819400" y="4394200"/>
          <p14:tracePt t="9524" x="2825750" y="4394200"/>
          <p14:tracePt t="9534" x="2838450" y="4394200"/>
          <p14:tracePt t="9552" x="2882900" y="4394200"/>
          <p14:tracePt t="9567" x="2933700" y="4400550"/>
          <p14:tracePt t="9584" x="2984500" y="4400550"/>
          <p14:tracePt t="9601" x="3067050" y="4406900"/>
          <p14:tracePt t="9617" x="3117850" y="4406900"/>
          <p14:tracePt t="9634" x="3168650" y="4406900"/>
          <p14:tracePt t="9651" x="3225800" y="4406900"/>
          <p14:tracePt t="9667" x="3263900" y="4400550"/>
          <p14:tracePt t="9684" x="3276600" y="4400550"/>
          <p14:tracePt t="9687" x="3282950" y="4394200"/>
          <p14:tracePt t="9701" x="3289300" y="4387850"/>
          <p14:tracePt t="9717" x="3289300" y="4381500"/>
          <p14:tracePt t="9735" x="3276600" y="4381500"/>
          <p14:tracePt t="9750" x="3263900" y="4381500"/>
          <p14:tracePt t="9767" x="3244850" y="4381500"/>
          <p14:tracePt t="9784" x="3200400" y="4375150"/>
          <p14:tracePt t="9800" x="3155950" y="4368800"/>
          <p14:tracePt t="9816" x="3098800" y="4362450"/>
          <p14:tracePt t="9833" x="2978150" y="4343400"/>
          <p14:tracePt t="9850" x="2876550" y="4337050"/>
          <p14:tracePt t="9866" x="2794000" y="4337050"/>
          <p14:tracePt t="9883" x="2698750" y="4337050"/>
          <p14:tracePt t="9900" x="2660650" y="4337050"/>
          <p14:tracePt t="9917" x="2603500" y="4343400"/>
          <p14:tracePt t="9933" x="2584450" y="4349750"/>
          <p14:tracePt t="9949" x="2559050" y="4362450"/>
          <p14:tracePt t="9967" x="2540000" y="4362450"/>
          <p14:tracePt t="9984" x="2533650" y="4362450"/>
          <p14:tracePt t="10022" x="2527300" y="4362450"/>
          <p14:tracePt t="10121" x="2533650" y="4362450"/>
          <p14:tracePt t="10142" x="2546350" y="4362450"/>
          <p14:tracePt t="10150" x="2559050" y="4362450"/>
          <p14:tracePt t="10156" x="2565400" y="4362450"/>
          <p14:tracePt t="10165" x="2571750" y="4362450"/>
          <p14:tracePt t="10182" x="2597150" y="4362450"/>
          <p14:tracePt t="10185" x="2609850" y="4362450"/>
          <p14:tracePt t="10199" x="2660650" y="4362450"/>
          <p14:tracePt t="10216" x="2711450" y="4368800"/>
          <p14:tracePt t="10232" x="2755900" y="4368800"/>
          <p14:tracePt t="10248" x="2844800" y="4368800"/>
          <p14:tracePt t="10265" x="2895600" y="4368800"/>
          <p14:tracePt t="10283" x="2952750" y="4368800"/>
          <p14:tracePt t="10298" x="2984500" y="4375150"/>
          <p14:tracePt t="10315" x="3009900" y="4381500"/>
          <p14:tracePt t="10331" x="3048000" y="4381500"/>
          <p14:tracePt t="10365" x="3054350" y="4381500"/>
          <p14:tracePt t="10381" x="3067050" y="4381500"/>
          <p14:tracePt t="10430" x="3073400" y="4387850"/>
          <p14:tracePt t="10478" x="3079750" y="4387850"/>
          <p14:tracePt t="10619" x="3098800" y="4387850"/>
          <p14:tracePt t="11062" x="3092450" y="4413250"/>
          <p14:tracePt t="11069" x="3086100" y="4432300"/>
          <p14:tracePt t="11078" x="3086100" y="4451350"/>
          <p14:tracePt t="11096" x="3079750" y="4514850"/>
          <p14:tracePt t="11112" x="3073400" y="4654550"/>
          <p14:tracePt t="11129" x="3060700" y="4775200"/>
          <p14:tracePt t="11146" x="3054350" y="4921250"/>
          <p14:tracePt t="11163" x="3054350" y="5022850"/>
          <p14:tracePt t="11179" x="3041650" y="5124450"/>
          <p14:tracePt t="11196" x="3048000" y="5238750"/>
          <p14:tracePt t="11212" x="3048000" y="5314950"/>
          <p14:tracePt t="11229" x="3035300" y="5378450"/>
          <p14:tracePt t="11245" x="3022600" y="5448300"/>
          <p14:tracePt t="11262" x="3016250" y="5480050"/>
          <p14:tracePt t="11279" x="3003550" y="5518150"/>
          <p14:tracePt t="11295" x="3003550" y="5568950"/>
          <p14:tracePt t="11312" x="2990850" y="5600700"/>
          <p14:tracePt t="11329" x="2978150" y="5645150"/>
          <p14:tracePt t="11345" x="2971800" y="5670550"/>
          <p14:tracePt t="11362" x="2952750" y="5695950"/>
          <p14:tracePt t="11379" x="2946400" y="5734050"/>
          <p14:tracePt t="11395" x="2921000" y="5759450"/>
          <p14:tracePt t="11411" x="2914650" y="5803900"/>
          <p14:tracePt t="11428" x="2914650" y="5822950"/>
          <p14:tracePt t="11933" x="2901950" y="5835650"/>
          <p14:tracePt t="11947" x="2889250" y="5842000"/>
          <p14:tracePt t="11954" x="2882900" y="5848350"/>
          <p14:tracePt t="11962" x="2876550" y="5861050"/>
          <p14:tracePt t="11976" x="2857500" y="5880100"/>
          <p14:tracePt t="11992" x="2838450" y="5899150"/>
          <p14:tracePt t="12010" x="2832100" y="5905500"/>
          <p14:tracePt t="12026" x="2819400" y="5918200"/>
          <p14:tracePt t="12042" x="2819400" y="5924550"/>
          <p14:tracePt t="12059" x="2813050" y="5924550"/>
          <p14:tracePt t="12075" x="2813050" y="5930900"/>
          <p14:tracePt t="12116" x="2806700" y="5937250"/>
          <p14:tracePt t="12165" x="2806700" y="5943600"/>
          <p14:tracePt t="12256" x="2813050" y="5943600"/>
          <p14:tracePt t="12270" x="2819400" y="5943600"/>
          <p14:tracePt t="12278" x="2825750" y="5943600"/>
          <p14:tracePt t="12298" x="2832100" y="5943600"/>
          <p14:tracePt t="12308" x="2844800" y="5943600"/>
          <p14:tracePt t="12325" x="2863850" y="5943600"/>
          <p14:tracePt t="12341" x="2908300" y="5949950"/>
          <p14:tracePt t="12358" x="2940050" y="5949950"/>
          <p14:tracePt t="12375" x="3016250" y="5949950"/>
          <p14:tracePt t="12391" x="3086100" y="5962650"/>
          <p14:tracePt t="12408" x="3162300" y="5956300"/>
          <p14:tracePt t="12425" x="3251200" y="5949950"/>
          <p14:tracePt t="12441" x="3302000" y="5943600"/>
          <p14:tracePt t="12457" x="3340100" y="5943600"/>
          <p14:tracePt t="12474" x="3378200" y="5937250"/>
          <p14:tracePt t="12491" x="3390900" y="5930900"/>
          <p14:tracePt t="12509" x="3397250" y="5930900"/>
          <p14:tracePt t="12586" x="3390900" y="5930900"/>
          <p14:tracePt t="12621" x="3384550" y="5930900"/>
          <p14:tracePt t="12656" x="3384550" y="5937250"/>
          <p14:tracePt t="13160" x="3390900" y="5937250"/>
          <p14:tracePt t="13167" x="3409950" y="5937250"/>
          <p14:tracePt t="13175" x="3429000" y="5943600"/>
          <p14:tracePt t="13188" x="3473450" y="5949950"/>
          <p14:tracePt t="13205" x="3524250" y="5956300"/>
          <p14:tracePt t="13222" x="3568700" y="5956300"/>
          <p14:tracePt t="13238" x="3657600" y="5981700"/>
          <p14:tracePt t="13255" x="3714750" y="5981700"/>
          <p14:tracePt t="13272" x="3784600" y="5988050"/>
          <p14:tracePt t="13288" x="3822700" y="5994400"/>
          <p14:tracePt t="13305" x="3835400" y="5994400"/>
          <p14:tracePt t="13322" x="3860800" y="5994400"/>
          <p14:tracePt t="13338" x="3873500" y="5994400"/>
          <p14:tracePt t="13373" x="3879850" y="5994400"/>
          <p14:tracePt t="13518" x="3886200" y="5994400"/>
          <p14:tracePt t="13539" x="3892550" y="5994400"/>
          <p14:tracePt t="13554" x="3898900" y="5994400"/>
          <p14:tracePt t="13561" x="3905250" y="5994400"/>
          <p14:tracePt t="13570" x="3911600" y="5994400"/>
          <p14:tracePt t="13589" x="3924300" y="6000750"/>
          <p14:tracePt t="13603" x="3968750" y="6007100"/>
          <p14:tracePt t="13620" x="4019550" y="6013450"/>
          <p14:tracePt t="13638" x="4121150" y="6019800"/>
          <p14:tracePt t="13653" x="4184650" y="6019800"/>
          <p14:tracePt t="13670" x="4235450" y="6019800"/>
          <p14:tracePt t="13688" x="4343400" y="6019800"/>
          <p14:tracePt t="13704" x="4368800" y="6019800"/>
          <p14:tracePt t="13720" x="4400550" y="6019800"/>
          <p14:tracePt t="13736" x="4438650" y="6019800"/>
          <p14:tracePt t="13753" x="4451350" y="6019800"/>
          <p14:tracePt t="13770" x="4457700" y="6019800"/>
          <p14:tracePt t="13786" x="4464050" y="6019800"/>
          <p14:tracePt t="13890" x="4470400" y="6019800"/>
          <p14:tracePt t="13933" x="4476750" y="6019800"/>
          <p14:tracePt t="13947" x="4489450" y="6019800"/>
          <p14:tracePt t="13955" x="4495800" y="6019800"/>
          <p14:tracePt t="13969" x="4508500" y="6019800"/>
          <p14:tracePt t="13986" x="4546600" y="6019800"/>
          <p14:tracePt t="14003" x="4603750" y="6019800"/>
          <p14:tracePt t="14019" x="4641850" y="6019800"/>
          <p14:tracePt t="14036" x="4718050" y="6019800"/>
          <p14:tracePt t="14053" x="4800600" y="6013450"/>
          <p14:tracePt t="14069" x="4832350" y="6013450"/>
          <p14:tracePt t="14085" x="4870450" y="6013450"/>
          <p14:tracePt t="14102" x="4895850" y="6013450"/>
          <p14:tracePt t="14135" x="4902200" y="6007100"/>
          <p14:tracePt t="14192" x="4902200" y="6013450"/>
          <p14:tracePt t="14214" x="4895850" y="6019800"/>
          <p14:tracePt t="14220" x="4889500" y="6026150"/>
          <p14:tracePt t="14705" x="4908550" y="6026150"/>
          <p14:tracePt t="14712" x="4921250" y="6026150"/>
          <p14:tracePt t="14726" x="4940300" y="6026150"/>
          <p14:tracePt t="14736" x="4959350" y="6026150"/>
          <p14:tracePt t="14749" x="4978400" y="6026150"/>
          <p14:tracePt t="14767" x="5010150" y="6032500"/>
          <p14:tracePt t="14783" x="5099050" y="6038850"/>
          <p14:tracePt t="14799" x="5124450" y="6045200"/>
          <p14:tracePt t="14816" x="5149850" y="6045200"/>
          <p14:tracePt t="14833" x="5194300" y="6051550"/>
          <p14:tracePt t="14849" x="5245100" y="6064250"/>
          <p14:tracePt t="14867" x="5276850" y="6064250"/>
          <p14:tracePt t="14882" x="5289550" y="6064250"/>
          <p14:tracePt t="14899" x="5314950" y="6070600"/>
          <p14:tracePt t="14916" x="5327650" y="6070600"/>
          <p14:tracePt t="14932" x="5334000" y="6070600"/>
          <p14:tracePt t="14949" x="5340350" y="6070600"/>
          <p14:tracePt t="14966" x="5346700" y="6070600"/>
          <p14:tracePt t="15077" x="5346700" y="6076950"/>
          <p14:tracePt t="15401" x="5359400" y="6076950"/>
          <p14:tracePt t="15408" x="5384800" y="6076950"/>
          <p14:tracePt t="15416" x="5435600" y="6089650"/>
          <p14:tracePt t="15430" x="5499100" y="6089650"/>
          <p14:tracePt t="15447" x="5562600" y="6089650"/>
          <p14:tracePt t="15464" x="5715000" y="6096000"/>
          <p14:tracePt t="15480" x="5880100" y="6096000"/>
          <p14:tracePt t="15497" x="5943600" y="6096000"/>
          <p14:tracePt t="15514" x="6064250" y="6115050"/>
          <p14:tracePt t="15530" x="6108700" y="6121400"/>
          <p14:tracePt t="15547" x="6146800" y="6121400"/>
          <p14:tracePt t="15564" x="6184900" y="6127750"/>
          <p14:tracePt t="15580" x="6203950" y="6127750"/>
          <p14:tracePt t="15598" x="6229350" y="6127750"/>
          <p14:tracePt t="15613" x="6242050" y="6127750"/>
          <p14:tracePt t="15630" x="6254750" y="6127750"/>
          <p14:tracePt t="15647" x="6324600" y="6127750"/>
          <p14:tracePt t="15663" x="6356350" y="6127750"/>
          <p14:tracePt t="15680" x="6394450" y="6127750"/>
          <p14:tracePt t="15696" x="6496050" y="6127750"/>
          <p14:tracePt t="15713" x="6540500" y="6140450"/>
          <p14:tracePt t="15730" x="6591300" y="6140450"/>
          <p14:tracePt t="15733" x="6654800" y="6140450"/>
          <p14:tracePt t="15746" x="6718300" y="6140450"/>
          <p14:tracePt t="15763" x="6858000" y="6134100"/>
          <p14:tracePt t="15780" x="6927850" y="6115050"/>
          <p14:tracePt t="15796" x="7035800" y="6089650"/>
          <p14:tracePt t="15812" x="7105650" y="6070600"/>
          <p14:tracePt t="15830" x="7156450" y="6057900"/>
          <p14:tracePt t="15846" x="7175500" y="6057900"/>
          <p14:tracePt t="15862" x="7200900" y="6057900"/>
          <p14:tracePt t="15879" x="7213600" y="6057900"/>
          <p14:tracePt t="15895" x="7219950" y="6057900"/>
          <p14:tracePt t="15929" x="7226300" y="6057900"/>
          <p14:tracePt t="15969" x="7232650" y="6057900"/>
          <p14:tracePt t="15991" x="7239000" y="6057900"/>
          <p14:tracePt t="16012" x="7245350" y="6057900"/>
          <p14:tracePt t="16019" x="7251700" y="6057900"/>
          <p14:tracePt t="16040" x="7264400" y="6057900"/>
          <p14:tracePt t="16062" x="7270750" y="6057900"/>
          <p14:tracePt t="16068" x="7283450" y="6051550"/>
          <p14:tracePt t="16082" x="7296150" y="6051550"/>
          <p14:tracePt t="16095" x="7315200" y="6051550"/>
          <p14:tracePt t="16111" x="7366000" y="6045200"/>
          <p14:tracePt t="16128" x="7404100" y="6038850"/>
          <p14:tracePt t="16145" x="7512050" y="6032500"/>
          <p14:tracePt t="16161" x="7651750" y="6019800"/>
          <p14:tracePt t="16178" x="7727950" y="6019800"/>
          <p14:tracePt t="16195" x="7874000" y="6013450"/>
          <p14:tracePt t="16211" x="7988300" y="6000750"/>
          <p14:tracePt t="16228" x="8026400" y="6000750"/>
          <p14:tracePt t="16245" x="8077200" y="5994400"/>
          <p14:tracePt t="16261" x="8102600" y="5988050"/>
          <p14:tracePt t="16314" x="8102600" y="5981700"/>
          <p14:tracePt t="16363" x="8102600" y="5975350"/>
          <p14:tracePt t="16391" x="8096250" y="5975350"/>
          <p14:tracePt t="16455" x="8089900" y="5975350"/>
          <p14:tracePt t="16532" x="8089900" y="5969000"/>
          <p14:tracePt t="17144" x="8083550" y="5969000"/>
          <p14:tracePt t="17159" x="8070850" y="5962650"/>
          <p14:tracePt t="17165" x="8051800" y="5962650"/>
          <p14:tracePt t="17175" x="8026400" y="5949950"/>
          <p14:tracePt t="17191" x="7994650" y="5937250"/>
          <p14:tracePt t="17208" x="7924800" y="5905500"/>
          <p14:tracePt t="17224" x="7810500" y="5848350"/>
          <p14:tracePt t="17241" x="7753350" y="5816600"/>
          <p14:tracePt t="17245" x="7683500" y="5791200"/>
          <p14:tracePt t="17258" x="7607300" y="5746750"/>
          <p14:tracePt t="17274" x="7537450" y="5708650"/>
          <p14:tracePt t="17292" x="7245350" y="5543550"/>
          <p14:tracePt t="17308" x="7137400" y="5480050"/>
          <p14:tracePt t="17324" x="7029450" y="5403850"/>
          <p14:tracePt t="17341" x="6769100" y="5213350"/>
          <p14:tracePt t="17357" x="6673850" y="5130800"/>
          <p14:tracePt t="17374" x="6445250" y="4921250"/>
          <p14:tracePt t="17391" x="6248400" y="4737100"/>
          <p14:tracePt t="17407" x="6165850" y="4641850"/>
          <p14:tracePt t="17426" x="5899150" y="4400550"/>
          <p14:tracePt t="17441" x="5829300" y="4337050"/>
          <p14:tracePt t="17457" x="5664200" y="4203700"/>
          <p14:tracePt t="17475" x="5511800" y="4095750"/>
          <p14:tracePt t="17490" x="5429250" y="4032250"/>
          <p14:tracePt t="17507" x="5289550" y="3930650"/>
          <p14:tracePt t="17524" x="5213350" y="3917950"/>
          <p14:tracePt t="17540" x="5194300" y="3898900"/>
          <p14:tracePt t="18022" x="5219700" y="3867150"/>
          <p14:tracePt t="18029" x="5257800" y="3810000"/>
          <p14:tracePt t="18043" x="5302250" y="3727450"/>
          <p14:tracePt t="18055" x="5365750" y="3606800"/>
          <p14:tracePt t="18072" x="5505450" y="3270250"/>
          <p14:tracePt t="18088" x="5568950" y="3130550"/>
          <p14:tracePt t="18105" x="5638800" y="2959100"/>
          <p14:tracePt t="18121" x="5664200" y="2876550"/>
          <p14:tracePt t="18138" x="5670550" y="2838450"/>
          <p14:tracePt t="18156" x="5670550" y="2832100"/>
          <p14:tracePt t="18171" x="5670550" y="2825750"/>
          <p14:tracePt t="18187" x="5670550" y="2819400"/>
          <p14:tracePt t="18205" x="5664200" y="2800350"/>
          <p14:tracePt t="18221" x="5657850" y="2800350"/>
          <p14:tracePt t="18238" x="5651500" y="2800350"/>
          <p14:tracePt t="18255" x="5651500" y="2794000"/>
          <p14:tracePt t="18271" x="5645150" y="2787650"/>
          <p14:tracePt t="18274" x="5638800" y="2781300"/>
          <p14:tracePt t="18304" x="5626100" y="2768600"/>
          <p14:tracePt t="18320" x="5619750" y="2762250"/>
          <p14:tracePt t="18338" x="5613400" y="2755900"/>
          <p14:tracePt t="18370" x="5613400" y="2743200"/>
          <p14:tracePt t="18387" x="5613400" y="2736850"/>
          <p14:tracePt t="18403" x="5613400" y="2730500"/>
          <p14:tracePt t="18420" x="5613400" y="2724150"/>
          <p14:tracePt t="18437" x="5626100" y="2711450"/>
          <p14:tracePt t="18453" x="5632450" y="2686050"/>
          <p14:tracePt t="18470" x="5657850" y="2667000"/>
          <p14:tracePt t="18486" x="5759450" y="2508250"/>
          <p14:tracePt t="18503" x="5797550" y="2438400"/>
          <p14:tracePt t="18521" x="5880100" y="2336800"/>
          <p14:tracePt t="18536" x="5911850" y="2286000"/>
          <p14:tracePt t="18553" x="5969000" y="2235200"/>
          <p14:tracePt t="18571" x="6007100" y="2203450"/>
          <p14:tracePt t="18586" x="6019800" y="2190750"/>
          <p14:tracePt t="18603" x="6051550" y="2178050"/>
          <p14:tracePt t="18620" x="6051550" y="2171700"/>
          <p14:tracePt t="18858" x="6051550" y="2178050"/>
          <p14:tracePt t="18907" x="6051550" y="2184400"/>
          <p14:tracePt t="18942" x="6064250" y="2184400"/>
          <p14:tracePt t="18949" x="6070600" y="2184400"/>
          <p14:tracePt t="18962" x="6089650" y="2190750"/>
          <p14:tracePt t="18971" x="6108700" y="2190750"/>
          <p14:tracePt t="18985" x="6140450" y="2203450"/>
          <p14:tracePt t="19002" x="6242050" y="2203450"/>
          <p14:tracePt t="19019" x="6318250" y="2209800"/>
          <p14:tracePt t="19034" x="6483350" y="2209800"/>
          <p14:tracePt t="19051" x="6642100" y="2209800"/>
          <p14:tracePt t="19069" x="6769100" y="2209800"/>
          <p14:tracePt t="19085" x="6819900" y="2209800"/>
          <p14:tracePt t="19101" x="6851650" y="2197100"/>
          <p14:tracePt t="19118" x="6915150" y="2197100"/>
          <p14:tracePt t="19134" x="6927850" y="2197100"/>
          <p14:tracePt t="19151" x="6940550" y="2197100"/>
          <p14:tracePt t="19167" x="6953250" y="2197100"/>
          <p14:tracePt t="19185" x="6965950" y="2197100"/>
          <p14:tracePt t="19223" x="6972300" y="2197100"/>
          <p14:tracePt t="19531" x="6953250" y="2209800"/>
          <p14:tracePt t="19539" x="6896100" y="2247900"/>
          <p14:tracePt t="19553" x="6826250" y="2305050"/>
          <p14:tracePt t="19567" x="6718300" y="2393950"/>
          <p14:tracePt t="19583" x="6432550" y="2654300"/>
          <p14:tracePt t="19599" x="6235700" y="2819400"/>
          <p14:tracePt t="19617" x="5791200" y="3244850"/>
          <p14:tracePt t="19633" x="5568950" y="3473450"/>
          <p14:tracePt t="19649" x="5137150" y="3917950"/>
          <p14:tracePt t="19666" x="4711700" y="4343400"/>
          <p14:tracePt t="19683" x="4527550" y="4559300"/>
          <p14:tracePt t="19699" x="4368800" y="4730750"/>
          <p14:tracePt t="19715" x="4102100" y="5067300"/>
          <p14:tracePt t="19732" x="4032250" y="5168900"/>
          <p14:tracePt t="19750" x="3873500" y="5480050"/>
          <p14:tracePt t="19766" x="3829050" y="5556250"/>
          <p14:tracePt t="19782" x="3810000" y="5651500"/>
          <p14:tracePt t="19799" x="3752850" y="5822950"/>
          <p14:tracePt t="19815" x="3714750" y="5918200"/>
          <p14:tracePt t="19832" x="3702050" y="5949950"/>
          <p14:tracePt t="19849" x="3663950" y="6026150"/>
          <p14:tracePt t="19866" x="3632200" y="6121400"/>
          <p14:tracePt t="19882" x="3613150" y="6153150"/>
          <p14:tracePt t="19899" x="3562350" y="6229350"/>
          <p14:tracePt t="19915" x="3505200" y="6311900"/>
          <p14:tracePt t="19933" x="3460750" y="6362700"/>
          <p14:tracePt t="19948" x="3448050" y="6388100"/>
          <p14:tracePt t="19965" x="3429000" y="6407150"/>
          <p14:tracePt t="19982" x="3422650" y="6413500"/>
          <p14:tracePt t="20018" x="3416300" y="6419850"/>
          <p14:tracePt t="20087" x="3422650" y="6426200"/>
          <p14:tracePt t="20094" x="3429000" y="6426200"/>
          <p14:tracePt t="20116" x="3435350" y="6426200"/>
          <p14:tracePt t="20122" x="3441700" y="6426200"/>
          <p14:tracePt t="20143" x="3448050" y="6426200"/>
          <p14:tracePt t="20157" x="3460750" y="6426200"/>
          <p14:tracePt t="20167" x="3467100" y="6419850"/>
          <p14:tracePt t="20181" x="3479800" y="6413500"/>
          <p14:tracePt t="20197" x="3530600" y="6394450"/>
          <p14:tracePt t="20214" x="3600450" y="6375400"/>
          <p14:tracePt t="20231" x="3644900" y="6356350"/>
          <p14:tracePt t="20247" x="3765550" y="6318250"/>
          <p14:tracePt t="20263" x="3911600" y="6261100"/>
          <p14:tracePt t="20280" x="3994150" y="6242050"/>
          <p14:tracePt t="20283" x="4064000" y="6210300"/>
          <p14:tracePt t="20313" x="4222750" y="6165850"/>
          <p14:tracePt t="20331" x="4254500" y="6146800"/>
          <p14:tracePt t="20347" x="4298950" y="6134100"/>
          <p14:tracePt t="20364" x="4305300" y="6127750"/>
          <p14:tracePt t="20381" x="4311650" y="6127750"/>
          <p14:tracePt t="20445" x="4305300" y="6127750"/>
          <p14:tracePt t="20487" x="4298950" y="6127750"/>
          <p14:tracePt t="20578" x="4305300" y="6127750"/>
          <p14:tracePt t="20600" x="4311650" y="6127750"/>
          <p14:tracePt t="20614" x="4318000" y="6127750"/>
          <p14:tracePt t="20621" x="4324350" y="6127750"/>
          <p14:tracePt t="20629" x="4337050" y="6127750"/>
          <p14:tracePt t="20646" x="4349750" y="6127750"/>
          <p14:tracePt t="20663" x="4406900" y="6127750"/>
          <p14:tracePt t="20679" x="4495800" y="6127750"/>
          <p14:tracePt t="20696" x="4559300" y="6127750"/>
          <p14:tracePt t="20713" x="4686300" y="6127750"/>
          <p14:tracePt t="20729" x="4787900" y="6127750"/>
          <p14:tracePt t="20746" x="4845050" y="6127750"/>
          <p14:tracePt t="20762" x="4902200" y="6127750"/>
          <p14:tracePt t="20779" x="4940300" y="6127750"/>
          <p14:tracePt t="20797" x="4959350" y="6121400"/>
          <p14:tracePt t="20812" x="4965700" y="6121400"/>
          <p14:tracePt t="20829" x="4972050" y="6121400"/>
          <p14:tracePt t="20909" x="4959350" y="6121400"/>
          <p14:tracePt t="20937" x="4959350" y="6127750"/>
          <p14:tracePt t="20944" x="4959350" y="6134100"/>
          <p14:tracePt t="21321" x="4965700" y="6134100"/>
          <p14:tracePt t="21328" x="4978400" y="6115050"/>
          <p14:tracePt t="21335" x="4997450" y="6083300"/>
          <p14:tracePt t="21349" x="5022850" y="6051550"/>
          <p14:tracePt t="21360" x="5060950" y="5994400"/>
          <p14:tracePt t="21377" x="5099050" y="5924550"/>
          <p14:tracePt t="21393" x="5168900" y="5715000"/>
          <p14:tracePt t="21410" x="5245100" y="5480050"/>
          <p14:tracePt t="21427" x="5289550" y="5251450"/>
          <p14:tracePt t="21443" x="5308600" y="5137150"/>
          <p14:tracePt t="21460" x="5308600" y="5035550"/>
          <p14:tracePt t="21476" x="5321300" y="4819650"/>
          <p14:tracePt t="21493" x="5302250" y="4565650"/>
          <p14:tracePt t="21510" x="5283200" y="4381500"/>
          <p14:tracePt t="21526" x="5232400" y="4019550"/>
          <p14:tracePt t="21543" x="5175250" y="3721100"/>
          <p14:tracePt t="21560" x="5143500" y="3492500"/>
          <p14:tracePt t="21576" x="5118100" y="3384550"/>
          <p14:tracePt t="21592" x="5092700" y="3238500"/>
          <p14:tracePt t="21610" x="5086350" y="3181350"/>
          <p14:tracePt t="21625" x="5086350" y="3168650"/>
          <p14:tracePt t="21642" x="5086350" y="3149600"/>
          <p14:tracePt t="21659" x="5086350" y="3143250"/>
          <p14:tracePt t="21676" x="5086350" y="3136900"/>
          <p14:tracePt t="21692" x="5099050" y="3136900"/>
          <p14:tracePt t="21709" x="5124450" y="3124200"/>
          <p14:tracePt t="21726" x="5137150" y="3098800"/>
          <p14:tracePt t="21743" x="5181600" y="3054350"/>
          <p14:tracePt t="21759" x="5264150" y="2965450"/>
          <p14:tracePt t="21775" x="5314950" y="2901950"/>
          <p14:tracePt t="21792" x="5435600" y="2787650"/>
          <p14:tracePt t="21809" x="5492750" y="2730500"/>
          <p14:tracePt t="21825" x="5600700" y="2622550"/>
          <p14:tracePt t="21842" x="5708650" y="2552700"/>
          <p14:tracePt t="21859" x="5765800" y="2527300"/>
          <p14:tracePt t="21875" x="5899150" y="2489200"/>
          <p14:tracePt t="21891" x="6019800" y="2470150"/>
          <p14:tracePt t="21908" x="6076950" y="2463800"/>
          <p14:tracePt t="21925" x="6178550" y="2451100"/>
          <p14:tracePt t="21941" x="6235700" y="2444750"/>
          <p14:tracePt t="21958" x="6280150" y="2438400"/>
          <p14:tracePt t="21975" x="6356350" y="2432050"/>
          <p14:tracePt t="21991" x="6400800" y="2438400"/>
          <p14:tracePt t="22008" x="6419850" y="2444750"/>
          <p14:tracePt t="22025" x="6451600" y="2451100"/>
          <p14:tracePt t="22041" x="6457950" y="2457450"/>
          <p14:tracePt t="22059" x="6457950" y="2470150"/>
          <p14:tracePt t="22075" x="6477000" y="2527300"/>
          <p14:tracePt t="22091" x="6496050" y="2616200"/>
          <p14:tracePt t="22108" x="6515100" y="2901950"/>
          <p14:tracePt t="22124" x="6527800" y="3352800"/>
          <p14:tracePt t="22141" x="6527800" y="3556000"/>
          <p14:tracePt t="22158" x="6546850" y="3956050"/>
          <p14:tracePt t="22174" x="6546850" y="4140200"/>
          <p14:tracePt t="22191" x="6546850" y="4419600"/>
          <p14:tracePt t="22207" x="6553200" y="4686300"/>
          <p14:tracePt t="22224" x="6565900" y="4787900"/>
          <p14:tracePt t="22240" x="6565900" y="4940300"/>
          <p14:tracePt t="22257" x="6565900" y="5035550"/>
          <p14:tracePt t="22274" x="6565900" y="5060950"/>
          <p14:tracePt t="22291" x="6565900" y="5130800"/>
          <p14:tracePt t="22307" x="6559550" y="5149850"/>
          <p14:tracePt t="22323" x="6559550" y="5175250"/>
          <p14:tracePt t="22340" x="6559550" y="5226050"/>
          <p14:tracePt t="22357" x="6559550" y="5238750"/>
          <p14:tracePt t="22373" x="6559550" y="5251450"/>
          <p14:tracePt t="22390" x="6559550" y="5276850"/>
          <p14:tracePt t="22406" x="6559550" y="5289550"/>
          <p14:tracePt t="22452" x="6565900" y="5289550"/>
          <p14:tracePt t="22459" x="6584950" y="5295900"/>
          <p14:tracePt t="22475" x="6597650" y="5302250"/>
          <p14:tracePt t="22489" x="6629400" y="5302250"/>
          <p14:tracePt t="22506" x="6686550" y="5327650"/>
          <p14:tracePt t="22523" x="6775450" y="5372100"/>
          <p14:tracePt t="22539" x="6819900" y="5397500"/>
          <p14:tracePt t="22556" x="6915150" y="5473700"/>
          <p14:tracePt t="22573" x="7016750" y="5543550"/>
          <p14:tracePt t="22589" x="7048500" y="5568950"/>
          <p14:tracePt t="22606" x="7112000" y="5619750"/>
          <p14:tracePt t="22622" x="7156450" y="5651500"/>
          <p14:tracePt t="22639" x="7181850" y="5657850"/>
          <p14:tracePt t="22656" x="7200900" y="5676900"/>
          <p14:tracePt t="22672" x="7213600" y="5676900"/>
          <p14:tracePt t="22706" x="7226300" y="5676900"/>
          <p14:tracePt t="22722" x="7232650" y="5676900"/>
          <p14:tracePt t="22739" x="7245350" y="5657850"/>
          <p14:tracePt t="22755" x="7251700" y="5619750"/>
          <p14:tracePt t="22772" x="7270750" y="5562600"/>
          <p14:tracePt t="22789" x="7289800" y="5283200"/>
          <p14:tracePt t="22805" x="7289800" y="4997450"/>
          <p14:tracePt t="22822" x="7258050" y="4089400"/>
          <p14:tracePt t="22839" x="7169150" y="2990850"/>
          <p14:tracePt t="22855" x="7092950" y="2463800"/>
          <p14:tracePt t="22872" x="6953250" y="1682750"/>
          <p14:tracePt t="22889" x="6889750" y="1333500"/>
          <p14:tracePt t="22905" x="6877050" y="1212850"/>
          <p14:tracePt t="22921" x="6864350" y="1193800"/>
          <p14:tracePt t="22938" x="6864350" y="1181100"/>
          <p14:tracePt t="22973" x="6870700" y="1181100"/>
          <p14:tracePt t="23014" x="6870700" y="1187450"/>
          <p14:tracePt t="23022" x="6864350" y="1187450"/>
          <p14:tracePt t="23035" x="6864350" y="1193800"/>
          <p14:tracePt t="23042" x="6851650" y="1200150"/>
          <p14:tracePt t="23058" x="6838950" y="1206500"/>
          <p14:tracePt t="23071" x="6813550" y="1219200"/>
          <p14:tracePt t="23087" x="6769100" y="1244600"/>
          <p14:tracePt t="23105" x="6737350" y="1270000"/>
          <p14:tracePt t="23121" x="6629400" y="1320800"/>
          <p14:tracePt t="23138" x="6438900" y="1416050"/>
          <p14:tracePt t="23155" x="6197600" y="1549400"/>
          <p14:tracePt t="23170" x="6038850" y="1657350"/>
          <p14:tracePt t="23187" x="5670550" y="1924050"/>
          <p14:tracePt t="23205" x="5340350" y="2184400"/>
          <p14:tracePt t="23221" x="5245100" y="2279650"/>
          <p14:tracePt t="23237" x="5080000" y="2406650"/>
          <p14:tracePt t="23254" x="4978400" y="2476500"/>
          <p14:tracePt t="23270" x="4959350" y="2495550"/>
          <p14:tracePt t="23287" x="4940300" y="2508250"/>
          <p14:tracePt t="23303" x="4933950" y="2520950"/>
          <p14:tracePt t="23323" x="4927600" y="2520950"/>
          <p14:tracePt t="23443" x="4933950" y="2520950"/>
          <p14:tracePt t="23463" x="4946650" y="2520950"/>
          <p14:tracePt t="23478" x="4965700" y="2520950"/>
          <p14:tracePt t="23484" x="4978400" y="2520950"/>
          <p14:tracePt t="23499" x="5003800" y="2520950"/>
          <p14:tracePt t="23506" x="5022850" y="2520950"/>
          <p14:tracePt t="23520" x="5060950" y="2514600"/>
          <p14:tracePt t="23536" x="5168900" y="2489200"/>
          <p14:tracePt t="23553" x="5226050" y="2476500"/>
          <p14:tracePt t="23569" x="5334000" y="2432050"/>
          <p14:tracePt t="23585" x="5422900" y="2400300"/>
          <p14:tracePt t="23602" x="5448300" y="2400300"/>
          <p14:tracePt t="23619" x="5480050" y="2393950"/>
          <p14:tracePt t="23636" x="5486400" y="2393950"/>
          <p14:tracePt t="23675" x="5480050" y="2400300"/>
          <p14:tracePt t="23689" x="5473700" y="2406650"/>
          <p14:tracePt t="23702" x="5454650" y="2425700"/>
          <p14:tracePt t="23718" x="5397500" y="2508250"/>
          <p14:tracePt t="23735" x="5334000" y="2578100"/>
          <p14:tracePt t="23753" x="5187950" y="2730500"/>
          <p14:tracePt t="23769" x="5105400" y="2844800"/>
          <p14:tracePt t="23785" x="4933950" y="3022600"/>
          <p14:tracePt t="23801" x="4813300" y="3162300"/>
          <p14:tracePt t="23818" x="4762500" y="3232150"/>
          <p14:tracePt t="23835" x="4749800" y="3251200"/>
          <p14:tracePt t="23851" x="4737100" y="3263900"/>
          <p14:tracePt t="23868" x="4737100" y="3270250"/>
          <p14:tracePt t="23886" x="4743450" y="3270250"/>
          <p14:tracePt t="23918" x="4743450" y="3263900"/>
          <p14:tracePt t="23935" x="4768850" y="3244850"/>
          <p14:tracePt t="23951" x="4781550" y="3244850"/>
          <p14:tracePt t="23968" x="4794250" y="3244850"/>
          <p14:tracePt t="24349" x="4819650" y="3308350"/>
          <p14:tracePt t="24357" x="4864100" y="3397250"/>
          <p14:tracePt t="24371" x="4902200" y="3505200"/>
          <p14:tracePt t="24382" x="4946650" y="3594100"/>
          <p14:tracePt t="24400" x="5029200" y="3797300"/>
          <p14:tracePt t="24417" x="5067300" y="3873500"/>
          <p14:tracePt t="24433" x="5175250" y="4076700"/>
          <p14:tracePt t="24449" x="5257800" y="4235450"/>
          <p14:tracePt t="24466" x="5295900" y="4305300"/>
          <p14:tracePt t="24483" x="5365750" y="4387850"/>
          <p14:tracePt t="24499" x="5422900" y="4425950"/>
          <p14:tracePt t="24516" x="5448300" y="4432300"/>
          <p14:tracePt t="24533" x="5492750" y="4445000"/>
          <p14:tracePt t="24549" x="5518150" y="4445000"/>
          <p14:tracePt t="24566" x="5518150" y="4438650"/>
          <p14:tracePt t="24582" x="5524500" y="4432300"/>
          <p14:tracePt t="24599" x="5524500" y="4425950"/>
          <p14:tracePt t="24616" x="5524500" y="4406900"/>
          <p14:tracePt t="24632" x="5511800" y="4394200"/>
          <p14:tracePt t="24649" x="5505450" y="4387850"/>
          <p14:tracePt t="24666" x="5480050" y="4349750"/>
          <p14:tracePt t="24682" x="5441950" y="4318000"/>
          <p14:tracePt t="24698" x="5422900" y="4286250"/>
          <p14:tracePt t="24716" x="5353050" y="4216400"/>
          <p14:tracePt t="24732" x="5270500" y="4146550"/>
          <p14:tracePt t="24748" x="5213350" y="4095750"/>
          <p14:tracePt t="24765" x="5099050" y="4000500"/>
          <p14:tracePt t="24782" x="4959350" y="3898900"/>
          <p14:tracePt t="24799" x="4902200" y="3860800"/>
          <p14:tracePt t="24815" x="4692650" y="3765550"/>
          <p14:tracePt t="24831" x="4629150" y="3733800"/>
          <p14:tracePt t="24849" x="4502150" y="3689350"/>
          <p14:tracePt t="24865" x="4438650" y="3670300"/>
          <p14:tracePt t="24881" x="4337050" y="3613150"/>
          <p14:tracePt t="24898" x="4248150" y="3581400"/>
          <p14:tracePt t="24914" x="4216400" y="3562350"/>
          <p14:tracePt t="24931" x="4165600" y="3543300"/>
          <p14:tracePt t="24948" x="4121150" y="3517900"/>
          <p14:tracePt t="24965" x="4108450" y="3511550"/>
          <p14:tracePt t="24982" x="4083050" y="3505200"/>
          <p14:tracePt t="24998" x="4064000" y="3505200"/>
          <p14:tracePt t="25538" x="4064000" y="3517900"/>
          <p14:tracePt t="25552" x="4057650" y="3549650"/>
          <p14:tracePt t="25559" x="4051300" y="3587750"/>
          <p14:tracePt t="25566" x="4044950" y="3632200"/>
          <p14:tracePt t="25582" x="4038600" y="3657600"/>
          <p14:tracePt t="25595" x="4025900" y="3702050"/>
          <p14:tracePt t="25612" x="4013200" y="3759200"/>
          <p14:tracePt t="25629" x="4000500" y="3816350"/>
          <p14:tracePt t="25645" x="3987800" y="3848100"/>
          <p14:tracePt t="25662" x="3968750" y="3892550"/>
          <p14:tracePt t="25679" x="3949700" y="3930650"/>
          <p14:tracePt t="25695" x="3943350" y="3956050"/>
          <p14:tracePt t="25714" x="3917950" y="3994150"/>
          <p14:tracePt t="25728" x="3892550" y="4038600"/>
          <p14:tracePt t="25745" x="3886200" y="4051300"/>
          <p14:tracePt t="25763" x="3867150" y="4076700"/>
          <p14:tracePt t="25778" x="3854450" y="4089400"/>
          <p14:tracePt t="25795" x="3841750" y="4102100"/>
          <p14:tracePt t="25812" x="3822700" y="4121150"/>
          <p14:tracePt t="25828" x="3810000" y="4133850"/>
          <p14:tracePt t="25844" x="3778250" y="4165600"/>
          <p14:tracePt t="25862" x="3721100" y="4216400"/>
          <p14:tracePt t="25878" x="3689350" y="4241800"/>
          <p14:tracePt t="25894" x="3613150" y="4286250"/>
          <p14:tracePt t="25912" x="3556000" y="4324350"/>
          <p14:tracePt t="25928" x="3524250" y="4337050"/>
          <p14:tracePt t="25945" x="3473450" y="4368800"/>
          <p14:tracePt t="25961" x="3422650" y="4394200"/>
          <p14:tracePt t="25977" x="3409950" y="4413250"/>
          <p14:tracePt t="25995" x="3371850" y="4432300"/>
          <p14:tracePt t="26011" x="3346450" y="4451350"/>
          <p14:tracePt t="26028" x="3333750" y="4457700"/>
          <p14:tracePt t="26044" x="3321050" y="4470400"/>
          <p14:tracePt t="26060" x="3314700" y="4476750"/>
          <p14:tracePt t="26077" x="3314700" y="4483100"/>
          <p14:tracePt t="26094" x="3308350" y="4483100"/>
          <p14:tracePt t="26110" x="3302000" y="4489450"/>
          <p14:tracePt t="26128" x="3295650" y="4502150"/>
          <p14:tracePt t="26163" x="3289300" y="4502150"/>
          <p14:tracePt t="26177" x="3289300" y="4508500"/>
          <p14:tracePt t="26193" x="3282950" y="4508500"/>
          <p14:tracePt t="26210" x="3282950" y="4514850"/>
          <p14:tracePt t="26240" x="3270250" y="4514850"/>
          <p14:tracePt t="26261" x="3270250" y="4521200"/>
          <p14:tracePt t="26282" x="3263900" y="4527550"/>
          <p14:tracePt t="26310" x="3257550" y="4533900"/>
          <p14:tracePt t="26324" x="3257550" y="4540250"/>
          <p14:tracePt t="26339" x="3263900" y="4546600"/>
          <p14:tracePt t="26360" x="3276600" y="4552950"/>
          <p14:tracePt t="26381" x="3289300" y="4559300"/>
          <p14:tracePt t="26395" x="3321050" y="4572000"/>
          <p14:tracePt t="26401" x="3352800" y="4584700"/>
          <p14:tracePt t="26410" x="3409950" y="4610100"/>
          <p14:tracePt t="26426" x="3492500" y="4654550"/>
          <p14:tracePt t="26443" x="3568700" y="4692650"/>
          <p14:tracePt t="26459" x="3759200" y="4787900"/>
          <p14:tracePt t="26476" x="4000500" y="4921250"/>
          <p14:tracePt t="26493" x="4254500" y="5067300"/>
          <p14:tracePt t="26509" x="4375150" y="5137150"/>
          <p14:tracePt t="26526" x="4591050" y="5289550"/>
          <p14:tracePt t="26543" x="4768850" y="5410200"/>
          <p14:tracePt t="26559" x="4826000" y="5448300"/>
          <p14:tracePt t="26576" x="4914900" y="5524500"/>
          <p14:tracePt t="26592" x="4959350" y="5562600"/>
          <p14:tracePt t="26608" x="4978400" y="5581650"/>
          <p14:tracePt t="26625" x="4984750" y="5594350"/>
          <p14:tracePt t="26642" x="4984750" y="5600700"/>
          <p14:tracePt t="26690" x="4972050" y="5607050"/>
          <p14:tracePt t="26711" x="4953000" y="5619750"/>
          <p14:tracePt t="26726" x="4953000" y="5626100"/>
          <p14:tracePt t="26732" x="4953000" y="5632450"/>
          <p14:tracePt t="26746" x="4946650" y="5638800"/>
          <p14:tracePt t="26758" x="4940300" y="5645150"/>
          <p14:tracePt t="26775" x="4927600" y="5664200"/>
          <p14:tracePt t="26792" x="4921250" y="5664200"/>
          <p14:tracePt t="26808" x="4914900" y="5683250"/>
          <p14:tracePt t="26824" x="4902200" y="5715000"/>
          <p14:tracePt t="26841" x="4889500" y="5740400"/>
          <p14:tracePt t="26858" x="4876800" y="5791200"/>
          <p14:tracePt t="26875" x="4864100" y="5829300"/>
          <p14:tracePt t="26891" x="4851400" y="5854700"/>
          <p14:tracePt t="26908" x="4851400" y="5886450"/>
          <p14:tracePt t="26924" x="4864100" y="5918200"/>
          <p14:tracePt t="26941" x="4864100" y="5924550"/>
          <p14:tracePt t="26957" x="4883150" y="5937250"/>
          <p14:tracePt t="26974" x="4908550" y="5949950"/>
          <p14:tracePt t="26991" x="4927600" y="5956300"/>
          <p14:tracePt t="27007" x="4953000" y="5962650"/>
          <p14:tracePt t="27024" x="4965700" y="5969000"/>
          <p14:tracePt t="27042" x="5016500" y="5981700"/>
          <p14:tracePt t="27056" x="5029200" y="5988050"/>
          <p14:tracePt t="27074" x="5048250" y="5994400"/>
          <p14:tracePt t="27091" x="5092700" y="6007100"/>
          <p14:tracePt t="27107" x="5130800" y="6019800"/>
          <p14:tracePt t="27124" x="5143500" y="6026150"/>
          <p14:tracePt t="27140" x="5181600" y="6051550"/>
          <p14:tracePt t="27157" x="5207000" y="6064250"/>
          <p14:tracePt t="27173" x="5219700" y="6064250"/>
          <p14:tracePt t="27190" x="5232400" y="6076950"/>
          <p14:tracePt t="27206" x="5251450" y="6076950"/>
          <p14:tracePt t="27224" x="5264150" y="6083300"/>
          <p14:tracePt t="27240" x="5270500" y="6089650"/>
          <p14:tracePt t="27257" x="5276850" y="6089650"/>
          <p14:tracePt t="27273" x="5283200" y="6096000"/>
          <p14:tracePt t="27306" x="5289550" y="6096000"/>
          <p14:tracePt t="27364" x="5289550" y="6102350"/>
          <p14:tracePt t="27385" x="5283200" y="6102350"/>
          <p14:tracePt t="27407" x="5276850" y="6102350"/>
          <p14:tracePt t="27413" x="5276850" y="6108700"/>
          <p14:tracePt t="27427" x="5270500" y="6108700"/>
          <p14:tracePt t="27439" x="5264150" y="6108700"/>
          <p14:tracePt t="27456" x="5251450" y="6115050"/>
          <p14:tracePt t="27472" x="5238750" y="6115050"/>
          <p14:tracePt t="27489" x="5200650" y="6134100"/>
          <p14:tracePt t="27506" x="5149850" y="6146800"/>
          <p14:tracePt t="27522" x="5130800" y="6153150"/>
          <p14:tracePt t="27539" x="5086350" y="6165850"/>
          <p14:tracePt t="27555" x="5054600" y="6178550"/>
          <p14:tracePt t="27572" x="5029200" y="6184900"/>
          <p14:tracePt t="27589" x="5022850" y="6191250"/>
          <p14:tracePt t="27605" x="5022850" y="6197600"/>
          <p14:tracePt t="27638" x="5041900" y="6197600"/>
          <p14:tracePt t="27655" x="5054600" y="6197600"/>
          <p14:tracePt t="27672" x="5086350" y="6197600"/>
          <p14:tracePt t="27688" x="5149850" y="6184900"/>
          <p14:tracePt t="27705" x="5181600" y="6165850"/>
          <p14:tracePt t="27722" x="5276850" y="6140450"/>
          <p14:tracePt t="27738" x="5346700" y="6115050"/>
          <p14:tracePt t="27755" x="5378450" y="6108700"/>
          <p14:tracePt t="27772" x="5410200" y="6096000"/>
          <p14:tracePt t="27788" x="5422900" y="6083300"/>
          <p14:tracePt t="27804" x="5422900" y="6076950"/>
          <p14:tracePt t="27837" x="5410200" y="6070600"/>
          <p14:tracePt t="27857" x="5403850" y="6070600"/>
          <p14:tracePt t="27871" x="5391150" y="6064250"/>
          <p14:tracePt t="27887" x="5378450" y="6045200"/>
          <p14:tracePt t="27905" x="5340350" y="6013450"/>
          <p14:tracePt t="27921" x="5321300" y="5994400"/>
          <p14:tracePt t="27937" x="5295900" y="5981700"/>
          <p14:tracePt t="27955" x="5175250" y="5905500"/>
          <p14:tracePt t="27971" x="5137150" y="5886450"/>
          <p14:tracePt t="27987" x="5099050" y="5861050"/>
          <p14:tracePt t="28004" x="5048250" y="5842000"/>
          <p14:tracePt t="28020" x="5016500" y="5822950"/>
          <p14:tracePt t="28037" x="5010150" y="5822950"/>
          <p14:tracePt t="28053" x="4997450" y="5822950"/>
          <p14:tracePt t="28070" x="4997450" y="5816600"/>
          <p14:tracePt t="28116" x="5003800" y="5822950"/>
          <p14:tracePt t="28130" x="5010150" y="5822950"/>
          <p14:tracePt t="28139" x="5022850" y="5822950"/>
          <p14:tracePt t="28153" x="5035550" y="5835650"/>
          <p14:tracePt t="28170" x="5060950" y="5848350"/>
          <p14:tracePt t="28187" x="5105400" y="5867400"/>
          <p14:tracePt t="28203" x="5124450" y="5886450"/>
          <p14:tracePt t="28220" x="5162550" y="5911850"/>
          <p14:tracePt t="28236" x="5251450" y="6007100"/>
          <p14:tracePt t="28253" x="5302250" y="6051550"/>
          <p14:tracePt t="28270" x="5378450" y="6121400"/>
          <p14:tracePt t="28286" x="5410200" y="6146800"/>
          <p14:tracePt t="28303" x="5448300" y="6178550"/>
          <p14:tracePt t="28320" x="5461000" y="6184900"/>
          <p14:tracePt t="28375" x="5454650" y="6184900"/>
          <p14:tracePt t="28390" x="5448300" y="6184900"/>
          <p14:tracePt t="28397" x="5441950" y="6184900"/>
          <p14:tracePt t="28411" x="5429250" y="6184900"/>
          <p14:tracePt t="28419" x="5410200" y="6178550"/>
          <p14:tracePt t="28435" x="5391150" y="6178550"/>
          <p14:tracePt t="28453" x="5334000" y="6165850"/>
          <p14:tracePt t="28469" x="5251450" y="6165850"/>
          <p14:tracePt t="28485" x="5200650" y="6165850"/>
          <p14:tracePt t="28503" x="5162550" y="6165850"/>
          <p14:tracePt t="28519" x="5041900" y="6165850"/>
          <p14:tracePt t="28536" x="5016500" y="6165850"/>
          <p14:tracePt t="28552" x="4972050" y="6165850"/>
          <p14:tracePt t="28568" x="4953000" y="6165850"/>
          <p14:tracePt t="28585" x="4940300" y="6165850"/>
          <p14:tracePt t="28642" x="4946650" y="6165850"/>
          <p14:tracePt t="28650" x="4959350" y="6165850"/>
          <p14:tracePt t="28657" x="4972050" y="6165850"/>
          <p14:tracePt t="28671" x="4984750" y="6165850"/>
          <p14:tracePt t="28685" x="5003800" y="6165850"/>
          <p14:tracePt t="28701" x="5060950" y="6159500"/>
          <p14:tracePt t="28718" x="5092700" y="6146800"/>
          <p14:tracePt t="28735" x="5168900" y="6108700"/>
          <p14:tracePt t="28751" x="5251450" y="6076950"/>
          <p14:tracePt t="28768" x="5283200" y="6057900"/>
          <p14:tracePt t="28784" x="5327650" y="6026150"/>
          <p14:tracePt t="28801" x="5353050" y="6007100"/>
          <p14:tracePt t="28818" x="5359400" y="6000750"/>
          <p14:tracePt t="28835" x="5365750" y="5988050"/>
          <p14:tracePt t="28850" x="5365750" y="5981700"/>
          <p14:tracePt t="28868" x="5359400" y="5975350"/>
          <p14:tracePt t="28901" x="5359400" y="5969000"/>
          <p14:tracePt t="28917" x="5353050" y="5969000"/>
          <p14:tracePt t="28938" x="5346700" y="5969000"/>
          <p14:tracePt t="28973" x="5340350" y="5969000"/>
          <p14:tracePt t="29022" x="5340350" y="5975350"/>
          <p14:tracePt t="29098" x="5334000" y="5975350"/>
          <p14:tracePt t="29134" x="5327650" y="5981700"/>
          <p14:tracePt t="29169" x="5327650" y="5988050"/>
          <p14:tracePt t="29232" x="5321300" y="5988050"/>
          <p14:tracePt t="29535" x="5321300" y="5981700"/>
          <p14:tracePt t="29563" x="5321300" y="5975350"/>
          <p14:tracePt t="29569" x="5321300" y="5969000"/>
          <p14:tracePt t="29590" x="5321300" y="5962650"/>
          <p14:tracePt t="29605" x="5314950" y="5956300"/>
          <p14:tracePt t="29615" x="5308600" y="5949950"/>
          <p14:tracePt t="29632" x="5302250" y="5943600"/>
          <p14:tracePt t="29648" x="5289550" y="5918200"/>
          <p14:tracePt t="29665" x="5245100" y="5867400"/>
          <p14:tracePt t="29683" x="5187950" y="5784850"/>
          <p14:tracePt t="29698" x="5143500" y="5740400"/>
          <p14:tracePt t="29714" x="5054600" y="5626100"/>
          <p14:tracePt t="29732" x="4946650" y="5486400"/>
          <p14:tracePt t="29748" x="4883150" y="5410200"/>
          <p14:tracePt t="29765" x="4838700" y="5340350"/>
          <p14:tracePt t="29781" x="4686300" y="5156200"/>
          <p14:tracePt t="29797" x="4654550" y="5111750"/>
          <p14:tracePt t="29814" x="4629150" y="5080000"/>
          <p14:tracePt t="29831" x="4565650" y="5010150"/>
          <p14:tracePt t="29848" x="4533900" y="4959350"/>
          <p14:tracePt t="29865" x="4495800" y="4921250"/>
          <p14:tracePt t="29881" x="4483100" y="4908550"/>
          <p14:tracePt t="29897" x="4445000" y="4870450"/>
          <p14:tracePt t="29914" x="4419600" y="4838700"/>
          <p14:tracePt t="29930" x="4394200" y="4813300"/>
          <p14:tracePt t="29947" x="4368800" y="4781550"/>
          <p14:tracePt t="29964" x="4337050" y="4749800"/>
          <p14:tracePt t="29980" x="4318000" y="4737100"/>
          <p14:tracePt t="29998" x="4292600" y="4718050"/>
          <p14:tracePt t="30013" x="4279900" y="4705350"/>
          <p14:tracePt t="30047" x="4273550" y="4705350"/>
          <p14:tracePt t="30063" x="4273550" y="4699000"/>
          <p14:tracePt t="30103" x="4273550" y="4692650"/>
          <p14:tracePt t="30131" x="4273550" y="4686300"/>
          <p14:tracePt t="30166" x="4273550" y="4679950"/>
          <p14:tracePt t="30188" x="4273550" y="4673600"/>
          <p14:tracePt t="30202" x="4273550" y="4667250"/>
          <p14:tracePt t="30209" x="4279900" y="4660900"/>
          <p14:tracePt t="30216" x="4286250" y="4654550"/>
          <p14:tracePt t="30232" x="4292600" y="4641850"/>
          <p14:tracePt t="30246" x="4318000" y="4597400"/>
          <p14:tracePt t="30263" x="4330700" y="4578350"/>
          <p14:tracePt t="30279" x="4349750" y="4527550"/>
          <p14:tracePt t="30296" x="4375150" y="4470400"/>
          <p14:tracePt t="30312" x="4387850" y="4451350"/>
          <p14:tracePt t="30329" x="4400550" y="4419600"/>
          <p14:tracePt t="30346" x="4406900" y="4400550"/>
          <p14:tracePt t="30363" x="4406900" y="4387850"/>
          <p14:tracePt t="30433" x="4406900" y="4394200"/>
          <p14:tracePt t="30454" x="4406900" y="4400550"/>
          <p14:tracePt t="30469" x="4406900" y="4406900"/>
          <p14:tracePt t="30482" x="4400550" y="4406900"/>
          <p14:tracePt t="30496" x="4400550" y="4413250"/>
          <p14:tracePt t="30511" x="4394200" y="4419600"/>
          <p14:tracePt t="30518" x="4381500" y="4432300"/>
          <p14:tracePt t="30528" x="4368800" y="4445000"/>
          <p14:tracePt t="30545" x="4343400" y="4470400"/>
          <p14:tracePt t="30561" x="4286250" y="4533900"/>
          <p14:tracePt t="30578" x="4222750" y="4622800"/>
          <p14:tracePt t="30595" x="4146550" y="4718050"/>
          <p14:tracePt t="30611" x="4114800" y="4762500"/>
          <p14:tracePt t="30628" x="4038600" y="4845050"/>
          <p14:tracePt t="30645" x="3981450" y="4908550"/>
          <p14:tracePt t="30661" x="3962400" y="4933950"/>
          <p14:tracePt t="30678" x="3937000" y="4953000"/>
          <p14:tracePt t="30694" x="3905250" y="4997450"/>
          <p14:tracePt t="30711" x="3892550" y="5010150"/>
          <p14:tracePt t="30728" x="3886200" y="5016500"/>
          <p14:tracePt t="30744" x="3879850" y="5016500"/>
          <p14:tracePt t="30764" x="3879850" y="5022850"/>
          <p14:tracePt t="30876" x="3879850" y="5029200"/>
          <p14:tracePt t="30904" x="3886200" y="5029200"/>
          <p14:tracePt t="30918" x="3892550" y="5029200"/>
          <p14:tracePt t="30946" x="3898900" y="5035550"/>
          <p14:tracePt t="30961" x="3905250" y="5035550"/>
          <p14:tracePt t="30968" x="3911600" y="5035550"/>
          <p14:tracePt t="30976" x="3917950" y="5035550"/>
          <p14:tracePt t="30993" x="3924300" y="5035550"/>
          <p14:tracePt t="31010" x="3956050" y="5035550"/>
          <p14:tracePt t="31027" x="3994150" y="5041900"/>
          <p14:tracePt t="31043" x="4089400" y="5060950"/>
          <p14:tracePt t="31060" x="4229100" y="5067300"/>
          <p14:tracePt t="31076" x="4305300" y="5080000"/>
          <p14:tracePt t="31094" x="4476750" y="5099050"/>
          <p14:tracePt t="31110" x="4641850" y="5111750"/>
          <p14:tracePt t="31126" x="4705350" y="5111750"/>
          <p14:tracePt t="31143" x="4832350" y="5118100"/>
          <p14:tracePt t="31159" x="4895850" y="5118100"/>
          <p14:tracePt t="31176" x="4914900" y="5118100"/>
          <p14:tracePt t="31193" x="4933950" y="5124450"/>
          <p14:tracePt t="31209" x="4940300" y="5124450"/>
          <p14:tracePt t="31297" x="4933950" y="5124450"/>
          <p14:tracePt t="31339" x="4927600" y="5124450"/>
          <p14:tracePt t="31409" x="4921250" y="5124450"/>
          <p14:tracePt t="31452" x="4914900" y="5124450"/>
          <p14:tracePt t="31487" x="4908550" y="5118100"/>
          <p14:tracePt t="32183" x="4927600" y="5124450"/>
          <p14:tracePt t="32190" x="4953000" y="5130800"/>
          <p14:tracePt t="32204" x="4984750" y="5149850"/>
          <p14:tracePt t="32211" x="5029200" y="5156200"/>
          <p14:tracePt t="32226" x="5080000" y="5175250"/>
          <p14:tracePt t="32240" x="5149850" y="5194300"/>
          <p14:tracePt t="32256" x="5321300" y="5232400"/>
          <p14:tracePt t="32272" x="5422900" y="5264150"/>
          <p14:tracePt t="32289" x="5695950" y="5314950"/>
          <p14:tracePt t="32306" x="5772150" y="5327650"/>
          <p14:tracePt t="32322" x="5835650" y="5327650"/>
          <p14:tracePt t="32339" x="5943600" y="5334000"/>
          <p14:tracePt t="32355" x="6019800" y="5334000"/>
          <p14:tracePt t="32373" x="6083300" y="5334000"/>
          <p14:tracePt t="32389" x="6121400" y="5334000"/>
          <p14:tracePt t="32405" x="6159500" y="5327650"/>
          <p14:tracePt t="32422" x="6191250" y="5327650"/>
          <p14:tracePt t="32438" x="6203950" y="5327650"/>
          <p14:tracePt t="32455" x="6229350" y="5327650"/>
          <p14:tracePt t="32472" x="6248400" y="5327650"/>
          <p14:tracePt t="32488" x="6254750" y="5327650"/>
          <p14:tracePt t="32505" x="6261100" y="5327650"/>
          <p14:tracePt t="32521" x="6267450" y="5327650"/>
          <p14:tracePt t="32555" x="6273800" y="5327650"/>
          <p14:tracePt t="32572" x="6286500" y="5327650"/>
          <p14:tracePt t="32605" x="6292850" y="5327650"/>
          <p14:tracePt t="32621" x="6299200" y="5327650"/>
          <p14:tracePt t="32661" x="6305550" y="5327650"/>
          <p14:tracePt t="32675" x="6311900" y="5327650"/>
          <p14:tracePt t="32682" x="6318250" y="5334000"/>
          <p14:tracePt t="32696" x="6324600" y="5334000"/>
          <p14:tracePt t="32704" x="6337300" y="5334000"/>
          <p14:tracePt t="32721" x="6350000" y="5334000"/>
          <p14:tracePt t="32738" x="6394450" y="5334000"/>
          <p14:tracePt t="32754" x="6508750" y="5334000"/>
          <p14:tracePt t="32771" x="6572250" y="5334000"/>
          <p14:tracePt t="32788" x="6737350" y="5334000"/>
          <p14:tracePt t="32804" x="6902450" y="5327650"/>
          <p14:tracePt t="32821" x="6985000" y="5321300"/>
          <p14:tracePt t="32837" x="7124700" y="5308600"/>
          <p14:tracePt t="32854" x="7188200" y="5302250"/>
          <p14:tracePt t="32870" x="7283450" y="5283200"/>
          <p14:tracePt t="32874" x="7327900" y="5276850"/>
          <p14:tracePt t="32886" x="7353300" y="5264150"/>
          <p14:tracePt t="32903" x="7385050" y="5257800"/>
          <p14:tracePt t="32921" x="7423150" y="5251450"/>
          <p14:tracePt t="32937" x="7429500" y="5245100"/>
          <p14:tracePt t="32954" x="7442200" y="5245100"/>
          <p14:tracePt t="32970" x="7448550" y="5245100"/>
          <p14:tracePt t="33096" x="7448550" y="5238750"/>
          <p14:tracePt t="33152" x="7435850" y="5238750"/>
          <p14:tracePt t="33166" x="7423150" y="5238750"/>
          <p14:tracePt t="33173" x="7404100" y="5232400"/>
          <p14:tracePt t="33189" x="7366000" y="5232400"/>
          <p14:tracePt t="33203" x="7258050" y="5232400"/>
          <p14:tracePt t="33219" x="7169150" y="5219700"/>
          <p14:tracePt t="33237" x="6991350" y="5219700"/>
          <p14:tracePt t="33253" x="6877050" y="5207000"/>
          <p14:tracePt t="33269" x="6673850" y="5207000"/>
          <p14:tracePt t="33287" x="6496050" y="5207000"/>
          <p14:tracePt t="33302" x="6419850" y="5207000"/>
          <p14:tracePt t="33319" x="6318250" y="5213350"/>
          <p14:tracePt t="33336" x="6248400" y="5219700"/>
          <p14:tracePt t="33352" x="6229350" y="5219700"/>
          <p14:tracePt t="33369" x="6203950" y="5219700"/>
          <p14:tracePt t="33385" x="6197600" y="5219700"/>
          <p14:tracePt t="33405" x="6191250" y="5226050"/>
          <p14:tracePt t="33454" x="6184900" y="5226050"/>
          <p14:tracePt t="33546" x="6191250" y="5219700"/>
          <p14:tracePt t="33581" x="6191250" y="5213350"/>
          <p14:tracePt t="34049" x="6184900" y="5213350"/>
          <p14:tracePt t="34055" x="6146800" y="5213350"/>
          <p14:tracePt t="34069" x="6121400" y="5207000"/>
          <p14:tracePt t="34083" x="6076950" y="5207000"/>
          <p14:tracePt t="34099" x="6007100" y="5200650"/>
          <p14:tracePt t="34116" x="5962650" y="5200650"/>
          <p14:tracePt t="34133" x="5880100" y="5187950"/>
          <p14:tracePt t="34149" x="5791200" y="5187950"/>
          <p14:tracePt t="34166" x="5753100" y="5187950"/>
          <p14:tracePt t="34182" x="5657850" y="5187950"/>
          <p14:tracePt t="34199" x="5556250" y="5194300"/>
          <p14:tracePt t="34216" x="5511800" y="5213350"/>
          <p14:tracePt t="34232" x="5422900" y="5245100"/>
          <p14:tracePt t="34249" x="5372100" y="5289550"/>
          <p14:tracePt t="34267" x="5353050" y="5346700"/>
          <p14:tracePt t="34282" x="5353050" y="5353050"/>
          <p14:tracePt t="34299" x="5359400" y="5372100"/>
          <p14:tracePt t="34621" x="5353050" y="5384800"/>
          <p14:tracePt t="34628" x="5334000" y="5416550"/>
          <p14:tracePt t="34642" x="5308600" y="5435600"/>
          <p14:tracePt t="34651" x="5295900" y="5467350"/>
          <p14:tracePt t="34665" x="5270500" y="5492750"/>
          <p14:tracePt t="34680" x="5251450" y="5511800"/>
          <p14:tracePt t="34697" x="5194300" y="5568950"/>
          <p14:tracePt t="34714" x="5137150" y="5626100"/>
          <p14:tracePt t="34731" x="5111750" y="5645150"/>
          <p14:tracePt t="34748" x="5048250" y="5689600"/>
          <p14:tracePt t="34764" x="5035550" y="5702300"/>
          <p14:tracePt t="34780" x="5016500" y="5727700"/>
          <p14:tracePt t="34797" x="4953000" y="5765800"/>
          <p14:tracePt t="34814" x="4940300" y="5784850"/>
          <p14:tracePt t="34830" x="4914900" y="5784850"/>
          <p14:tracePt t="34847" x="4883150" y="5803900"/>
          <p14:tracePt t="34863" x="4857750" y="5816600"/>
          <p14:tracePt t="34880" x="4845050" y="5829300"/>
          <p14:tracePt t="34896" x="4826000" y="5842000"/>
          <p14:tracePt t="34913" x="4819650" y="5854700"/>
          <p14:tracePt t="34946" x="4813300" y="5854700"/>
          <p14:tracePt t="34973" x="4813300" y="5861050"/>
          <p14:tracePt t="34994" x="4806950" y="5861050"/>
          <p14:tracePt t="35007" x="4800600" y="5867400"/>
          <p14:tracePt t="35043" x="4800600" y="5873750"/>
          <p14:tracePt t="35050" x="4794250" y="5873750"/>
          <p14:tracePt t="35065" x="4794250" y="5880100"/>
          <p14:tracePt t="35079" x="4794250" y="5886450"/>
          <p14:tracePt t="35095" x="4794250" y="5892800"/>
          <p14:tracePt t="35114" x="4787900" y="5905500"/>
          <p14:tracePt t="35129" x="4787900" y="5911850"/>
          <p14:tracePt t="35146" x="4781550" y="5924550"/>
          <p14:tracePt t="35163" x="4768850" y="5962650"/>
          <p14:tracePt t="35179" x="4768850" y="5969000"/>
          <p14:tracePt t="35196" x="4756150" y="6007100"/>
          <p14:tracePt t="35212" x="4749800" y="6026150"/>
          <p14:tracePt t="35229" x="4749800" y="6032500"/>
          <p14:tracePt t="35247" x="4749800" y="6045200"/>
          <p14:tracePt t="35262" x="4749800" y="6051550"/>
          <p14:tracePt t="35330" x="4749800" y="6038850"/>
          <p14:tracePt t="35346" x="4749800" y="6032500"/>
          <p14:tracePt t="35351" x="4756150" y="6032500"/>
          <p14:tracePt t="35361" x="4756150" y="6013450"/>
          <p14:tracePt t="35378" x="4756150" y="5988050"/>
          <p14:tracePt t="35395" x="4756150" y="5930900"/>
          <p14:tracePt t="35411" x="4756150" y="5892800"/>
          <p14:tracePt t="35430" x="4762500" y="5797550"/>
          <p14:tracePt t="35444" x="4762500" y="5695950"/>
          <p14:tracePt t="35461" x="4762500" y="5645150"/>
          <p14:tracePt t="35479" x="4768850" y="5562600"/>
          <p14:tracePt t="35495" x="4768850" y="5499100"/>
          <p14:tracePt t="35511" x="4775200" y="5473700"/>
          <p14:tracePt t="35528" x="4781550" y="5435600"/>
          <p14:tracePt t="35544" x="4787900" y="5410200"/>
          <p14:tracePt t="35561" x="4794250" y="5403850"/>
          <p14:tracePt t="35577" x="4806950" y="5384800"/>
          <p14:tracePt t="35595" x="4819650" y="5378450"/>
          <p14:tracePt t="35612" x="4832350" y="5365750"/>
          <p14:tracePt t="35627" x="4845050" y="5359400"/>
          <p14:tracePt t="35644" x="4864100" y="5340350"/>
          <p14:tracePt t="35661" x="4883150" y="5321300"/>
          <p14:tracePt t="35677" x="4902200" y="5308600"/>
          <p14:tracePt t="35694" x="4914900" y="5289550"/>
          <p14:tracePt t="35711" x="4953000" y="5245100"/>
          <p14:tracePt t="35727" x="4965700" y="5232400"/>
          <p14:tracePt t="35744" x="4972050" y="5219700"/>
          <p14:tracePt t="35760" x="4984750" y="5207000"/>
          <p14:tracePt t="35777" x="4991100" y="5200650"/>
          <p14:tracePt t="35794" x="4991100" y="5194300"/>
          <p14:tracePt t="35810" x="4997450" y="5187950"/>
          <p14:tracePt t="35865" x="5003800" y="5187950"/>
          <p14:tracePt t="35886" x="5003800" y="5194300"/>
          <p14:tracePt t="35907" x="5003800" y="5200650"/>
          <p14:tracePt t="35921" x="5003800" y="5207000"/>
          <p14:tracePt t="35943" x="4997450" y="5213350"/>
          <p14:tracePt t="35984" x="4997450" y="5219700"/>
          <p14:tracePt t="35991" x="4991100" y="5219700"/>
          <p14:tracePt t="36005" x="4991100" y="5226050"/>
          <p14:tracePt t="36019" x="4991100" y="5238750"/>
          <p14:tracePt t="36029" x="4984750" y="5245100"/>
          <p14:tracePt t="36043" x="4978400" y="5264150"/>
          <p14:tracePt t="36059" x="4972050" y="5334000"/>
          <p14:tracePt t="36076" x="4953000" y="5448300"/>
          <p14:tracePt t="36092" x="4946650" y="5530850"/>
          <p14:tracePt t="36109" x="4927600" y="5695950"/>
          <p14:tracePt t="36126" x="4895850" y="5867400"/>
          <p14:tracePt t="36142" x="4883150" y="5930900"/>
          <p14:tracePt t="36160" x="4870450" y="6051550"/>
          <p14:tracePt t="36176" x="4857750" y="6127750"/>
          <p14:tracePt t="36192" x="4851400" y="6159500"/>
          <p14:tracePt t="36209" x="4845050" y="6191250"/>
          <p14:tracePt t="36225" x="4845050" y="6203950"/>
          <p14:tracePt t="36242" x="4838700" y="6210300"/>
          <p14:tracePt t="36259" x="4838700" y="6216650"/>
          <p14:tracePt t="36476" x="4845050" y="6210300"/>
          <p14:tracePt t="36483" x="4845050" y="6203950"/>
          <p14:tracePt t="36497" x="4851400" y="6203950"/>
          <p14:tracePt t="36511" x="4864100" y="6197600"/>
          <p14:tracePt t="36525" x="4870450" y="6184900"/>
          <p14:tracePt t="36541" x="4902200" y="6140450"/>
          <p14:tracePt t="36557" x="4921250" y="6108700"/>
          <p14:tracePt t="36575" x="4984750" y="6019800"/>
          <p14:tracePt t="36591" x="5022850" y="5949950"/>
          <p14:tracePt t="36607" x="5111750" y="5810250"/>
          <p14:tracePt t="36624" x="5187950" y="5670550"/>
          <p14:tracePt t="36640" x="5257800" y="5568950"/>
          <p14:tracePt t="36657" x="5283200" y="5524500"/>
          <p14:tracePt t="36674" x="5321300" y="5461000"/>
          <p14:tracePt t="36690" x="5353050" y="5416550"/>
          <p14:tracePt t="36709" x="5372100" y="5384800"/>
          <p14:tracePt t="36724" x="5378450" y="5378450"/>
          <p14:tracePt t="36740" x="5384800" y="5365750"/>
          <p14:tracePt t="36757" x="5391150" y="5359400"/>
          <p14:tracePt t="36790" x="5397500" y="5353050"/>
          <p14:tracePt t="36807" x="5403850" y="5346700"/>
          <p14:tracePt t="36823" x="5403850" y="5340350"/>
          <p14:tracePt t="36840" x="5410200" y="5334000"/>
          <p14:tracePt t="36856" x="5416550" y="5327650"/>
          <p14:tracePt t="36890" x="5416550" y="5321300"/>
          <p14:tracePt t="36919" x="5422900" y="5321300"/>
          <p14:tracePt t="37017" x="5422900" y="5327650"/>
          <p14:tracePt t="37038" x="5422900" y="5334000"/>
          <p14:tracePt t="37045" x="5429250" y="5340350"/>
          <p14:tracePt t="37059" x="5429250" y="5346700"/>
          <p14:tracePt t="37075" x="5429250" y="5353050"/>
          <p14:tracePt t="37089" x="5435600" y="5353050"/>
          <p14:tracePt t="37106" x="5441950" y="5359400"/>
          <p14:tracePt t="37123" x="5492750" y="5391150"/>
          <p14:tracePt t="37139" x="5549900" y="5429250"/>
          <p14:tracePt t="37156" x="5689600" y="5511800"/>
          <p14:tracePt t="37172" x="5899150" y="5607050"/>
          <p14:tracePt t="37189" x="6140450" y="5715000"/>
          <p14:tracePt t="37207" x="6419850" y="5803900"/>
          <p14:tracePt t="37222" x="6540500" y="5848350"/>
          <p14:tracePt t="37238" x="6667500" y="5880100"/>
          <p14:tracePt t="37256" x="6972300" y="5918200"/>
          <p14:tracePt t="37272" x="7061200" y="5918200"/>
          <p14:tracePt t="37288" x="7131050" y="5918200"/>
          <p14:tracePt t="37305" x="7239000" y="5886450"/>
          <p14:tracePt t="37321" x="7296150" y="5867400"/>
          <p14:tracePt t="37338" x="7321550" y="5842000"/>
          <p14:tracePt t="37355" x="7334250" y="5835650"/>
          <p14:tracePt t="37371" x="7372350" y="5803900"/>
          <p14:tracePt t="37389" x="7385050" y="5784850"/>
          <p14:tracePt t="37405" x="7410450" y="5759450"/>
          <p14:tracePt t="37421" x="7423150" y="5740400"/>
          <p14:tracePt t="37438" x="7435850" y="5727700"/>
          <p14:tracePt t="37454" x="7461250" y="5702300"/>
          <p14:tracePt t="37471" x="7461250" y="5695950"/>
          <p14:tracePt t="37488" x="7473950" y="5689600"/>
          <p14:tracePt t="37504" x="7486650" y="5683250"/>
          <p14:tracePt t="37521" x="7493000" y="5676900"/>
          <p14:tracePt t="37538" x="7505700" y="5676900"/>
          <p14:tracePt t="37554" x="7518400" y="5676900"/>
          <p14:tracePt t="37571" x="7531100" y="5676900"/>
          <p14:tracePt t="37587" x="7581900" y="5695950"/>
          <p14:tracePt t="37604" x="7613650" y="5708650"/>
          <p14:tracePt t="37621" x="7715250" y="5753100"/>
          <p14:tracePt t="37637" x="7842250" y="5822950"/>
          <p14:tracePt t="37654" x="7886700" y="5861050"/>
          <p14:tracePt t="37671" x="8007350" y="5924550"/>
          <p14:tracePt t="37687" x="8039100" y="5949950"/>
          <p14:tracePt t="37704" x="8089900" y="5981700"/>
          <p14:tracePt t="37720" x="8134350" y="6007100"/>
          <p14:tracePt t="37737" x="8153400" y="6026150"/>
          <p14:tracePt t="37754" x="8191500" y="6045200"/>
          <p14:tracePt t="37770" x="8216900" y="6057900"/>
          <p14:tracePt t="37787" x="8223250" y="6064250"/>
          <p14:tracePt t="37819" x="8229600" y="6064250"/>
          <p14:tracePt t="37836" x="8229600" y="6057900"/>
          <p14:tracePt t="37855" x="8229600" y="6051550"/>
          <p14:tracePt t="37870" x="8235950" y="6045200"/>
          <p14:tracePt t="37886" x="8235950" y="6032500"/>
          <p14:tracePt t="37903" x="8242300" y="6007100"/>
          <p14:tracePt t="37919" x="8242300" y="5988050"/>
          <p14:tracePt t="37937" x="8204200" y="5886450"/>
          <p14:tracePt t="37952" x="8185150" y="5829300"/>
          <p14:tracePt t="37969" x="8159750" y="5772150"/>
          <p14:tracePt t="37986" x="8089900" y="5657850"/>
          <p14:tracePt t="38002" x="8007350" y="5568950"/>
          <p14:tracePt t="38019" x="7969250" y="5518150"/>
          <p14:tracePt t="38036" x="7893050" y="5461000"/>
          <p14:tracePt t="38052" x="7835900" y="5422900"/>
          <p14:tracePt t="38069" x="7816850" y="5403850"/>
          <p14:tracePt t="38086" x="7797800" y="5397500"/>
          <p14:tracePt t="38102" x="7778750" y="5391150"/>
          <p14:tracePt t="38141" x="7772400" y="5384800"/>
          <p14:tracePt t="38162" x="7766050" y="5384800"/>
          <p14:tracePt t="38555" x="7759700" y="5384800"/>
          <p14:tracePt t="38562" x="7747000" y="5359400"/>
          <p14:tracePt t="38576" x="7740650" y="5346700"/>
          <p14:tracePt t="38585" x="7715250" y="5334000"/>
          <p14:tracePt t="38600" x="7708900" y="5321300"/>
          <p14:tracePt t="38617" x="7689850" y="5295900"/>
          <p14:tracePt t="38634" x="7677150" y="5283200"/>
          <p14:tracePt t="38650" x="7664450" y="5276850"/>
          <p14:tracePt t="38667" x="7651750" y="5264150"/>
          <p14:tracePt t="38683" x="7626350" y="5257800"/>
          <p14:tracePt t="38700" x="7613650" y="5257800"/>
          <p14:tracePt t="38717" x="7581900" y="5251450"/>
          <p14:tracePt t="38733" x="7556500" y="5245100"/>
          <p14:tracePt t="38750" x="7531100" y="5245100"/>
          <p14:tracePt t="38767" x="7493000" y="5245100"/>
          <p14:tracePt t="38783" x="7454900" y="5245100"/>
          <p14:tracePt t="38800" x="7366000" y="5245100"/>
          <p14:tracePt t="38816" x="7239000" y="5245100"/>
          <p14:tracePt t="38833" x="7143750" y="5264150"/>
          <p14:tracePt t="38850" x="6953250" y="5283200"/>
          <p14:tracePt t="38866" x="6756400" y="5321300"/>
          <p14:tracePt t="38883" x="6654800" y="5353050"/>
          <p14:tracePt t="38900" x="6432550" y="5416550"/>
          <p14:tracePt t="38916" x="6248400" y="5467350"/>
          <p14:tracePt t="38933" x="6172200" y="5486400"/>
          <p14:tracePt t="38936" x="6076950" y="5530850"/>
          <p14:tracePt t="38950" x="6000750" y="5556250"/>
          <p14:tracePt t="38966" x="5861050" y="5657850"/>
          <p14:tracePt t="38983" x="5803900" y="5689600"/>
          <p14:tracePt t="38999" x="5702300" y="5740400"/>
          <p14:tracePt t="39016" x="5632450" y="5759450"/>
          <p14:tracePt t="39033" x="5575300" y="5753100"/>
          <p14:tracePt t="39048" x="5549900" y="5746750"/>
          <p14:tracePt t="39066" x="5530850" y="5746750"/>
          <p14:tracePt t="39083" x="5480050" y="5734050"/>
          <p14:tracePt t="39099" x="5467350" y="5727700"/>
          <p14:tracePt t="39115" x="5454650" y="5721350"/>
          <p14:tracePt t="39132" x="5435600" y="5708650"/>
          <p14:tracePt t="39149" x="5435600" y="5702300"/>
          <p14:tracePt t="39168" x="5448300" y="5689600"/>
          <p14:tracePt t="39528" x="5429250" y="5689600"/>
          <p14:tracePt t="39535" x="5397500" y="5689600"/>
          <p14:tracePt t="39550" x="5359400" y="5689600"/>
          <p14:tracePt t="39564" x="5321300" y="5689600"/>
          <p14:tracePt t="39580" x="5245100" y="5695950"/>
          <p14:tracePt t="39598" x="5200650" y="5695950"/>
          <p14:tracePt t="39614" x="5137150" y="5695950"/>
          <p14:tracePt t="39630" x="5092700" y="5689600"/>
          <p14:tracePt t="39647" x="5067300" y="5689600"/>
          <p14:tracePt t="39664" x="5054600" y="5689600"/>
          <p14:tracePt t="39680" x="5048250" y="5689600"/>
          <p14:tracePt t="39697" x="5041900" y="5689600"/>
          <p14:tracePt t="39714" x="5041900" y="5683250"/>
          <p14:tracePt t="39747" x="5041900" y="5676900"/>
          <p14:tracePt t="39766" x="5041900" y="5664200"/>
          <p14:tracePt t="39782" x="5041900" y="5657850"/>
          <p14:tracePt t="39796" x="5048250" y="5657850"/>
          <p14:tracePt t="39813" x="5048250" y="5645150"/>
          <p14:tracePt t="39846" x="5048250" y="5638800"/>
          <p14:tracePt t="39863" x="5048250" y="5632450"/>
          <p14:tracePt t="39880" x="5048250" y="5619750"/>
          <p14:tracePt t="39896" x="5048250" y="5613400"/>
          <p14:tracePt t="39913" x="5054600" y="5607050"/>
          <p14:tracePt t="39929" x="5054600" y="5594350"/>
          <p14:tracePt t="39946" x="5054600" y="5581650"/>
          <p14:tracePt t="39949" x="5060950" y="5562600"/>
          <p14:tracePt t="39963" x="5060950" y="5549900"/>
          <p14:tracePt t="39979" x="5060950" y="5499100"/>
          <p14:tracePt t="39996" x="5060950" y="5473700"/>
          <p14:tracePt t="40013" x="5073650" y="5410200"/>
          <p14:tracePt t="40029" x="5073650" y="5365750"/>
          <p14:tracePt t="40045" x="5073650" y="5334000"/>
          <p14:tracePt t="40062" x="5080000" y="5302250"/>
          <p14:tracePt t="40079" x="5086350" y="5276850"/>
          <p14:tracePt t="40096" x="5086350" y="5270500"/>
          <p14:tracePt t="40112" x="5092700" y="5264150"/>
          <p14:tracePt t="40148" x="5092700" y="5257800"/>
          <p14:tracePt t="40167" x="5099050" y="5257800"/>
          <p14:tracePt t="40188" x="5105400" y="5257800"/>
          <p14:tracePt t="40202" x="5111750" y="5257800"/>
          <p14:tracePt t="40211" x="5118100" y="5257800"/>
          <p14:tracePt t="40228" x="5124450" y="5257800"/>
          <p14:tracePt t="40245" x="5143500" y="5270500"/>
          <p14:tracePt t="40261" x="5187950" y="5283200"/>
          <p14:tracePt t="40279" x="5245100" y="5295900"/>
          <p14:tracePt t="40294" x="5378450" y="5334000"/>
          <p14:tracePt t="40311" x="5556250" y="5372100"/>
          <p14:tracePt t="40329" x="5791200" y="5403850"/>
          <p14:tracePt t="40344" x="5905500" y="5429250"/>
          <p14:tracePt t="40361" x="6121400" y="5454650"/>
          <p14:tracePt t="40378" x="6324600" y="5486400"/>
          <p14:tracePt t="40394" x="6419850" y="5499100"/>
          <p14:tracePt t="40411" x="6483350" y="5518150"/>
          <p14:tracePt t="40428" x="6629400" y="5524500"/>
          <p14:tracePt t="40444" x="6661150" y="5524500"/>
          <p14:tracePt t="40447" x="6680200" y="5524500"/>
          <p14:tracePt t="40477" x="6692900" y="5524500"/>
          <p14:tracePt t="40494" x="6692900" y="5518150"/>
          <p14:tracePt t="40511" x="6692900" y="5511800"/>
          <p14:tracePt t="40543" x="6686550" y="5511800"/>
          <p14:tracePt t="40561" x="6680200" y="5511800"/>
          <p14:tracePt t="40577" x="6673850" y="5511800"/>
          <p14:tracePt t="40594" x="6648450" y="5511800"/>
          <p14:tracePt t="40610" x="6597650" y="5499100"/>
          <p14:tracePt t="40627" x="6553200" y="5492750"/>
          <p14:tracePt t="40643" x="6394450" y="5473700"/>
          <p14:tracePt t="40659" x="6178550" y="5454650"/>
          <p14:tracePt t="40677" x="6051550" y="5441950"/>
          <p14:tracePt t="40694" x="5892800" y="5429250"/>
          <p14:tracePt t="40710" x="5397500" y="5384800"/>
          <p14:tracePt t="40726" x="5226050" y="5359400"/>
          <p14:tracePt t="40744" x="4972050" y="5346700"/>
          <p14:tracePt t="40760" x="4806950" y="5327650"/>
          <p14:tracePt t="40776" x="4749800" y="5327650"/>
          <p14:tracePt t="40793" x="4711700" y="5321300"/>
          <p14:tracePt t="40809" x="4699000" y="5321300"/>
          <p14:tracePt t="40826" x="4692650" y="5321300"/>
          <p14:tracePt t="40855" x="4699000" y="5321300"/>
          <p14:tracePt t="40878" x="4705350" y="5327650"/>
          <p14:tracePt t="40883" x="4718050" y="5327650"/>
          <p14:tracePt t="40892" x="4724400" y="5327650"/>
          <p14:tracePt t="40912" x="4730750" y="5327650"/>
          <p14:tracePt t="40926" x="4743450" y="5327650"/>
          <p14:tracePt t="40942" x="4781550" y="5327650"/>
          <p14:tracePt t="40959" x="4813300" y="5327650"/>
          <p14:tracePt t="40975" x="4927600" y="5327650"/>
          <p14:tracePt t="40992" x="5168900" y="5327650"/>
          <p14:tracePt t="41009" x="5327650" y="5340350"/>
          <p14:tracePt t="41025" x="5734050" y="5365750"/>
          <p14:tracePt t="41042" x="5918200" y="5378450"/>
          <p14:tracePt t="41059" x="6350000" y="5391150"/>
          <p14:tracePt t="41075" x="6438900" y="5391150"/>
          <p14:tracePt t="41092" x="6502400" y="5391150"/>
          <p14:tracePt t="41109" x="6565900" y="5410200"/>
          <p14:tracePt t="41125" x="6597650" y="5410200"/>
          <p14:tracePt t="41158" x="6604000" y="5410200"/>
          <p14:tracePt t="41175" x="6597650" y="5410200"/>
          <p14:tracePt t="41193" x="6578600" y="5403850"/>
          <p14:tracePt t="41225" x="6572250" y="5403850"/>
          <p14:tracePt t="41242" x="6565900" y="5397500"/>
          <p14:tracePt t="41257" x="6565900" y="5391150"/>
          <p14:tracePt t="41275" x="6546850" y="5391150"/>
          <p14:tracePt t="41292" x="6508750" y="5391150"/>
          <p14:tracePt t="41308" x="6477000" y="5391150"/>
          <p14:tracePt t="41324" x="6432550" y="5391150"/>
          <p14:tracePt t="41341" x="6178550" y="5378450"/>
          <p14:tracePt t="41358" x="6051550" y="5378450"/>
          <p14:tracePt t="41374" x="5924550" y="5372100"/>
          <p14:tracePt t="41391" x="5607050" y="5359400"/>
          <p14:tracePt t="41408" x="5295900" y="5359400"/>
          <p14:tracePt t="41426" x="4997450" y="5359400"/>
          <p14:tracePt t="41440" x="4857750" y="5359400"/>
          <p14:tracePt t="41457" x="4654550" y="5372100"/>
          <p14:tracePt t="41474" x="4514850" y="5372100"/>
          <p14:tracePt t="41490" x="4483100" y="5372100"/>
          <p14:tracePt t="41507" x="4451350" y="5372100"/>
          <p14:tracePt t="41524" x="4438650" y="5378450"/>
          <p14:tracePt t="41541" x="4438650" y="5384800"/>
          <p14:tracePt t="41558" x="4432300" y="5384800"/>
          <p14:tracePt t="41593" x="4432300" y="5378450"/>
          <p14:tracePt t="41614" x="4438650" y="5378450"/>
          <p14:tracePt t="41628" x="4451350" y="5378450"/>
          <p14:tracePt t="41643" x="4457700" y="5378450"/>
          <p14:tracePt t="41948" x="4489450" y="5378450"/>
          <p14:tracePt t="41957" x="4578350" y="5391150"/>
          <p14:tracePt t="41962" x="4673600" y="5397500"/>
          <p14:tracePt t="41976" x="4775200" y="5397500"/>
          <p14:tracePt t="41989" x="4902200" y="5422900"/>
          <p14:tracePt t="42005" x="5207000" y="5467350"/>
          <p14:tracePt t="42022" x="5334000" y="5486400"/>
          <p14:tracePt t="42039" x="5588000" y="5530850"/>
          <p14:tracePt t="42056" x="5822950" y="5568950"/>
          <p14:tracePt t="42072" x="5924550" y="5581650"/>
          <p14:tracePt t="42089" x="6115050" y="5600700"/>
          <p14:tracePt t="42105" x="6242050" y="5600700"/>
          <p14:tracePt t="42122" x="6286500" y="5600700"/>
          <p14:tracePt t="42139" x="6318250" y="5600700"/>
          <p14:tracePt t="42155" x="6324600" y="5594350"/>
          <p14:tracePt t="42173" x="6330950" y="5588000"/>
          <p14:tracePt t="42189" x="6337300" y="5581650"/>
          <p14:tracePt t="42222" x="6330950" y="5575300"/>
          <p14:tracePt t="42238" x="6318250" y="5568950"/>
          <p14:tracePt t="42255" x="6305550" y="5568950"/>
          <p14:tracePt t="42272" x="6286500" y="5562600"/>
          <p14:tracePt t="42288" x="6261100" y="5549900"/>
          <p14:tracePt t="42304" x="6223000" y="5537200"/>
          <p14:tracePt t="42321" x="6096000" y="5467350"/>
          <p14:tracePt t="42337" x="5924550" y="5429250"/>
          <p14:tracePt t="42354" x="5810250" y="5372100"/>
          <p14:tracePt t="42372" x="5562600" y="5289550"/>
          <p14:tracePt t="42388" x="5226050" y="5200650"/>
          <p14:tracePt t="42405" x="4851400" y="5137150"/>
          <p14:tracePt t="42420" x="4673600" y="5099050"/>
          <p14:tracePt t="42437" x="4521200" y="5060950"/>
          <p14:tracePt t="42455" x="4095750" y="4959350"/>
          <p14:tracePt t="42470" x="3968750" y="4940300"/>
          <p14:tracePt t="42487" x="3854450" y="4927600"/>
          <p14:tracePt t="42503" x="3689350" y="4908550"/>
          <p14:tracePt t="42520" x="3556000" y="4883150"/>
          <p14:tracePt t="42538" x="3530600" y="4870450"/>
          <p14:tracePt t="42553" x="3492500" y="4851400"/>
          <p14:tracePt t="42570" x="3473450" y="4826000"/>
          <p14:tracePt t="42588" x="3467100" y="4813300"/>
          <p14:tracePt t="42603" x="3473450" y="4806950"/>
          <p14:tracePt t="43020" x="3473450" y="4787900"/>
          <p14:tracePt t="43027" x="3473450" y="4749800"/>
          <p14:tracePt t="43041" x="3473450" y="4699000"/>
          <p14:tracePt t="43051" x="3467100" y="4654550"/>
          <p14:tracePt t="43069" x="3429000" y="4508500"/>
          <p14:tracePt t="43085" x="3397250" y="4419600"/>
          <p14:tracePt t="43102" x="3321050" y="4292600"/>
          <p14:tracePt t="43119" x="3213100" y="4159250"/>
          <p14:tracePt t="43135" x="3168650" y="4127500"/>
          <p14:tracePt t="43151" x="3067050" y="4057650"/>
          <p14:tracePt t="43168" x="2990850" y="4038600"/>
          <p14:tracePt t="43185" x="2952750" y="4019550"/>
          <p14:tracePt t="43201" x="2921000" y="4013200"/>
          <p14:tracePt t="43218" x="2870200" y="4013200"/>
          <p14:tracePt t="43234" x="2863850" y="4013200"/>
          <p14:tracePt t="43252" x="2851150" y="4013200"/>
          <p14:tracePt t="43268" x="2838450" y="4013200"/>
          <p14:tracePt t="43285" x="2832100" y="4013200"/>
          <p14:tracePt t="43302" x="2819400" y="4013200"/>
          <p14:tracePt t="43334" x="2787650" y="4019550"/>
          <p14:tracePt t="43350" x="2749550" y="4025900"/>
          <p14:tracePt t="43367" x="2736850" y="4032250"/>
          <p14:tracePt t="43385" x="2711450" y="4044950"/>
          <p14:tracePt t="43400" x="2705100" y="4051300"/>
          <p14:tracePt t="43417" x="2698750" y="4057650"/>
          <p14:tracePt t="43434" x="2705100" y="4076700"/>
          <p14:tracePt t="43450" x="2730500" y="4121150"/>
          <p14:tracePt t="43467" x="2755900" y="4152900"/>
          <p14:tracePt t="43484" x="2800350" y="4210050"/>
          <p14:tracePt t="43500" x="3098800" y="4622800"/>
          <p14:tracePt t="43517" x="3276600" y="4857750"/>
          <p14:tracePt t="43533" x="3657600" y="5340350"/>
          <p14:tracePt t="43550" x="3879850" y="5626100"/>
          <p14:tracePt t="43567" x="4254500" y="6083300"/>
          <p14:tracePt t="43583" x="4470400" y="6311900"/>
          <p14:tracePt t="43600" x="4540250" y="6375400"/>
          <p14:tracePt t="43617" x="4654550" y="6438900"/>
          <p14:tracePt t="43633" x="4699000" y="6464300"/>
          <p14:tracePt t="43650" x="4711700" y="6464300"/>
          <p14:tracePt t="43667" x="4718050" y="6464300"/>
          <p14:tracePt t="43708" x="4711700" y="6457950"/>
          <p14:tracePt t="43723" x="4711700" y="6451600"/>
          <p14:tracePt t="43732" x="4711700" y="6445250"/>
          <p14:tracePt t="43752" x="4711700" y="6432550"/>
          <p14:tracePt t="43767" x="4718050" y="6432550"/>
          <p14:tracePt t="43783" x="4730750" y="6413500"/>
          <p14:tracePt t="43800" x="4762500" y="6369050"/>
          <p14:tracePt t="43816" x="4794250" y="6337300"/>
          <p14:tracePt t="43833" x="4832350" y="6280150"/>
          <p14:tracePt t="43849" x="4984750" y="5937250"/>
          <p14:tracePt t="43866" x="5054600" y="5753100"/>
          <p14:tracePt t="43882" x="5124450" y="5543550"/>
          <p14:tracePt t="43899" x="5207000" y="5041900"/>
          <p14:tracePt t="43915" x="5238750" y="4610100"/>
          <p14:tracePt t="43934" x="5232400" y="4470400"/>
          <p14:tracePt t="43949" x="5213350" y="4292600"/>
          <p14:tracePt t="43965" x="5187950" y="4159250"/>
          <p14:tracePt t="43983" x="5162550" y="4076700"/>
          <p14:tracePt t="43999" x="5130800" y="4032250"/>
          <p14:tracePt t="44015" x="5111750" y="4025900"/>
          <p14:tracePt t="44032" x="5092700" y="4019550"/>
          <p14:tracePt t="44048" x="5086350" y="4019550"/>
          <p14:tracePt t="44065" x="5073650" y="4019550"/>
          <p14:tracePt t="44082" x="5067300" y="4019550"/>
          <p14:tracePt t="44118" x="5060950" y="4019550"/>
          <p14:tracePt t="44131" x="5048250" y="4038600"/>
          <p14:tracePt t="44148" x="5035550" y="4064000"/>
          <p14:tracePt t="44166" x="5016500" y="4121150"/>
          <p14:tracePt t="44181" x="4997450" y="4178300"/>
          <p14:tracePt t="44197" x="4978400" y="4343400"/>
          <p14:tracePt t="44215" x="4959350" y="4584700"/>
          <p14:tracePt t="44231" x="4946650" y="4743450"/>
          <p14:tracePt t="44248" x="4940300" y="5010150"/>
          <p14:tracePt t="44265" x="4908550" y="5200650"/>
          <p14:tracePt t="44281" x="4895850" y="5276850"/>
          <p14:tracePt t="44299" x="4857750" y="5410200"/>
          <p14:tracePt t="44314" x="4826000" y="5499100"/>
          <p14:tracePt t="44331" x="4806950" y="5556250"/>
          <p14:tracePt t="44348" x="4749800" y="5657850"/>
          <p14:tracePt t="44364" x="4699000" y="5734050"/>
          <p14:tracePt t="44380" x="4686300" y="5753100"/>
          <p14:tracePt t="44397" x="4654550" y="5797550"/>
          <p14:tracePt t="44414" x="4629150" y="5822950"/>
          <p14:tracePt t="44430" x="4616450" y="5835650"/>
          <p14:tracePt t="44447" x="4578350" y="5873750"/>
          <p14:tracePt t="44464" x="4559300" y="5892800"/>
          <p14:tracePt t="44482" x="4476750" y="5975350"/>
          <p14:tracePt t="44497" x="4457700" y="5994400"/>
          <p14:tracePt t="44514" x="4419600" y="6019800"/>
          <p14:tracePt t="44530" x="4387850" y="6076950"/>
          <p14:tracePt t="44546" x="4343400" y="6108700"/>
          <p14:tracePt t="44563" x="4318000" y="6134100"/>
          <p14:tracePt t="44580" x="4267200" y="6165850"/>
          <p14:tracePt t="44596" x="4222750" y="6191250"/>
          <p14:tracePt t="44614" x="4210050" y="6197600"/>
          <p14:tracePt t="44629" x="4184650" y="6203950"/>
          <p14:tracePt t="44646" x="4171950" y="6210300"/>
          <p14:tracePt t="44663" x="4165600" y="6210300"/>
          <p14:tracePt t="44714" x="4152900" y="6210300"/>
          <p14:tracePt t="44734" x="4146550" y="6210300"/>
          <p14:tracePt t="44755" x="4140200" y="6203950"/>
          <p14:tracePt t="44804" x="4133850" y="6203950"/>
          <p14:tracePt t="44846" x="4133850" y="6197600"/>
          <p14:tracePt t="44895" x="4140200" y="6197600"/>
          <p14:tracePt t="44916" x="4146550" y="6197600"/>
          <p14:tracePt t="44923" x="4152900" y="6197600"/>
          <p14:tracePt t="44945" x="4165600" y="6191250"/>
          <p14:tracePt t="44958" x="4191000" y="6191250"/>
          <p14:tracePt t="44965" x="4210050" y="6191250"/>
          <p14:tracePt t="44978" x="4235450" y="6184900"/>
          <p14:tracePt t="44995" x="4318000" y="6172200"/>
          <p14:tracePt t="45012" x="4362450" y="6159500"/>
          <p14:tracePt t="45014" x="4413250" y="6146800"/>
          <p14:tracePt t="45031" x="4451350" y="6146800"/>
          <p14:tracePt t="45045" x="4559300" y="6121400"/>
          <p14:tracePt t="45061" x="4616450" y="6102350"/>
          <p14:tracePt t="45078" x="4705350" y="6070600"/>
          <p14:tracePt t="45095" x="4743450" y="6051550"/>
          <p14:tracePt t="45111" x="4806950" y="6038850"/>
          <p14:tracePt t="45128" x="4838700" y="6019800"/>
          <p14:tracePt t="45144" x="4851400" y="6019800"/>
          <p14:tracePt t="45162" x="4870450" y="6013450"/>
          <p14:tracePt t="45178" x="4883150" y="6013450"/>
          <p14:tracePt t="45246" x="4889500" y="6013450"/>
          <p14:tracePt t="45274" x="4902200" y="6013450"/>
          <p14:tracePt t="45289" x="4908550" y="6013450"/>
          <p14:tracePt t="45311" x="4914900" y="6013450"/>
          <p14:tracePt t="45317" x="4927600" y="6013450"/>
          <p14:tracePt t="45327" x="4933950" y="6013450"/>
          <p14:tracePt t="45346" x="4953000" y="6013450"/>
          <p14:tracePt t="45360" x="4978400" y="6013450"/>
          <p14:tracePt t="45377" x="5016500" y="6013450"/>
          <p14:tracePt t="45395" x="5162550" y="6051550"/>
          <p14:tracePt t="45410" x="5226050" y="6064250"/>
          <p14:tracePt t="45427" x="5308600" y="6070600"/>
          <p14:tracePt t="45443" x="5448300" y="6102350"/>
          <p14:tracePt t="45460" x="5594350" y="6121400"/>
          <p14:tracePt t="45477" x="5657850" y="6127750"/>
          <p14:tracePt t="45493" x="5765800" y="6153150"/>
          <p14:tracePt t="45510" x="5848350" y="6165850"/>
          <p14:tracePt t="45527" x="5899150" y="6165850"/>
          <p14:tracePt t="45543" x="5911850" y="6165850"/>
          <p14:tracePt t="45560" x="5930900" y="6165850"/>
          <p14:tracePt t="45598" x="5918200" y="6159500"/>
          <p14:tracePt t="45610" x="5911850" y="6159500"/>
          <p14:tracePt t="45627" x="5899150" y="6153150"/>
          <p14:tracePt t="45643" x="5886450" y="6153150"/>
          <p14:tracePt t="45676" x="5829300" y="6140450"/>
          <p14:tracePt t="45693" x="5791200" y="6134100"/>
          <p14:tracePt t="45711" x="5683250" y="6115050"/>
          <p14:tracePt t="45726" x="5619750" y="6102350"/>
          <p14:tracePt t="45742" x="5454650" y="6076950"/>
          <p14:tracePt t="45760" x="5245100" y="6032500"/>
          <p14:tracePt t="45776" x="5143500" y="6013450"/>
          <p14:tracePt t="45792" x="4921250" y="5962650"/>
          <p14:tracePt t="45809" x="4718050" y="5918200"/>
          <p14:tracePt t="45825" x="4635500" y="5911850"/>
          <p14:tracePt t="45844" x="4508500" y="5880100"/>
          <p14:tracePt t="45859" x="4432300" y="5867400"/>
          <p14:tracePt t="45875" x="4413250" y="5867400"/>
          <p14:tracePt t="45893" x="4400550" y="5861050"/>
          <p14:tracePt t="45977" x="4400550" y="5854700"/>
          <p14:tracePt t="45998" x="4406900" y="5854700"/>
          <p14:tracePt t="46012" x="4413250" y="5854700"/>
          <p14:tracePt t="46019" x="4425950" y="5854700"/>
          <p14:tracePt t="46027" x="4432300" y="5854700"/>
          <p14:tracePt t="46042" x="4438650" y="5848350"/>
          <p14:tracePt t="46058" x="4445000" y="5848350"/>
          <p14:tracePt t="46075" x="4470400" y="5848350"/>
          <p14:tracePt t="46091" x="4489450" y="5848350"/>
          <p14:tracePt t="46108" x="4508500" y="5848350"/>
          <p14:tracePt t="46125" x="4540250" y="5848350"/>
          <p14:tracePt t="46141" x="4584700" y="5848350"/>
          <p14:tracePt t="46158" x="4622800" y="5848350"/>
          <p14:tracePt t="46174" x="4679950" y="5854700"/>
          <p14:tracePt t="46191" x="4743450" y="5873750"/>
          <p14:tracePt t="46208" x="4781550" y="5880100"/>
          <p14:tracePt t="46224" x="4832350" y="5886450"/>
          <p14:tracePt t="46241" x="4870450" y="5892800"/>
          <p14:tracePt t="46258" x="4921250" y="5899150"/>
          <p14:tracePt t="46275" x="4940300" y="5905500"/>
          <p14:tracePt t="46290" x="4978400" y="5918200"/>
          <p14:tracePt t="46308" x="5168900" y="5949950"/>
          <p14:tracePt t="46324" x="5245100" y="5962650"/>
          <p14:tracePt t="46340" x="5359400" y="5975350"/>
          <p14:tracePt t="46357" x="5613400" y="5981700"/>
          <p14:tracePt t="46374" x="5867400" y="5981700"/>
          <p14:tracePt t="46391" x="5969000" y="5981700"/>
          <p14:tracePt t="46407" x="6121400" y="5969000"/>
          <p14:tracePt t="46423" x="6242050" y="5949950"/>
          <p14:tracePt t="46441" x="6311900" y="5943600"/>
          <p14:tracePt t="46457" x="6330950" y="5943600"/>
          <p14:tracePt t="46473" x="6356350" y="5930900"/>
          <p14:tracePt t="46491" x="6375400" y="5924550"/>
          <p14:tracePt t="46507" x="6381750" y="5918200"/>
          <p14:tracePt t="46560" x="6388100" y="5911850"/>
          <p14:tracePt t="46581" x="6394450" y="5911850"/>
          <p14:tracePt t="46588" x="6400800" y="5911850"/>
          <p14:tracePt t="46602" x="6407150" y="5918200"/>
          <p14:tracePt t="46610" x="6413500" y="5918200"/>
          <p14:tracePt t="46626" x="6413500" y="5924550"/>
          <p14:tracePt t="46640" x="6419850" y="5924550"/>
          <p14:tracePt t="46656" x="6438900" y="5924550"/>
          <p14:tracePt t="46673" x="6470650" y="5924550"/>
          <p14:tracePt t="46689" x="6489700" y="5924550"/>
          <p14:tracePt t="46706" x="6540500" y="5924550"/>
          <p14:tracePt t="46723" x="6616700" y="5930900"/>
          <p14:tracePt t="46739" x="6661150" y="5937250"/>
          <p14:tracePt t="46756" x="6750050" y="5949950"/>
          <p14:tracePt t="46772" x="6819900" y="5956300"/>
          <p14:tracePt t="46789" x="6858000" y="5956300"/>
          <p14:tracePt t="46806" x="6902450" y="5956300"/>
          <p14:tracePt t="46822" x="6934200" y="5956300"/>
          <p14:tracePt t="46839" x="6946900" y="5949950"/>
          <p14:tracePt t="46856" x="6972300" y="5949950"/>
          <p14:tracePt t="46872" x="6997700" y="5943600"/>
          <p14:tracePt t="46888" x="7010400" y="5943600"/>
          <p14:tracePt t="46905" x="7023100" y="5943600"/>
          <p14:tracePt t="46922" x="7048500" y="5937250"/>
          <p14:tracePt t="47349" x="7023100" y="5937250"/>
          <p14:tracePt t="47356" x="6985000" y="5937250"/>
          <p14:tracePt t="47373" x="6921500" y="5937250"/>
          <p14:tracePt t="47387" x="6858000" y="5937250"/>
          <p14:tracePt t="47404" x="6648450" y="5918200"/>
          <p14:tracePt t="47420" x="6381750" y="5873750"/>
          <p14:tracePt t="47436" x="6223000" y="5848350"/>
          <p14:tracePt t="47453" x="5854700" y="5797550"/>
          <p14:tracePt t="47470" x="5562600" y="5753100"/>
          <p14:tracePt t="47486" x="5448300" y="5746750"/>
          <p14:tracePt t="47504" x="5257800" y="5721350"/>
          <p14:tracePt t="47520" x="5118100" y="5721350"/>
          <p14:tracePt t="47536" x="5060950" y="5727700"/>
          <p14:tracePt t="47553" x="4984750" y="5734050"/>
          <p14:tracePt t="47569" x="4914900" y="5740400"/>
          <p14:tracePt t="47586" x="4870450" y="5753100"/>
          <p14:tracePt t="47603" x="4787900" y="5765800"/>
          <p14:tracePt t="47619" x="4705350" y="5784850"/>
          <p14:tracePt t="47636" x="4667250" y="5791200"/>
          <p14:tracePt t="47653" x="4584700" y="5797550"/>
          <p14:tracePt t="47669" x="4533900" y="5810250"/>
          <p14:tracePt t="47687" x="4445000" y="5816600"/>
          <p14:tracePt t="47702" x="4425950" y="5816600"/>
          <p14:tracePt t="47719" x="4406900" y="5816600"/>
          <p14:tracePt t="47736" x="4368800" y="5816600"/>
          <p14:tracePt t="47752" x="4362450" y="5822950"/>
          <p14:tracePt t="47820" x="4375150" y="5822950"/>
          <p14:tracePt t="47827" x="4387850" y="5822950"/>
          <p14:tracePt t="47841" x="4419600" y="5822950"/>
          <p14:tracePt t="47851" x="4457700" y="5822950"/>
          <p14:tracePt t="47868" x="4495800" y="5829300"/>
          <p14:tracePt t="47885" x="4654550" y="5835650"/>
          <p14:tracePt t="47902" x="4870450" y="5848350"/>
          <p14:tracePt t="47919" x="5207000" y="5886450"/>
          <p14:tracePt t="47935" x="5441950" y="5886450"/>
          <p14:tracePt t="47952" x="5734050" y="5918200"/>
          <p14:tracePt t="47968" x="6381750" y="6013450"/>
          <p14:tracePt t="47985" x="7156450" y="6115050"/>
          <p14:tracePt t="48001" x="7537450" y="6184900"/>
          <p14:tracePt t="48018" x="8293100" y="6324600"/>
          <p14:tracePt t="48035" x="8801100" y="6426200"/>
          <p14:tracePt t="48052" x="8997950" y="6470650"/>
          <p14:tracePt t="48054" x="9124950" y="6477000"/>
          <p14:tracePt t="48317" x="9086850" y="6381750"/>
          <p14:tracePt t="48334" x="8890000" y="6292850"/>
          <p14:tracePt t="48350" x="8769350" y="6242050"/>
          <p14:tracePt t="48367" x="8464550" y="6146800"/>
          <p14:tracePt t="48383" x="8077200" y="6057900"/>
          <p14:tracePt t="48400" x="7880350" y="6013450"/>
          <p14:tracePt t="48418" x="7493000" y="5924550"/>
          <p14:tracePt t="48433" x="7175500" y="5861050"/>
          <p14:tracePt t="48450" x="7023100" y="5829300"/>
          <p14:tracePt t="48467" x="6788150" y="5784850"/>
          <p14:tracePt t="48483" x="6584950" y="5740400"/>
          <p14:tracePt t="48500" x="6483350" y="5734050"/>
          <p14:tracePt t="48516" x="6299200" y="5721350"/>
          <p14:tracePt t="48533" x="6197600" y="5727700"/>
          <p14:tracePt t="48549" x="6191250" y="5727700"/>
          <p14:tracePt t="48566" x="6216650" y="5727700"/>
          <p14:tracePt t="48874" x="6159500" y="5727700"/>
          <p14:tracePt t="48883" x="6070600" y="5727700"/>
          <p14:tracePt t="48896" x="5981700" y="5727700"/>
          <p14:tracePt t="48903" x="5880100" y="5727700"/>
          <p14:tracePt t="48918" x="5765800" y="5734050"/>
          <p14:tracePt t="48932" x="5664200" y="5746750"/>
          <p14:tracePt t="48948" x="5435600" y="5778500"/>
          <p14:tracePt t="48966" x="5321300" y="5797550"/>
          <p14:tracePt t="48981" x="5137150" y="5835650"/>
          <p14:tracePt t="48998" x="5003800" y="5854700"/>
          <p14:tracePt t="49015" x="4908550" y="5886450"/>
          <p14:tracePt t="49031" x="4889500" y="5886450"/>
          <p14:tracePt t="49048" x="4845050" y="5905500"/>
          <p14:tracePt t="49065" x="4819650" y="5911850"/>
          <p14:tracePt t="49080" x="4800600" y="5911850"/>
          <p14:tracePt t="49097" x="4794250" y="5918200"/>
          <p14:tracePt t="49114" x="4781550" y="5924550"/>
          <p14:tracePt t="49131" x="4775200" y="5930900"/>
          <p14:tracePt t="49148" x="4768850" y="5930900"/>
          <p14:tracePt t="49164" x="4762500" y="5930900"/>
          <p14:tracePt t="49198" x="4756150" y="5930900"/>
          <p14:tracePt t="49296" x="4762500" y="5930900"/>
          <p14:tracePt t="49310" x="4768850" y="5937250"/>
          <p14:tracePt t="49324" x="4787900" y="5937250"/>
          <p14:tracePt t="49338" x="4813300" y="5937250"/>
          <p14:tracePt t="49347" x="4870450" y="5949950"/>
          <p14:tracePt t="49363" x="4965700" y="5956300"/>
          <p14:tracePt t="49381" x="5581650" y="6026150"/>
          <p14:tracePt t="49397" x="5848350" y="6038850"/>
          <p14:tracePt t="49413" x="6324600" y="6051550"/>
          <p14:tracePt t="49430" x="6711950" y="6051550"/>
          <p14:tracePt t="49447" x="6870700" y="6051550"/>
          <p14:tracePt t="49463" x="7010400" y="6045200"/>
          <p14:tracePt t="49480" x="7277100" y="6045200"/>
          <p14:tracePt t="49496" x="7416800" y="6026150"/>
          <p14:tracePt t="49513" x="7543800" y="6013450"/>
          <p14:tracePt t="49529" x="7715250" y="5988050"/>
          <p14:tracePt t="49545" x="7766050" y="5969000"/>
          <p14:tracePt t="49563" x="7804150" y="5956300"/>
          <p14:tracePt t="49579" x="7810500" y="5949950"/>
          <p14:tracePt t="49596" x="7810500" y="5943600"/>
          <p14:tracePt t="49615" x="7810500" y="5930900"/>
          <p14:tracePt t="49629" x="7804150" y="5930900"/>
          <p14:tracePt t="49649" x="7797800" y="5930900"/>
          <p14:tracePt t="49662" x="7791450" y="5924550"/>
          <p14:tracePt t="49679" x="7785100" y="5924550"/>
          <p14:tracePt t="49697" x="7639050" y="5892800"/>
          <p14:tracePt t="49712" x="7537450" y="5861050"/>
          <p14:tracePt t="49729" x="7289800" y="5803900"/>
          <p14:tracePt t="49746" x="6940550" y="5734050"/>
          <p14:tracePt t="49761" x="6756400" y="5721350"/>
          <p14:tracePt t="49779" x="6565900" y="5708650"/>
          <p14:tracePt t="49795" x="5924550" y="5702300"/>
          <p14:tracePt t="49812" x="5715000" y="5715000"/>
          <p14:tracePt t="49828" x="5549900" y="5727700"/>
          <p14:tracePt t="49845" x="5264150" y="5759450"/>
          <p14:tracePt t="49861" x="5060950" y="5791200"/>
          <p14:tracePt t="49879" x="4927600" y="5822950"/>
          <p14:tracePt t="49895" x="4883150" y="5835650"/>
          <p14:tracePt t="49911" x="4838700" y="5861050"/>
          <p14:tracePt t="49929" x="4813300" y="5873750"/>
          <p14:tracePt t="49944" x="4806950" y="5873750"/>
          <p14:tracePt t="49961" x="4800600" y="5873750"/>
          <p14:tracePt t="49978" x="4794250" y="5873750"/>
          <p14:tracePt t="50048" x="4800600" y="5873750"/>
          <p14:tracePt t="50054" x="4813300" y="5880100"/>
          <p14:tracePt t="50069" x="4819650" y="5880100"/>
          <p14:tracePt t="50083" x="4832350" y="5880100"/>
          <p14:tracePt t="50112" x="4845050" y="5880100"/>
          <p14:tracePt t="50132" x="4870450" y="5880100"/>
          <p14:tracePt t="50146" x="4883150" y="5873750"/>
          <p14:tracePt t="50153" x="4902200" y="5873750"/>
          <p14:tracePt t="50167" x="4927600" y="5873750"/>
          <p14:tracePt t="50177" x="4946650" y="5873750"/>
          <p14:tracePt t="50194" x="4965700" y="5867400"/>
          <p14:tracePt t="50210" x="4984750" y="5867400"/>
          <p14:tracePt t="50227" x="5022850" y="5867400"/>
          <p14:tracePt t="50244" x="5035550" y="5867400"/>
          <p14:tracePt t="50260" x="5060950" y="5867400"/>
          <p14:tracePt t="50277" x="5073650" y="5867400"/>
          <p14:tracePt t="50294" x="5086350" y="5867400"/>
          <p14:tracePt t="50310" x="5111750" y="5867400"/>
          <p14:tracePt t="50327" x="5124450" y="5867400"/>
          <p14:tracePt t="50343" x="5149850" y="5873750"/>
          <p14:tracePt t="50360" x="5162550" y="5873750"/>
          <p14:tracePt t="50377" x="5168900" y="5873750"/>
          <p14:tracePt t="50393" x="5187950" y="5880100"/>
          <p14:tracePt t="50409" x="5194300" y="5886450"/>
          <p14:tracePt t="50427" x="5207000" y="5886450"/>
          <p14:tracePt t="50443" x="5219700" y="5886450"/>
          <p14:tracePt t="50477" x="5232400" y="5886450"/>
          <p14:tracePt t="50493" x="5238750" y="5892800"/>
          <p14:tracePt t="50509" x="5251450" y="5892800"/>
          <p14:tracePt t="50526" x="5276850" y="5899150"/>
          <p14:tracePt t="50542" x="5289550" y="5905500"/>
          <p14:tracePt t="50559" x="5308600" y="5905500"/>
          <p14:tracePt t="50575" x="5340350" y="5911850"/>
          <p14:tracePt t="50593" x="5365750" y="5911850"/>
          <p14:tracePt t="50609" x="5384800" y="5911850"/>
          <p14:tracePt t="50626" x="5403850" y="5911850"/>
          <p14:tracePt t="50642" x="5416550" y="5911850"/>
          <p14:tracePt t="50659" x="5422900" y="5911850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Overriding to Add More</a:t>
            </a:r>
          </a:p>
        </p:txBody>
      </p:sp>
      <p:sp>
        <p:nvSpPr>
          <p:cNvPr id="27651" name="Rectangle 1027"/>
          <p:cNvSpPr>
            <a:spLocks noGrp="1" noChangeArrowheads="1"/>
          </p:cNvSpPr>
          <p:nvPr>
            <p:ph idx="1"/>
          </p:nvPr>
        </p:nvSpPr>
        <p:spPr>
          <a:xfrm>
            <a:off x="547688" y="895350"/>
            <a:ext cx="8401050" cy="603885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You can add the inherited method’</a:t>
            </a:r>
            <a:r>
              <a:rPr lang="en-US" altLang="ja-JP" sz="3200" dirty="0"/>
              <a:t>s functionality into the overridden method:</a:t>
            </a:r>
            <a:endParaRPr lang="en-US" altLang="en-US" sz="1600" dirty="0">
              <a:latin typeface="Courier New" pitchFamily="49" charset="0"/>
            </a:endParaRP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Card: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err="1">
                <a:latin typeface="Lucida Console" panose="020B0609040504020204" pitchFamily="49" charset="0"/>
              </a:rPr>
              <a:t>Positionable_Card</a:t>
            </a:r>
            <a:r>
              <a:rPr lang="en-US" altLang="en-US" sz="2400" dirty="0">
                <a:latin typeface="Lucida Console" panose="020B0609040504020204" pitchFamily="49" charset="0"/>
              </a:rPr>
              <a:t>(Card):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self,rank,suit,face_up</a:t>
            </a:r>
            <a:r>
              <a:rPr lang="en-US" altLang="en-US" sz="2400" dirty="0">
                <a:latin typeface="Lucida Console" panose="020B0609040504020204" pitchFamily="49" charset="0"/>
              </a:rPr>
              <a:t>=True):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super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Positionable_Card,self</a:t>
            </a:r>
            <a:r>
              <a:rPr lang="en-US" altLang="en-US" sz="2400" dirty="0">
                <a:latin typeface="Lucida Console" panose="020B0609040504020204" pitchFamily="49" charset="0"/>
              </a:rPr>
              <a:t>).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__\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(rank, suit) #invokes parent</a:t>
            </a:r>
            <a:r>
              <a:rPr lang="ja-JP" altLang="en-US" sz="2400" dirty="0">
                <a:latin typeface="Lucida Console" panose="020B0609040504020204" pitchFamily="49" charset="0"/>
              </a:rPr>
              <a:t>’</a:t>
            </a:r>
            <a:r>
              <a:rPr lang="en-US" altLang="ja-JP" sz="2400" dirty="0">
                <a:latin typeface="Lucida Console" panose="020B0609040504020204" pitchFamily="49" charset="0"/>
              </a:rPr>
              <a:t>s method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600" dirty="0">
                <a:latin typeface="Lucida Console" panose="020B0609040504020204" pitchFamily="49" charset="0"/>
              </a:rPr>
              <a:t>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self.is_face_up</a:t>
            </a:r>
            <a:r>
              <a:rPr lang="en-US" altLang="en-US" sz="2400" dirty="0">
                <a:latin typeface="Lucida Console" panose="020B0609040504020204" pitchFamily="49" charset="0"/>
              </a:rPr>
              <a:t> = </a:t>
            </a:r>
            <a:r>
              <a:rPr lang="en-US" altLang="en-US" sz="2400" dirty="0" err="1">
                <a:latin typeface="Lucida Console" panose="020B0609040504020204" pitchFamily="49" charset="0"/>
              </a:rPr>
              <a:t>face_up</a:t>
            </a:r>
            <a:r>
              <a:rPr lang="en-US" altLang="en-US" sz="2400" dirty="0">
                <a:latin typeface="Lucida Console" panose="020B0609040504020204" pitchFamily="49" charset="0"/>
              </a:rPr>
              <a:t> # adds to it.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n-US" altLang="en-US" sz="1400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dirty="0">
                <a:latin typeface="Lucida Console" panose="020B0609040504020204" pitchFamily="49" charset="0"/>
              </a:rPr>
              <a:t>Card</a:t>
            </a:r>
            <a:r>
              <a:rPr lang="en-US" altLang="en-US" sz="2800" dirty="0"/>
              <a:t> is a base class (</a:t>
            </a:r>
            <a:r>
              <a:rPr lang="en-US" altLang="en-US" sz="2800" dirty="0" err="1"/>
              <a:t>ie</a:t>
            </a:r>
            <a:r>
              <a:rPr lang="en-US" altLang="en-US" sz="2800" dirty="0"/>
              <a:t>, a superclass)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sz="2800" dirty="0"/>
              <a:t>The</a:t>
            </a: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super()</a:t>
            </a:r>
            <a:r>
              <a:rPr lang="en-US" altLang="en-US" sz="2800" dirty="0"/>
              <a:t> built-in function lets you refer to the original item that you’ve overridden (otherwise, the call to </a:t>
            </a:r>
            <a:r>
              <a:rPr lang="en-US" altLang="en-US" sz="2800" dirty="0">
                <a:solidFill>
                  <a:srgbClr val="FF0000"/>
                </a:solidFill>
              </a:rPr>
              <a:t>__</a:t>
            </a:r>
            <a:r>
              <a:rPr lang="en-US" altLang="en-US" sz="2800" dirty="0" err="1">
                <a:solidFill>
                  <a:srgbClr val="FF0000"/>
                </a:solidFill>
              </a:rPr>
              <a:t>init</a:t>
            </a:r>
            <a:r>
              <a:rPr lang="en-US" altLang="en-US" sz="2800" dirty="0">
                <a:solidFill>
                  <a:srgbClr val="FF0000"/>
                </a:solidFill>
              </a:rPr>
              <a:t>__()</a:t>
            </a:r>
            <a:r>
              <a:rPr lang="en-US" altLang="en-US" sz="2800" dirty="0"/>
              <a:t> would be recursive). </a:t>
            </a:r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1219200" y="3352800"/>
            <a:ext cx="7467600" cy="715962"/>
          </a:xfrm>
          <a:prstGeom prst="rect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3" name="Rectangle 7"/>
          <p:cNvSpPr>
            <a:spLocks noChangeArrowheads="1"/>
          </p:cNvSpPr>
          <p:nvPr/>
        </p:nvSpPr>
        <p:spPr bwMode="auto">
          <a:xfrm>
            <a:off x="1219200" y="4286250"/>
            <a:ext cx="7467600" cy="438150"/>
          </a:xfrm>
          <a:prstGeom prst="rect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22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5930"/>
    </mc:Choice>
    <mc:Fallback xmlns="">
      <p:transition spd="slow" advTm="405930"/>
    </mc:Fallback>
  </mc:AlternateContent>
  <p:extLst>
    <p:ext uri="{3A86A75C-4F4B-4683-9AE1-C65F6400EC91}">
      <p14:laserTraceLst xmlns:p14="http://schemas.microsoft.com/office/powerpoint/2010/main">
        <p14:tracePtLst>
          <p14:tracePt t="2697" x="4025900" y="939800"/>
          <p14:tracePt t="2703" x="4000500" y="971550"/>
          <p14:tracePt t="2713" x="3975100" y="1003300"/>
          <p14:tracePt t="2732" x="3924300" y="1079500"/>
          <p14:tracePt t="2747" x="3822700" y="1238250"/>
          <p14:tracePt t="2763" x="3689350" y="1371600"/>
          <p14:tracePt t="2781" x="3511550" y="1536700"/>
          <p14:tracePt t="2796" x="3346450" y="1676400"/>
          <p14:tracePt t="2813" x="3168650" y="1822450"/>
          <p14:tracePt t="2831" x="2762250" y="2082800"/>
          <p14:tracePt t="2846" x="2476500" y="2273300"/>
          <p14:tracePt t="2863" x="2241550" y="2425700"/>
          <p14:tracePt t="2880" x="1905000" y="2686050"/>
          <p14:tracePt t="2896" x="1739900" y="2819400"/>
          <p14:tracePt t="2914" x="1631950" y="2946400"/>
          <p14:tracePt t="2930" x="1511300" y="3086100"/>
          <p14:tracePt t="2946" x="1479550" y="3149600"/>
          <p14:tracePt t="2964" x="1460500" y="3187700"/>
          <p14:tracePt t="2980" x="1460500" y="3194050"/>
          <p14:tracePt t="3016" x="1460500" y="3200400"/>
          <p14:tracePt t="3076" x="1460500" y="3194050"/>
          <p14:tracePt t="3237" x="1466850" y="3194050"/>
          <p14:tracePt t="3245" x="1473200" y="3206750"/>
          <p14:tracePt t="3251" x="1479550" y="3213100"/>
          <p14:tracePt t="3261" x="1485900" y="3219450"/>
          <p14:tracePt t="3279" x="1498600" y="3244850"/>
          <p14:tracePt t="3295" x="1504950" y="3257550"/>
          <p14:tracePt t="3311" x="1504950" y="3276600"/>
          <p14:tracePt t="3329" x="1517650" y="3302000"/>
          <p14:tracePt t="3345" x="1543050" y="3346450"/>
          <p14:tracePt t="3363" x="1543050" y="3365500"/>
          <p14:tracePt t="3378" x="1549400" y="3403600"/>
          <p14:tracePt t="3394" x="1549400" y="3422650"/>
          <p14:tracePt t="3411" x="1555750" y="3448050"/>
          <p14:tracePt t="3428" x="1555750" y="3479800"/>
          <p14:tracePt t="3445" x="1555750" y="3498850"/>
          <p14:tracePt t="3448" x="1562100" y="3505200"/>
          <p14:tracePt t="3476" x="1562100" y="3511550"/>
          <p14:tracePt t="3574" x="1568450" y="3511550"/>
          <p14:tracePt t="4105" x="1587500" y="3498850"/>
          <p14:tracePt t="4112" x="1606550" y="3492500"/>
          <p14:tracePt t="4126" x="1644650" y="3467100"/>
          <p14:tracePt t="4143" x="1689100" y="3429000"/>
          <p14:tracePt t="4159" x="1720850" y="3397250"/>
          <p14:tracePt t="4176" x="1778000" y="3340100"/>
          <p14:tracePt t="4192" x="1816100" y="3295650"/>
          <p14:tracePt t="4208" x="1854200" y="3238500"/>
          <p14:tracePt t="4225" x="1911350" y="3149600"/>
          <p14:tracePt t="4242" x="1949450" y="3086100"/>
          <p14:tracePt t="4259" x="2006600" y="2971800"/>
          <p14:tracePt t="4275" x="2082800" y="2838450"/>
          <p14:tracePt t="4292" x="2152650" y="2724150"/>
          <p14:tracePt t="4309" x="2235200" y="2540000"/>
          <p14:tracePt t="4325" x="2286000" y="2406650"/>
          <p14:tracePt t="4341" x="2311400" y="2273300"/>
          <p14:tracePt t="4358" x="2381250" y="2051050"/>
          <p14:tracePt t="4375" x="2419350" y="1892300"/>
          <p14:tracePt t="4392" x="2476500" y="1765300"/>
          <p14:tracePt t="4408" x="2546350" y="1600200"/>
          <p14:tracePt t="4424" x="2578100" y="1492250"/>
          <p14:tracePt t="4442" x="2616200" y="1377950"/>
          <p14:tracePt t="4458" x="2622550" y="1346200"/>
          <p14:tracePt t="4474" x="2628900" y="1320800"/>
          <p14:tracePt t="4492" x="2628900" y="1314450"/>
          <p14:tracePt t="4524" x="2628900" y="1308100"/>
          <p14:tracePt t="4541" x="2635250" y="1301750"/>
          <p14:tracePt t="4558" x="2641600" y="1276350"/>
          <p14:tracePt t="4576" x="2641600" y="1238250"/>
          <p14:tracePt t="4591" x="2654300" y="1212850"/>
          <p14:tracePt t="4608" x="2660650" y="1187450"/>
          <p14:tracePt t="4624" x="2667000" y="1149350"/>
          <p14:tracePt t="4641" x="2673350" y="1130300"/>
          <p14:tracePt t="4657" x="2679700" y="1111250"/>
          <p14:tracePt t="4674" x="2686050" y="1092200"/>
          <p14:tracePt t="4691" x="2692400" y="1073150"/>
          <p14:tracePt t="4707" x="2705100" y="1054100"/>
          <p14:tracePt t="4723" x="2717800" y="1009650"/>
          <p14:tracePt t="4740" x="2730500" y="984250"/>
          <p14:tracePt t="4758" x="2749550" y="927100"/>
          <p14:tracePt t="4773" x="2762250" y="901700"/>
          <p14:tracePt t="4790" x="2774950" y="882650"/>
          <p14:tracePt t="4807" x="2794000" y="850900"/>
          <p14:tracePt t="4823" x="2806700" y="844550"/>
          <p14:tracePt t="4840" x="2813050" y="831850"/>
          <p14:tracePt t="4856" x="2813050" y="819150"/>
          <p14:tracePt t="4890" x="2819400" y="806450"/>
          <p14:tracePt t="4906" x="2819400" y="793750"/>
          <p14:tracePt t="4922" x="2813050" y="793750"/>
          <p14:tracePt t="5351" x="2819400" y="793750"/>
          <p14:tracePt t="5358" x="2844800" y="793750"/>
          <p14:tracePt t="5373" x="2889250" y="793750"/>
          <p14:tracePt t="5388" x="2927350" y="774700"/>
          <p14:tracePt t="5404" x="2959100" y="774700"/>
          <p14:tracePt t="5422" x="3003550" y="768350"/>
          <p14:tracePt t="5438" x="3048000" y="762000"/>
          <p14:tracePt t="5454" x="3086100" y="755650"/>
          <p14:tracePt t="5471" x="3168650" y="742950"/>
          <p14:tracePt t="5487" x="3219450" y="736600"/>
          <p14:tracePt t="5504" x="3263900" y="723900"/>
          <p14:tracePt t="5520" x="3346450" y="704850"/>
          <p14:tracePt t="5537" x="3403600" y="698500"/>
          <p14:tracePt t="5555" x="3479800" y="698500"/>
          <p14:tracePt t="5570" x="3530600" y="692150"/>
          <p14:tracePt t="5587" x="3581400" y="685800"/>
          <p14:tracePt t="5604" x="3651250" y="685800"/>
          <p14:tracePt t="5621" x="3683000" y="679450"/>
          <p14:tracePt t="5638" x="3721100" y="679450"/>
          <p14:tracePt t="5654" x="3784600" y="679450"/>
          <p14:tracePt t="5670" x="3816350" y="679450"/>
          <p14:tracePt t="5688" x="3873500" y="666750"/>
          <p14:tracePt t="5704" x="3905250" y="666750"/>
          <p14:tracePt t="5720" x="3943350" y="666750"/>
          <p14:tracePt t="5737" x="3994150" y="647700"/>
          <p14:tracePt t="5754" x="4019550" y="641350"/>
          <p14:tracePt t="5770" x="4038600" y="635000"/>
          <p14:tracePt t="5787" x="4051300" y="628650"/>
          <p14:tracePt t="5803" x="4064000" y="628650"/>
          <p14:tracePt t="6200" x="4076700" y="628650"/>
          <p14:tracePt t="6207" x="4089400" y="628650"/>
          <p14:tracePt t="6218" x="4108450" y="628650"/>
          <p14:tracePt t="6236" x="4210050" y="628650"/>
          <p14:tracePt t="6251" x="4343400" y="628650"/>
          <p14:tracePt t="6268" x="4508500" y="628650"/>
          <p14:tracePt t="6285" x="4787900" y="641350"/>
          <p14:tracePt t="6301" x="4965700" y="654050"/>
          <p14:tracePt t="6318" x="5118100" y="660400"/>
          <p14:tracePt t="6334" x="5276850" y="660400"/>
          <p14:tracePt t="6351" x="5321300" y="660400"/>
          <p14:tracePt t="6368" x="5359400" y="660400"/>
          <p14:tracePt t="6384" x="5372100" y="660400"/>
          <p14:tracePt t="6401" x="5378450" y="660400"/>
          <p14:tracePt t="6435" x="5391150" y="660400"/>
          <p14:tracePt t="6468" x="5391150" y="654050"/>
          <p14:tracePt t="6483" x="5397500" y="654050"/>
          <p14:tracePt t="6503" x="5403850" y="654050"/>
          <p14:tracePt t="6517" x="5416550" y="654050"/>
          <p14:tracePt t="6534" x="5429250" y="654050"/>
          <p14:tracePt t="6551" x="5461000" y="647700"/>
          <p14:tracePt t="6567" x="5492750" y="635000"/>
          <p14:tracePt t="6583" x="5518150" y="635000"/>
          <p14:tracePt t="6600" x="5600700" y="628650"/>
          <p14:tracePt t="6617" x="5676900" y="628650"/>
          <p14:tracePt t="6634" x="5727700" y="622300"/>
          <p14:tracePt t="6650" x="5810250" y="615950"/>
          <p14:tracePt t="6667" x="5892800" y="603250"/>
          <p14:tracePt t="6684" x="5949950" y="590550"/>
          <p14:tracePt t="6700" x="5981700" y="590550"/>
          <p14:tracePt t="6717" x="6026150" y="590550"/>
          <p14:tracePt t="6734" x="6096000" y="590550"/>
          <p14:tracePt t="6750" x="6115050" y="590550"/>
          <p14:tracePt t="6767" x="6153150" y="590550"/>
          <p14:tracePt t="6784" x="6223000" y="609600"/>
          <p14:tracePt t="6800" x="6280150" y="615950"/>
          <p14:tracePt t="6818" x="6330950" y="622300"/>
          <p14:tracePt t="6833" x="6394450" y="635000"/>
          <p14:tracePt t="6849" x="6527800" y="660400"/>
          <p14:tracePt t="6867" x="6604000" y="673100"/>
          <p14:tracePt t="6883" x="6775450" y="704850"/>
          <p14:tracePt t="6899" x="6851650" y="704850"/>
          <p14:tracePt t="6916" x="7035800" y="698500"/>
          <p14:tracePt t="6932" x="7073900" y="692150"/>
          <p14:tracePt t="6949" x="7131050" y="673100"/>
          <p14:tracePt t="6966" x="7150100" y="673100"/>
          <p14:tracePt t="6983" x="7162800" y="673100"/>
          <p14:tracePt t="7000" x="7175500" y="673100"/>
          <p14:tracePt t="7015" x="7188200" y="673100"/>
          <p14:tracePt t="7032" x="7200900" y="673100"/>
          <p14:tracePt t="7049" x="7226300" y="673100"/>
          <p14:tracePt t="7066" x="7270750" y="673100"/>
          <p14:tracePt t="7082" x="7289800" y="673100"/>
          <p14:tracePt t="7099" x="7321550" y="679450"/>
          <p14:tracePt t="7115" x="7346950" y="679450"/>
          <p14:tracePt t="7132" x="7359650" y="679450"/>
          <p14:tracePt t="7148" x="7385050" y="679450"/>
          <p14:tracePt t="7165" x="7391400" y="679450"/>
          <p14:tracePt t="7182" x="7397750" y="673100"/>
          <p14:tracePt t="7217" x="7404100" y="673100"/>
          <p14:tracePt t="7302" x="7397750" y="679450"/>
          <p14:tracePt t="7323" x="7378700" y="685800"/>
          <p14:tracePt t="7337" x="7366000" y="692150"/>
          <p14:tracePt t="7343" x="7346950" y="698500"/>
          <p14:tracePt t="7358" x="7327900" y="711200"/>
          <p14:tracePt t="7367" x="7283450" y="730250"/>
          <p14:tracePt t="7381" x="7219950" y="755650"/>
          <p14:tracePt t="7398" x="7048500" y="819150"/>
          <p14:tracePt t="7414" x="6788150" y="908050"/>
          <p14:tracePt t="7431" x="6597650" y="990600"/>
          <p14:tracePt t="7447" x="6381750" y="1073150"/>
          <p14:tracePt t="7464" x="5480050" y="1416050"/>
          <p14:tracePt t="7480" x="5162550" y="1536700"/>
          <p14:tracePt t="7499" x="4794250" y="1676400"/>
          <p14:tracePt t="7514" x="4083050" y="1955800"/>
          <p14:tracePt t="7530" x="3740150" y="2089150"/>
          <p14:tracePt t="7548" x="3149600" y="2336800"/>
          <p14:tracePt t="7563" x="2940050" y="2406650"/>
          <p14:tracePt t="7580" x="2698750" y="2495550"/>
          <p14:tracePt t="7597" x="2578100" y="2527300"/>
          <p14:tracePt t="7613" x="2546350" y="2527300"/>
          <p14:tracePt t="7630" x="2514600" y="2540000"/>
          <p14:tracePt t="7647" x="2501900" y="2540000"/>
          <p14:tracePt t="7709" x="2489200" y="2540000"/>
          <p14:tracePt t="7716" x="2476500" y="2540000"/>
          <p14:tracePt t="7731" x="2457450" y="2533650"/>
          <p14:tracePt t="7737" x="2425700" y="2527300"/>
          <p14:tracePt t="7747" x="2387600" y="2520950"/>
          <p14:tracePt t="7763" x="2343150" y="2514600"/>
          <p14:tracePt t="7780" x="2260600" y="2501900"/>
          <p14:tracePt t="7796" x="2222500" y="2495550"/>
          <p14:tracePt t="7815" x="2178050" y="2489200"/>
          <p14:tracePt t="7830" x="2114550" y="2470150"/>
          <p14:tracePt t="7846" x="2089150" y="2463800"/>
          <p14:tracePt t="7863" x="2051050" y="2457450"/>
          <p14:tracePt t="7880" x="2051050" y="2451100"/>
          <p14:tracePt t="7896" x="2044700" y="2451100"/>
          <p14:tracePt t="7913" x="2032000" y="2444750"/>
          <p14:tracePt t="7929" x="2025650" y="2432050"/>
          <p14:tracePt t="7946" x="2025650" y="2425700"/>
          <p14:tracePt t="7962" x="2019300" y="2393950"/>
          <p14:tracePt t="7979" x="2012950" y="2374900"/>
          <p14:tracePt t="7996" x="2012950" y="2292350"/>
          <p14:tracePt t="8012" x="2019300" y="2266950"/>
          <p14:tracePt t="8029" x="2044700" y="2178050"/>
          <p14:tracePt t="8046" x="2063750" y="2139950"/>
          <p14:tracePt t="8062" x="2108200" y="2063750"/>
          <p14:tracePt t="8078" x="2133600" y="2019300"/>
          <p14:tracePt t="8095" x="2235200" y="1924050"/>
          <p14:tracePt t="8111" x="2273300" y="1879600"/>
          <p14:tracePt t="8129" x="2311400" y="1841500"/>
          <p14:tracePt t="8144" x="2374900" y="1790700"/>
          <p14:tracePt t="8161" x="2419350" y="1758950"/>
          <p14:tracePt t="8179" x="2432050" y="1752600"/>
          <p14:tracePt t="8195" x="2438400" y="1739900"/>
          <p14:tracePt t="8211" x="2457450" y="1727200"/>
          <p14:tracePt t="8229" x="2476500" y="1714500"/>
          <p14:tracePt t="8340" x="2482850" y="1708150"/>
          <p14:tracePt t="8382" x="2489200" y="1708150"/>
          <p14:tracePt t="8389" x="2495550" y="1708150"/>
          <p14:tracePt t="8403" x="2501900" y="1701800"/>
          <p14:tracePt t="8417" x="2508250" y="1695450"/>
          <p14:tracePt t="8431" x="2514600" y="1695450"/>
          <p14:tracePt t="8444" x="2520950" y="1695450"/>
          <p14:tracePt t="8461" x="2565400" y="1676400"/>
          <p14:tracePt t="8477" x="2590800" y="1670050"/>
          <p14:tracePt t="8480" x="2622550" y="1657350"/>
          <p14:tracePt t="8494" x="2667000" y="1651000"/>
          <p14:tracePt t="8510" x="2774950" y="1619250"/>
          <p14:tracePt t="8527" x="2832100" y="1600200"/>
          <p14:tracePt t="8544" x="2965450" y="1562100"/>
          <p14:tracePt t="8560" x="3124200" y="1524000"/>
          <p14:tracePt t="8577" x="3187700" y="1504950"/>
          <p14:tracePt t="8593" x="3321050" y="1466850"/>
          <p14:tracePt t="8610" x="3429000" y="1441450"/>
          <p14:tracePt t="8627" x="3473450" y="1428750"/>
          <p14:tracePt t="8643" x="3530600" y="1416050"/>
          <p14:tracePt t="8660" x="3562350" y="1409700"/>
          <p14:tracePt t="8678" x="3581400" y="1409700"/>
          <p14:tracePt t="8693" x="3587750" y="1409700"/>
          <p14:tracePt t="8761" x="3594100" y="1409700"/>
          <p14:tracePt t="8768" x="3600450" y="1409700"/>
          <p14:tracePt t="9272" x="3644900" y="1409700"/>
          <p14:tracePt t="9280" x="3714750" y="1397000"/>
          <p14:tracePt t="9294" x="3790950" y="1384300"/>
          <p14:tracePt t="9308" x="3981450" y="1358900"/>
          <p14:tracePt t="9324" x="4089400" y="1327150"/>
          <p14:tracePt t="9341" x="4216400" y="1301750"/>
          <p14:tracePt t="9358" x="4483100" y="1212850"/>
          <p14:tracePt t="9374" x="4794250" y="1130300"/>
          <p14:tracePt t="9391" x="5105400" y="1047750"/>
          <p14:tracePt t="9408" x="5232400" y="1028700"/>
          <p14:tracePt t="9424" x="5448300" y="971550"/>
          <p14:tracePt t="9442" x="5607050" y="952500"/>
          <p14:tracePt t="9457" x="5670550" y="952500"/>
          <p14:tracePt t="9474" x="5791200" y="977900"/>
          <p14:tracePt t="9491" x="5873750" y="1003300"/>
          <p14:tracePt t="9507" x="5905500" y="1003300"/>
          <p14:tracePt t="9524" x="5949950" y="1009650"/>
          <p14:tracePt t="9540" x="5988050" y="1016000"/>
          <p14:tracePt t="9556" x="6000750" y="1016000"/>
          <p14:tracePt t="9574" x="6032500" y="1016000"/>
          <p14:tracePt t="9590" x="6045200" y="1022350"/>
          <p14:tracePt t="9606" x="6096000" y="1028700"/>
          <p14:tracePt t="9624" x="6140450" y="1041400"/>
          <p14:tracePt t="9640" x="6165850" y="1047750"/>
          <p14:tracePt t="9656" x="6197600" y="1060450"/>
          <p14:tracePt t="9673" x="6216650" y="1073150"/>
          <p14:tracePt t="9689" x="6223000" y="1073150"/>
          <p14:tracePt t="9706" x="6229350" y="1073150"/>
          <p14:tracePt t="9792" x="6223000" y="1073150"/>
          <p14:tracePt t="9799" x="6216650" y="1079500"/>
          <p14:tracePt t="9813" x="6197600" y="1085850"/>
          <p14:tracePt t="9823" x="6178550" y="1092200"/>
          <p14:tracePt t="9839" x="6127750" y="1111250"/>
          <p14:tracePt t="9857" x="5943600" y="1149350"/>
          <p14:tracePt t="9873" x="5670550" y="1187450"/>
          <p14:tracePt t="9890" x="5441950" y="1225550"/>
          <p14:tracePt t="9906" x="4984750" y="1270000"/>
          <p14:tracePt t="9923" x="4730750" y="1314450"/>
          <p14:tracePt t="9940" x="3994150" y="1397000"/>
          <p14:tracePt t="9956" x="3803650" y="1422400"/>
          <p14:tracePt t="9973" x="3625850" y="1460500"/>
          <p14:tracePt t="9975" x="3479800" y="1485900"/>
          <p14:tracePt t="9989" x="3327400" y="1517650"/>
          <p14:tracePt t="10005" x="3092450" y="1574800"/>
          <p14:tracePt t="10022" x="2978150" y="1593850"/>
          <p14:tracePt t="10039" x="2806700" y="1631950"/>
          <p14:tracePt t="10055" x="2730500" y="1651000"/>
          <p14:tracePt t="10073" x="2635250" y="1682750"/>
          <p14:tracePt t="10088" x="2590800" y="1695450"/>
          <p14:tracePt t="10105" x="2559050" y="1701800"/>
          <p14:tracePt t="10123" x="2527300" y="1720850"/>
          <p14:tracePt t="10138" x="2520950" y="1720850"/>
          <p14:tracePt t="10155" x="2514600" y="1720850"/>
          <p14:tracePt t="10171" x="2508250" y="1720850"/>
          <p14:tracePt t="10290" x="2514600" y="1720850"/>
          <p14:tracePt t="10305" x="2520950" y="1720850"/>
          <p14:tracePt t="10311" x="2533650" y="1720850"/>
          <p14:tracePt t="10325" x="2540000" y="1714500"/>
          <p14:tracePt t="10340" x="2552700" y="1708150"/>
          <p14:tracePt t="10360" x="2565400" y="1708150"/>
          <p14:tracePt t="10374" x="2590800" y="1701800"/>
          <p14:tracePt t="10390" x="2609850" y="1695450"/>
          <p14:tracePt t="10404" x="2635250" y="1689100"/>
          <p14:tracePt t="10421" x="2679700" y="1676400"/>
          <p14:tracePt t="10438" x="2940050" y="1651000"/>
          <p14:tracePt t="10454" x="3054350" y="1638300"/>
          <p14:tracePt t="10471" x="3378200" y="1600200"/>
          <p14:tracePt t="10488" x="3740150" y="1568450"/>
          <p14:tracePt t="10504" x="3892550" y="1568450"/>
          <p14:tracePt t="10520" x="4159250" y="1543050"/>
          <p14:tracePt t="10537" x="4356100" y="1524000"/>
          <p14:tracePt t="10554" x="4419600" y="1524000"/>
          <p14:tracePt t="10573" x="4489450" y="1517650"/>
          <p14:tracePt t="10587" x="4495800" y="1517650"/>
          <p14:tracePt t="10655" x="4489450" y="1517650"/>
          <p14:tracePt t="10676" x="4483100" y="1517650"/>
          <p14:tracePt t="10683" x="4476750" y="1517650"/>
          <p14:tracePt t="10704" x="4483100" y="1511300"/>
          <p14:tracePt t="10711" x="4483100" y="1504950"/>
          <p14:tracePt t="11173" x="4495800" y="1504950"/>
          <p14:tracePt t="11187" x="4521200" y="1504950"/>
          <p14:tracePt t="11194" x="4546600" y="1504950"/>
          <p14:tracePt t="11208" x="4578350" y="1498600"/>
          <p14:tracePt t="11217" x="4603750" y="1492250"/>
          <p14:tracePt t="11234" x="4635500" y="1485900"/>
          <p14:tracePt t="11251" x="4718050" y="1466850"/>
          <p14:tracePt t="11267" x="4838700" y="1441450"/>
          <p14:tracePt t="11284" x="4895850" y="1422400"/>
          <p14:tracePt t="11300" x="5016500" y="1384300"/>
          <p14:tracePt t="11317" x="5137150" y="1358900"/>
          <p14:tracePt t="11335" x="5226050" y="1346200"/>
          <p14:tracePt t="11350" x="5257800" y="1346200"/>
          <p14:tracePt t="11367" x="5314950" y="1346200"/>
          <p14:tracePt t="11384" x="5365750" y="1365250"/>
          <p14:tracePt t="11400" x="5391150" y="1371600"/>
          <p14:tracePt t="11417" x="5416550" y="1377950"/>
          <p14:tracePt t="11434" x="5473700" y="1384300"/>
          <p14:tracePt t="11450" x="5492750" y="1384300"/>
          <p14:tracePt t="11467" x="5499100" y="1384300"/>
          <p14:tracePt t="11484" x="5537200" y="1377950"/>
          <p14:tracePt t="11500" x="5549900" y="1377950"/>
          <p14:tracePt t="11503" x="5562600" y="1377950"/>
          <p14:tracePt t="11520" x="5575300" y="1377950"/>
          <p14:tracePt t="11534" x="5581650" y="1377950"/>
          <p14:tracePt t="11550" x="5600700" y="1377950"/>
          <p14:tracePt t="11567" x="5607050" y="1377950"/>
          <p14:tracePt t="11600" x="5613400" y="1377950"/>
          <p14:tracePt t="11657" x="5619750" y="1377950"/>
          <p14:tracePt t="11664" x="5626100" y="1377950"/>
          <p14:tracePt t="11713" x="5632450" y="1377950"/>
          <p14:tracePt t="11720" x="5638800" y="1377950"/>
          <p14:tracePt t="11732" x="5645150" y="1377950"/>
          <p14:tracePt t="11750" x="5657850" y="1377950"/>
          <p14:tracePt t="11765" x="5664200" y="1377950"/>
          <p14:tracePt t="11782" x="5689600" y="1377950"/>
          <p14:tracePt t="11799" x="5727700" y="1377950"/>
          <p14:tracePt t="11815" x="5759450" y="1384300"/>
          <p14:tracePt t="11833" x="5816600" y="1384300"/>
          <p14:tracePt t="11849" x="5867400" y="1384300"/>
          <p14:tracePt t="11865" x="5892800" y="1384300"/>
          <p14:tracePt t="11882" x="5930900" y="1384300"/>
          <p14:tracePt t="11898" x="5969000" y="1390650"/>
          <p14:tracePt t="11915" x="5981700" y="1390650"/>
          <p14:tracePt t="11932" x="6007100" y="1397000"/>
          <p14:tracePt t="11948" x="6032500" y="1409700"/>
          <p14:tracePt t="11966" x="6057900" y="1422400"/>
          <p14:tracePt t="11981" x="6076950" y="1428750"/>
          <p14:tracePt t="11998" x="6102350" y="1441450"/>
          <p14:tracePt t="12016" x="6121400" y="1447800"/>
          <p14:tracePt t="12032" x="6121400" y="1454150"/>
          <p14:tracePt t="12065" x="6127750" y="1460500"/>
          <p14:tracePt t="12127" x="6134100" y="1473200"/>
          <p14:tracePt t="12149" x="6134100" y="1479550"/>
          <p14:tracePt t="12177" x="6134100" y="1485900"/>
          <p14:tracePt t="12199" x="6140450" y="1485900"/>
          <p14:tracePt t="12225" x="6146800" y="1492250"/>
          <p14:tracePt t="12240" x="6153150" y="1492250"/>
          <p14:tracePt t="12261" x="6159500" y="1498600"/>
          <p14:tracePt t="12268" x="6165850" y="1498600"/>
          <p14:tracePt t="12281" x="6172200" y="1498600"/>
          <p14:tracePt t="12297" x="6191250" y="1504950"/>
          <p14:tracePt t="12314" x="6203950" y="1504950"/>
          <p14:tracePt t="12332" x="6254750" y="1504950"/>
          <p14:tracePt t="12347" x="6311900" y="1504950"/>
          <p14:tracePt t="12363" x="6343650" y="1504950"/>
          <p14:tracePt t="12381" x="6419850" y="1504950"/>
          <p14:tracePt t="12397" x="6451600" y="1498600"/>
          <p14:tracePt t="12413" x="6534150" y="1485900"/>
          <p14:tracePt t="12430" x="6623050" y="1479550"/>
          <p14:tracePt t="12447" x="6667500" y="1473200"/>
          <p14:tracePt t="12464" x="6756400" y="1473200"/>
          <p14:tracePt t="12480" x="6845300" y="1473200"/>
          <p14:tracePt t="12496" x="6883400" y="1473200"/>
          <p14:tracePt t="12499" x="6940550" y="1473200"/>
          <p14:tracePt t="12514" x="6978650" y="1473200"/>
          <p14:tracePt t="12530" x="7035800" y="1473200"/>
          <p14:tracePt t="12547" x="7067550" y="1473200"/>
          <p14:tracePt t="12564" x="7099300" y="1466850"/>
          <p14:tracePt t="12580" x="7124700" y="1460500"/>
          <p14:tracePt t="12597" x="7137400" y="1460500"/>
          <p14:tracePt t="12613" x="7143750" y="1460500"/>
          <p14:tracePt t="12630" x="7156450" y="1460500"/>
          <p14:tracePt t="12647" x="7175500" y="1460500"/>
          <p14:tracePt t="12663" x="7188200" y="1466850"/>
          <p14:tracePt t="12680" x="7200900" y="1466850"/>
          <p14:tracePt t="12697" x="7232650" y="1473200"/>
          <p14:tracePt t="12713" x="7258050" y="1473200"/>
          <p14:tracePt t="12729" x="7270750" y="1479550"/>
          <p14:tracePt t="12746" x="7283450" y="1479550"/>
          <p14:tracePt t="12762" x="7289800" y="1485900"/>
          <p14:tracePt t="12779" x="7296150" y="1485900"/>
          <p14:tracePt t="12830" x="7302500" y="1485900"/>
          <p14:tracePt t="13201" x="7289800" y="1485900"/>
          <p14:tracePt t="13208" x="7239000" y="1485900"/>
          <p14:tracePt t="13222" x="7188200" y="1485900"/>
          <p14:tracePt t="13230" x="7124700" y="1498600"/>
          <p14:tracePt t="13244" x="7042150" y="1517650"/>
          <p14:tracePt t="13261" x="6953250" y="1543050"/>
          <p14:tracePt t="13277" x="6743700" y="1600200"/>
          <p14:tracePt t="13293" x="6451600" y="1695450"/>
          <p14:tracePt t="13310" x="6299200" y="1733550"/>
          <p14:tracePt t="13328" x="5988050" y="1828800"/>
          <p14:tracePt t="13344" x="5632450" y="1955800"/>
          <p14:tracePt t="13361" x="5505450" y="1987550"/>
          <p14:tracePt t="13377" x="5334000" y="2051050"/>
          <p14:tracePt t="13393" x="5124450" y="2108200"/>
          <p14:tracePt t="13410" x="4711700" y="2216150"/>
          <p14:tracePt t="13427" x="4514850" y="2254250"/>
          <p14:tracePt t="13444" x="4343400" y="2279650"/>
          <p14:tracePt t="13461" x="4019550" y="2343150"/>
          <p14:tracePt t="13476" x="3879850" y="2349500"/>
          <p14:tracePt t="13493" x="3594100" y="2362200"/>
          <p14:tracePt t="13510" x="3467100" y="2374900"/>
          <p14:tracePt t="13526" x="3346450" y="2381250"/>
          <p14:tracePt t="13543" x="3130550" y="2381250"/>
          <p14:tracePt t="13560" x="3016250" y="2393950"/>
          <p14:tracePt t="13577" x="2940050" y="2393950"/>
          <p14:tracePt t="13594" x="2794000" y="2413000"/>
          <p14:tracePt t="13610" x="2673350" y="2432050"/>
          <p14:tracePt t="13626" x="2603500" y="2444750"/>
          <p14:tracePt t="13643" x="2571750" y="2444750"/>
          <p14:tracePt t="13660" x="2571750" y="2438400"/>
          <p14:tracePt t="14396" x="2552700" y="2438400"/>
          <p14:tracePt t="14403" x="2533650" y="2438400"/>
          <p14:tracePt t="14410" x="2520950" y="2438400"/>
          <p14:tracePt t="14426" x="2495550" y="2438400"/>
          <p14:tracePt t="14439" x="2476500" y="2438400"/>
          <p14:tracePt t="14456" x="2463800" y="2438400"/>
          <p14:tracePt t="14474" x="2419350" y="2432050"/>
          <p14:tracePt t="14490" x="2387600" y="2425700"/>
          <p14:tracePt t="14507" x="2368550" y="2425700"/>
          <p14:tracePt t="14523" x="2330450" y="2419350"/>
          <p14:tracePt t="14540" x="2330450" y="2413000"/>
          <p14:tracePt t="14556" x="2324100" y="2413000"/>
          <p14:tracePt t="14573" x="2317750" y="2406650"/>
          <p14:tracePt t="14607" x="2317750" y="2400300"/>
          <p14:tracePt t="14663" x="2317750" y="2393950"/>
          <p14:tracePt t="14677" x="2324100" y="2393950"/>
          <p14:tracePt t="14691" x="2324100" y="2387600"/>
          <p14:tracePt t="14706" x="2330450" y="2381250"/>
          <p14:tracePt t="14712" x="2336800" y="2374900"/>
          <p14:tracePt t="14740" x="2343150" y="2368550"/>
          <p14:tracePt t="14747" x="2355850" y="2362200"/>
          <p14:tracePt t="14761" x="2362200" y="2362200"/>
          <p14:tracePt t="14775" x="2374900" y="2349500"/>
          <p14:tracePt t="14792" x="2387600" y="2343150"/>
          <p14:tracePt t="14805" x="2400300" y="2324100"/>
          <p14:tracePt t="14822" x="2406650" y="2324100"/>
          <p14:tracePt t="14839" x="2425700" y="2305050"/>
          <p14:tracePt t="14855" x="2432050" y="2298700"/>
          <p14:tracePt t="14872" x="2438400" y="2298700"/>
          <p14:tracePt t="14888" x="2444750" y="2286000"/>
          <p14:tracePt t="14906" x="2451100" y="2286000"/>
          <p14:tracePt t="14930" x="2451100" y="2279650"/>
          <p14:tracePt t="14993" x="2457450" y="2273300"/>
          <p14:tracePt t="15063" x="2463800" y="2273300"/>
          <p14:tracePt t="15486" x="2457450" y="2273300"/>
          <p14:tracePt t="15501" x="2438400" y="2279650"/>
          <p14:tracePt t="15514" x="2413000" y="2292350"/>
          <p14:tracePt t="15522" x="2393950" y="2292350"/>
          <p14:tracePt t="15537" x="2374900" y="2298700"/>
          <p14:tracePt t="15552" x="2343150" y="2305050"/>
          <p14:tracePt t="15569" x="2317750" y="2305050"/>
          <p14:tracePt t="15586" x="2254250" y="2317750"/>
          <p14:tracePt t="15602" x="2228850" y="2317750"/>
          <p14:tracePt t="15620" x="2159000" y="2330450"/>
          <p14:tracePt t="15635" x="2127250" y="2330450"/>
          <p14:tracePt t="15652" x="2101850" y="2330450"/>
          <p14:tracePt t="15669" x="2057400" y="2343150"/>
          <p14:tracePt t="15685" x="2051050" y="2343150"/>
          <p14:tracePt t="15702" x="2044700" y="2343150"/>
          <p14:tracePt t="15719" x="2032000" y="2343150"/>
          <p14:tracePt t="15755" x="2025650" y="2343150"/>
          <p14:tracePt t="15872" x="2032000" y="2343150"/>
          <p14:tracePt t="15887" x="2038350" y="2343150"/>
          <p14:tracePt t="15900" x="2044700" y="2343150"/>
          <p14:tracePt t="15907" x="2051050" y="2336800"/>
          <p14:tracePt t="15921" x="2063750" y="2330450"/>
          <p14:tracePt t="15936" x="2089150" y="2324100"/>
          <p14:tracePt t="15951" x="2152650" y="2286000"/>
          <p14:tracePt t="15968" x="2190750" y="2273300"/>
          <p14:tracePt t="15985" x="2349500" y="2203450"/>
          <p14:tracePt t="16001" x="2393950" y="2184400"/>
          <p14:tracePt t="16018" x="2432050" y="2165350"/>
          <p14:tracePt t="16034" x="2482850" y="2152650"/>
          <p14:tracePt t="16051" x="2508250" y="2146300"/>
          <p14:tracePt t="16068" x="2514600" y="2146300"/>
          <p14:tracePt t="16084" x="2520950" y="2139950"/>
          <p14:tracePt t="16101" x="2527300" y="2139950"/>
          <p14:tracePt t="16490" x="2533650" y="2133600"/>
          <p14:tracePt t="16504" x="2533650" y="2127250"/>
          <p14:tracePt t="16518" x="2533650" y="2120900"/>
          <p14:tracePt t="16531" x="2527300" y="2139950"/>
          <p14:tracePt t="17112" x="2527300" y="2146300"/>
          <p14:tracePt t="17119" x="2520950" y="2146300"/>
          <p14:tracePt t="17133" x="2514600" y="2146300"/>
          <p14:tracePt t="17148" x="2508250" y="2159000"/>
          <p14:tracePt t="17164" x="2501900" y="2165350"/>
          <p14:tracePt t="17181" x="2495550" y="2178050"/>
          <p14:tracePt t="17197" x="2476500" y="2203450"/>
          <p14:tracePt t="17214" x="2432050" y="2260600"/>
          <p14:tracePt t="17230" x="2406650" y="2292350"/>
          <p14:tracePt t="17247" x="2343150" y="2368550"/>
          <p14:tracePt t="17263" x="2286000" y="2451100"/>
          <p14:tracePt t="17281" x="2254250" y="2482850"/>
          <p14:tracePt t="18703" x="2247900" y="2482850"/>
          <p14:tracePt t="18718" x="2235200" y="2482850"/>
          <p14:tracePt t="18732" x="2228850" y="2476500"/>
          <p14:tracePt t="18774" x="2222500" y="2476500"/>
          <p14:tracePt t="18823" x="2216150" y="2476500"/>
          <p14:tracePt t="18837" x="2209800" y="2476500"/>
          <p14:tracePt t="18844" x="2197100" y="2476500"/>
          <p14:tracePt t="18865" x="2184400" y="2476500"/>
          <p14:tracePt t="18874" x="2171700" y="2463800"/>
          <p14:tracePt t="18890" x="2146300" y="2451100"/>
          <p14:tracePt t="18908" x="2114550" y="2425700"/>
          <p14:tracePt t="18924" x="2101850" y="2413000"/>
          <p14:tracePt t="18940" x="2057400" y="2374900"/>
          <p14:tracePt t="18958" x="2032000" y="2362200"/>
          <p14:tracePt t="18974" x="2025650" y="2355850"/>
          <p14:tracePt t="18993" x="2012950" y="2349500"/>
          <p14:tracePt t="19139" x="2019300" y="2349500"/>
          <p14:tracePt t="19146" x="2025650" y="2349500"/>
          <p14:tracePt t="19157" x="2032000" y="2349500"/>
          <p14:tracePt t="19174" x="2057400" y="2349500"/>
          <p14:tracePt t="19190" x="2076450" y="2349500"/>
          <p14:tracePt t="19207" x="2108200" y="2349500"/>
          <p14:tracePt t="19224" x="2241550" y="2330450"/>
          <p14:tracePt t="19240" x="2292350" y="2324100"/>
          <p14:tracePt t="19257" x="2336800" y="2317750"/>
          <p14:tracePt t="19273" x="2419350" y="2292350"/>
          <p14:tracePt t="19290" x="2476500" y="2266950"/>
          <p14:tracePt t="19307" x="2489200" y="2260600"/>
          <p14:tracePt t="19323" x="2514600" y="2260600"/>
          <p14:tracePt t="19339" x="2533650" y="2279650"/>
          <p14:tracePt t="27749" x="2527300" y="2279650"/>
          <p14:tracePt t="27756" x="2520950" y="2273300"/>
          <p14:tracePt t="27763" x="2508250" y="2266950"/>
          <p14:tracePt t="27777" x="2501900" y="2266950"/>
          <p14:tracePt t="27793" x="2470150" y="2254250"/>
          <p14:tracePt t="27810" x="2438400" y="2241550"/>
          <p14:tracePt t="27827" x="2368550" y="2203450"/>
          <p14:tracePt t="27843" x="2317750" y="2178050"/>
          <p14:tracePt t="27860" x="2266950" y="2165350"/>
          <p14:tracePt t="27877" x="2184400" y="2152650"/>
          <p14:tracePt t="27893" x="2146300" y="2152650"/>
          <p14:tracePt t="27911" x="2101850" y="2152650"/>
          <p14:tracePt t="27927" x="2076450" y="2159000"/>
          <p14:tracePt t="27944" x="2057400" y="2159000"/>
          <p14:tracePt t="27960" x="2038350" y="2165350"/>
          <p14:tracePt t="28191" x="2038350" y="2171700"/>
          <p14:tracePt t="28233" x="2044700" y="2171700"/>
          <p14:tracePt t="28282" x="2051050" y="2171700"/>
          <p14:tracePt t="28290" x="2057400" y="2171700"/>
          <p14:tracePt t="28310" x="2063750" y="2171700"/>
          <p14:tracePt t="28326" x="2070100" y="2171700"/>
          <p14:tracePt t="28339" x="2076450" y="2171700"/>
          <p14:tracePt t="28352" x="2082800" y="2171700"/>
          <p14:tracePt t="28361" x="2089150" y="2171700"/>
          <p14:tracePt t="28375" x="2101850" y="2171700"/>
          <p14:tracePt t="28392" x="2114550" y="2171700"/>
          <p14:tracePt t="28409" x="2139950" y="2171700"/>
          <p14:tracePt t="28425" x="2165350" y="2165350"/>
          <p14:tracePt t="28441" x="2178050" y="2159000"/>
          <p14:tracePt t="28459" x="2203450" y="2152650"/>
          <p14:tracePt t="28475" x="2222500" y="2152650"/>
          <p14:tracePt t="28491" x="2228850" y="2146300"/>
          <p14:tracePt t="28508" x="2235200" y="2139950"/>
          <p14:tracePt t="28524" x="2247900" y="2139950"/>
          <p14:tracePt t="28542" x="2260600" y="2133600"/>
          <p14:tracePt t="28558" x="2266950" y="2133600"/>
          <p14:tracePt t="28575" x="2266950" y="2127250"/>
          <p14:tracePt t="28591" x="2279650" y="2127250"/>
          <p14:tracePt t="29393" x="2286000" y="2139950"/>
          <p14:tracePt t="29399" x="2292350" y="2152650"/>
          <p14:tracePt t="29407" x="2292350" y="2159000"/>
          <p14:tracePt t="29422" x="2298700" y="2184400"/>
          <p14:tracePt t="29438" x="2311400" y="2209800"/>
          <p14:tracePt t="29455" x="2324100" y="2254250"/>
          <p14:tracePt t="29471" x="2349500" y="2305050"/>
          <p14:tracePt t="29488" x="2355850" y="2336800"/>
          <p14:tracePt t="29505" x="2362200" y="2355850"/>
          <p14:tracePt t="29521" x="2381250" y="2374900"/>
          <p14:tracePt t="29538" x="2387600" y="2387600"/>
          <p14:tracePt t="29555" x="2400300" y="2400300"/>
          <p14:tracePt t="29571" x="2400300" y="2432050"/>
          <p14:tracePt t="29588" x="2400300" y="2444750"/>
          <p14:tracePt t="29605" x="2413000" y="2470150"/>
          <p14:tracePt t="29621" x="2413000" y="2489200"/>
          <p14:tracePt t="29624" x="2419350" y="2489200"/>
          <p14:tracePt t="29638" x="2419350" y="2501900"/>
          <p14:tracePt t="29654" x="2432050" y="2552700"/>
          <p14:tracePt t="29670" x="2438400" y="2584450"/>
          <p14:tracePt t="29688" x="2451100" y="2635250"/>
          <p14:tracePt t="29704" x="2470150" y="2679700"/>
          <p14:tracePt t="29721" x="2476500" y="2711450"/>
          <p14:tracePt t="29738" x="2489200" y="2768600"/>
          <p14:tracePt t="29754" x="2495550" y="2781300"/>
          <p14:tracePt t="29771" x="2501900" y="2787650"/>
          <p14:tracePt t="29787" x="2501900" y="2794000"/>
          <p14:tracePt t="29891" x="2501900" y="2800350"/>
          <p14:tracePt t="29905" x="2495550" y="2800350"/>
          <p14:tracePt t="30650" x="2501900" y="2800350"/>
          <p14:tracePt t="30665" x="2508250" y="2800350"/>
          <p14:tracePt t="30672" x="2520950" y="2806700"/>
          <p14:tracePt t="30683" x="2533650" y="2806700"/>
          <p14:tracePt t="30701" x="2578100" y="2806700"/>
          <p14:tracePt t="30717" x="2628900" y="2806700"/>
          <p14:tracePt t="30734" x="2692400" y="2806700"/>
          <p14:tracePt t="30751" x="2813050" y="2806700"/>
          <p14:tracePt t="30767" x="2901950" y="2794000"/>
          <p14:tracePt t="30784" x="2997200" y="2794000"/>
          <p14:tracePt t="30800" x="3124200" y="2800350"/>
          <p14:tracePt t="30817" x="3206750" y="2800350"/>
          <p14:tracePt t="30835" x="3289300" y="2800350"/>
          <p14:tracePt t="30850" x="3359150" y="2800350"/>
          <p14:tracePt t="30867" x="3416300" y="2806700"/>
          <p14:tracePt t="30884" x="3505200" y="2819400"/>
          <p14:tracePt t="30900" x="3543300" y="2832100"/>
          <p14:tracePt t="30916" x="3575050" y="2832100"/>
          <p14:tracePt t="30933" x="3632200" y="2838450"/>
          <p14:tracePt t="30949" x="3663950" y="2838450"/>
          <p14:tracePt t="30967" x="3702050" y="2857500"/>
          <p14:tracePt t="30983" x="3727450" y="2857500"/>
          <p14:tracePt t="30999" x="3759200" y="2857500"/>
          <p14:tracePt t="31016" x="3803650" y="2863850"/>
          <p14:tracePt t="31032" x="3835400" y="2863850"/>
          <p14:tracePt t="31048" x="3886200" y="2863850"/>
          <p14:tracePt t="31066" x="3962400" y="2870200"/>
          <p14:tracePt t="31082" x="4013200" y="2870200"/>
          <p14:tracePt t="31099" x="4051300" y="2870200"/>
          <p14:tracePt t="31115" x="4095750" y="2870200"/>
          <p14:tracePt t="31132" x="4121150" y="2876550"/>
          <p14:tracePt t="31135" x="4127500" y="2876550"/>
          <p14:tracePt t="31149" x="4140200" y="2876550"/>
          <p14:tracePt t="31165" x="4152900" y="2876550"/>
          <p14:tracePt t="31182" x="4165600" y="2876550"/>
          <p14:tracePt t="31199" x="4191000" y="2876550"/>
          <p14:tracePt t="31215" x="4203700" y="2876550"/>
          <p14:tracePt t="31232" x="4222750" y="2876550"/>
          <p14:tracePt t="31249" x="4254500" y="2895600"/>
          <p14:tracePt t="31265" x="4267200" y="2895600"/>
          <p14:tracePt t="31283" x="4298950" y="2908300"/>
          <p14:tracePt t="31298" x="4318000" y="2908300"/>
          <p14:tracePt t="31315" x="4330700" y="2908300"/>
          <p14:tracePt t="31332" x="4362450" y="2908300"/>
          <p14:tracePt t="31348" x="4375150" y="2908300"/>
          <p14:tracePt t="31365" x="4381500" y="2908300"/>
          <p14:tracePt t="31382" x="4394200" y="2908300"/>
          <p14:tracePt t="31398" x="4394200" y="2914650"/>
          <p14:tracePt t="31415" x="4400550" y="2921000"/>
          <p14:tracePt t="31431" x="4406900" y="2921000"/>
          <p14:tracePt t="31448" x="4413250" y="2921000"/>
          <p14:tracePt t="32408" x="4419600" y="2921000"/>
          <p14:tracePt t="32415" x="4425950" y="2921000"/>
          <p14:tracePt t="32429" x="4432300" y="2921000"/>
          <p14:tracePt t="32444" x="4457700" y="2921000"/>
          <p14:tracePt t="32461" x="4470400" y="2921000"/>
          <p14:tracePt t="32479" x="4514850" y="2921000"/>
          <p14:tracePt t="32494" x="4552950" y="2921000"/>
          <p14:tracePt t="32511" x="4572000" y="2921000"/>
          <p14:tracePt t="32527" x="4603750" y="2921000"/>
          <p14:tracePt t="32544" x="4616450" y="2921000"/>
          <p14:tracePt t="32561" x="4641850" y="2927350"/>
          <p14:tracePt t="32577" x="4654550" y="2927350"/>
          <p14:tracePt t="32593" x="4660900" y="2927350"/>
          <p14:tracePt t="32612" x="4667250" y="2927350"/>
          <p14:tracePt t="32627" x="4686300" y="2927350"/>
          <p14:tracePt t="32643" x="4692650" y="2927350"/>
          <p14:tracePt t="32647" x="4699000" y="2927350"/>
          <p14:tracePt t="32661" x="4711700" y="2927350"/>
          <p14:tracePt t="32677" x="4724400" y="2927350"/>
          <p14:tracePt t="32693" x="4749800" y="2927350"/>
          <p14:tracePt t="32710" x="4781550" y="2927350"/>
          <p14:tracePt t="32726" x="4826000" y="2921000"/>
          <p14:tracePt t="32743" x="4857750" y="2908300"/>
          <p14:tracePt t="32760" x="4933950" y="2882900"/>
          <p14:tracePt t="32776" x="5003800" y="2863850"/>
          <p14:tracePt t="32794" x="5073650" y="2844800"/>
          <p14:tracePt t="32810" x="5105400" y="2832100"/>
          <p14:tracePt t="32826" x="5124450" y="2825750"/>
          <p14:tracePt t="32843" x="5194300" y="2813050"/>
          <p14:tracePt t="32860" x="5207000" y="2806700"/>
          <p14:tracePt t="32876" x="5226050" y="2806700"/>
          <p14:tracePt t="32893" x="5264150" y="2794000"/>
          <p14:tracePt t="32910" x="5289550" y="2781300"/>
          <p14:tracePt t="32927" x="5308600" y="2774950"/>
          <p14:tracePt t="32997" x="5314950" y="2774950"/>
          <p14:tracePt t="37759" x="5302250" y="2774950"/>
          <p14:tracePt t="37767" x="5283200" y="2774950"/>
          <p14:tracePt t="37780" x="5257800" y="2781300"/>
          <p14:tracePt t="37793" x="5232400" y="2787650"/>
          <p14:tracePt t="37810" x="5143500" y="2813050"/>
          <p14:tracePt t="37826" x="5105400" y="2819400"/>
          <p14:tracePt t="37842" x="4984750" y="2838450"/>
          <p14:tracePt t="37859" x="4819650" y="2857500"/>
          <p14:tracePt t="37875" x="4730750" y="2870200"/>
          <p14:tracePt t="37893" x="4502150" y="2870200"/>
          <p14:tracePt t="37909" x="4273550" y="2863850"/>
          <p14:tracePt t="37925" x="4159250" y="2857500"/>
          <p14:tracePt t="37942" x="3949700" y="2813050"/>
          <p14:tracePt t="37958" x="3759200" y="2781300"/>
          <p14:tracePt t="37975" x="3670300" y="2774950"/>
          <p14:tracePt t="37992" x="3511550" y="2755900"/>
          <p14:tracePt t="38009" x="3390900" y="2724150"/>
          <p14:tracePt t="38025" x="3352800" y="2717800"/>
          <p14:tracePt t="38041" x="3295650" y="2692400"/>
          <p14:tracePt t="38058" x="3289300" y="2692400"/>
          <p14:tracePt t="38076" x="3251200" y="2692400"/>
          <p14:tracePt t="38092" x="3238500" y="2692400"/>
          <p14:tracePt t="38109" x="3225800" y="2692400"/>
          <p14:tracePt t="38124" x="3206750" y="2692400"/>
          <p14:tracePt t="38141" x="3181350" y="2692400"/>
          <p14:tracePt t="38158" x="3162300" y="2686050"/>
          <p14:tracePt t="38175" x="3105150" y="2679700"/>
          <p14:tracePt t="38191" x="3041650" y="2660650"/>
          <p14:tracePt t="38210" x="2984500" y="2635250"/>
          <p14:tracePt t="38225" x="2940050" y="2616200"/>
          <p14:tracePt t="38241" x="2870200" y="2590800"/>
          <p14:tracePt t="38258" x="2806700" y="2571750"/>
          <p14:tracePt t="38274" x="2762250" y="2552700"/>
          <p14:tracePt t="38291" x="2692400" y="2527300"/>
          <p14:tracePt t="38308" x="2628900" y="2514600"/>
          <p14:tracePt t="38324" x="2590800" y="2508250"/>
          <p14:tracePt t="38341" x="2559050" y="2495550"/>
          <p14:tracePt t="38357" x="2444750" y="2457450"/>
          <p14:tracePt t="38374" x="2413000" y="2432050"/>
          <p14:tracePt t="38391" x="2387600" y="2400300"/>
          <p14:tracePt t="38930" x="2387600" y="2419350"/>
          <p14:tracePt t="38938" x="2387600" y="2432050"/>
          <p14:tracePt t="38951" x="2387600" y="2444750"/>
          <p14:tracePt t="38958" x="2387600" y="2457450"/>
          <p14:tracePt t="38974" x="2387600" y="2470150"/>
          <p14:tracePt t="38988" x="2381250" y="2476500"/>
          <p14:tracePt t="39005" x="2381250" y="2495550"/>
          <p14:tracePt t="39022" x="2374900" y="2508250"/>
          <p14:tracePt t="39042" x="2374900" y="2514600"/>
          <p14:tracePt t="39054" x="2368550" y="2527300"/>
          <p14:tracePt t="39072" x="2362200" y="2533650"/>
          <p14:tracePt t="39088" x="2362200" y="2540000"/>
          <p14:tracePt t="39105" x="2362200" y="2546350"/>
          <p14:tracePt t="39121" x="2362200" y="2552700"/>
          <p14:tracePt t="39138" x="2362200" y="2559050"/>
          <p14:tracePt t="39155" x="2362200" y="2571750"/>
          <p14:tracePt t="39171" x="2355850" y="2578100"/>
          <p14:tracePt t="39239" x="2355850" y="2584450"/>
          <p14:tracePt t="39260" x="2355850" y="2590800"/>
          <p14:tracePt t="39281" x="2355850" y="2603500"/>
          <p14:tracePt t="39309" x="2355850" y="2609850"/>
          <p14:tracePt t="39330" x="2355850" y="2616200"/>
          <p14:tracePt t="39380" x="2355850" y="2622550"/>
          <p14:tracePt t="39414" x="2355850" y="2628900"/>
          <p14:tracePt t="39429" x="2355850" y="2635250"/>
          <p14:tracePt t="39443" x="2362200" y="2641600"/>
          <p14:tracePt t="39450" x="2368550" y="2647950"/>
          <p14:tracePt t="39471" x="2381250" y="2660650"/>
          <p14:tracePt t="39485" x="2381250" y="2667000"/>
          <p14:tracePt t="39492" x="2393950" y="2673350"/>
          <p14:tracePt t="39503" x="2406650" y="2686050"/>
          <p14:tracePt t="39520" x="2432050" y="2711450"/>
          <p14:tracePt t="39536" x="2444750" y="2724150"/>
          <p14:tracePt t="39553" x="2470150" y="2736850"/>
          <p14:tracePt t="39569" x="2508250" y="2768600"/>
          <p14:tracePt t="39586" x="2520950" y="2774950"/>
          <p14:tracePt t="39603" x="2527300" y="2794000"/>
          <p14:tracePt t="39620" x="2540000" y="2794000"/>
          <p14:tracePt t="39635" x="2546350" y="2800350"/>
          <p14:tracePt t="39674" x="2552700" y="2800350"/>
          <p14:tracePt t="39751" x="2552700" y="2806700"/>
          <p14:tracePt t="39772" x="2552700" y="2813050"/>
          <p14:tracePt t="39793" x="2552700" y="2819400"/>
          <p14:tracePt t="39800" x="2552700" y="2825750"/>
          <p14:tracePt t="39849" x="2552700" y="2832100"/>
          <p14:tracePt t="39892" x="2546350" y="2838450"/>
          <p14:tracePt t="39913" x="2546350" y="2844800"/>
          <p14:tracePt t="39920" x="2540000" y="2851150"/>
          <p14:tracePt t="39941" x="2533650" y="2851150"/>
          <p14:tracePt t="39961" x="2527300" y="2857500"/>
          <p14:tracePt t="39983" x="2520950" y="2857500"/>
          <p14:tracePt t="39990" x="2520950" y="2863850"/>
          <p14:tracePt t="40005" x="2514600" y="2863850"/>
          <p14:tracePt t="40018" x="2508250" y="2863850"/>
          <p14:tracePt t="40034" x="2501900" y="2863850"/>
          <p14:tracePt t="40051" x="2489200" y="2870200"/>
          <p14:tracePt t="40068" x="2470150" y="2876550"/>
          <p14:tracePt t="40084" x="2444750" y="2889250"/>
          <p14:tracePt t="40102" x="2425700" y="2895600"/>
          <p14:tracePt t="40117" x="2400300" y="2914650"/>
          <p14:tracePt t="40134" x="2374900" y="2927350"/>
          <p14:tracePt t="40152" x="2355850" y="2933700"/>
          <p14:tracePt t="40167" x="2349500" y="2933700"/>
          <p14:tracePt t="40184" x="2343150" y="2940050"/>
          <p14:tracePt t="40201" x="2336800" y="2946400"/>
          <p14:tracePt t="40334" x="2330450" y="2952750"/>
          <p14:tracePt t="40362" x="2324100" y="2959100"/>
          <p14:tracePt t="40376" x="2317750" y="2959100"/>
          <p14:tracePt t="40384" x="2311400" y="2965450"/>
          <p14:tracePt t="40397" x="2305050" y="2965450"/>
          <p14:tracePt t="40411" x="2298700" y="2971800"/>
          <p14:tracePt t="40446" x="2292350" y="2971800"/>
          <p14:tracePt t="40453" x="2286000" y="2971800"/>
          <p14:tracePt t="40469" x="2279650" y="2978150"/>
          <p14:tracePt t="40483" x="2273300" y="2978150"/>
          <p14:tracePt t="40500" x="2266950" y="2984500"/>
          <p14:tracePt t="40517" x="2260600" y="2984500"/>
          <p14:tracePt t="40533" x="2260600" y="2990850"/>
          <p14:tracePt t="40549" x="2254250" y="2997200"/>
          <p14:tracePt t="40567" x="2247900" y="2997200"/>
          <p14:tracePt t="40583" x="2241550" y="3003550"/>
          <p14:tracePt t="40600" x="2235200" y="3009900"/>
          <p14:tracePt t="40616" x="2228850" y="3009900"/>
          <p14:tracePt t="40678" x="2222500" y="3016250"/>
          <p14:tracePt t="40692" x="2222500" y="3022600"/>
          <p14:tracePt t="40727" x="2222500" y="3028950"/>
          <p14:tracePt t="40755" x="2235200" y="3028950"/>
          <p14:tracePt t="40761" x="2241550" y="3028950"/>
          <p14:tracePt t="40776" x="2254250" y="3028950"/>
          <p14:tracePt t="40785" x="2266950" y="3028950"/>
          <p14:tracePt t="40798" x="2292350" y="3028950"/>
          <p14:tracePt t="40816" x="2311400" y="3035300"/>
          <p14:tracePt t="40833" x="2393950" y="3041650"/>
          <p14:tracePt t="40848" x="2476500" y="3060700"/>
          <p14:tracePt t="40865" x="2527300" y="3067050"/>
          <p14:tracePt t="40882" x="2635250" y="3086100"/>
          <p14:tracePt t="40899" x="2717800" y="3092450"/>
          <p14:tracePt t="40916" x="2755900" y="3105150"/>
          <p14:tracePt t="40932" x="2800350" y="3111500"/>
          <p14:tracePt t="40949" x="2825750" y="3111500"/>
          <p14:tracePt t="40966" x="2844800" y="3111500"/>
          <p14:tracePt t="40998" x="2863850" y="3111500"/>
          <p14:tracePt t="41032" x="2876550" y="3111500"/>
          <p14:tracePt t="41048" x="2882900" y="3111500"/>
          <p14:tracePt t="41485" x="2889250" y="3111500"/>
          <p14:tracePt t="41512" x="2882900" y="3111500"/>
          <p14:tracePt t="42339" x="2889250" y="3111500"/>
          <p14:tracePt t="42346" x="2895600" y="3111500"/>
          <p14:tracePt t="42361" x="2901950" y="3111500"/>
          <p14:tracePt t="42367" x="2908300" y="3111500"/>
          <p14:tracePt t="42380" x="2914650" y="3111500"/>
          <p14:tracePt t="42393" x="2921000" y="3111500"/>
          <p14:tracePt t="42410" x="2946400" y="3111500"/>
          <p14:tracePt t="42426" x="2965450" y="3111500"/>
          <p14:tracePt t="42443" x="3009900" y="3111500"/>
          <p14:tracePt t="42459" x="3060700" y="3111500"/>
          <p14:tracePt t="42476" x="3098800" y="3105150"/>
          <p14:tracePt t="42494" x="3162300" y="3105150"/>
          <p14:tracePt t="42510" x="3219450" y="3092450"/>
          <p14:tracePt t="42526" x="3244850" y="3092450"/>
          <p14:tracePt t="42543" x="3282950" y="3079750"/>
          <p14:tracePt t="42559" x="3308350" y="3073400"/>
          <p14:tracePt t="42576" x="3314700" y="3073400"/>
          <p14:tracePt t="42593" x="3327400" y="3067050"/>
          <p14:tracePt t="42609" x="3333750" y="3067050"/>
          <p14:tracePt t="42642" x="3333750" y="3060700"/>
          <p14:tracePt t="42963" x="3321050" y="3054350"/>
          <p14:tracePt t="43460" x="3327400" y="3054350"/>
          <p14:tracePt t="43474" x="3333750" y="3054350"/>
          <p14:tracePt t="43481" x="3340100" y="3054350"/>
          <p14:tracePt t="43495" x="3346450" y="3060700"/>
          <p14:tracePt t="43505" x="3359150" y="3060700"/>
          <p14:tracePt t="43523" x="3371850" y="3067050"/>
          <p14:tracePt t="43539" x="3384550" y="3067050"/>
          <p14:tracePt t="43556" x="3390900" y="3073400"/>
          <p14:tracePt t="43573" x="3409950" y="3073400"/>
          <p14:tracePt t="43589" x="3422650" y="3073400"/>
          <p14:tracePt t="43606" x="3435350" y="3073400"/>
          <p14:tracePt t="43623" x="3473450" y="3073400"/>
          <p14:tracePt t="43639" x="3486150" y="3079750"/>
          <p14:tracePt t="43656" x="3524250" y="3079750"/>
          <p14:tracePt t="43672" x="3575050" y="3086100"/>
          <p14:tracePt t="43689" x="3594100" y="3092450"/>
          <p14:tracePt t="43706" x="3644900" y="3098800"/>
          <p14:tracePt t="43722" x="3676650" y="3111500"/>
          <p14:tracePt t="43739" x="3689350" y="3117850"/>
          <p14:tracePt t="43755" x="3714750" y="3136900"/>
          <p14:tracePt t="43788" x="3727450" y="3143250"/>
          <p14:tracePt t="43805" x="3733800" y="3143250"/>
          <p14:tracePt t="43902" x="3733800" y="3149600"/>
          <p14:tracePt t="44252" x="3746500" y="3149600"/>
          <p14:tracePt t="44266" x="3759200" y="3149600"/>
          <p14:tracePt t="44273" x="3771900" y="3149600"/>
          <p14:tracePt t="44286" x="3790950" y="3149600"/>
          <p14:tracePt t="44303" x="3860800" y="3143250"/>
          <p14:tracePt t="44320" x="3898900" y="3143250"/>
          <p14:tracePt t="44337" x="3994150" y="3130550"/>
          <p14:tracePt t="44353" x="4089400" y="3117850"/>
          <p14:tracePt t="44369" x="4127500" y="3105150"/>
          <p14:tracePt t="44387" x="4210050" y="3098800"/>
          <p14:tracePt t="44403" x="4235450" y="3098800"/>
          <p14:tracePt t="44420" x="4292600" y="3098800"/>
          <p14:tracePt t="44436" x="4330700" y="3098800"/>
          <p14:tracePt t="44453" x="4349750" y="3098800"/>
          <p14:tracePt t="44469" x="4381500" y="3105150"/>
          <p14:tracePt t="44486" x="4413250" y="3117850"/>
          <p14:tracePt t="44502" x="4425950" y="3117850"/>
          <p14:tracePt t="44520" x="4445000" y="3117850"/>
          <p14:tracePt t="44536" x="4464050" y="3117850"/>
          <p14:tracePt t="44552" x="4464050" y="3124200"/>
          <p14:tracePt t="44625" x="4464050" y="3130550"/>
          <p14:tracePt t="44835" x="4470400" y="3130550"/>
          <p14:tracePt t="44842" x="4476750" y="3130550"/>
          <p14:tracePt t="44856" x="4489450" y="3130550"/>
          <p14:tracePt t="44868" x="4495800" y="3130550"/>
          <p14:tracePt t="44885" x="4527550" y="3130550"/>
          <p14:tracePt t="44901" x="4552950" y="3130550"/>
          <p14:tracePt t="44918" x="4648200" y="3136900"/>
          <p14:tracePt t="44935" x="4787900" y="3136900"/>
          <p14:tracePt t="44951" x="4864100" y="3136900"/>
          <p14:tracePt t="44969" x="5029200" y="3136900"/>
          <p14:tracePt t="44984" x="5105400" y="3136900"/>
          <p14:tracePt t="45001" x="5251450" y="3149600"/>
          <p14:tracePt t="45018" x="5359400" y="3168650"/>
          <p14:tracePt t="45034" x="5397500" y="3175000"/>
          <p14:tracePt t="45051" x="5454650" y="3187700"/>
          <p14:tracePt t="45069" x="5492750" y="3194050"/>
          <p14:tracePt t="45084" x="5505450" y="3194050"/>
          <p14:tracePt t="45100" x="5537200" y="3200400"/>
          <p14:tracePt t="45117" x="5549900" y="3200400"/>
          <p14:tracePt t="45134" x="5556250" y="3200400"/>
          <p14:tracePt t="45151" x="5562600" y="3206750"/>
          <p14:tracePt t="45390" x="5556250" y="3206750"/>
          <p14:tracePt t="45404" x="5543550" y="3206750"/>
          <p14:tracePt t="45418" x="5537200" y="3206750"/>
          <p14:tracePt t="45425" x="5524500" y="3206750"/>
          <p14:tracePt t="45439" x="5505450" y="3206750"/>
          <p14:tracePt t="45449" x="5486400" y="3206750"/>
          <p14:tracePt t="45466" x="5448300" y="3206750"/>
          <p14:tracePt t="45482" x="5353050" y="3206750"/>
          <p14:tracePt t="45499" x="5213350" y="3219450"/>
          <p14:tracePt t="45516" x="5073650" y="3225800"/>
          <p14:tracePt t="45532" x="5003800" y="3238500"/>
          <p14:tracePt t="45548" x="4889500" y="3251200"/>
          <p14:tracePt t="45566" x="4813300" y="3276600"/>
          <p14:tracePt t="45582" x="4787900" y="3282950"/>
          <p14:tracePt t="45599" x="4762500" y="3295650"/>
          <p14:tracePt t="45615" x="4724400" y="3314700"/>
          <p14:tracePt t="45633" x="4718050" y="3314700"/>
          <p14:tracePt t="45648" x="4711700" y="3321050"/>
          <p14:tracePt t="51144" x="4718050" y="3321050"/>
          <p14:tracePt t="51151" x="4737100" y="3321050"/>
          <p14:tracePt t="51163" x="4749800" y="3321050"/>
          <p14:tracePt t="51180" x="4813300" y="3321050"/>
          <p14:tracePt t="51196" x="4870450" y="3321050"/>
          <p14:tracePt t="51213" x="4927600" y="3321050"/>
          <p14:tracePt t="51229" x="5010150" y="3321050"/>
          <p14:tracePt t="51246" x="5054600" y="3327400"/>
          <p14:tracePt t="51263" x="5099050" y="3327400"/>
          <p14:tracePt t="51279" x="5118100" y="3327400"/>
          <p14:tracePt t="51296" x="5130800" y="3327400"/>
          <p14:tracePt t="51313" x="5156200" y="3327400"/>
          <p14:tracePt t="51330" x="5162550" y="3327400"/>
          <p14:tracePt t="51346" x="5168900" y="3327400"/>
          <p14:tracePt t="51362" x="5187950" y="3327400"/>
          <p14:tracePt t="51379" x="5200650" y="3327400"/>
          <p14:tracePt t="51396" x="5213350" y="3327400"/>
          <p14:tracePt t="51412" x="5232400" y="3321050"/>
          <p14:tracePt t="51429" x="5251450" y="3314700"/>
          <p14:tracePt t="51432" x="5264150" y="3314700"/>
          <p14:tracePt t="51446" x="5283200" y="3308350"/>
          <p14:tracePt t="51462" x="5308600" y="3302000"/>
          <p14:tracePt t="51478" x="5314950" y="3295650"/>
          <p14:tracePt t="51495" x="5334000" y="3295650"/>
          <p14:tracePt t="51512" x="5346700" y="3289300"/>
          <p14:tracePt t="51600" x="5353050" y="3289300"/>
          <p14:tracePt t="51712" x="5359400" y="3289300"/>
          <p14:tracePt t="51803" x="5365750" y="3289300"/>
          <p14:tracePt t="51811" x="5372100" y="3289300"/>
          <p14:tracePt t="51824" x="5378450" y="3289300"/>
          <p14:tracePt t="51831" x="5384800" y="3289300"/>
          <p14:tracePt t="51847" x="5391150" y="3289300"/>
          <p14:tracePt t="51861" x="5403850" y="3289300"/>
          <p14:tracePt t="51877" x="5429250" y="3295650"/>
          <p14:tracePt t="51894" x="5467350" y="3302000"/>
          <p14:tracePt t="51910" x="5499100" y="3302000"/>
          <p14:tracePt t="51927" x="5524500" y="3308350"/>
          <p14:tracePt t="51944" x="5562600" y="3314700"/>
          <p14:tracePt t="51960" x="5575300" y="3321050"/>
          <p14:tracePt t="51978" x="5613400" y="3333750"/>
          <p14:tracePt t="51994" x="5645150" y="3352800"/>
          <p14:tracePt t="52010" x="5657850" y="3359150"/>
          <p14:tracePt t="52026" x="5676900" y="3371850"/>
          <p14:tracePt t="52043" x="5689600" y="3371850"/>
          <p14:tracePt t="52060" x="5695950" y="3371850"/>
          <p14:tracePt t="52161" x="5695950" y="3378200"/>
          <p14:tracePt t="52189" x="5695950" y="3384550"/>
          <p14:tracePt t="59800" x="5702300" y="3384550"/>
          <p14:tracePt t="59807" x="5708650" y="3384550"/>
          <p14:tracePt t="59817" x="5715000" y="3378200"/>
          <p14:tracePt t="59833" x="5727700" y="3378200"/>
          <p14:tracePt t="59865" x="5734050" y="3371850"/>
          <p14:tracePt t="59883" x="5740400" y="3371850"/>
          <p14:tracePt t="59899" x="5746750" y="3365500"/>
          <p14:tracePt t="59934" x="5746750" y="3359150"/>
          <p14:tracePt t="59940" x="5746750" y="3352800"/>
          <p14:tracePt t="59954" x="5746750" y="3346450"/>
          <p14:tracePt t="59965" x="5746750" y="3340100"/>
          <p14:tracePt t="59989" x="5746750" y="3333750"/>
          <p14:tracePt t="60003" x="5740400" y="3327400"/>
          <p14:tracePt t="60015" x="5740400" y="3321050"/>
          <p14:tracePt t="60033" x="5740400" y="3314700"/>
          <p14:tracePt t="60049" x="5740400" y="3308350"/>
          <p14:tracePt t="60067" x="5734050" y="3289300"/>
          <p14:tracePt t="60081" x="5734050" y="3263900"/>
          <p14:tracePt t="60098" x="5727700" y="3232150"/>
          <p14:tracePt t="60116" x="5702300" y="3168650"/>
          <p14:tracePt t="60132" x="5695950" y="3136900"/>
          <p14:tracePt t="60149" x="5689600" y="3098800"/>
          <p14:tracePt t="60165" x="5683250" y="3073400"/>
          <p14:tracePt t="60182" x="5683250" y="3060700"/>
          <p14:tracePt t="60199" x="5683250" y="3054350"/>
          <p14:tracePt t="60232" x="5683250" y="3048000"/>
          <p14:tracePt t="60354" x="5683250" y="3054350"/>
          <p14:tracePt t="60382" x="5683250" y="3067050"/>
          <p14:tracePt t="60403" x="5683250" y="3073400"/>
          <p14:tracePt t="60410" x="5683250" y="3079750"/>
          <p14:tracePt t="60424" x="5683250" y="3092450"/>
          <p14:tracePt t="60434" x="5676900" y="3098800"/>
          <p14:tracePt t="60447" x="5670550" y="3124200"/>
          <p14:tracePt t="60464" x="5664200" y="3149600"/>
          <p14:tracePt t="60481" x="5651500" y="3200400"/>
          <p14:tracePt t="60497" x="5638800" y="3238500"/>
          <p14:tracePt t="60514" x="5626100" y="3270250"/>
          <p14:tracePt t="60530" x="5607050" y="3327400"/>
          <p14:tracePt t="60547" x="5594350" y="3359150"/>
          <p14:tracePt t="60565" x="5581650" y="3378200"/>
          <p14:tracePt t="60580" x="5575300" y="3397250"/>
          <p14:tracePt t="60635" x="5568950" y="3397250"/>
          <p14:tracePt t="60733" x="5575300" y="3397250"/>
          <p14:tracePt t="60740" x="5575300" y="3390900"/>
          <p14:tracePt t="60754" x="5581650" y="3384550"/>
          <p14:tracePt t="60763" x="5581650" y="3378200"/>
          <p14:tracePt t="60780" x="5588000" y="3359150"/>
          <p14:tracePt t="60797" x="5600700" y="3302000"/>
          <p14:tracePt t="60813" x="5613400" y="3232150"/>
          <p14:tracePt t="60831" x="5619750" y="3149600"/>
          <p14:tracePt t="60846" x="5632450" y="3022600"/>
          <p14:tracePt t="60863" x="5638800" y="2927350"/>
          <p14:tracePt t="60879" x="5645150" y="2857500"/>
          <p14:tracePt t="60896" x="5657850" y="2787650"/>
          <p14:tracePt t="60912" x="5657850" y="2755900"/>
          <p14:tracePt t="60930" x="5664200" y="2724150"/>
          <p14:tracePt t="60946" x="5664200" y="2711450"/>
          <p14:tracePt t="60962" x="5670550" y="2698750"/>
          <p14:tracePt t="60979" x="5670550" y="2679700"/>
          <p14:tracePt t="60995" x="5670550" y="2673350"/>
          <p14:tracePt t="61012" x="5670550" y="2667000"/>
          <p14:tracePt t="61029" x="5664200" y="2647950"/>
          <p14:tracePt t="61045" x="5664200" y="2641600"/>
          <p14:tracePt t="61065" x="5657850" y="2635250"/>
          <p14:tracePt t="61078" x="5657850" y="2628900"/>
          <p14:tracePt t="61095" x="5651500" y="2622550"/>
          <p14:tracePt t="61114" x="5645150" y="2616200"/>
          <p14:tracePt t="61147" x="5645150" y="2609850"/>
          <p14:tracePt t="61217" x="5645150" y="2603500"/>
          <p14:tracePt t="61294" x="5645150" y="2609850"/>
          <p14:tracePt t="61322" x="5645150" y="2616200"/>
          <p14:tracePt t="61343" x="5645150" y="2622550"/>
          <p14:tracePt t="61358" x="5638800" y="2628900"/>
          <p14:tracePt t="61365" x="5638800" y="2635250"/>
          <p14:tracePt t="61379" x="5632450" y="2635250"/>
          <p14:tracePt t="61394" x="5600700" y="2654300"/>
          <p14:tracePt t="61411" x="5568950" y="2673350"/>
          <p14:tracePt t="61428" x="5486400" y="2711450"/>
          <p14:tracePt t="61444" x="5422900" y="2736850"/>
          <p14:tracePt t="61461" x="5353050" y="2762250"/>
          <p14:tracePt t="61478" x="5232400" y="2768600"/>
          <p14:tracePt t="61494" x="5149850" y="2762250"/>
          <p14:tracePt t="61510" x="5099050" y="2736850"/>
          <p14:tracePt t="61527" x="5029200" y="2679700"/>
          <p14:tracePt t="61543" x="4991100" y="2622550"/>
          <p14:tracePt t="61547" x="4984750" y="2597150"/>
          <p14:tracePt t="61561" x="4972050" y="2546350"/>
          <p14:tracePt t="61576" x="4965700" y="2489200"/>
          <p14:tracePt t="61593" x="4965700" y="2400300"/>
          <p14:tracePt t="61611" x="4997450" y="2324100"/>
          <p14:tracePt t="61627" x="5016500" y="2286000"/>
          <p14:tracePt t="61643" x="5035550" y="2247900"/>
          <p14:tracePt t="61660" x="5054600" y="2216150"/>
          <p14:tracePt t="61677" x="5073650" y="2203450"/>
          <p14:tracePt t="61693" x="5086350" y="2197100"/>
          <p14:tracePt t="61710" x="5105400" y="2171700"/>
          <p14:tracePt t="61726" x="5124450" y="2165350"/>
          <p14:tracePt t="61745" x="5149850" y="2152650"/>
          <p14:tracePt t="61760" x="5168900" y="2152650"/>
          <p14:tracePt t="61776" x="5181600" y="2152650"/>
          <p14:tracePt t="61793" x="5200650" y="2152650"/>
          <p14:tracePt t="61810" x="5213350" y="2152650"/>
          <p14:tracePt t="61826" x="5232400" y="2152650"/>
          <p14:tracePt t="61843" x="5245100" y="2159000"/>
          <p14:tracePt t="61860" x="5251450" y="2159000"/>
          <p14:tracePt t="61876" x="5264150" y="2171700"/>
          <p14:tracePt t="61893" x="5283200" y="2184400"/>
          <p14:tracePt t="61909" x="5314950" y="2209800"/>
          <p14:tracePt t="61926" x="5334000" y="2235200"/>
          <p14:tracePt t="61943" x="5365750" y="2273300"/>
          <p14:tracePt t="61959" x="5378450" y="2292350"/>
          <p14:tracePt t="61976" x="5391150" y="2305050"/>
          <p14:tracePt t="61992" x="5397500" y="2305050"/>
          <p14:tracePt t="62109" x="5391150" y="2298700"/>
          <p14:tracePt t="62115" x="5391150" y="2292350"/>
          <p14:tracePt t="62137" x="5391150" y="2286000"/>
          <p14:tracePt t="62151" x="5391150" y="2279650"/>
          <p14:tracePt t="62159" x="5391150" y="2266950"/>
          <p14:tracePt t="62175" x="5391150" y="2260600"/>
          <p14:tracePt t="62191" x="5391150" y="2235200"/>
          <p14:tracePt t="62208" x="5391150" y="2190750"/>
          <p14:tracePt t="62224" x="5397500" y="2146300"/>
          <p14:tracePt t="62243" x="5403850" y="2076450"/>
          <p14:tracePt t="62258" x="5422900" y="2032000"/>
          <p14:tracePt t="62275" x="5441950" y="1974850"/>
          <p14:tracePt t="62291" x="5480050" y="1911350"/>
          <p14:tracePt t="62308" x="5505450" y="1879600"/>
          <p14:tracePt t="62325" x="5537200" y="1841500"/>
          <p14:tracePt t="62342" x="5588000" y="1809750"/>
          <p14:tracePt t="62358" x="5632450" y="1790700"/>
          <p14:tracePt t="62375" x="5664200" y="1778000"/>
          <p14:tracePt t="62391" x="5721350" y="1771650"/>
          <p14:tracePt t="62408" x="5753100" y="1771650"/>
          <p14:tracePt t="62425" x="5803900" y="1771650"/>
          <p14:tracePt t="62441" x="5848350" y="1784350"/>
          <p14:tracePt t="62458" x="5886450" y="1790700"/>
          <p14:tracePt t="62475" x="5937250" y="1816100"/>
          <p14:tracePt t="62491" x="5969000" y="1835150"/>
          <p14:tracePt t="62506" x="5994400" y="1847850"/>
          <p14:tracePt t="62523" x="6026150" y="1866900"/>
          <p14:tracePt t="62540" x="6038850" y="1885950"/>
          <p14:tracePt t="62557" x="6045200" y="1898650"/>
          <p14:tracePt t="62573" x="6045200" y="1911350"/>
          <p14:tracePt t="62590" x="6045200" y="1930400"/>
          <p14:tracePt t="62607" x="6045200" y="1955800"/>
          <p14:tracePt t="62623" x="6045200" y="1974850"/>
          <p14:tracePt t="62640" x="6032500" y="2000250"/>
          <p14:tracePt t="62656" x="6019800" y="2025650"/>
          <p14:tracePt t="62673" x="6000750" y="2044700"/>
          <p14:tracePt t="62690" x="5981700" y="2063750"/>
          <p14:tracePt t="62707" x="5930900" y="2082800"/>
          <p14:tracePt t="62723" x="5911850" y="2089150"/>
          <p14:tracePt t="62740" x="5867400" y="2101850"/>
          <p14:tracePt t="62756" x="5842000" y="2101850"/>
          <p14:tracePt t="62773" x="5829300" y="2101850"/>
          <p14:tracePt t="62790" x="5797550" y="2101850"/>
          <p14:tracePt t="62806" x="5791200" y="2101850"/>
          <p14:tracePt t="62823" x="5784850" y="2101850"/>
          <p14:tracePt t="62840" x="5778500" y="2101850"/>
          <p14:tracePt t="62929" x="5772150" y="2101850"/>
          <p14:tracePt t="62985" x="5778500" y="2108200"/>
          <p14:tracePt t="62999" x="5784850" y="2114550"/>
          <p14:tracePt t="63008" x="5791200" y="2114550"/>
          <p14:tracePt t="63022" x="5797550" y="2114550"/>
          <p14:tracePt t="63039" x="5829300" y="2127250"/>
          <p14:tracePt t="63056" x="5886450" y="2152650"/>
          <p14:tracePt t="63071" x="6013450" y="2197100"/>
          <p14:tracePt t="63088" x="6070600" y="2228850"/>
          <p14:tracePt t="63105" x="6191250" y="2286000"/>
          <p14:tracePt t="63122" x="6280150" y="2330450"/>
          <p14:tracePt t="63138" x="6299200" y="2343150"/>
          <p14:tracePt t="63155" x="6343650" y="2362200"/>
          <p14:tracePt t="63171" x="6369050" y="2400300"/>
          <p14:tracePt t="63188" x="6381750" y="2419350"/>
          <p14:tracePt t="63204" x="6394450" y="2476500"/>
          <p14:tracePt t="63221" x="6400800" y="2527300"/>
          <p14:tracePt t="63239" x="6400800" y="2565400"/>
          <p14:tracePt t="63254" x="6400800" y="2590800"/>
          <p14:tracePt t="63271" x="6394450" y="2622550"/>
          <p14:tracePt t="63288" x="6369050" y="2647950"/>
          <p14:tracePt t="63304" x="6362700" y="2654300"/>
          <p14:tracePt t="63321" x="6350000" y="2667000"/>
          <p14:tracePt t="63338" x="6292850" y="2679700"/>
          <p14:tracePt t="63354" x="6273800" y="2679700"/>
          <p14:tracePt t="63372" x="6210300" y="2679700"/>
          <p14:tracePt t="63388" x="6165850" y="2667000"/>
          <p14:tracePt t="63404" x="6076950" y="2641600"/>
          <p14:tracePt t="63421" x="5956300" y="2578100"/>
          <p14:tracePt t="63437" x="5886450" y="2540000"/>
          <p14:tracePt t="63454" x="5759450" y="2438400"/>
          <p14:tracePt t="63471" x="5664200" y="2355850"/>
          <p14:tracePt t="63487" x="5632450" y="2330450"/>
          <p14:tracePt t="63504" x="5594350" y="2311400"/>
          <p14:tracePt t="63520" x="5594350" y="2298700"/>
          <p14:tracePt t="63652" x="5594350" y="2305050"/>
          <p14:tracePt t="63659" x="5594350" y="2311400"/>
          <p14:tracePt t="63687" x="5594350" y="2317750"/>
          <p14:tracePt t="63708" x="5594350" y="2324100"/>
          <p14:tracePt t="63722" x="5594350" y="2330450"/>
          <p14:tracePt t="63743" x="5594350" y="2336800"/>
          <p14:tracePt t="63749" x="5594350" y="2349500"/>
          <p14:tracePt t="63756" x="5594350" y="2355850"/>
          <p14:tracePt t="63772" x="5594350" y="2362200"/>
          <p14:tracePt t="63786" x="5594350" y="2387600"/>
          <p14:tracePt t="63802" x="5607050" y="2451100"/>
          <p14:tracePt t="63819" x="5613400" y="2520950"/>
          <p14:tracePt t="63836" x="5632450" y="2647950"/>
          <p14:tracePt t="63852" x="5664200" y="2794000"/>
          <p14:tracePt t="63870" x="5689600" y="2914650"/>
          <p14:tracePt t="63886" x="5695950" y="2952750"/>
          <p14:tracePt t="63903" x="5721350" y="3009900"/>
          <p14:tracePt t="63919" x="5734050" y="3035300"/>
          <p14:tracePt t="63936" x="5734050" y="3041650"/>
          <p14:tracePt t="63953" x="5740400" y="3048000"/>
          <p14:tracePt t="63969" x="5746750" y="3048000"/>
          <p14:tracePt t="64003" x="5753100" y="3048000"/>
          <p14:tracePt t="64019" x="5759450" y="3048000"/>
          <p14:tracePt t="64035" x="5765800" y="3041650"/>
          <p14:tracePt t="64059" x="5772150" y="3041650"/>
          <p14:tracePt t="64080" x="5784850" y="3041650"/>
          <p14:tracePt t="64108" x="5791200" y="3041650"/>
          <p14:tracePt t="64143" x="5797550" y="3041650"/>
          <p14:tracePt t="64241" x="5784850" y="3035300"/>
          <p14:tracePt t="64262" x="5778500" y="3028950"/>
          <p14:tracePt t="64269" x="5759450" y="3028950"/>
          <p14:tracePt t="64283" x="5734050" y="3016250"/>
          <p14:tracePt t="64290" x="5715000" y="3009900"/>
          <p14:tracePt t="64305" x="5676900" y="2990850"/>
          <p14:tracePt t="64317" x="5619750" y="2984500"/>
          <p14:tracePt t="64334" x="5524500" y="2965450"/>
          <p14:tracePt t="64351" x="5486400" y="2965450"/>
          <p14:tracePt t="64368" x="5410200" y="2959100"/>
          <p14:tracePt t="64383" x="5359400" y="2959100"/>
          <p14:tracePt t="64401" x="5340350" y="2959100"/>
          <p14:tracePt t="64418" x="5321300" y="2952750"/>
          <p14:tracePt t="64434" x="5308600" y="2952750"/>
          <p14:tracePt t="64450" x="5302250" y="2952750"/>
          <p14:tracePt t="64484" x="5302250" y="2946400"/>
          <p14:tracePt t="64501" x="5289550" y="2946400"/>
          <p14:tracePt t="64534" x="5289550" y="2933700"/>
          <p14:tracePt t="64551" x="5289550" y="2927350"/>
          <p14:tracePt t="64584" x="5289550" y="2921000"/>
          <p14:tracePt t="64613" x="5289550" y="2908300"/>
          <p14:tracePt t="64620" x="5289550" y="2901950"/>
          <p14:tracePt t="64636" x="5289550" y="2895600"/>
          <p14:tracePt t="64649" x="5295900" y="2876550"/>
          <p14:tracePt t="64666" x="5327650" y="2825750"/>
          <p14:tracePt t="64684" x="5365750" y="2749550"/>
          <p14:tracePt t="64699" x="5378450" y="2705100"/>
          <p14:tracePt t="64716" x="5435600" y="2584450"/>
          <p14:tracePt t="64733" x="5486400" y="2470150"/>
          <p14:tracePt t="64749" x="5492750" y="2432050"/>
          <p14:tracePt t="64767" x="5518150" y="2355850"/>
          <p14:tracePt t="64782" x="5524500" y="2317750"/>
          <p14:tracePt t="64799" x="5524500" y="2298700"/>
          <p14:tracePt t="64816" x="5524500" y="2286000"/>
          <p14:tracePt t="64915" x="5524500" y="2292350"/>
          <p14:tracePt t="65407" x="5537200" y="2286000"/>
          <p14:tracePt t="65415" x="5543550" y="2266950"/>
          <p14:tracePt t="65421" x="5562600" y="2247900"/>
          <p14:tracePt t="65435" x="5575300" y="2235200"/>
          <p14:tracePt t="65447" x="5600700" y="2216150"/>
          <p14:tracePt t="65464" x="5645150" y="2171700"/>
          <p14:tracePt t="65480" x="5664200" y="2146300"/>
          <p14:tracePt t="65497" x="5702300" y="2114550"/>
          <p14:tracePt t="65514" x="5746750" y="2076450"/>
          <p14:tracePt t="65530" x="5759450" y="2063750"/>
          <p14:tracePt t="65547" x="5784850" y="2025650"/>
          <p14:tracePt t="65564" x="5797550" y="2000250"/>
          <p14:tracePt t="65580" x="5803900" y="1993900"/>
          <p14:tracePt t="65597" x="5810250" y="1993900"/>
          <p14:tracePt t="65613" x="5810250" y="1987550"/>
          <p14:tracePt t="65722" x="5803900" y="1987550"/>
          <p14:tracePt t="65743" x="5797550" y="1993900"/>
          <p14:tracePt t="65757" x="5797550" y="2000250"/>
          <p14:tracePt t="65771" x="5791200" y="2012950"/>
          <p14:tracePt t="65781" x="5784850" y="2019300"/>
          <p14:tracePt t="65796" x="5772150" y="2032000"/>
          <p14:tracePt t="65813" x="5715000" y="2089150"/>
          <p14:tracePt t="65829" x="5632450" y="2178050"/>
          <p14:tracePt t="65845" x="5524500" y="2311400"/>
          <p14:tracePt t="65863" x="5461000" y="2368550"/>
          <p14:tracePt t="65879" x="5365750" y="2508250"/>
          <p14:tracePt t="65896" x="5302250" y="2565400"/>
          <p14:tracePt t="65913" x="5194300" y="2717800"/>
          <p14:tracePt t="65929" x="5168900" y="2736850"/>
          <p14:tracePt t="65946" x="5156200" y="2749550"/>
          <p14:tracePt t="65962" x="5137150" y="2781300"/>
          <p14:tracePt t="65979" x="5130800" y="2787650"/>
          <p14:tracePt t="66012" x="5130800" y="2794000"/>
          <p14:tracePt t="66029" x="5137150" y="2800350"/>
          <p14:tracePt t="66045" x="5137150" y="2806700"/>
          <p14:tracePt t="66062" x="5149850" y="2819400"/>
          <p14:tracePt t="66079" x="5175250" y="2844800"/>
          <p14:tracePt t="66095" x="5207000" y="2876550"/>
          <p14:tracePt t="66112" x="5321300" y="2997200"/>
          <p14:tracePt t="66128" x="5403850" y="3067050"/>
          <p14:tracePt t="66145" x="5619750" y="3257550"/>
          <p14:tracePt t="66161" x="5734050" y="3359150"/>
          <p14:tracePt t="66179" x="5829300" y="3448050"/>
          <p14:tracePt t="66195" x="5975350" y="3556000"/>
          <p14:tracePt t="66211" x="6019800" y="3581400"/>
          <p14:tracePt t="66228" x="6051550" y="3606800"/>
          <p14:tracePt t="66244" x="6064250" y="3613150"/>
          <p14:tracePt t="66261" x="6070600" y="3613150"/>
          <p14:tracePt t="66278" x="6096000" y="3613150"/>
          <p14:tracePt t="66294" x="6108700" y="3606800"/>
          <p14:tracePt t="66310" x="6127750" y="3587750"/>
          <p14:tracePt t="66327" x="6178550" y="3562350"/>
          <p14:tracePt t="66344" x="6216650" y="3524250"/>
          <p14:tracePt t="66362" x="6292850" y="3454400"/>
          <p14:tracePt t="66377" x="6343650" y="3409950"/>
          <p14:tracePt t="66394" x="6419850" y="3302000"/>
          <p14:tracePt t="66411" x="6496050" y="3187700"/>
          <p14:tracePt t="66427" x="6553200" y="3079750"/>
          <p14:tracePt t="66444" x="6565900" y="3022600"/>
          <p14:tracePt t="66460" x="6604000" y="2933700"/>
          <p14:tracePt t="66477" x="6616700" y="2876550"/>
          <p14:tracePt t="66495" x="6623050" y="2851150"/>
          <p14:tracePt t="66510" x="6642100" y="2813050"/>
          <p14:tracePt t="66526" x="6642100" y="2800350"/>
          <p14:tracePt t="66544" x="6642100" y="2781300"/>
          <p14:tracePt t="66560" x="6648450" y="2755900"/>
          <p14:tracePt t="66576" x="6648450" y="2743200"/>
          <p14:tracePt t="66580" x="6654800" y="2730500"/>
          <p14:tracePt t="66594" x="6654800" y="2717800"/>
          <p14:tracePt t="66610" x="6654800" y="2705100"/>
          <p14:tracePt t="66627" x="6654800" y="2698750"/>
          <p14:tracePt t="66643" x="6661150" y="2686050"/>
          <p14:tracePt t="66660" x="6661150" y="2679700"/>
          <p14:tracePt t="66753" x="6654800" y="2679700"/>
          <p14:tracePt t="66767" x="6648450" y="2679700"/>
          <p14:tracePt t="66776" x="6642100" y="2679700"/>
          <p14:tracePt t="66788" x="6629400" y="2673350"/>
          <p14:tracePt t="66796" x="6616700" y="2667000"/>
          <p14:tracePt t="66812" x="6584950" y="2654300"/>
          <p14:tracePt t="66825" x="6464300" y="2597150"/>
          <p14:tracePt t="66842" x="6381750" y="2546350"/>
          <p14:tracePt t="66859" x="6273800" y="2489200"/>
          <p14:tracePt t="66875" x="6064250" y="2343150"/>
          <p14:tracePt t="66892" x="5956300" y="2266950"/>
          <p14:tracePt t="66909" x="5778500" y="2133600"/>
          <p14:tracePt t="66925" x="5715000" y="2070100"/>
          <p14:tracePt t="66941" x="5651500" y="2012950"/>
          <p14:tracePt t="66958" x="5638800" y="2000250"/>
          <p14:tracePt t="66975" x="5607050" y="1987550"/>
          <p14:tracePt t="67010" x="5607050" y="1981200"/>
          <p14:tracePt t="67120" x="5607050" y="1987550"/>
          <p14:tracePt t="67429" x="5607050" y="2006600"/>
          <p14:tracePt t="67442" x="5607050" y="2025650"/>
          <p14:tracePt t="67450" x="5607050" y="2057400"/>
          <p14:tracePt t="67459" x="5613400" y="2070100"/>
          <p14:tracePt t="67473" x="5613400" y="2089150"/>
          <p14:tracePt t="67489" x="5626100" y="2120900"/>
          <p14:tracePt t="67506" x="5638800" y="2171700"/>
          <p14:tracePt t="67523" x="5664200" y="2241550"/>
          <p14:tracePt t="67540" x="5670550" y="2273300"/>
          <p14:tracePt t="67556" x="5708650" y="2362200"/>
          <p14:tracePt t="67573" x="5721350" y="2444750"/>
          <p14:tracePt t="67590" x="5765800" y="2540000"/>
          <p14:tracePt t="67606" x="5784850" y="2584450"/>
          <p14:tracePt t="67623" x="5829300" y="2686050"/>
          <p14:tracePt t="67640" x="5842000" y="2724150"/>
          <p14:tracePt t="67656" x="5848350" y="2736850"/>
          <p14:tracePt t="67673" x="5854700" y="2743200"/>
          <p14:tracePt t="67705" x="5854700" y="2749550"/>
          <p14:tracePt t="67751" x="5861050" y="2749550"/>
          <p14:tracePt t="67780" x="5861050" y="2743200"/>
          <p14:tracePt t="67829" x="5867400" y="2736850"/>
          <p14:tracePt t="67850" x="5873750" y="2730500"/>
          <p14:tracePt t="67864" x="5880100" y="2724150"/>
          <p14:tracePt t="67871" x="5880100" y="2717800"/>
          <p14:tracePt t="67898" x="5886450" y="2711450"/>
          <p14:tracePt t="67934" x="5886450" y="2705100"/>
          <p14:tracePt t="68053" x="5886450" y="2717800"/>
          <p14:tracePt t="68060" x="5886450" y="2724150"/>
          <p14:tracePt t="68074" x="5880100" y="2736850"/>
          <p14:tracePt t="68088" x="5867400" y="2749550"/>
          <p14:tracePt t="68104" x="5861050" y="2762250"/>
          <p14:tracePt t="68121" x="5835650" y="2794000"/>
          <p14:tracePt t="68138" x="5784850" y="2851150"/>
          <p14:tracePt t="68154" x="5740400" y="2876550"/>
          <p14:tracePt t="68171" x="5645150" y="2933700"/>
          <p14:tracePt t="68188" x="5524500" y="2952750"/>
          <p14:tracePt t="68204" x="5461000" y="2952750"/>
          <p14:tracePt t="68221" x="5327650" y="2908300"/>
          <p14:tracePt t="68237" x="5207000" y="2819400"/>
          <p14:tracePt t="68254" x="5124450" y="2730500"/>
          <p14:tracePt t="68272" x="5073650" y="2641600"/>
          <p14:tracePt t="68287" x="5067300" y="2597150"/>
          <p14:tracePt t="68304" x="5048250" y="2527300"/>
          <p14:tracePt t="68321" x="5048250" y="2489200"/>
          <p14:tracePt t="68337" x="5048250" y="2393950"/>
          <p14:tracePt t="68354" x="5060950" y="2355850"/>
          <p14:tracePt t="68370" x="5073650" y="2241550"/>
          <p14:tracePt t="68387" x="5080000" y="2222500"/>
          <p14:tracePt t="68403" x="5099050" y="2203450"/>
          <p14:tracePt t="68420" x="5111750" y="2171700"/>
          <p14:tracePt t="68436" x="5137150" y="2159000"/>
          <p14:tracePt t="68454" x="5168900" y="2146300"/>
          <p14:tracePt t="68470" x="5181600" y="2139950"/>
          <p14:tracePt t="68486" x="5226050" y="2133600"/>
          <p14:tracePt t="68504" x="5270500" y="2127250"/>
          <p14:tracePt t="68519" x="5295900" y="2127250"/>
          <p14:tracePt t="68536" x="5353050" y="2127250"/>
          <p14:tracePt t="68554" x="5410200" y="2127250"/>
          <p14:tracePt t="68570" x="5435600" y="2127250"/>
          <p14:tracePt t="68573" x="5454650" y="2127250"/>
          <p14:tracePt t="68586" x="5486400" y="2127250"/>
          <p14:tracePt t="68602" x="5524500" y="2120900"/>
          <p14:tracePt t="68619" x="5537200" y="2114550"/>
          <p14:tracePt t="68636" x="5575300" y="2095500"/>
          <p14:tracePt t="68653" x="5588000" y="2082800"/>
          <p14:tracePt t="68669" x="5613400" y="2044700"/>
          <p14:tracePt t="68686" x="5645150" y="1993900"/>
          <p14:tracePt t="68702" x="5657850" y="1974850"/>
          <p14:tracePt t="68719" x="5689600" y="1911350"/>
          <p14:tracePt t="68736" x="5721350" y="1847850"/>
          <p14:tracePt t="68753" x="5727700" y="1809750"/>
          <p14:tracePt t="68770" x="5753100" y="1758950"/>
          <p14:tracePt t="68785" x="5759450" y="1708150"/>
          <p14:tracePt t="68802" x="5759450" y="1689100"/>
          <p14:tracePt t="68819" x="5765800" y="1651000"/>
          <p14:tracePt t="68835" x="5765800" y="1619250"/>
          <p14:tracePt t="68852" x="5765800" y="1606550"/>
          <p14:tracePt t="68869" x="5765800" y="1581150"/>
          <p14:tracePt t="68886" x="5759450" y="1555750"/>
          <p14:tracePt t="68902" x="5759450" y="1543050"/>
          <p14:tracePt t="68918" x="5759450" y="1530350"/>
          <p14:tracePt t="68935" x="5759450" y="1511300"/>
          <p14:tracePt t="68952" x="5759450" y="1504950"/>
          <p14:tracePt t="68968" x="5759450" y="1498600"/>
          <p14:tracePt t="68984" x="5759450" y="1492250"/>
          <p14:tracePt t="69065" x="5759450" y="1498600"/>
          <p14:tracePt t="69072" x="5759450" y="1504950"/>
          <p14:tracePt t="69093" x="5759450" y="1511300"/>
          <p14:tracePt t="69107" x="5759450" y="1517650"/>
          <p14:tracePt t="69117" x="5759450" y="1524000"/>
          <p14:tracePt t="69136" x="5759450" y="1536700"/>
          <p14:tracePt t="69150" x="5759450" y="1549400"/>
          <p14:tracePt t="69167" x="5778500" y="1619250"/>
          <p14:tracePt t="69185" x="5803900" y="1708150"/>
          <p14:tracePt t="69201" x="5822950" y="1771650"/>
          <p14:tracePt t="69217" x="5873750" y="1911350"/>
          <p14:tracePt t="69234" x="5924550" y="2044700"/>
          <p14:tracePt t="69251" x="5949950" y="2114550"/>
          <p14:tracePt t="69268" x="5975350" y="2159000"/>
          <p14:tracePt t="69284" x="6038850" y="2311400"/>
          <p14:tracePt t="69301" x="6070600" y="2355850"/>
          <p14:tracePt t="69318" x="6102350" y="2419350"/>
          <p14:tracePt t="69334" x="6121400" y="2438400"/>
          <p14:tracePt t="69350" x="6140450" y="2476500"/>
          <p14:tracePt t="69368" x="6172200" y="2495550"/>
          <p14:tracePt t="69384" x="6172200" y="2501900"/>
          <p14:tracePt t="69401" x="6191250" y="2520950"/>
          <p14:tracePt t="69417" x="6210300" y="2540000"/>
          <p14:tracePt t="69433" x="6235700" y="2546350"/>
          <p14:tracePt t="69450" x="6267450" y="2565400"/>
          <p14:tracePt t="69466" x="6311900" y="2590800"/>
          <p14:tracePt t="69483" x="6330950" y="2609850"/>
          <p14:tracePt t="69500" x="6394450" y="2641600"/>
          <p14:tracePt t="69516" x="6457950" y="2673350"/>
          <p14:tracePt t="69533" x="6477000" y="2692400"/>
          <p14:tracePt t="69550" x="6534150" y="2730500"/>
          <p14:tracePt t="69566" x="6559550" y="2762250"/>
          <p14:tracePt t="69582" x="6572250" y="2787650"/>
          <p14:tracePt t="69599" x="6597650" y="2825750"/>
          <p14:tracePt t="69616" x="6597650" y="2851150"/>
          <p14:tracePt t="69632" x="6597650" y="2889250"/>
          <p14:tracePt t="69649" x="6591300" y="2921000"/>
          <p14:tracePt t="69665" x="6578600" y="2927350"/>
          <p14:tracePt t="69683" x="6546850" y="2952750"/>
          <p14:tracePt t="69698" x="6508750" y="2965450"/>
          <p14:tracePt t="69715" x="6470650" y="2971800"/>
          <p14:tracePt t="69732" x="6350000" y="2971800"/>
          <p14:tracePt t="69748" x="6184900" y="2940050"/>
          <p14:tracePt t="69765" x="6102350" y="2908300"/>
          <p14:tracePt t="69782" x="5892800" y="2825750"/>
          <p14:tracePt t="69799" x="5715000" y="2724150"/>
          <p14:tracePt t="69816" x="5645150" y="2679700"/>
          <p14:tracePt t="69833" x="5537200" y="2616200"/>
          <p14:tracePt t="69848" x="5499100" y="2590800"/>
          <p14:tracePt t="69866" x="5492750" y="2578100"/>
          <p14:tracePt t="69882" x="5492750" y="2571750"/>
          <p14:tracePt t="69898" x="5492750" y="2565400"/>
          <p14:tracePt t="69915" x="5492750" y="2559050"/>
          <p14:tracePt t="69948" x="5499100" y="2559050"/>
          <p14:tracePt t="69965" x="5499100" y="2552700"/>
          <p14:tracePt t="70006" x="5505450" y="2552700"/>
          <p14:tracePt t="70055" x="5505450" y="2559050"/>
          <p14:tracePt t="70076" x="5505450" y="2565400"/>
          <p14:tracePt t="70097" x="5505450" y="2571750"/>
          <p14:tracePt t="70118" x="5505450" y="2578100"/>
          <p14:tracePt t="70125" x="5505450" y="2584450"/>
          <p14:tracePt t="70147" x="5505450" y="2597150"/>
          <p14:tracePt t="70160" x="5511800" y="2622550"/>
          <p14:tracePt t="70175" x="5511800" y="2647950"/>
          <p14:tracePt t="70188" x="5524500" y="2698750"/>
          <p14:tracePt t="70197" x="5537200" y="2762250"/>
          <p14:tracePt t="70213" x="5575300" y="2946400"/>
          <p14:tracePt t="70231" x="5607050" y="3136900"/>
          <p14:tracePt t="70247" x="5619750" y="3232150"/>
          <p14:tracePt t="70263" x="5638800" y="3359150"/>
          <p14:tracePt t="70280" x="5645150" y="3429000"/>
          <p14:tracePt t="70296" x="5645150" y="3448050"/>
          <p14:tracePt t="70314" x="5651500" y="3467100"/>
          <p14:tracePt t="70330" x="5651500" y="3473450"/>
          <p14:tracePt t="70371" x="5657850" y="3473450"/>
          <p14:tracePt t="70406" x="5657850" y="3460750"/>
          <p14:tracePt t="70420" x="5651500" y="3454400"/>
          <p14:tracePt t="70427" x="5651500" y="3441700"/>
          <p14:tracePt t="70434" x="5651500" y="3429000"/>
          <p14:tracePt t="70450" x="5651500" y="3409950"/>
          <p14:tracePt t="70872" x="5657850" y="3390900"/>
          <p14:tracePt t="70879" x="5683250" y="3359150"/>
          <p14:tracePt t="70892" x="5708650" y="3321050"/>
          <p14:tracePt t="70900" x="5721350" y="3289300"/>
          <p14:tracePt t="70915" x="5759450" y="3270250"/>
          <p14:tracePt t="70929" x="5797550" y="3200400"/>
          <p14:tracePt t="70945" x="5810250" y="3168650"/>
          <p14:tracePt t="70961" x="5829300" y="3149600"/>
          <p14:tracePt t="70978" x="5848350" y="3079750"/>
          <p14:tracePt t="70995" x="5861050" y="2997200"/>
          <p14:tracePt t="71012" x="5867400" y="2921000"/>
          <p14:tracePt t="71027" x="5867400" y="2889250"/>
          <p14:tracePt t="71044" x="5867400" y="2832100"/>
          <p14:tracePt t="71062" x="5867400" y="2800350"/>
          <p14:tracePt t="71077" x="5867400" y="2787650"/>
          <p14:tracePt t="71094" x="5867400" y="2762250"/>
          <p14:tracePt t="71111" x="5867400" y="2749550"/>
          <p14:tracePt t="71113" x="5867400" y="2743200"/>
          <p14:tracePt t="71127" x="5873750" y="2730500"/>
          <p14:tracePt t="71144" x="5880100" y="2711450"/>
          <p14:tracePt t="71160" x="5886450" y="2692400"/>
          <p14:tracePt t="71177" x="5892800" y="2679700"/>
          <p14:tracePt t="71193" x="5892800" y="2667000"/>
          <p14:tracePt t="71210" x="5899150" y="2647950"/>
          <p14:tracePt t="71230" x="5899150" y="2641600"/>
          <p14:tracePt t="71251" x="5899150" y="2635250"/>
          <p14:tracePt t="71314" x="5905500" y="2635250"/>
          <p14:tracePt t="71391" x="5911850" y="2628900"/>
          <p14:tracePt t="71441" x="5911850" y="2616200"/>
          <p14:tracePt t="71455" x="5911850" y="2609850"/>
          <p14:tracePt t="71462" x="5911850" y="2597150"/>
          <p14:tracePt t="71483" x="5911850" y="2584450"/>
          <p14:tracePt t="71493" x="5905500" y="2571750"/>
          <p14:tracePt t="71509" x="5905500" y="2552700"/>
          <p14:tracePt t="71526" x="5892800" y="2508250"/>
          <p14:tracePt t="71543" x="5880100" y="2489200"/>
          <p14:tracePt t="71561" x="5854700" y="2444750"/>
          <p14:tracePt t="71576" x="5842000" y="2432050"/>
          <p14:tracePt t="71592" x="5829300" y="2425700"/>
          <p14:tracePt t="71609" x="5778500" y="2413000"/>
          <p14:tracePt t="71625" x="5708650" y="2387600"/>
          <p14:tracePt t="71642" x="5657850" y="2381250"/>
          <p14:tracePt t="71659" x="5588000" y="2374900"/>
          <p14:tracePt t="71675" x="5505450" y="2374900"/>
          <p14:tracePt t="71692" x="5473700" y="2374900"/>
          <p14:tracePt t="71708" x="5403850" y="2381250"/>
          <p14:tracePt t="71725" x="5353050" y="2406650"/>
          <p14:tracePt t="71742" x="5334000" y="2413000"/>
          <p14:tracePt t="71758" x="5302250" y="2444750"/>
          <p14:tracePt t="71775" x="5270500" y="2476500"/>
          <p14:tracePt t="71793" x="5245100" y="2514600"/>
          <p14:tracePt t="71808" x="5238750" y="2540000"/>
          <p14:tracePt t="71824" x="5238750" y="2559050"/>
          <p14:tracePt t="71841" x="5226050" y="2641600"/>
          <p14:tracePt t="71858" x="5232400" y="2686050"/>
          <p14:tracePt t="71875" x="5245100" y="2717800"/>
          <p14:tracePt t="71892" x="5276850" y="2774950"/>
          <p14:tracePt t="71908" x="5321300" y="2844800"/>
          <p14:tracePt t="71926" x="5365750" y="2908300"/>
          <p14:tracePt t="71941" x="5384800" y="2921000"/>
          <p14:tracePt t="71958" x="5441950" y="2971800"/>
          <p14:tracePt t="71975" x="5511800" y="3016250"/>
          <p14:tracePt t="71991" x="5537200" y="3035300"/>
          <p14:tracePt t="72008" x="5607050" y="3073400"/>
          <p14:tracePt t="72024" x="5670550" y="3117850"/>
          <p14:tracePt t="72041" x="5708650" y="3143250"/>
          <p14:tracePt t="72057" x="5784850" y="3181350"/>
          <p14:tracePt t="72074" x="5873750" y="3238500"/>
          <p14:tracePt t="72091" x="5930900" y="3263900"/>
          <p14:tracePt t="72108" x="6000750" y="3314700"/>
          <p14:tracePt t="72124" x="6051550" y="3359150"/>
          <p14:tracePt t="72140" x="6070600" y="3384550"/>
          <p14:tracePt t="72157" x="6102350" y="3429000"/>
          <p14:tracePt t="72173" x="6108700" y="3441700"/>
          <p14:tracePt t="72191" x="6121400" y="3467100"/>
          <p14:tracePt t="72207" x="6121400" y="3479800"/>
          <p14:tracePt t="72223" x="6127750" y="3486150"/>
          <p14:tracePt t="72256" x="6127750" y="3498850"/>
          <p14:tracePt t="72389" x="6127750" y="3492500"/>
          <p14:tracePt t="72417" x="6134100" y="3479800"/>
          <p14:tracePt t="72424" x="6140450" y="3467100"/>
          <p14:tracePt t="72438" x="6153150" y="3441700"/>
          <p14:tracePt t="72445" x="6172200" y="3416300"/>
          <p14:tracePt t="72459" x="6197600" y="3371850"/>
          <p14:tracePt t="72473" x="6261100" y="3257550"/>
          <p14:tracePt t="72489" x="6299200" y="3200400"/>
          <p14:tracePt t="72506" x="6337300" y="3143250"/>
          <p14:tracePt t="72523" x="6419850" y="3016250"/>
          <p14:tracePt t="72540" x="6483350" y="2921000"/>
          <p14:tracePt t="72556" x="6508750" y="2889250"/>
          <p14:tracePt t="72573" x="6553200" y="2825750"/>
          <p14:tracePt t="72589" x="6610350" y="2781300"/>
          <p14:tracePt t="72607" x="6635750" y="2755900"/>
          <p14:tracePt t="72622" x="6667500" y="2711450"/>
          <p14:tracePt t="72639" x="6699250" y="2667000"/>
          <p14:tracePt t="72656" x="6718300" y="2635250"/>
          <p14:tracePt t="72672" x="6718300" y="2609850"/>
          <p14:tracePt t="72688" x="6718300" y="2590800"/>
          <p14:tracePt t="72705" x="6718300" y="2565400"/>
          <p14:tracePt t="72721" x="6718300" y="2546350"/>
          <p14:tracePt t="72739" x="6705600" y="2527300"/>
          <p14:tracePt t="72755" x="6642100" y="2451100"/>
          <p14:tracePt t="72771" x="6610350" y="2419350"/>
          <p14:tracePt t="72788" x="6578600" y="2393950"/>
          <p14:tracePt t="72804" x="6508750" y="2336800"/>
          <p14:tracePt t="72821" x="6432550" y="2305050"/>
          <p14:tracePt t="72838" x="6400800" y="2286000"/>
          <p14:tracePt t="72854" x="6381750" y="2279650"/>
          <p14:tracePt t="72871" x="6356350" y="2279650"/>
          <p14:tracePt t="72888" x="6343650" y="2279650"/>
          <p14:tracePt t="72904" x="6330950" y="2279650"/>
          <p14:tracePt t="72921" x="6324600" y="2279650"/>
          <p14:tracePt t="72938" x="6305550" y="2286000"/>
          <p14:tracePt t="72954" x="6299200" y="2286000"/>
          <p14:tracePt t="72971" x="6286500" y="2298700"/>
          <p14:tracePt t="72987" x="6280150" y="2305050"/>
          <p14:tracePt t="73004" x="6273800" y="2305050"/>
          <p14:tracePt t="73021" x="6267450" y="2317750"/>
          <p14:tracePt t="73037" x="6248400" y="2336800"/>
          <p14:tracePt t="73054" x="6242050" y="2355850"/>
          <p14:tracePt t="73071" x="6223000" y="2387600"/>
          <p14:tracePt t="73088" x="6210300" y="2413000"/>
          <p14:tracePt t="73104" x="6184900" y="2482850"/>
          <p14:tracePt t="73121" x="6153150" y="2559050"/>
          <p14:tracePt t="73137" x="6140450" y="2597150"/>
          <p14:tracePt t="73155" x="6121400" y="2673350"/>
          <p14:tracePt t="73170" x="6096000" y="2724150"/>
          <p14:tracePt t="73187" x="6089650" y="2743200"/>
          <p14:tracePt t="73204" x="6089650" y="2762250"/>
          <p14:tracePt t="73220" x="6083300" y="2768600"/>
          <p14:tracePt t="73253" x="6076950" y="2768600"/>
          <p14:tracePt t="73793" x="6076950" y="2781300"/>
          <p14:tracePt t="73799" x="6076950" y="2806700"/>
          <p14:tracePt t="73814" x="6070600" y="2825750"/>
          <p14:tracePt t="73821" x="6064250" y="2844800"/>
          <p14:tracePt t="73835" x="6057900" y="2857500"/>
          <p14:tracePt t="73851" x="6038850" y="2901950"/>
          <p14:tracePt t="73867" x="6026150" y="2921000"/>
          <p14:tracePt t="73885" x="5981700" y="2959100"/>
          <p14:tracePt t="73901" x="5943600" y="3003550"/>
          <p14:tracePt t="73917" x="5911850" y="3016250"/>
          <p14:tracePt t="73934" x="5861050" y="3048000"/>
          <p14:tracePt t="73951" x="5842000" y="3054350"/>
          <p14:tracePt t="73968" x="5765800" y="3086100"/>
          <p14:tracePt t="73984" x="5740400" y="3092450"/>
          <p14:tracePt t="74001" x="5721350" y="3098800"/>
          <p14:tracePt t="74018" x="5676900" y="3105150"/>
          <p14:tracePt t="74033" x="5638800" y="3111500"/>
          <p14:tracePt t="74051" x="5619750" y="3117850"/>
          <p14:tracePt t="74067" x="5588000" y="3117850"/>
          <p14:tracePt t="74084" x="5581650" y="3117850"/>
          <p14:tracePt t="74101" x="5575300" y="3124200"/>
          <p14:tracePt t="74117" x="5562600" y="3124200"/>
          <p14:tracePt t="74134" x="5549900" y="3124200"/>
          <p14:tracePt t="74151" x="5549900" y="3130550"/>
          <p14:tracePt t="74183" x="5543550" y="3130550"/>
          <p14:tracePt t="74202" x="5537200" y="3130550"/>
          <p14:tracePt t="74221" x="5530850" y="3130550"/>
          <p14:tracePt t="74242" x="5530850" y="3136900"/>
          <p14:tracePt t="74284" x="5537200" y="3143250"/>
          <p14:tracePt t="74291" x="5543550" y="3143250"/>
          <p14:tracePt t="74312" x="5549900" y="3143250"/>
          <p14:tracePt t="74319" x="5556250" y="3143250"/>
          <p14:tracePt t="74340" x="5568950" y="3149600"/>
          <p14:tracePt t="74354" x="5575300" y="3149600"/>
          <p14:tracePt t="74366" x="5588000" y="3149600"/>
          <p14:tracePt t="74383" x="5619750" y="3155950"/>
          <p14:tracePt t="74399" x="5645150" y="3155950"/>
          <p14:tracePt t="74415" x="5702300" y="3155950"/>
          <p14:tracePt t="74432" x="5753100" y="3162300"/>
          <p14:tracePt t="74449" x="5772150" y="3162300"/>
          <p14:tracePt t="74466" x="5803900" y="3162300"/>
          <p14:tracePt t="74482" x="5822950" y="3162300"/>
          <p14:tracePt t="74499" x="5829300" y="3162300"/>
          <p14:tracePt t="74551" x="5829300" y="3168650"/>
          <p14:tracePt t="74566" x="5822950" y="3168650"/>
          <p14:tracePt t="74586" x="5816600" y="3168650"/>
          <p14:tracePt t="74593" x="5810250" y="3168650"/>
          <p14:tracePt t="74601" x="5797550" y="3168650"/>
          <p14:tracePt t="74616" x="5784850" y="3168650"/>
          <p14:tracePt t="74632" x="5765800" y="3168650"/>
          <p14:tracePt t="74649" x="5708650" y="3168650"/>
          <p14:tracePt t="74665" x="5651500" y="3168650"/>
          <p14:tracePt t="74682" x="5613400" y="3168650"/>
          <p14:tracePt t="74685" x="5575300" y="3168650"/>
          <p14:tracePt t="74699" x="5543550" y="3175000"/>
          <p14:tracePt t="74715" x="5492750" y="3175000"/>
          <p14:tracePt t="74732" x="5473700" y="3181350"/>
          <p14:tracePt t="74749" x="5454650" y="3194050"/>
          <p14:tracePt t="74764" x="5441950" y="3194050"/>
          <p14:tracePt t="74798" x="5441950" y="3200400"/>
          <p14:tracePt t="74814" x="5441950" y="3213100"/>
          <p14:tracePt t="74833" x="5461000" y="3219450"/>
          <p14:tracePt t="74847" x="5473700" y="3219450"/>
          <p14:tracePt t="74864" x="5486400" y="3225800"/>
          <p14:tracePt t="74881" x="5556250" y="3232150"/>
          <p14:tracePt t="74897" x="5581650" y="3232150"/>
          <p14:tracePt t="74914" x="5613400" y="3238500"/>
          <p14:tracePt t="74931" x="5657850" y="3244850"/>
          <p14:tracePt t="74947" x="5670550" y="3244850"/>
          <p14:tracePt t="74964" x="5676900" y="3244850"/>
          <p14:tracePt t="74981" x="5683250" y="3244850"/>
          <p14:tracePt t="74997" x="5689600" y="3257550"/>
          <p14:tracePt t="77183" x="5657850" y="3257550"/>
          <p14:tracePt t="77191" x="5619750" y="3251200"/>
          <p14:tracePt t="77203" x="5575300" y="3238500"/>
          <p14:tracePt t="77210" x="5524500" y="3232150"/>
          <p14:tracePt t="77226" x="5473700" y="3225800"/>
          <p14:tracePt t="77240" x="5340350" y="3213100"/>
          <p14:tracePt t="77257" x="5238750" y="3200400"/>
          <p14:tracePt t="77273" x="5149850" y="3181350"/>
          <p14:tracePt t="77289" x="4965700" y="3143250"/>
          <p14:tracePt t="77306" x="4800600" y="3130550"/>
          <p14:tracePt t="77323" x="4711700" y="3130550"/>
          <p14:tracePt t="77339" x="4584700" y="3130550"/>
          <p14:tracePt t="77356" x="4489450" y="3130550"/>
          <p14:tracePt t="77372" x="4445000" y="3130550"/>
          <p14:tracePt t="77389" x="4432300" y="3130550"/>
          <p14:tracePt t="77406" x="4425950" y="3130550"/>
          <p14:tracePt t="77646" x="4438650" y="3136900"/>
          <p14:tracePt t="77660" x="4451350" y="3143250"/>
          <p14:tracePt t="77674" x="4464050" y="3149600"/>
          <p14:tracePt t="77681" x="4476750" y="3149600"/>
          <p14:tracePt t="77695" x="4489450" y="3155950"/>
          <p14:tracePt t="77704" x="4521200" y="3162300"/>
          <p14:tracePt t="77721" x="4540250" y="3175000"/>
          <p14:tracePt t="77738" x="4584700" y="3181350"/>
          <p14:tracePt t="77754" x="4610100" y="3187700"/>
          <p14:tracePt t="77771" x="4622800" y="3187700"/>
          <p14:tracePt t="77788" x="4622800" y="3194050"/>
          <p14:tracePt t="77804" x="4629150" y="3194050"/>
          <p14:tracePt t="77822" x="4635500" y="3194050"/>
          <p14:tracePt t="77872" x="4641850" y="3194050"/>
          <p14:tracePt t="77934" x="4648200" y="3194050"/>
          <p14:tracePt t="77976" x="4654550" y="3194050"/>
          <p14:tracePt t="77983" x="4660900" y="3187700"/>
          <p14:tracePt t="78011" x="4673600" y="3181350"/>
          <p14:tracePt t="78025" x="4679950" y="3181350"/>
          <p14:tracePt t="78032" x="4699000" y="3175000"/>
          <p14:tracePt t="78046" x="4730750" y="3175000"/>
          <p14:tracePt t="78055" x="4768850" y="3168650"/>
          <p14:tracePt t="78070" x="4806950" y="3155950"/>
          <p14:tracePt t="78086" x="4940300" y="3136900"/>
          <p14:tracePt t="78103" x="5067300" y="3117850"/>
          <p14:tracePt t="78120" x="5137150" y="3098800"/>
          <p14:tracePt t="78136" x="5187950" y="3098800"/>
          <p14:tracePt t="78152" x="5346700" y="3073400"/>
          <p14:tracePt t="78169" x="5391150" y="3067050"/>
          <p14:tracePt t="78187" x="5473700" y="3048000"/>
          <p14:tracePt t="78202" x="5511800" y="3048000"/>
          <p14:tracePt t="78219" x="5562600" y="3041650"/>
          <p14:tracePt t="78237" x="5600700" y="3041650"/>
          <p14:tracePt t="78253" x="5613400" y="3041650"/>
          <p14:tracePt t="78269" x="5619750" y="3035300"/>
          <p14:tracePt t="78302" x="5626100" y="3035300"/>
          <p14:tracePt t="78573" x="5626100" y="3041650"/>
          <p14:tracePt t="79630" x="5626100" y="3048000"/>
          <p14:tracePt t="79637" x="5626100" y="3054350"/>
          <p14:tracePt t="79659" x="5626100" y="3060700"/>
          <p14:tracePt t="79680" x="5626100" y="3067050"/>
          <p14:tracePt t="79708" x="5626100" y="3079750"/>
          <p14:tracePt t="79729" x="5626100" y="3086100"/>
          <p14:tracePt t="79750" x="5626100" y="3092450"/>
          <p14:tracePt t="79778" x="5626100" y="3098800"/>
          <p14:tracePt t="79841" x="5626100" y="3105150"/>
          <p14:tracePt t="79918" x="5619750" y="3105150"/>
          <p14:tracePt t="80002" x="5619750" y="3111500"/>
          <p14:tracePt t="80038" x="5619750" y="3117850"/>
          <p14:tracePt t="80101" x="5619750" y="3124200"/>
          <p14:tracePt t="80143" x="5626100" y="3130550"/>
          <p14:tracePt t="80150" x="5632450" y="3130550"/>
          <p14:tracePt t="80165" x="5651500" y="3136900"/>
          <p14:tracePt t="80179" x="5689600" y="3149600"/>
          <p14:tracePt t="80196" x="5734050" y="3155950"/>
          <p14:tracePt t="80213" x="5772150" y="3175000"/>
          <p14:tracePt t="80229" x="5867400" y="3194050"/>
          <p14:tracePt t="80245" x="5962650" y="3206750"/>
          <p14:tracePt t="80248" x="6007100" y="3219450"/>
          <p14:tracePt t="80265" x="6045200" y="3219450"/>
          <p14:tracePt t="80278" x="6083300" y="3225800"/>
          <p14:tracePt t="80295" x="6153150" y="3225800"/>
          <p14:tracePt t="80312" x="6223000" y="3232150"/>
          <p14:tracePt t="80329" x="6248400" y="3232150"/>
          <p14:tracePt t="80345" x="6305550" y="3232150"/>
          <p14:tracePt t="80362" x="6388100" y="3232150"/>
          <p14:tracePt t="80378" x="6413500" y="3225800"/>
          <p14:tracePt t="80396" x="6483350" y="3225800"/>
          <p14:tracePt t="80412" x="6534150" y="3219450"/>
          <p14:tracePt t="80428" x="6553200" y="3219450"/>
          <p14:tracePt t="80445" x="6572250" y="3213100"/>
          <p14:tracePt t="80461" x="6604000" y="3206750"/>
          <p14:tracePt t="80479" x="6610350" y="3206750"/>
          <p14:tracePt t="80495" x="6616700" y="3206750"/>
          <p14:tracePt t="80512" x="6616700" y="3200400"/>
          <p14:tracePt t="80733" x="6623050" y="3194050"/>
          <p14:tracePt t="80782" x="6629400" y="3194050"/>
          <p14:tracePt t="83523" x="6642100" y="3194050"/>
          <p14:tracePt t="83530" x="6654800" y="3187700"/>
          <p14:tracePt t="83544" x="6667500" y="3181350"/>
          <p14:tracePt t="83553" x="6686550" y="3175000"/>
          <p14:tracePt t="83567" x="6711950" y="3168650"/>
          <p14:tracePt t="83584" x="6769100" y="3162300"/>
          <p14:tracePt t="83601" x="6832600" y="3149600"/>
          <p14:tracePt t="83617" x="6877050" y="3136900"/>
          <p14:tracePt t="83635" x="6921500" y="3124200"/>
          <p14:tracePt t="83650" x="7023100" y="3086100"/>
          <p14:tracePt t="83667" x="7054850" y="3079750"/>
          <p14:tracePt t="83684" x="7080250" y="3073400"/>
          <p14:tracePt t="83701" x="7124700" y="3073400"/>
          <p14:tracePt t="83717" x="7162800" y="3054350"/>
          <p14:tracePt t="83734" x="7213600" y="3048000"/>
          <p14:tracePt t="83750" x="7232650" y="3041650"/>
          <p14:tracePt t="83767" x="7302500" y="3028950"/>
          <p14:tracePt t="83784" x="7372350" y="3003550"/>
          <p14:tracePt t="83800" x="7416800" y="2984500"/>
          <p14:tracePt t="83817" x="7486650" y="2971800"/>
          <p14:tracePt t="83834" x="7537450" y="2946400"/>
          <p14:tracePt t="83850" x="7556500" y="2946400"/>
          <p14:tracePt t="83867" x="7594600" y="2940050"/>
          <p14:tracePt t="83883" x="7620000" y="2933700"/>
          <p14:tracePt t="83899" x="7632700" y="2933700"/>
          <p14:tracePt t="83917" x="7645400" y="2933700"/>
          <p14:tracePt t="83933" x="7664450" y="2933700"/>
          <p14:tracePt t="83950" x="7670800" y="2940050"/>
          <p14:tracePt t="83966" x="7689850" y="2946400"/>
          <p14:tracePt t="83983" x="7689850" y="2952750"/>
          <p14:tracePt t="84000" x="7727950" y="2971800"/>
          <p14:tracePt t="84016" x="7740650" y="2978150"/>
          <p14:tracePt t="84032" x="7759700" y="2990850"/>
          <p14:tracePt t="84050" x="7785100" y="3003550"/>
          <p14:tracePt t="84066" x="7791450" y="3009900"/>
          <p14:tracePt t="84100" x="7797800" y="3016250"/>
          <p14:tracePt t="84141" x="7804150" y="3022600"/>
          <p14:tracePt t="84162" x="7797800" y="3022600"/>
          <p14:tracePt t="84184" x="7785100" y="3022600"/>
          <p14:tracePt t="84204" x="7778750" y="3022600"/>
          <p14:tracePt t="84210" x="7766050" y="3022600"/>
          <p14:tracePt t="84225" x="7753350" y="3022600"/>
          <p14:tracePt t="84235" x="7734300" y="3022600"/>
          <p14:tracePt t="84249" x="7702550" y="3035300"/>
          <p14:tracePt t="84265" x="7664450" y="3041650"/>
          <p14:tracePt t="84282" x="7524750" y="3067050"/>
          <p14:tracePt t="84299" x="7473950" y="3073400"/>
          <p14:tracePt t="84302" x="7416800" y="3086100"/>
          <p14:tracePt t="84318" x="7378700" y="3092450"/>
          <p14:tracePt t="84332" x="7340600" y="3092450"/>
          <p14:tracePt t="84348" x="7264400" y="3111500"/>
          <p14:tracePt t="84366" x="7226300" y="3117850"/>
          <p14:tracePt t="84381" x="7213600" y="3124200"/>
          <p14:tracePt t="84398" x="7200900" y="3124200"/>
          <p14:tracePt t="84415" x="7194550" y="3124200"/>
          <p14:tracePt t="84653" x="7200900" y="3124200"/>
          <p14:tracePt t="84668" x="7232650" y="3105150"/>
          <p14:tracePt t="84674" x="7277100" y="3086100"/>
          <p14:tracePt t="84689" x="7334250" y="3073400"/>
          <p14:tracePt t="84697" x="7397750" y="3041650"/>
          <p14:tracePt t="84713" x="7467600" y="3022600"/>
          <p14:tracePt t="84731" x="7588250" y="2984500"/>
          <p14:tracePt t="84747" x="7670800" y="2959100"/>
          <p14:tracePt t="84764" x="7696200" y="2946400"/>
          <p14:tracePt t="84781" x="7727950" y="2940050"/>
          <p14:tracePt t="84797" x="7747000" y="2933700"/>
          <p14:tracePt t="84816" x="7753350" y="2933700"/>
          <p14:tracePt t="84878" x="7753350" y="2927350"/>
          <p14:tracePt t="84906" x="7740650" y="2927350"/>
          <p14:tracePt t="84914" x="7734300" y="2927350"/>
          <p14:tracePt t="84927" x="7727950" y="2927350"/>
          <p14:tracePt t="84934" x="7721600" y="2927350"/>
          <p14:tracePt t="84949" x="7708900" y="2927350"/>
          <p14:tracePt t="84963" x="7683500" y="2933700"/>
          <p14:tracePt t="84979" x="7645400" y="2940050"/>
          <p14:tracePt t="84995" x="7613650" y="2940050"/>
          <p14:tracePt t="85012" x="7524750" y="2940050"/>
          <p14:tracePt t="85029" x="7435850" y="2946400"/>
          <p14:tracePt t="85046" x="7378700" y="2959100"/>
          <p14:tracePt t="85062" x="7277100" y="2965450"/>
          <p14:tracePt t="85079" x="7194550" y="2984500"/>
          <p14:tracePt t="85096" x="7105650" y="3009900"/>
          <p14:tracePt t="85112" x="7080250" y="3016250"/>
          <p14:tracePt t="85129" x="7035800" y="3048000"/>
          <p14:tracePt t="85146" x="6997700" y="3086100"/>
          <p14:tracePt t="85162" x="6978650" y="3086100"/>
          <p14:tracePt t="92218" x="6991350" y="3086100"/>
          <p14:tracePt t="92225" x="7004050" y="3086100"/>
          <p14:tracePt t="92240" x="7010400" y="3086100"/>
          <p14:tracePt t="92254" x="7029450" y="3086100"/>
          <p14:tracePt t="92271" x="7042150" y="3086100"/>
          <p14:tracePt t="92288" x="7054850" y="3086100"/>
          <p14:tracePt t="92304" x="7067550" y="3086100"/>
          <p14:tracePt t="92321" x="7080250" y="3079750"/>
          <p14:tracePt t="92338" x="7092950" y="3079750"/>
          <p14:tracePt t="92354" x="7105650" y="3073400"/>
          <p14:tracePt t="92371" x="7124700" y="3073400"/>
          <p14:tracePt t="92387" x="7156450" y="3060700"/>
          <p14:tracePt t="92404" x="7194550" y="3054350"/>
          <p14:tracePt t="92421" x="7251700" y="3035300"/>
          <p14:tracePt t="92437" x="7302500" y="3028950"/>
          <p14:tracePt t="92453" x="7346950" y="3022600"/>
          <p14:tracePt t="92471" x="7416800" y="3022600"/>
          <p14:tracePt t="92486" x="7448550" y="3016250"/>
          <p14:tracePt t="92503" x="7480300" y="3009900"/>
          <p14:tracePt t="92520" x="7499350" y="3003550"/>
          <p14:tracePt t="92536" x="7537450" y="2997200"/>
          <p14:tracePt t="92553" x="7569200" y="2990850"/>
          <p14:tracePt t="92570" x="7594600" y="2978150"/>
          <p14:tracePt t="92586" x="7632700" y="2971800"/>
          <p14:tracePt t="92605" x="7658100" y="2959100"/>
          <p14:tracePt t="92619" x="7683500" y="2959100"/>
          <p14:tracePt t="92636" x="7715250" y="2959100"/>
          <p14:tracePt t="92653" x="7753350" y="2965450"/>
          <p14:tracePt t="92669" x="7791450" y="2978150"/>
          <p14:tracePt t="92686" x="7804150" y="2984500"/>
          <p14:tracePt t="92702" x="7829550" y="3003550"/>
          <p14:tracePt t="92786" x="7823200" y="3003550"/>
          <p14:tracePt t="92801" x="7810500" y="3003550"/>
          <p14:tracePt t="92807" x="7797800" y="3003550"/>
          <p14:tracePt t="92822" x="7778750" y="3003550"/>
          <p14:tracePt t="92836" x="7759700" y="3003550"/>
          <p14:tracePt t="92852" x="7689850" y="3003550"/>
          <p14:tracePt t="92869" x="7651750" y="3003550"/>
          <p14:tracePt t="92886" x="7524750" y="3003550"/>
          <p14:tracePt t="92902" x="7391400" y="3003550"/>
          <p14:tracePt t="92919" x="7315200" y="3003550"/>
          <p14:tracePt t="92935" x="7175500" y="3003550"/>
          <p14:tracePt t="92952" x="7061200" y="2990850"/>
          <p14:tracePt t="92969" x="6991350" y="2990850"/>
          <p14:tracePt t="92985" x="6972300" y="2990850"/>
          <p14:tracePt t="93002" x="6953250" y="2990850"/>
          <p14:tracePt t="93019" x="6940550" y="2990850"/>
          <p14:tracePt t="93061" x="6934200" y="2990850"/>
          <p14:tracePt t="93082" x="6927850" y="2997200"/>
          <p14:tracePt t="93088" x="6921500" y="3003550"/>
          <p14:tracePt t="93104" x="6915150" y="3003550"/>
          <p14:tracePt t="93118" x="6908800" y="3009900"/>
          <p14:tracePt t="93135" x="6896100" y="3016250"/>
          <p14:tracePt t="93159" x="6896100" y="3022600"/>
          <p14:tracePt t="93180" x="6889750" y="3022600"/>
          <p14:tracePt t="93208" x="6883400" y="3022600"/>
          <p14:tracePt t="93229" x="6883400" y="3028950"/>
          <p14:tracePt t="93236" x="6883400" y="3035300"/>
          <p14:tracePt t="95119" x="6921500" y="3022600"/>
          <p14:tracePt t="95125" x="6991350" y="2990850"/>
          <p14:tracePt t="95140" x="7042150" y="2965450"/>
          <p14:tracePt t="95147" x="7112000" y="2946400"/>
          <p14:tracePt t="95161" x="7169150" y="2914650"/>
          <p14:tracePt t="95177" x="7245350" y="2882900"/>
          <p14:tracePt t="95194" x="7264400" y="2882900"/>
          <p14:tracePt t="95211" x="7315200" y="2876550"/>
          <p14:tracePt t="95227" x="7359650" y="2876550"/>
          <p14:tracePt t="95244" x="7391400" y="2882900"/>
          <p14:tracePt t="95260" x="7448550" y="2889250"/>
          <p14:tracePt t="95277" x="7473950" y="2889250"/>
          <p14:tracePt t="95294" x="7575550" y="2908300"/>
          <p14:tracePt t="95310" x="7600950" y="2908300"/>
          <p14:tracePt t="95327" x="7620000" y="2908300"/>
          <p14:tracePt t="95344" x="7670800" y="2914650"/>
          <p14:tracePt t="95360" x="7702550" y="2914650"/>
          <p14:tracePt t="95377" x="7715250" y="2914650"/>
          <p14:tracePt t="95393" x="7727950" y="2914650"/>
          <p14:tracePt t="95410" x="7740650" y="2914650"/>
          <p14:tracePt t="95449" x="7740650" y="2921000"/>
          <p14:tracePt t="95540" x="7734300" y="2921000"/>
          <p14:tracePt t="95574" x="7727950" y="2921000"/>
          <p14:tracePt t="95589" x="7721600" y="2921000"/>
          <p14:tracePt t="95610" x="7708900" y="2921000"/>
          <p14:tracePt t="95616" x="7696200" y="2921000"/>
          <p14:tracePt t="95631" x="7677150" y="2921000"/>
          <p14:tracePt t="95642" x="7645400" y="2921000"/>
          <p14:tracePt t="95659" x="7543800" y="2921000"/>
          <p14:tracePt t="95675" x="7480300" y="2921000"/>
          <p14:tracePt t="95692" x="7327900" y="2921000"/>
          <p14:tracePt t="95709" x="7200900" y="2927350"/>
          <p14:tracePt t="95725" x="7143750" y="2933700"/>
          <p14:tracePt t="95742" x="7054850" y="2933700"/>
          <p14:tracePt t="95758" x="6985000" y="2946400"/>
          <p14:tracePt t="95776" x="6946900" y="2952750"/>
          <p14:tracePt t="95794" x="6902450" y="2952750"/>
          <p14:tracePt t="95808" x="6864350" y="2959100"/>
          <p14:tracePt t="95825" x="6851650" y="2965450"/>
          <p14:tracePt t="95842" x="6826250" y="2978150"/>
          <p14:tracePt t="95858" x="6807200" y="2984500"/>
          <p14:tracePt t="95875" x="6794500" y="2990850"/>
          <p14:tracePt t="95892" x="6781800" y="2997200"/>
          <p14:tracePt t="95925" x="6775450" y="3003550"/>
          <p14:tracePt t="95968" x="6769100" y="3003550"/>
          <p14:tracePt t="95996" x="6762750" y="3003550"/>
          <p14:tracePt t="96017" x="6762750" y="3009900"/>
          <p14:tracePt t="96052" x="6775450" y="3009900"/>
          <p14:tracePt t="96073" x="6788150" y="3009900"/>
          <p14:tracePt t="96094" x="6807200" y="3009900"/>
          <p14:tracePt t="96101" x="6826250" y="3009900"/>
          <p14:tracePt t="96111" x="6851650" y="3009900"/>
          <p14:tracePt t="96124" x="6889750" y="3009900"/>
          <p14:tracePt t="96141" x="6978650" y="3009900"/>
          <p14:tracePt t="96158" x="7054850" y="3009900"/>
          <p14:tracePt t="96174" x="7099300" y="3009900"/>
          <p14:tracePt t="96190" x="7124700" y="3009900"/>
          <p14:tracePt t="96207" x="7188200" y="3016250"/>
          <p14:tracePt t="96223" x="7200900" y="3016250"/>
          <p14:tracePt t="96240" x="7207250" y="3016250"/>
          <p14:tracePt t="96319" x="7207250" y="3009900"/>
          <p14:tracePt t="96360" x="7200900" y="3009900"/>
          <p14:tracePt t="96367" x="7194550" y="3009900"/>
          <p14:tracePt t="96382" x="7188200" y="3009900"/>
          <p14:tracePt t="96390" x="7181850" y="3009900"/>
          <p14:tracePt t="96406" x="7169150" y="3016250"/>
          <p14:tracePt t="96424" x="7124700" y="3016250"/>
          <p14:tracePt t="96440" x="7042150" y="3022600"/>
          <p14:tracePt t="96456" x="7004050" y="3028950"/>
          <p14:tracePt t="96459" x="6959600" y="3041650"/>
          <p14:tracePt t="96476" x="6908800" y="3041650"/>
          <p14:tracePt t="96490" x="6838950" y="3048000"/>
          <p14:tracePt t="96506" x="6800850" y="3048000"/>
          <p14:tracePt t="96523" x="6756400" y="3054350"/>
          <p14:tracePt t="96540" x="6737350" y="3060700"/>
          <p14:tracePt t="96556" x="6718300" y="3067050"/>
          <p14:tracePt t="96573" x="6705600" y="3073400"/>
          <p14:tracePt t="96613" x="6705600" y="3079750"/>
          <p14:tracePt t="96620" x="6718300" y="3079750"/>
          <p14:tracePt t="96627" x="6731000" y="3079750"/>
          <p14:tracePt t="96643" x="6743700" y="3079750"/>
          <p14:tracePt t="96658" x="6756400" y="3073400"/>
          <p14:tracePt t="96672" x="6788150" y="3073400"/>
          <p14:tracePt t="96689" x="6832600" y="3067050"/>
          <p14:tracePt t="96705" x="6915150" y="3067050"/>
          <p14:tracePt t="96722" x="6972300" y="3067050"/>
          <p14:tracePt t="96739" x="6997700" y="3067050"/>
          <p14:tracePt t="96755" x="7029450" y="3060700"/>
          <p14:tracePt t="96772" x="7048500" y="3060700"/>
          <p14:tracePt t="96789" x="7054850" y="3054350"/>
          <p14:tracePt t="96824" x="7054850" y="3060700"/>
          <p14:tracePt t="96841" x="7061200" y="3067050"/>
          <p14:tracePt t="96855" x="7067550" y="3073400"/>
          <p14:tracePt t="98838" x="7010400" y="3073400"/>
          <p14:tracePt t="98844" x="6908800" y="3079750"/>
          <p14:tracePt t="98859" x="6819900" y="3079750"/>
          <p14:tracePt t="98867" x="6718300" y="3079750"/>
          <p14:tracePt t="98881" x="6642100" y="3098800"/>
          <p14:tracePt t="98898" x="6483350" y="3124200"/>
          <p14:tracePt t="98915" x="6337300" y="3155950"/>
          <p14:tracePt t="98931" x="6248400" y="3187700"/>
          <p14:tracePt t="98947" x="6070600" y="3257550"/>
          <p14:tracePt t="98964" x="5899150" y="3327400"/>
          <p14:tracePt t="98980" x="5810250" y="3371850"/>
          <p14:tracePt t="98997" x="5715000" y="3409950"/>
          <p14:tracePt t="99014" x="5429250" y="3460750"/>
          <p14:tracePt t="99031" x="5327650" y="3492500"/>
          <p14:tracePt t="99048" x="5219700" y="3511550"/>
          <p14:tracePt t="99064" x="5029200" y="3543300"/>
          <p14:tracePt t="99080" x="4857750" y="3575050"/>
          <p14:tracePt t="99098" x="4641850" y="3562350"/>
          <p14:tracePt t="99113" x="4552950" y="3562350"/>
          <p14:tracePt t="99130" x="4387850" y="3562350"/>
          <p14:tracePt t="99147" x="4267200" y="3549650"/>
          <p14:tracePt t="99163" x="4203700" y="3543300"/>
          <p14:tracePt t="99180" x="4064000" y="3524250"/>
          <p14:tracePt t="99197" x="3917950" y="3505200"/>
          <p14:tracePt t="99214" x="3841750" y="3505200"/>
          <p14:tracePt t="99231" x="3695700" y="3473450"/>
          <p14:tracePt t="99247" x="3524250" y="3435350"/>
          <p14:tracePt t="99264" x="3409950" y="3422650"/>
          <p14:tracePt t="99280" x="3232150" y="3384550"/>
          <p14:tracePt t="99297" x="3048000" y="3352800"/>
          <p14:tracePt t="99314" x="2959100" y="3321050"/>
          <p14:tracePt t="99330" x="2774950" y="3295650"/>
          <p14:tracePt t="99346" x="2698750" y="3270250"/>
          <p14:tracePt t="99364" x="2520950" y="3238500"/>
          <p14:tracePt t="99379" x="2489200" y="3219450"/>
          <p14:tracePt t="99396" x="2470150" y="3206750"/>
          <p14:tracePt t="99413" x="2457450" y="3175000"/>
          <p14:tracePt t="99941" x="2457450" y="3181350"/>
          <p14:tracePt t="99970" x="2457450" y="3194050"/>
          <p14:tracePt t="99977" x="2457450" y="3200400"/>
          <p14:tracePt t="99991" x="2457450" y="3213100"/>
          <p14:tracePt t="100004" x="2463800" y="3219450"/>
          <p14:tracePt t="100018" x="2482850" y="3225800"/>
          <p14:tracePt t="100028" x="2501900" y="3232150"/>
          <p14:tracePt t="100045" x="2533650" y="3244850"/>
          <p14:tracePt t="100061" x="2616200" y="3257550"/>
          <p14:tracePt t="100077" x="2667000" y="3257550"/>
          <p14:tracePt t="100093" x="2717800" y="3257550"/>
          <p14:tracePt t="100111" x="2851150" y="3251200"/>
          <p14:tracePt t="100127" x="2927350" y="3244850"/>
          <p14:tracePt t="100143" x="3028950" y="3232150"/>
          <p14:tracePt t="100160" x="3232150" y="3200400"/>
          <p14:tracePt t="100177" x="3333750" y="3200400"/>
          <p14:tracePt t="100194" x="3492500" y="3181350"/>
          <p14:tracePt t="100210" x="3568700" y="3175000"/>
          <p14:tracePt t="100227" x="3619500" y="3162300"/>
          <p14:tracePt t="100244" x="3727450" y="3143250"/>
          <p14:tracePt t="100260" x="3771900" y="3136900"/>
          <p14:tracePt t="100277" x="3790950" y="3136900"/>
          <p14:tracePt t="100294" x="3841750" y="3136900"/>
          <p14:tracePt t="100310" x="3860800" y="3136900"/>
          <p14:tracePt t="100327" x="3886200" y="3136900"/>
          <p14:tracePt t="100343" x="3962400" y="3136900"/>
          <p14:tracePt t="100360" x="4019550" y="3136900"/>
          <p14:tracePt t="100377" x="4095750" y="3136900"/>
          <p14:tracePt t="100393" x="4171950" y="3143250"/>
          <p14:tracePt t="100409" x="4286250" y="3149600"/>
          <p14:tracePt t="100426" x="4578350" y="3187700"/>
          <p14:tracePt t="100442" x="4832350" y="3232150"/>
          <p14:tracePt t="100459" x="5080000" y="3270250"/>
          <p14:tracePt t="100476" x="5581650" y="3359150"/>
          <p14:tracePt t="100492" x="5784850" y="3403600"/>
          <p14:tracePt t="100509" x="6191250" y="3498850"/>
          <p14:tracePt t="100525" x="6527800" y="3600450"/>
          <p14:tracePt t="100542" x="6661150" y="3632200"/>
          <p14:tracePt t="100559" x="6921500" y="3683000"/>
          <p14:tracePt t="100575" x="6946900" y="3689350"/>
          <p14:tracePt t="100592" x="6997700" y="3689350"/>
          <p14:tracePt t="100609" x="7010400" y="3683000"/>
          <p14:tracePt t="100625" x="7016750" y="3676650"/>
          <p14:tracePt t="100642" x="7016750" y="3670300"/>
          <p14:tracePt t="100658" x="7016750" y="3663950"/>
          <p14:tracePt t="100694" x="7010400" y="3663950"/>
          <p14:tracePt t="100728" x="7004050" y="3663950"/>
          <p14:tracePt t="100748" x="6997700" y="3663950"/>
          <p14:tracePt t="100765" x="6991350" y="3663950"/>
          <p14:tracePt t="100770" x="6978650" y="3657600"/>
          <p14:tracePt t="100784" x="6965950" y="3651250"/>
          <p14:tracePt t="100792" x="6953250" y="3651250"/>
          <p14:tracePt t="100808" x="6940550" y="3644900"/>
          <p14:tracePt t="100825" x="6902450" y="3632200"/>
          <p14:tracePt t="100841" x="6877050" y="3619500"/>
          <p14:tracePt t="100858" x="6819900" y="3594100"/>
          <p14:tracePt t="100875" x="6775450" y="3587750"/>
          <p14:tracePt t="100891" x="6667500" y="3562350"/>
          <p14:tracePt t="100908" x="6604000" y="3543300"/>
          <p14:tracePt t="100925" x="6508750" y="3517900"/>
          <p14:tracePt t="100942" x="6318250" y="3492500"/>
          <p14:tracePt t="100958" x="6216650" y="3479800"/>
          <p14:tracePt t="100974" x="6013450" y="3467100"/>
          <p14:tracePt t="100990" x="5937250" y="3467100"/>
          <p14:tracePt t="101007" x="5873750" y="3467100"/>
          <p14:tracePt t="101023" x="5765800" y="3473450"/>
          <p14:tracePt t="101040" x="5727700" y="3479800"/>
          <p14:tracePt t="101058" x="5657850" y="3486150"/>
          <p14:tracePt t="101073" x="5626100" y="3486150"/>
          <p14:tracePt t="101090" x="5581650" y="3492500"/>
          <p14:tracePt t="101107" x="5556250" y="3492500"/>
          <p14:tracePt t="101123" x="5537200" y="3492500"/>
          <p14:tracePt t="101140" x="5524500" y="3492500"/>
          <p14:tracePt t="101156" x="5511800" y="3492500"/>
          <p14:tracePt t="101173" x="5499100" y="3492500"/>
          <p14:tracePt t="101191" x="5486400" y="3492500"/>
          <p14:tracePt t="101206" x="5473700" y="3492500"/>
          <p14:tracePt t="101223" x="5454650" y="3492500"/>
          <p14:tracePt t="101240" x="5397500" y="3492500"/>
          <p14:tracePt t="101256" x="5372100" y="3492500"/>
          <p14:tracePt t="101273" x="5340350" y="3492500"/>
          <p14:tracePt t="101290" x="5238750" y="3486150"/>
          <p14:tracePt t="101306" x="5187950" y="3486150"/>
          <p14:tracePt t="101324" x="5143500" y="3486150"/>
          <p14:tracePt t="101340" x="5080000" y="3486150"/>
          <p14:tracePt t="101356" x="5022850" y="3486150"/>
          <p14:tracePt t="101374" x="4978400" y="3479800"/>
          <p14:tracePt t="101389" x="4965700" y="3479800"/>
          <p14:tracePt t="101406" x="4953000" y="3473450"/>
          <p14:tracePt t="101423" x="4946650" y="3467100"/>
          <p14:tracePt t="101464" x="4940300" y="3467100"/>
          <p14:tracePt t="101563" x="4940300" y="3460750"/>
          <p14:tracePt t="101591" x="4940300" y="3454400"/>
          <p14:tracePt t="101598" x="4946650" y="3454400"/>
          <p14:tracePt t="101612" x="4953000" y="3454400"/>
          <p14:tracePt t="101626" x="4959350" y="3448050"/>
          <p14:tracePt t="101641" x="4972050" y="3435350"/>
          <p14:tracePt t="101655" x="4991100" y="3422650"/>
          <p14:tracePt t="101671" x="5022850" y="3403600"/>
          <p14:tracePt t="101688" x="5067300" y="3378200"/>
          <p14:tracePt t="101704" x="5111750" y="3359150"/>
          <p14:tracePt t="101721" x="5168900" y="3340100"/>
          <p14:tracePt t="101738" x="5302250" y="3295650"/>
          <p14:tracePt t="101754" x="5365750" y="3276600"/>
          <p14:tracePt t="101771" x="5486400" y="3244850"/>
          <p14:tracePt t="101788" x="5524500" y="3244850"/>
          <p14:tracePt t="101804" x="5581650" y="3238500"/>
          <p14:tracePt t="101821" x="5651500" y="3238500"/>
          <p14:tracePt t="101837" x="5676900" y="3238500"/>
          <p14:tracePt t="101854" x="5695950" y="3238500"/>
          <p14:tracePt t="101871" x="5753100" y="3238500"/>
          <p14:tracePt t="101888" x="5791200" y="3238500"/>
          <p14:tracePt t="101904" x="5854700" y="3238500"/>
          <p14:tracePt t="101921" x="5892800" y="3238500"/>
          <p14:tracePt t="101938" x="5930900" y="3238500"/>
          <p14:tracePt t="101954" x="6026150" y="3257550"/>
          <p14:tracePt t="101971" x="6076950" y="3263900"/>
          <p14:tracePt t="101988" x="6210300" y="3276600"/>
          <p14:tracePt t="102005" x="6273800" y="3282950"/>
          <p14:tracePt t="102020" x="6350000" y="3282950"/>
          <p14:tracePt t="102037" x="6477000" y="3282950"/>
          <p14:tracePt t="102054" x="6540500" y="3282950"/>
          <p14:tracePt t="102070" x="6635750" y="3282950"/>
          <p14:tracePt t="102087" x="6673850" y="3282950"/>
          <p14:tracePt t="102103" x="6711950" y="3282950"/>
          <p14:tracePt t="102120" x="6775450" y="3295650"/>
          <p14:tracePt t="102136" x="6788150" y="3295650"/>
          <p14:tracePt t="102153" x="6800850" y="3295650"/>
          <p14:tracePt t="102169" x="6813550" y="3302000"/>
          <p14:tracePt t="102265" x="6813550" y="3295650"/>
          <p14:tracePt t="102293" x="6800850" y="3295650"/>
          <p14:tracePt t="102299" x="6781800" y="3295650"/>
          <p14:tracePt t="102313" x="6750050" y="3295650"/>
          <p14:tracePt t="102328" x="6705600" y="3295650"/>
          <p14:tracePt t="102337" x="6642100" y="3295650"/>
          <p14:tracePt t="102353" x="6553200" y="3295650"/>
          <p14:tracePt t="102370" x="6451600" y="3295650"/>
          <p14:tracePt t="102386" x="6223000" y="3308350"/>
          <p14:tracePt t="102403" x="6096000" y="3321050"/>
          <p14:tracePt t="102420" x="5949950" y="3340100"/>
          <p14:tracePt t="102436" x="5695950" y="3352800"/>
          <p14:tracePt t="102453" x="5581650" y="3371850"/>
          <p14:tracePt t="102470" x="5467350" y="3371850"/>
          <p14:tracePt t="102486" x="5365750" y="3390900"/>
          <p14:tracePt t="102505" x="5162550" y="3403600"/>
          <p14:tracePt t="102519" x="5086350" y="3416300"/>
          <p14:tracePt t="102535" x="5010150" y="3416300"/>
          <p14:tracePt t="102553" x="4889500" y="3435350"/>
          <p14:tracePt t="102568" x="4845050" y="3441700"/>
          <p14:tracePt t="102585" x="4819650" y="3448050"/>
          <p14:tracePt t="102603" x="4768850" y="3448050"/>
          <p14:tracePt t="102618" x="4749800" y="3448050"/>
          <p14:tracePt t="102635" x="4730750" y="3448050"/>
          <p14:tracePt t="102652" x="4679950" y="3448050"/>
          <p14:tracePt t="102668" x="4660900" y="3448050"/>
          <p14:tracePt t="102684" x="4635500" y="3448050"/>
          <p14:tracePt t="102701" x="4603750" y="3448050"/>
          <p14:tracePt t="102718" x="4591050" y="3448050"/>
          <p14:tracePt t="102735" x="4552950" y="3441700"/>
          <p14:tracePt t="102750" x="4533900" y="3441700"/>
          <p14:tracePt t="102767" x="4514850" y="3441700"/>
          <p14:tracePt t="102785" x="4470400" y="3435350"/>
          <p14:tracePt t="102801" x="4451350" y="3435350"/>
          <p14:tracePt t="102818" x="4432300" y="3435350"/>
          <p14:tracePt t="102834" x="4394200" y="3429000"/>
          <p14:tracePt t="102850" x="4381500" y="3429000"/>
          <p14:tracePt t="102867" x="4381500" y="3422650"/>
          <p14:tracePt t="102884" x="4362450" y="3422650"/>
          <p14:tracePt t="102901" x="4356100" y="3422650"/>
          <p14:tracePt t="102918" x="4349750" y="3422650"/>
          <p14:tracePt t="102934" x="4343400" y="3422650"/>
          <p14:tracePt t="102968" x="4343400" y="3416300"/>
          <p14:tracePt t="102974" x="4349750" y="3416300"/>
          <p14:tracePt t="103699" x="4311650" y="3416300"/>
          <p14:tracePt t="103706" x="4286250" y="3416300"/>
          <p14:tracePt t="103721" x="4248150" y="3416300"/>
          <p14:tracePt t="103731" x="4210050" y="3416300"/>
          <p14:tracePt t="103748" x="4159250" y="3416300"/>
          <p14:tracePt t="103764" x="4064000" y="3416300"/>
          <p14:tracePt t="103781" x="3937000" y="3416300"/>
          <p14:tracePt t="103798" x="3746500" y="3429000"/>
          <p14:tracePt t="103814" x="3644900" y="3429000"/>
          <p14:tracePt t="103831" x="3441700" y="3441700"/>
          <p14:tracePt t="103847" x="3225800" y="3473450"/>
          <p14:tracePt t="103864" x="3117850" y="3492500"/>
          <p14:tracePt t="103881" x="3016250" y="3505200"/>
          <p14:tracePt t="103897" x="2755900" y="3562350"/>
          <p14:tracePt t="103913" x="2692400" y="3581400"/>
          <p14:tracePt t="103931" x="2603500" y="3613150"/>
          <p14:tracePt t="103947" x="2571750" y="3625850"/>
          <p14:tracePt t="103964" x="2514600" y="3638550"/>
          <p14:tracePt t="103981" x="2501900" y="3644900"/>
          <p14:tracePt t="103997" x="2470150" y="3657600"/>
          <p14:tracePt t="104014" x="2451100" y="3663950"/>
          <p14:tracePt t="104030" x="2438400" y="3663950"/>
          <p14:tracePt t="104047" x="2425700" y="3663950"/>
          <p14:tracePt t="104080" x="2413000" y="3663950"/>
          <p14:tracePt t="104097" x="2406650" y="3663950"/>
          <p14:tracePt t="104114" x="2387600" y="3670300"/>
          <p14:tracePt t="104130" x="2374900" y="3676650"/>
          <p14:tracePt t="104147" x="2355850" y="3676650"/>
          <p14:tracePt t="104164" x="2336800" y="3676650"/>
          <p14:tracePt t="104179" x="2311400" y="3683000"/>
          <p14:tracePt t="104196" x="2305050" y="3689350"/>
          <p14:tracePt t="104213" x="2279650" y="3695700"/>
          <p14:tracePt t="104229" x="2266950" y="3702050"/>
          <p14:tracePt t="104246" x="2247900" y="3702050"/>
          <p14:tracePt t="104263" x="2209800" y="3714750"/>
          <p14:tracePt t="104279" x="2197100" y="3714750"/>
          <p14:tracePt t="104296" x="2171700" y="3721100"/>
          <p14:tracePt t="104312" x="2165350" y="3721100"/>
          <p14:tracePt t="104329" x="2159000" y="3721100"/>
          <p14:tracePt t="104345" x="2146300" y="3727450"/>
          <p14:tracePt t="104362" x="2133600" y="3727450"/>
          <p14:tracePt t="104395" x="2120900" y="3727450"/>
          <p14:tracePt t="104412" x="2108200" y="3727450"/>
          <p14:tracePt t="104430" x="2095500" y="3727450"/>
          <p14:tracePt t="104445" x="2089150" y="3727450"/>
          <p14:tracePt t="104462" x="2076450" y="3727450"/>
          <p14:tracePt t="104479" x="2070100" y="3727450"/>
          <p14:tracePt t="104495" x="2057400" y="3727450"/>
          <p14:tracePt t="104512" x="2051050" y="3727450"/>
          <p14:tracePt t="104529" x="2019300" y="3727450"/>
          <p14:tracePt t="104545" x="2006600" y="3727450"/>
          <p14:tracePt t="104562" x="1993900" y="3727450"/>
          <p14:tracePt t="104578" x="1968500" y="3714750"/>
          <p14:tracePt t="104595" x="1943100" y="3689350"/>
          <p14:tracePt t="104612" x="1917700" y="3670300"/>
          <p14:tracePt t="104628" x="1898650" y="3651250"/>
          <p14:tracePt t="104645" x="1866900" y="3613150"/>
          <p14:tracePt t="104662" x="1841500" y="3581400"/>
          <p14:tracePt t="104678" x="1828800" y="3568700"/>
          <p14:tracePt t="104695" x="1809750" y="3536950"/>
          <p14:tracePt t="104711" x="1790700" y="3524250"/>
          <p14:tracePt t="104727" x="1784350" y="3517900"/>
          <p14:tracePt t="104745" x="1765300" y="3505200"/>
          <p14:tracePt t="104760" x="1746250" y="3492500"/>
          <p14:tracePt t="104777" x="1746250" y="3486150"/>
          <p14:tracePt t="104795" x="1727200" y="3479800"/>
          <p14:tracePt t="104810" x="1720850" y="3467100"/>
          <p14:tracePt t="104827" x="1714500" y="3467100"/>
          <p14:tracePt t="104844" x="1708150" y="3454400"/>
          <p14:tracePt t="104860" x="1701800" y="3454400"/>
          <p14:tracePt t="104877" x="1701800" y="3448050"/>
          <p14:tracePt t="104893" x="1695450" y="3441700"/>
          <p14:tracePt t="104910" x="1695450" y="3435350"/>
          <p14:tracePt t="105195" x="1695450" y="3441700"/>
          <p14:tracePt t="105230" x="1695450" y="3448050"/>
          <p14:tracePt t="105251" x="1695450" y="3454400"/>
          <p14:tracePt t="105272" x="1695450" y="3460750"/>
          <p14:tracePt t="105300" x="1695450" y="3467100"/>
          <p14:tracePt t="105335" x="1695450" y="3473450"/>
          <p14:tracePt t="105343" x="1695450" y="3486150"/>
          <p14:tracePt t="105356" x="1695450" y="3492500"/>
          <p14:tracePt t="105363" x="1695450" y="3505200"/>
          <p14:tracePt t="105375" x="1689100" y="3517900"/>
          <p14:tracePt t="105392" x="1676400" y="3549650"/>
          <p14:tracePt t="105408" x="1670050" y="3568700"/>
          <p14:tracePt t="105426" x="1663700" y="3613150"/>
          <p14:tracePt t="105442" x="1651000" y="3651250"/>
          <p14:tracePt t="105458" x="1644650" y="3663950"/>
          <p14:tracePt t="105476" x="1638300" y="3708400"/>
          <p14:tracePt t="105492" x="1638300" y="3714750"/>
          <p14:tracePt t="105508" x="1631950" y="3727450"/>
          <p14:tracePt t="105525" x="1625600" y="3740150"/>
          <p14:tracePt t="105558" x="1625600" y="3746500"/>
          <p14:tracePt t="105595" x="1625600" y="3752850"/>
          <p14:tracePt t="105672" x="1619250" y="3752850"/>
          <p14:tracePt t="105742" x="1612900" y="3746500"/>
          <p14:tracePt t="105763" x="1612900" y="3740150"/>
          <p14:tracePt t="105777" x="1612900" y="3733800"/>
          <p14:tracePt t="105792" x="1612900" y="3721100"/>
          <p14:tracePt t="105805" x="1612900" y="3714750"/>
          <p14:tracePt t="105812" x="1612900" y="3702050"/>
          <p14:tracePt t="105827" x="1612900" y="3676650"/>
          <p14:tracePt t="105841" x="1612900" y="3651250"/>
          <p14:tracePt t="105857" x="1606550" y="3606800"/>
          <p14:tracePt t="105873" x="1600200" y="3575050"/>
          <p14:tracePt t="105890" x="1593850" y="3517900"/>
          <p14:tracePt t="105907" x="1593850" y="3498850"/>
          <p14:tracePt t="105924" x="1593850" y="3479800"/>
          <p14:tracePt t="105940" x="1587500" y="3454400"/>
          <p14:tracePt t="105956" x="1587500" y="3441700"/>
          <p14:tracePt t="105974" x="1587500" y="3429000"/>
          <p14:tracePt t="105990" x="1581150" y="3422650"/>
          <p14:tracePt t="106007" x="1581150" y="3416300"/>
          <p14:tracePt t="106072" x="1581150" y="3409950"/>
          <p14:tracePt t="106317" x="1574800" y="3416300"/>
          <p14:tracePt t="106325" x="1574800" y="3422650"/>
          <p14:tracePt t="106341" x="1574800" y="3429000"/>
          <p14:tracePt t="106356" x="1574800" y="3435350"/>
          <p14:tracePt t="106389" x="1568450" y="3435350"/>
          <p14:tracePt t="106395" x="1568450" y="3441700"/>
          <p14:tracePt t="106409" x="1568450" y="3448050"/>
          <p14:tracePt t="106422" x="1568450" y="3454400"/>
          <p14:tracePt t="106438" x="1568450" y="3467100"/>
          <p14:tracePt t="106455" x="1568450" y="3479800"/>
          <p14:tracePt t="106472" x="1568450" y="3492500"/>
          <p14:tracePt t="106488" x="1562100" y="3511550"/>
          <p14:tracePt t="106504" x="1562100" y="3517900"/>
          <p14:tracePt t="106522" x="1555750" y="3524250"/>
          <p14:tracePt t="106538" x="1555750" y="3536950"/>
          <p14:tracePt t="106555" x="1555750" y="3543300"/>
          <p14:tracePt t="106572" x="1555750" y="3549650"/>
          <p14:tracePt t="106627" x="1555750" y="3556000"/>
          <p14:tracePt t="106633" x="1555750" y="3562350"/>
          <p14:tracePt t="106676" x="1555750" y="3568700"/>
          <p14:tracePt t="106690" x="1555750" y="3575050"/>
          <p14:tracePt t="106705" x="1555750" y="3581400"/>
          <p14:tracePt t="106725" x="1555750" y="3587750"/>
          <p14:tracePt t="106746" x="1555750" y="3594100"/>
          <p14:tracePt t="106774" x="1555750" y="3600450"/>
          <p14:tracePt t="106795" x="1549400" y="3600450"/>
          <p14:tracePt t="106837" x="1549400" y="3606800"/>
          <p14:tracePt t="106865" x="1549400" y="3613150"/>
          <p14:tracePt t="106879" x="1549400" y="3619500"/>
          <p14:tracePt t="106887" x="1549400" y="3625850"/>
          <p14:tracePt t="106949" x="1549400" y="3632200"/>
          <p14:tracePt t="107020" x="1543050" y="3638550"/>
          <p14:tracePt t="107026" x="1536700" y="3638550"/>
          <p14:tracePt t="107040" x="1530350" y="3638550"/>
          <p14:tracePt t="107070" x="1524000" y="3638550"/>
          <p14:tracePt t="107097" x="1517650" y="3638550"/>
          <p14:tracePt t="107117" x="1511300" y="3638550"/>
          <p14:tracePt t="107146" x="1504950" y="3638550"/>
          <p14:tracePt t="107180" x="1498600" y="3638550"/>
          <p14:tracePt t="107216" x="1492250" y="3638550"/>
          <p14:tracePt t="107258" x="1485900" y="3638550"/>
          <p14:tracePt t="107286" x="1479550" y="3638550"/>
          <p14:tracePt t="107321" x="1473200" y="3638550"/>
          <p14:tracePt t="107356" x="1466850" y="3638550"/>
          <p14:tracePt t="107447" x="1460500" y="3638550"/>
          <p14:tracePt t="107686" x="1466850" y="3638550"/>
          <p14:tracePt t="107721" x="1473200" y="3638550"/>
          <p14:tracePt t="107756" x="1479550" y="3638550"/>
          <p14:tracePt t="107798" x="1485900" y="3638550"/>
          <p14:tracePt t="107848" x="1492250" y="3638550"/>
          <p14:tracePt t="107862" x="1498600" y="3638550"/>
          <p14:tracePt t="107870" x="1504950" y="3638550"/>
          <p14:tracePt t="107884" x="1511300" y="3638550"/>
          <p14:tracePt t="107899" x="1530350" y="3638550"/>
          <p14:tracePt t="107933" x="1562100" y="3638550"/>
          <p14:tracePt t="107950" x="1593850" y="3638550"/>
          <p14:tracePt t="107967" x="1663700" y="3632200"/>
          <p14:tracePt t="107983" x="1701800" y="3632200"/>
          <p14:tracePt t="107999" x="1727200" y="3632200"/>
          <p14:tracePt t="108017" x="1784350" y="3638550"/>
          <p14:tracePt t="108033" x="1854200" y="3638550"/>
          <p14:tracePt t="108049" x="1885950" y="3644900"/>
          <p14:tracePt t="108066" x="1930400" y="3657600"/>
          <p14:tracePt t="108083" x="1968500" y="3663950"/>
          <p14:tracePt t="108099" x="1981200" y="3670300"/>
          <p14:tracePt t="108116" x="1993900" y="3676650"/>
          <p14:tracePt t="108132" x="2000250" y="3676650"/>
          <p14:tracePt t="108151" x="2012950" y="3676650"/>
          <p14:tracePt t="108165" x="2019300" y="3676650"/>
          <p14:tracePt t="108182" x="2038350" y="3683000"/>
          <p14:tracePt t="110805" x="2057400" y="3683000"/>
          <p14:tracePt t="110820" x="2070100" y="3683000"/>
          <p14:tracePt t="110826" x="2082800" y="3683000"/>
          <p14:tracePt t="110842" x="2095500" y="3683000"/>
          <p14:tracePt t="110856" x="2127250" y="3683000"/>
          <p14:tracePt t="110873" x="2139950" y="3683000"/>
          <p14:tracePt t="110890" x="2165350" y="3676650"/>
          <p14:tracePt t="110906" x="2178050" y="3670300"/>
          <p14:tracePt t="110923" x="2209800" y="3663950"/>
          <p14:tracePt t="110940" x="2228850" y="3657600"/>
          <p14:tracePt t="110956" x="2241550" y="3657600"/>
          <p14:tracePt t="110973" x="2247900" y="3657600"/>
          <p14:tracePt t="110989" x="2260600" y="3657600"/>
          <p14:tracePt t="111006" x="2273300" y="3651250"/>
          <p14:tracePt t="111024" x="2286000" y="3651250"/>
          <p14:tracePt t="111039" x="2292350" y="3651250"/>
          <p14:tracePt t="111075" x="2298700" y="3644900"/>
          <p14:tracePt t="111093" x="2305050" y="3644900"/>
          <p14:tracePt t="111177" x="2311400" y="3644900"/>
          <p14:tracePt t="111220" x="2317750" y="3644900"/>
          <p14:tracePt t="111444" x="2324100" y="3644900"/>
          <p14:tracePt t="111480" x="2330450" y="3644900"/>
          <p14:tracePt t="111493" x="2343150" y="3644900"/>
          <p14:tracePt t="111507" x="2349500" y="3644900"/>
          <p14:tracePt t="111522" x="2355850" y="3644900"/>
          <p14:tracePt t="111528" x="2368550" y="3638550"/>
          <p14:tracePt t="111542" x="2381250" y="3638550"/>
          <p14:tracePt t="111557" x="2413000" y="3638550"/>
          <p14:tracePt t="111571" x="2432050" y="3638550"/>
          <p14:tracePt t="111588" x="2470150" y="3638550"/>
          <p14:tracePt t="111604" x="2520950" y="3638550"/>
          <p14:tracePt t="111621" x="2616200" y="3632200"/>
          <p14:tracePt t="111637" x="2679700" y="3632200"/>
          <p14:tracePt t="111654" x="2787650" y="3613150"/>
          <p14:tracePt t="111670" x="2838450" y="3600450"/>
          <p14:tracePt t="111687" x="2895600" y="3594100"/>
          <p14:tracePt t="111704" x="2984500" y="3587750"/>
          <p14:tracePt t="111720" x="3028950" y="3575050"/>
          <p14:tracePt t="111737" x="3054350" y="3575050"/>
          <p14:tracePt t="111753" x="3098800" y="3575050"/>
          <p14:tracePt t="111770" x="3111500" y="3568700"/>
          <p14:tracePt t="111786" x="3124200" y="3568700"/>
          <p14:tracePt t="111804" x="3130550" y="3568700"/>
          <p14:tracePt t="111837" x="3136900" y="3568700"/>
          <p14:tracePt t="111900" x="3130550" y="3568700"/>
          <p14:tracePt t="111921" x="3124200" y="3568700"/>
          <p14:tracePt t="111949" x="3117850" y="3562350"/>
          <p14:tracePt t="112682" x="3124200" y="3568700"/>
          <p14:tracePt t="112731" x="3130550" y="3568700"/>
          <p14:tracePt t="112823" x="3136900" y="3575050"/>
          <p14:tracePt t="112886" x="3136900" y="3581400"/>
          <p14:tracePt t="112920" x="3143250" y="3581400"/>
          <p14:tracePt t="112955" x="3149600" y="3581400"/>
          <p14:tracePt t="112962" x="3155950" y="3581400"/>
          <p14:tracePt t="112991" x="3162300" y="3581400"/>
          <p14:tracePt t="113005" x="3168650" y="3581400"/>
          <p14:tracePt t="113012" x="3181350" y="3581400"/>
          <p14:tracePt t="113025" x="3194050" y="3581400"/>
          <p14:tracePt t="113035" x="3206750" y="3581400"/>
          <p14:tracePt t="113049" x="3225800" y="3581400"/>
          <p14:tracePt t="113066" x="3276600" y="3581400"/>
          <p14:tracePt t="113083" x="3333750" y="3587750"/>
          <p14:tracePt t="113099" x="3352800" y="3587750"/>
          <p14:tracePt t="113116" x="3422650" y="3594100"/>
          <p14:tracePt t="113132" x="3492500" y="3594100"/>
          <p14:tracePt t="113149" x="3530600" y="3594100"/>
          <p14:tracePt t="113167" x="3568700" y="3594100"/>
          <p14:tracePt t="113182" x="3676650" y="3600450"/>
          <p14:tracePt t="113198" x="3714750" y="3600450"/>
          <p14:tracePt t="113216" x="3797300" y="3594100"/>
          <p14:tracePt t="113232" x="3822700" y="3594100"/>
          <p14:tracePt t="113248" x="3917950" y="3594100"/>
          <p14:tracePt t="113265" x="3994150" y="3594100"/>
          <p14:tracePt t="113281" x="4032250" y="3594100"/>
          <p14:tracePt t="113298" x="4114800" y="3594100"/>
          <p14:tracePt t="113314" x="4184650" y="3594100"/>
          <p14:tracePt t="113331" x="4210050" y="3594100"/>
          <p14:tracePt t="113348" x="4286250" y="3594100"/>
          <p14:tracePt t="113364" x="4381500" y="3575050"/>
          <p14:tracePt t="113381" x="4425950" y="3575050"/>
          <p14:tracePt t="113398" x="4527550" y="3562350"/>
          <p14:tracePt t="113414" x="4610100" y="3549650"/>
          <p14:tracePt t="113431" x="4641850" y="3543300"/>
          <p14:tracePt t="113448" x="4679950" y="3543300"/>
          <p14:tracePt t="113464" x="4705350" y="3536950"/>
          <p14:tracePt t="113481" x="4718050" y="3536950"/>
          <p14:tracePt t="113497" x="4737100" y="3536950"/>
          <p14:tracePt t="113514" x="4743450" y="3536950"/>
          <p14:tracePt t="113531" x="4756150" y="3536950"/>
          <p14:tracePt t="113547" x="4762500" y="3536950"/>
          <p14:tracePt t="113564" x="4768850" y="3536950"/>
          <p14:tracePt t="113581" x="4781550" y="3536950"/>
          <p14:tracePt t="113597" x="4787900" y="3536950"/>
          <p14:tracePt t="113614" x="4800600" y="3536950"/>
          <p14:tracePt t="113631" x="4813300" y="3536950"/>
          <p14:tracePt t="113647" x="4832350" y="3536950"/>
          <p14:tracePt t="113664" x="4851400" y="3536950"/>
          <p14:tracePt t="113680" x="4864100" y="3536950"/>
          <p14:tracePt t="113697" x="4889500" y="3536950"/>
          <p14:tracePt t="113714" x="4908550" y="3536950"/>
          <p14:tracePt t="113730" x="4940300" y="3536950"/>
          <p14:tracePt t="113747" x="4965700" y="3530600"/>
          <p14:tracePt t="113764" x="4991100" y="3530600"/>
          <p14:tracePt t="113780" x="5003800" y="3530600"/>
          <p14:tracePt t="113796" x="5016500" y="3530600"/>
          <p14:tracePt t="113813" x="5054600" y="3530600"/>
          <p14:tracePt t="113829" x="5067300" y="3530600"/>
          <p14:tracePt t="113848" x="5092700" y="3530600"/>
          <p14:tracePt t="113862" x="5105400" y="3530600"/>
          <p14:tracePt t="113879" x="5118100" y="3536950"/>
          <p14:tracePt t="113896" x="5130800" y="3536950"/>
          <p14:tracePt t="113912" x="5137150" y="3536950"/>
          <p14:tracePt t="113929" x="5149850" y="3536950"/>
          <p14:tracePt t="113946" x="5156200" y="3536950"/>
          <p14:tracePt t="113962" x="5162550" y="3536950"/>
          <p14:tracePt t="113979" x="5175250" y="3536950"/>
          <p14:tracePt t="113995" x="5187950" y="3536950"/>
          <p14:tracePt t="114012" x="5194300" y="3536950"/>
          <p14:tracePt t="114029" x="5200650" y="3536950"/>
          <p14:tracePt t="114045" x="5219700" y="3536950"/>
          <p14:tracePt t="114062" x="5232400" y="3536950"/>
          <p14:tracePt t="114079" x="5251450" y="3536950"/>
          <p14:tracePt t="114095" x="5264150" y="3536950"/>
          <p14:tracePt t="114112" x="5276850" y="3536950"/>
          <p14:tracePt t="114129" x="5289550" y="3543300"/>
          <p14:tracePt t="114145" x="5295900" y="3543300"/>
          <p14:tracePt t="114162" x="5302250" y="3543300"/>
          <p14:tracePt t="114178" x="5314950" y="3543300"/>
          <p14:tracePt t="114212" x="5321300" y="3543300"/>
          <p14:tracePt t="114228" x="5327650" y="3543300"/>
          <p14:tracePt t="114254" x="5334000" y="3549650"/>
          <p14:tracePt t="114275" x="5340350" y="3549650"/>
          <p14:tracePt t="114324" x="5346700" y="3549650"/>
          <p14:tracePt t="114366" x="5353050" y="3549650"/>
          <p14:tracePt t="114408" x="5359400" y="3549650"/>
          <p14:tracePt t="114415" x="5365750" y="3549650"/>
          <p14:tracePt t="114436" x="5372100" y="3549650"/>
          <p14:tracePt t="114446" x="5378450" y="3549650"/>
          <p14:tracePt t="114464" x="5384800" y="3556000"/>
          <p14:tracePt t="114480" x="5397500" y="3562350"/>
          <p14:tracePt t="114494" x="5410200" y="3568700"/>
          <p14:tracePt t="114510" x="5461000" y="3594100"/>
          <p14:tracePt t="114528" x="5492750" y="3600450"/>
          <p14:tracePt t="114544" x="5543550" y="3613150"/>
          <p14:tracePt t="114560" x="5600700" y="3638550"/>
          <p14:tracePt t="114577" x="5645150" y="3651250"/>
          <p14:tracePt t="114593" x="5657850" y="3651250"/>
          <p14:tracePt t="114610" x="5683250" y="3657600"/>
          <p14:tracePt t="114627" x="5695950" y="3663950"/>
          <p14:tracePt t="114710" x="5695950" y="3670300"/>
          <p14:tracePt t="114759" x="5695950" y="3676650"/>
          <p14:tracePt t="114808" x="5695950" y="3683000"/>
          <p14:tracePt t="114815" x="5695950" y="3689350"/>
          <p14:tracePt t="114829" x="5695950" y="3695700"/>
          <p14:tracePt t="114843" x="5695950" y="3702050"/>
          <p14:tracePt t="114859" x="5689600" y="3721100"/>
          <p14:tracePt t="114876" x="5683250" y="3733800"/>
          <p14:tracePt t="114893" x="5670550" y="3759200"/>
          <p14:tracePt t="114908" x="5657850" y="3784600"/>
          <p14:tracePt t="114926" x="5651500" y="3797300"/>
          <p14:tracePt t="114943" x="5638800" y="3822700"/>
          <p14:tracePt t="114959" x="5632450" y="3835400"/>
          <p14:tracePt t="114975" x="5626100" y="3835400"/>
          <p14:tracePt t="115096" x="5632450" y="3835400"/>
          <p14:tracePt t="115117" x="5638800" y="3835400"/>
          <p14:tracePt t="115138" x="5645150" y="3829050"/>
          <p14:tracePt t="115160" x="5657850" y="3822700"/>
          <p14:tracePt t="115166" x="5664200" y="3816350"/>
          <p14:tracePt t="115180" x="5676900" y="3803650"/>
          <p14:tracePt t="115191" x="5695950" y="3790950"/>
          <p14:tracePt t="115209" x="5734050" y="3771900"/>
          <p14:tracePt t="115225" x="5753100" y="3752850"/>
          <p14:tracePt t="115242" x="5791200" y="3727450"/>
          <p14:tracePt t="115258" x="5816600" y="3708400"/>
          <p14:tracePt t="115275" x="5829300" y="3702050"/>
          <p14:tracePt t="115292" x="5848350" y="3689350"/>
          <p14:tracePt t="115309" x="5848350" y="3683000"/>
          <p14:tracePt t="115342" x="5854700" y="3683000"/>
          <p14:tracePt t="115370" x="5861050" y="3683000"/>
          <p14:tracePt t="115489" x="5867400" y="3683000"/>
          <p14:tracePt t="115496" x="5873750" y="3683000"/>
          <p14:tracePt t="115517" x="5880100" y="3683000"/>
          <p14:tracePt t="115552" x="5886450" y="3683000"/>
          <p14:tracePt t="115559" x="5899150" y="3683000"/>
          <p14:tracePt t="115566" x="5905500" y="3683000"/>
          <p14:tracePt t="115580" x="5911850" y="3683000"/>
          <p14:tracePt t="115589" x="5924550" y="3683000"/>
          <p14:tracePt t="115606" x="5943600" y="3683000"/>
          <p14:tracePt t="115623" x="5981700" y="3683000"/>
          <p14:tracePt t="115640" x="6026150" y="3689350"/>
          <p14:tracePt t="115658" x="6064250" y="3689350"/>
          <p14:tracePt t="115672" x="6076950" y="3689350"/>
          <p14:tracePt t="115690" x="6089650" y="3689350"/>
          <p14:tracePt t="115707" x="6121400" y="3689350"/>
          <p14:tracePt t="115749" x="6127750" y="3695700"/>
          <p14:tracePt t="116891" x="6108700" y="3695700"/>
          <p14:tracePt t="116906" x="6076950" y="3689350"/>
          <p14:tracePt t="116912" x="6051550" y="3683000"/>
          <p14:tracePt t="116921" x="6019800" y="3670300"/>
          <p14:tracePt t="116936" x="5988050" y="3657600"/>
          <p14:tracePt t="116952" x="5943600" y="3644900"/>
          <p14:tracePt t="116969" x="5822950" y="3613150"/>
          <p14:tracePt t="116985" x="5689600" y="3587750"/>
          <p14:tracePt t="117002" x="5613400" y="3575050"/>
          <p14:tracePt t="117018" x="5473700" y="3575050"/>
          <p14:tracePt t="117035" x="5372100" y="3575050"/>
          <p14:tracePt t="117052" x="5321300" y="3575050"/>
          <p14:tracePt t="117068" x="5213350" y="3568700"/>
          <p14:tracePt t="117085" x="5111750" y="3556000"/>
          <p14:tracePt t="117103" x="5029200" y="3556000"/>
          <p14:tracePt t="117118" x="4978400" y="3562350"/>
          <p14:tracePt t="117135" x="4883150" y="3568700"/>
          <p14:tracePt t="117152" x="4813300" y="3575050"/>
          <p14:tracePt t="117168" x="4775200" y="3575050"/>
          <p14:tracePt t="117184" x="4756150" y="3581400"/>
          <p14:tracePt t="117201" x="4660900" y="3581400"/>
          <p14:tracePt t="117218" x="4629150" y="3581400"/>
          <p14:tracePt t="117234" x="4591050" y="3581400"/>
          <p14:tracePt t="117251" x="4533900" y="3594100"/>
          <p14:tracePt t="117267" x="4476750" y="3600450"/>
          <p14:tracePt t="117285" x="4425950" y="3619500"/>
          <p14:tracePt t="117301" x="4406900" y="3619500"/>
          <p14:tracePt t="117318" x="4381500" y="3632200"/>
          <p14:tracePt t="117335" x="4362450" y="3638550"/>
          <p14:tracePt t="117351" x="4349750" y="3644900"/>
          <p14:tracePt t="117367" x="4337050" y="3657600"/>
          <p14:tracePt t="117384" x="4330700" y="3663950"/>
          <p14:tracePt t="117418" x="4324350" y="3670300"/>
          <p14:tracePt t="117468" x="4318000" y="3670300"/>
          <p14:tracePt t="117948" x="4298950" y="3670300"/>
          <p14:tracePt t="117955" x="4267200" y="3670300"/>
          <p14:tracePt t="117969" x="4229100" y="3670300"/>
          <p14:tracePt t="117984" x="4140200" y="3670300"/>
          <p14:tracePt t="117999" x="4095750" y="3663950"/>
          <p14:tracePt t="118015" x="4032250" y="3663950"/>
          <p14:tracePt t="118032" x="3917950" y="3663950"/>
          <p14:tracePt t="118048" x="3778250" y="3651250"/>
          <p14:tracePt t="118065" x="3708400" y="3644900"/>
          <p14:tracePt t="118081" x="3581400" y="3632200"/>
          <p14:tracePt t="118098" x="3486150" y="3638550"/>
          <p14:tracePt t="118115" x="3422650" y="3644900"/>
          <p14:tracePt t="118131" x="3340100" y="3651250"/>
          <p14:tracePt t="118148" x="3263900" y="3651250"/>
          <p14:tracePt t="118165" x="3206750" y="3663950"/>
          <p14:tracePt t="118180" x="3187700" y="3663950"/>
          <p14:tracePt t="118197" x="3162300" y="3663950"/>
          <p14:tracePt t="118214" x="3149600" y="3663950"/>
          <p14:tracePt t="118231" x="3143250" y="3663950"/>
          <p14:tracePt t="118277" x="3155950" y="3663950"/>
          <p14:tracePt t="118299" x="3168650" y="3663950"/>
          <p14:tracePt t="118305" x="3181350" y="3663950"/>
          <p14:tracePt t="118319" x="3194050" y="3663950"/>
          <p14:tracePt t="118330" x="3206750" y="3663950"/>
          <p14:tracePt t="118348" x="3238500" y="3663950"/>
          <p14:tracePt t="118363" x="3270250" y="3663950"/>
          <p14:tracePt t="118381" x="3327400" y="3663950"/>
          <p14:tracePt t="118397" x="3403600" y="3657600"/>
          <p14:tracePt t="118415" x="3460750" y="3638550"/>
          <p14:tracePt t="118431" x="3568700" y="3619500"/>
          <p14:tracePt t="118447" x="3702050" y="3581400"/>
          <p14:tracePt t="118464" x="3752850" y="3575050"/>
          <p14:tracePt t="118481" x="3848100" y="3549650"/>
          <p14:tracePt t="118497" x="3892550" y="3530600"/>
          <p14:tracePt t="118514" x="3898900" y="3530600"/>
          <p14:tracePt t="118530" x="3905250" y="3524250"/>
          <p14:tracePt t="118547" x="3905250" y="3517900"/>
          <p14:tracePt t="118566" x="3905250" y="3511550"/>
          <p14:tracePt t="118586" x="3905250" y="3498850"/>
          <p14:tracePt t="118600" x="3898900" y="3492500"/>
          <p14:tracePt t="118615" x="3892550" y="3479800"/>
          <p14:tracePt t="118630" x="3879850" y="3467100"/>
          <p14:tracePt t="118646" x="3867150" y="3448050"/>
          <p14:tracePt t="118664" x="3822700" y="3397250"/>
          <p14:tracePt t="118679" x="3771900" y="3340100"/>
          <p14:tracePt t="118696" x="3740150" y="3308350"/>
          <p14:tracePt t="118713" x="3695700" y="3263900"/>
          <p14:tracePt t="118729" x="3657600" y="3232150"/>
          <p14:tracePt t="118746" x="3644900" y="3219450"/>
          <p14:tracePt t="118763" x="3619500" y="3200400"/>
          <p14:tracePt t="118779" x="3600450" y="3187700"/>
          <p14:tracePt t="118796" x="3581400" y="3181350"/>
          <p14:tracePt t="118812" x="3556000" y="3175000"/>
          <p14:tracePt t="118829" x="3530600" y="3162300"/>
          <p14:tracePt t="118846" x="3498850" y="3143250"/>
          <p14:tracePt t="118863" x="3486150" y="3143250"/>
          <p14:tracePt t="118878" x="3473450" y="3130550"/>
          <p14:tracePt t="118896" x="3397250" y="3098800"/>
          <p14:tracePt t="118912" x="3378200" y="3098800"/>
          <p14:tracePt t="118929" x="3346450" y="3092450"/>
          <p14:tracePt t="118946" x="3302000" y="3079750"/>
          <p14:tracePt t="118963" x="3263900" y="3067050"/>
          <p14:tracePt t="118979" x="3238500" y="3060700"/>
          <p14:tracePt t="118995" x="3219450" y="3060700"/>
          <p14:tracePt t="119012" x="3200400" y="3054350"/>
          <p14:tracePt t="119029" x="3187700" y="3054350"/>
          <p14:tracePt t="119064" x="3175000" y="3054350"/>
          <p14:tracePt t="119099" x="3175000" y="3048000"/>
          <p14:tracePt t="119212" x="3181350" y="3048000"/>
          <p14:tracePt t="119232" x="3194050" y="3048000"/>
          <p14:tracePt t="119239" x="3200400" y="3041650"/>
          <p14:tracePt t="119247" x="3213100" y="3041650"/>
          <p14:tracePt t="119261" x="3232150" y="3035300"/>
          <p14:tracePt t="119277" x="3263900" y="3028950"/>
          <p14:tracePt t="119294" x="3346450" y="2997200"/>
          <p14:tracePt t="119310" x="3403600" y="2978150"/>
          <p14:tracePt t="119327" x="3524250" y="2927350"/>
          <p14:tracePt t="119344" x="3594100" y="2908300"/>
          <p14:tracePt t="119360" x="3663950" y="2889250"/>
          <p14:tracePt t="119377" x="3829050" y="2857500"/>
          <p14:tracePt t="119394" x="3905250" y="2851150"/>
          <p14:tracePt t="119410" x="4095750" y="2851150"/>
          <p14:tracePt t="119427" x="4171950" y="2851150"/>
          <p14:tracePt t="119443" x="4235450" y="2851150"/>
          <p14:tracePt t="119460" x="4343400" y="2851150"/>
          <p14:tracePt t="119477" x="4368800" y="2851150"/>
          <p14:tracePt t="119494" x="4381500" y="2851150"/>
          <p14:tracePt t="119510" x="4400550" y="2851150"/>
          <p14:tracePt t="119527" x="4406900" y="2851150"/>
          <p14:tracePt t="119543" x="4413250" y="2851150"/>
          <p14:tracePt t="119577" x="4419600" y="2851150"/>
          <p14:tracePt t="119898" x="4413250" y="2851150"/>
          <p14:tracePt t="119941" x="4406900" y="2857500"/>
          <p14:tracePt t="119962" x="4406900" y="2870200"/>
          <p14:tracePt t="119969" x="4400550" y="2876550"/>
          <p14:tracePt t="119983" x="4400550" y="2889250"/>
          <p14:tracePt t="119992" x="4400550" y="2908300"/>
          <p14:tracePt t="120008" x="4394200" y="2927350"/>
          <p14:tracePt t="120025" x="4387850" y="2997200"/>
          <p14:tracePt t="120042" x="4368800" y="3117850"/>
          <p14:tracePt t="120058" x="4362450" y="3181350"/>
          <p14:tracePt t="120075" x="4343400" y="3333750"/>
          <p14:tracePt t="120091" x="4324350" y="3467100"/>
          <p14:tracePt t="120108" x="4311650" y="3530600"/>
          <p14:tracePt t="120125" x="4292600" y="3638550"/>
          <p14:tracePt t="120141" x="4292600" y="3676650"/>
          <p14:tracePt t="120159" x="4273550" y="3752850"/>
          <p14:tracePt t="120174" x="4273550" y="3759200"/>
          <p14:tracePt t="120191" x="4273550" y="3765550"/>
          <p14:tracePt t="120208" x="4267200" y="3765550"/>
          <p14:tracePt t="120355" x="4273550" y="3765550"/>
          <p14:tracePt t="120432" x="4279900" y="3765550"/>
          <p14:tracePt t="120453" x="4286250" y="3765550"/>
          <p14:tracePt t="120460" x="4292600" y="3765550"/>
          <p14:tracePt t="120476" x="4298950" y="3765550"/>
          <p14:tracePt t="120489" x="4305300" y="3765550"/>
          <p14:tracePt t="120507" x="4330700" y="3759200"/>
          <p14:tracePt t="120524" x="4375150" y="3752850"/>
          <p14:tracePt t="120540" x="4406900" y="3740150"/>
          <p14:tracePt t="120557" x="4489450" y="3714750"/>
          <p14:tracePt t="120573" x="4572000" y="3702050"/>
          <p14:tracePt t="120590" x="4641850" y="3689350"/>
          <p14:tracePt t="120606" x="4743450" y="3676650"/>
          <p14:tracePt t="120623" x="4851400" y="3663950"/>
          <p14:tracePt t="120640" x="4902200" y="3663950"/>
          <p14:tracePt t="120657" x="4997450" y="3657600"/>
          <p14:tracePt t="120672" x="5060950" y="3657600"/>
          <p14:tracePt t="120689" x="5092700" y="3657600"/>
          <p14:tracePt t="120706" x="5149850" y="3651250"/>
          <p14:tracePt t="120722" x="5200650" y="3632200"/>
          <p14:tracePt t="120738" x="5219700" y="3625850"/>
          <p14:tracePt t="120755" x="5270500" y="3613150"/>
          <p14:tracePt t="120772" x="5289550" y="3606800"/>
          <p14:tracePt t="120789" x="5334000" y="3594100"/>
          <p14:tracePt t="120805" x="5378450" y="3587750"/>
          <p14:tracePt t="120822" x="5397500" y="3587750"/>
          <p14:tracePt t="120839" x="5435600" y="3575050"/>
          <p14:tracePt t="120855" x="5467350" y="3575050"/>
          <p14:tracePt t="120872" x="5480050" y="3575050"/>
          <p14:tracePt t="120889" x="5492750" y="3575050"/>
          <p14:tracePt t="120905" x="5505450" y="3575050"/>
          <p14:tracePt t="120921" x="5511800" y="3575050"/>
          <p14:tracePt t="120954" x="5518150" y="3575050"/>
          <p14:tracePt t="120987" x="5524500" y="3575050"/>
          <p14:tracePt t="121022" x="5530850" y="3575050"/>
          <p14:tracePt t="121043" x="5543550" y="3575050"/>
          <p14:tracePt t="121057" x="5549900" y="3575050"/>
          <p14:tracePt t="121064" x="5556250" y="3575050"/>
          <p14:tracePt t="121085" x="5562600" y="3575050"/>
          <p14:tracePt t="121092" x="5575300" y="3575050"/>
          <p14:tracePt t="121107" x="5588000" y="3575050"/>
          <p14:tracePt t="121121" x="5607050" y="3581400"/>
          <p14:tracePt t="121138" x="5651500" y="3581400"/>
          <p14:tracePt t="121155" x="5708650" y="3587750"/>
          <p14:tracePt t="121171" x="5734050" y="3600450"/>
          <p14:tracePt t="121187" x="5803900" y="3606800"/>
          <p14:tracePt t="121205" x="5854700" y="3606800"/>
          <p14:tracePt t="121221" x="5880100" y="3613150"/>
          <p14:tracePt t="121237" x="5924550" y="3613150"/>
          <p14:tracePt t="121254" x="5949950" y="3613150"/>
          <p14:tracePt t="121270" x="5962650" y="3613150"/>
          <p14:tracePt t="121287" x="5969000" y="3613150"/>
          <p14:tracePt t="121304" x="5975350" y="3613150"/>
          <p14:tracePt t="121337" x="5981700" y="3613150"/>
          <p14:tracePt t="121365" x="5988050" y="3613150"/>
          <p14:tracePt t="121478" x="5988050" y="3619500"/>
          <p14:tracePt t="121485" x="5988050" y="3625850"/>
          <p14:tracePt t="122559" x="6000750" y="3625850"/>
          <p14:tracePt t="122567" x="6013450" y="3625850"/>
          <p14:tracePt t="122580" x="6026150" y="3632200"/>
          <p14:tracePt t="122586" x="6038850" y="3632200"/>
          <p14:tracePt t="122602" x="6045200" y="3632200"/>
          <p14:tracePt t="122616" x="6083300" y="3644900"/>
          <p14:tracePt t="122632" x="6102350" y="3644900"/>
          <p14:tracePt t="122650" x="6127750" y="3644900"/>
          <p14:tracePt t="122666" x="6197600" y="3644900"/>
          <p14:tracePt t="122683" x="6261100" y="3644900"/>
          <p14:tracePt t="122700" x="6318250" y="3644900"/>
          <p14:tracePt t="122716" x="6350000" y="3644900"/>
          <p14:tracePt t="122732" x="6407150" y="3644900"/>
          <p14:tracePt t="122749" x="6457950" y="3638550"/>
          <p14:tracePt t="122766" x="6470650" y="3638550"/>
          <p14:tracePt t="122782" x="6496050" y="3638550"/>
          <p14:tracePt t="122798" x="6508750" y="3638550"/>
          <p14:tracePt t="122815" x="6515100" y="3638550"/>
          <p14:tracePt t="122832" x="6527800" y="3638550"/>
          <p14:tracePt t="122848" x="6540500" y="3638550"/>
          <p14:tracePt t="122865" x="6546850" y="3638550"/>
          <p14:tracePt t="122898" x="6572250" y="3638550"/>
          <p14:tracePt t="122915" x="6578600" y="3638550"/>
          <p14:tracePt t="122931" x="6591300" y="3638550"/>
          <p14:tracePt t="122965" x="6610350" y="3644900"/>
          <p14:tracePt t="122981" x="6629400" y="3644900"/>
          <p14:tracePt t="122998" x="6635750" y="3644900"/>
          <p14:tracePt t="123015" x="6642100" y="3651250"/>
          <p14:tracePt t="123031" x="6654800" y="3651250"/>
          <p14:tracePt t="123065" x="6661150" y="3651250"/>
          <p14:tracePt t="123106" x="6667500" y="3651250"/>
          <p14:tracePt t="123127" x="6673850" y="3651250"/>
          <p14:tracePt t="123148" x="6673850" y="3657600"/>
          <p14:tracePt t="123155" x="6680200" y="3657600"/>
          <p14:tracePt t="123169" x="6686550" y="3657600"/>
          <p14:tracePt t="123180" x="6692900" y="3663950"/>
          <p14:tracePt t="123198" x="6699250" y="3670300"/>
          <p14:tracePt t="123214" x="6718300" y="3676650"/>
          <p14:tracePt t="123231" x="6718300" y="3683000"/>
          <p14:tracePt t="123247" x="6756400" y="3689350"/>
          <p14:tracePt t="123264" x="6769100" y="3702050"/>
          <p14:tracePt t="123281" x="6775450" y="3702050"/>
          <p14:tracePt t="123297" x="6788150" y="3708400"/>
          <p14:tracePt t="123314" x="6794500" y="3708400"/>
          <p14:tracePt t="123380" x="6794500" y="3714750"/>
          <p14:tracePt t="123450" x="6794500" y="3721100"/>
          <p14:tracePt t="123464" x="6800850" y="3721100"/>
          <p14:tracePt t="124933" x="6807200" y="3721100"/>
          <p14:tracePt t="124954" x="6813550" y="3721100"/>
          <p14:tracePt t="124961" x="6819900" y="3721100"/>
          <p14:tracePt t="124977" x="6826250" y="3721100"/>
          <p14:tracePt t="125003" x="6838950" y="3714750"/>
          <p14:tracePt t="125025" x="6845300" y="3714750"/>
          <p14:tracePt t="125031" x="6845300" y="3708400"/>
          <p14:tracePt t="125052" x="6851650" y="3708400"/>
          <p14:tracePt t="125066" x="6858000" y="3708400"/>
          <p14:tracePt t="125094" x="6864350" y="3708400"/>
          <p14:tracePt t="125101" x="6870700" y="3702050"/>
          <p14:tracePt t="125123" x="6877050" y="3702050"/>
          <p14:tracePt t="125143" x="6883400" y="3702050"/>
          <p14:tracePt t="125172" x="6889750" y="3702050"/>
          <p14:tracePt t="125186" x="6896100" y="3702050"/>
          <p14:tracePt t="125193" x="6902450" y="3702050"/>
          <p14:tracePt t="125214" x="6908800" y="3702050"/>
          <p14:tracePt t="125228" x="6915150" y="3702050"/>
          <p14:tracePt t="125240" x="6921500" y="3702050"/>
          <p14:tracePt t="125257" x="6927850" y="3702050"/>
          <p14:tracePt t="125277" x="6934200" y="3702050"/>
          <p14:tracePt t="125289" x="6940550" y="3702050"/>
          <p14:tracePt t="125306" x="6953250" y="3702050"/>
          <p14:tracePt t="125323" x="6959600" y="3702050"/>
          <p14:tracePt t="125340" x="6978650" y="3702050"/>
          <p14:tracePt t="125356" x="7010400" y="3689350"/>
          <p14:tracePt t="125373" x="7035800" y="3689350"/>
          <p14:tracePt t="125390" x="7092950" y="3689350"/>
          <p14:tracePt t="125406" x="7150100" y="3689350"/>
          <p14:tracePt t="125423" x="7169150" y="3689350"/>
          <p14:tracePt t="125440" x="7219950" y="3689350"/>
          <p14:tracePt t="125456" x="7239000" y="3689350"/>
          <p14:tracePt t="125473" x="7264400" y="3689350"/>
          <p14:tracePt t="125489" x="7277100" y="3689350"/>
          <p14:tracePt t="125506" x="7283450" y="3689350"/>
          <p14:tracePt t="125539" x="7302500" y="3689350"/>
          <p14:tracePt t="125556" x="7315200" y="3689350"/>
          <p14:tracePt t="125572" x="7340600" y="3676650"/>
          <p14:tracePt t="125589" x="7391400" y="3670300"/>
          <p14:tracePt t="125605" x="7423150" y="3657600"/>
          <p14:tracePt t="125621" x="7499350" y="3651250"/>
          <p14:tracePt t="125638" x="7581900" y="3632200"/>
          <p14:tracePt t="125656" x="7651750" y="3613150"/>
          <p14:tracePt t="125672" x="7677150" y="3613150"/>
          <p14:tracePt t="125688" x="7721600" y="3613150"/>
          <p14:tracePt t="125706" x="7759700" y="3606800"/>
          <p14:tracePt t="125722" x="7772400" y="3606800"/>
          <p14:tracePt t="125738" x="7816850" y="3600450"/>
          <p14:tracePt t="125755" x="7880350" y="3600450"/>
          <p14:tracePt t="125771" x="7905750" y="3613150"/>
          <p14:tracePt t="125789" x="7950200" y="3613150"/>
          <p14:tracePt t="125805" x="8058150" y="3625850"/>
          <p14:tracePt t="125821" x="8083550" y="3625850"/>
          <p14:tracePt t="125838" x="8115300" y="3625850"/>
          <p14:tracePt t="125854" x="8147050" y="3625850"/>
          <p14:tracePt t="125871" x="8166100" y="3625850"/>
          <p14:tracePt t="125888" x="8178800" y="3625850"/>
          <p14:tracePt t="126540" x="8172450" y="3625850"/>
          <p14:tracePt t="126589" x="8166100" y="3625850"/>
          <p14:tracePt t="126660" x="8159750" y="3625850"/>
          <p14:tracePt t="126736" x="8153400" y="3625850"/>
          <p14:tracePt t="126751" x="8147050" y="3625850"/>
          <p14:tracePt t="126758" x="8140700" y="3625850"/>
          <p14:tracePt t="126772" x="8128000" y="3625850"/>
          <p14:tracePt t="126786" x="8070850" y="3625850"/>
          <p14:tracePt t="126802" x="8032750" y="3625850"/>
          <p14:tracePt t="126818" x="7975600" y="3625850"/>
          <p14:tracePt t="126835" x="7835900" y="3625850"/>
          <p14:tracePt t="126851" x="7645400" y="3625850"/>
          <p14:tracePt t="126867" x="7531100" y="3632200"/>
          <p14:tracePt t="126885" x="7340600" y="3651250"/>
          <p14:tracePt t="126901" x="7175500" y="3670300"/>
          <p14:tracePt t="126917" x="7092950" y="3683000"/>
          <p14:tracePt t="126934" x="6978650" y="3683000"/>
          <p14:tracePt t="126951" x="6896100" y="3676650"/>
          <p14:tracePt t="126967" x="6870700" y="3670300"/>
          <p14:tracePt t="126984" x="6838950" y="3670300"/>
          <p14:tracePt t="127001" x="6819900" y="3670300"/>
          <p14:tracePt t="127018" x="6813550" y="3670300"/>
          <p14:tracePt t="127081" x="6807200" y="3676650"/>
          <p14:tracePt t="127088" x="6807200" y="3683000"/>
          <p14:tracePt t="127101" x="6800850" y="3689350"/>
          <p14:tracePt t="127480" x="6769100" y="3689350"/>
          <p14:tracePt t="127494" x="6731000" y="3683000"/>
          <p14:tracePt t="127502" x="6673850" y="3676650"/>
          <p14:tracePt t="127516" x="6597650" y="3676650"/>
          <p14:tracePt t="127532" x="6445250" y="3657600"/>
          <p14:tracePt t="127549" x="6343650" y="3644900"/>
          <p14:tracePt t="127565" x="6121400" y="3625850"/>
          <p14:tracePt t="127582" x="5867400" y="3581400"/>
          <p14:tracePt t="127599" x="5588000" y="3562350"/>
          <p14:tracePt t="127615" x="5448300" y="3549650"/>
          <p14:tracePt t="127632" x="5334000" y="3530600"/>
          <p14:tracePt t="127649" x="4959350" y="3441700"/>
          <p14:tracePt t="127665" x="4857750" y="3435350"/>
          <p14:tracePt t="127682" x="4743450" y="3416300"/>
          <p14:tracePt t="127698" x="4603750" y="3416300"/>
          <p14:tracePt t="127714" x="4483100" y="3384550"/>
          <p14:tracePt t="127731" x="4438650" y="3378200"/>
          <p14:tracePt t="127748" x="4343400" y="3359150"/>
          <p14:tracePt t="127764" x="4273550" y="3352800"/>
          <p14:tracePt t="127782" x="4184650" y="3352800"/>
          <p14:tracePt t="127798" x="4146550" y="3352800"/>
          <p14:tracePt t="127814" x="4064000" y="3371850"/>
          <p14:tracePt t="127832" x="3981450" y="3390900"/>
          <p14:tracePt t="127847" x="3911600" y="3390900"/>
          <p14:tracePt t="127865" x="3771900" y="3397250"/>
          <p14:tracePt t="127881" x="3606800" y="3397250"/>
          <p14:tracePt t="127897" x="3505200" y="3409950"/>
          <p14:tracePt t="127914" x="3429000" y="3429000"/>
          <p14:tracePt t="127930" x="3219450" y="3454400"/>
          <p14:tracePt t="127947" x="3168650" y="3454400"/>
          <p14:tracePt t="127965" x="3060700" y="3467100"/>
          <p14:tracePt t="127980" x="3016250" y="3473450"/>
          <p14:tracePt t="127997" x="2959100" y="3486150"/>
          <p14:tracePt t="128014" x="2914650" y="3498850"/>
          <p14:tracePt t="128030" x="2901950" y="3511550"/>
          <p14:tracePt t="128048" x="2870200" y="3524250"/>
          <p14:tracePt t="128064" x="2844800" y="3536950"/>
          <p14:tracePt t="128080" x="2832100" y="3536950"/>
          <p14:tracePt t="128097" x="2794000" y="3543300"/>
          <p14:tracePt t="128114" x="2774950" y="3543300"/>
          <p14:tracePt t="128130" x="2762250" y="3543300"/>
          <p14:tracePt t="128147" x="2743200" y="3543300"/>
          <p14:tracePt t="128163" x="2717800" y="3543300"/>
          <p14:tracePt t="128180" x="2705100" y="3536950"/>
          <p14:tracePt t="128197" x="2673350" y="3530600"/>
          <p14:tracePt t="128213" x="2647950" y="3530600"/>
          <p14:tracePt t="128229" x="2635250" y="3530600"/>
          <p14:tracePt t="128246" x="2603500" y="3530600"/>
          <p14:tracePt t="128263" x="2584450" y="3530600"/>
          <p14:tracePt t="128281" x="2514600" y="3530600"/>
          <p14:tracePt t="128296" x="2489200" y="3530600"/>
          <p14:tracePt t="128313" x="2470150" y="3530600"/>
          <p14:tracePt t="128316" x="2451100" y="3530600"/>
          <p14:tracePt t="128330" x="2432050" y="3530600"/>
          <p14:tracePt t="128346" x="2400300" y="3530600"/>
          <p14:tracePt t="128363" x="2374900" y="3530600"/>
          <p14:tracePt t="128379" x="2355850" y="3530600"/>
          <p14:tracePt t="128396" x="2317750" y="3530600"/>
          <p14:tracePt t="128413" x="2305050" y="3530600"/>
          <p14:tracePt t="128429" x="2273300" y="3530600"/>
          <p14:tracePt t="128445" x="2260600" y="3530600"/>
          <p14:tracePt t="128463" x="2235200" y="3530600"/>
          <p14:tracePt t="128478" x="2222500" y="3530600"/>
          <p14:tracePt t="128495" x="2178050" y="3536950"/>
          <p14:tracePt t="128512" x="2139950" y="3543300"/>
          <p14:tracePt t="128528" x="2120900" y="3549650"/>
          <p14:tracePt t="128545" x="2108200" y="3556000"/>
          <p14:tracePt t="128562" x="2057400" y="3562350"/>
          <p14:tracePt t="128579" x="2044700" y="3562350"/>
          <p14:tracePt t="128596" x="2044700" y="3568700"/>
          <p14:tracePt t="128612" x="2025650" y="3568700"/>
          <p14:tracePt t="129183" x="2025650" y="3581400"/>
          <p14:tracePt t="129198" x="2025650" y="3587750"/>
          <p14:tracePt t="129204" x="2025650" y="3594100"/>
          <p14:tracePt t="129225" x="2025650" y="3600450"/>
          <p14:tracePt t="129233" x="2019300" y="3606800"/>
          <p14:tracePt t="129246" x="2019300" y="3613150"/>
          <p14:tracePt t="129260" x="2019300" y="3625850"/>
          <p14:tracePt t="129276" x="2006600" y="3632200"/>
          <p14:tracePt t="129293" x="2000250" y="3638550"/>
          <p14:tracePt t="129310" x="1987550" y="3644900"/>
          <p14:tracePt t="129326" x="1981200" y="3651250"/>
          <p14:tracePt t="129342" x="1974850" y="3657600"/>
          <p14:tracePt t="129359" x="1968500" y="3657600"/>
          <p14:tracePt t="129375" x="1962150" y="3663950"/>
          <p14:tracePt t="129409" x="1955800" y="3670300"/>
          <p14:tracePt t="129443" x="1955800" y="3676650"/>
          <p14:tracePt t="129464" x="1949450" y="3676650"/>
          <p14:tracePt t="129485" x="1943100" y="3683000"/>
          <p14:tracePt t="129513" x="1936750" y="3683000"/>
          <p14:tracePt t="129555" x="1936750" y="3689350"/>
          <p14:tracePt t="129647" x="1943100" y="3695700"/>
          <p14:tracePt t="129668" x="1955800" y="3695700"/>
          <p14:tracePt t="129676" x="1962150" y="3695700"/>
          <p14:tracePt t="129689" x="1981200" y="3695700"/>
          <p14:tracePt t="129696" x="2000250" y="3695700"/>
          <p14:tracePt t="129711" x="2038350" y="3695700"/>
          <p14:tracePt t="129725" x="2114550" y="3695700"/>
          <p14:tracePt t="129741" x="2178050" y="3695700"/>
          <p14:tracePt t="129758" x="2241550" y="3695700"/>
          <p14:tracePt t="129774" x="2381250" y="3695700"/>
          <p14:tracePt t="129791" x="2520950" y="3695700"/>
          <p14:tracePt t="129808" x="2628900" y="3695700"/>
          <p14:tracePt t="129824" x="2679700" y="3695700"/>
          <p14:tracePt t="129841" x="2762250" y="3683000"/>
          <p14:tracePt t="129858" x="2819400" y="3683000"/>
          <p14:tracePt t="129873" x="2844800" y="3683000"/>
          <p14:tracePt t="129890" x="2876550" y="3683000"/>
          <p14:tracePt t="129907" x="2901950" y="3683000"/>
          <p14:tracePt t="129923" x="2908300" y="3683000"/>
          <p14:tracePt t="129941" x="2914650" y="3683000"/>
          <p14:tracePt t="129977" x="2921000" y="3683000"/>
          <p14:tracePt t="130215" x="2927350" y="3683000"/>
          <p14:tracePt t="130230" x="2933700" y="3683000"/>
          <p14:tracePt t="130237" x="2940050" y="3689350"/>
          <p14:tracePt t="130251" x="2952750" y="3695700"/>
          <p14:tracePt t="130259" x="2971800" y="3702050"/>
          <p14:tracePt t="130274" x="3016250" y="3721100"/>
          <p14:tracePt t="130290" x="3162300" y="3759200"/>
          <p14:tracePt t="130307" x="3251200" y="3790950"/>
          <p14:tracePt t="130322" x="3486150" y="3854450"/>
          <p14:tracePt t="130339" x="3613150" y="3873500"/>
          <p14:tracePt t="130356" x="3987800" y="3949700"/>
          <p14:tracePt t="130372" x="4089400" y="3962400"/>
          <p14:tracePt t="130389" x="4191000" y="3968750"/>
          <p14:tracePt t="130406" x="4343400" y="3981450"/>
          <p14:tracePt t="130422" x="4476750" y="3975100"/>
          <p14:tracePt t="130439" x="4527550" y="3975100"/>
          <p14:tracePt t="130455" x="4591050" y="3962400"/>
          <p14:tracePt t="130472" x="4629150" y="3962400"/>
          <p14:tracePt t="130489" x="4641850" y="3956050"/>
          <p14:tracePt t="130505" x="4648200" y="3956050"/>
          <p14:tracePt t="130521" x="4654550" y="3956050"/>
          <p14:tracePt t="130539" x="4667250" y="3956050"/>
          <p14:tracePt t="130555" x="4673600" y="3956050"/>
          <p14:tracePt t="130571" x="4699000" y="3956050"/>
          <p14:tracePt t="130588" x="4724400" y="3956050"/>
          <p14:tracePt t="130605" x="4730750" y="3956050"/>
          <p14:tracePt t="130621" x="4737100" y="3956050"/>
          <p14:tracePt t="130638" x="4787900" y="3949700"/>
          <p14:tracePt t="130654" x="4806950" y="3943350"/>
          <p14:tracePt t="130672" x="4864100" y="3937000"/>
          <p14:tracePt t="130688" x="4908550" y="3917950"/>
          <p14:tracePt t="130705" x="5003800" y="3898900"/>
          <p14:tracePt t="130722" x="5080000" y="3892550"/>
          <p14:tracePt t="130738" x="5111750" y="3873500"/>
          <p14:tracePt t="130754" x="5156200" y="3867150"/>
          <p14:tracePt t="130771" x="5181600" y="3854450"/>
          <p14:tracePt t="130788" x="5187950" y="3854450"/>
          <p14:tracePt t="130805" x="5200650" y="3854450"/>
          <p14:tracePt t="130837" x="5200650" y="3848100"/>
          <p14:tracePt t="130904" x="5207000" y="3848100"/>
          <p14:tracePt t="131030" x="5207000" y="3841750"/>
          <p14:tracePt t="134373" x="5137150" y="3797300"/>
          <p14:tracePt t="134380" x="5029200" y="3746500"/>
          <p14:tracePt t="134395" x="4921250" y="3683000"/>
          <p14:tracePt t="134409" x="4737100" y="3568700"/>
          <p14:tracePt t="134425" x="4629150" y="3505200"/>
          <p14:tracePt t="134442" x="4521200" y="3473450"/>
          <p14:tracePt t="134458" x="4292600" y="3378200"/>
          <p14:tracePt t="134475" x="4184650" y="3321050"/>
          <p14:tracePt t="134492" x="4051300" y="3282950"/>
          <p14:tracePt t="134508" x="3721100" y="3155950"/>
          <p14:tracePt t="134525" x="3479800" y="3067050"/>
          <p14:tracePt t="134542" x="3359150" y="3035300"/>
          <p14:tracePt t="134558" x="3105150" y="2997200"/>
          <p14:tracePt t="134575" x="2762250" y="2946400"/>
          <p14:tracePt t="134592" x="2451100" y="2914650"/>
          <p14:tracePt t="134608" x="2266950" y="2914650"/>
          <p14:tracePt t="134624" x="1924050" y="2914650"/>
          <p14:tracePt t="134641" x="1657350" y="2914650"/>
          <p14:tracePt t="134657" x="1517650" y="2914650"/>
          <p14:tracePt t="134675" x="1403350" y="2940050"/>
          <p14:tracePt t="134690" x="1225550" y="2990850"/>
          <p14:tracePt t="134708" x="1212850" y="2997200"/>
          <p14:tracePt t="134725" x="1200150" y="3035300"/>
          <p14:tracePt t="134741" x="1200150" y="3054350"/>
          <p14:tracePt t="134757" x="1200150" y="3079750"/>
          <p14:tracePt t="134774" x="1212850" y="3130550"/>
          <p14:tracePt t="134790" x="1225550" y="3162300"/>
          <p14:tracePt t="134807" x="1250950" y="3219450"/>
          <p14:tracePt t="134824" x="1295400" y="3282950"/>
          <p14:tracePt t="134840" x="1327150" y="3327400"/>
          <p14:tracePt t="134857" x="1441450" y="3479800"/>
          <p14:tracePt t="134873" x="1600200" y="3638550"/>
          <p14:tracePt t="134889" x="1682750" y="3714750"/>
          <p14:tracePt t="134893" x="1778000" y="3810000"/>
          <p14:tracePt t="134907" x="1873250" y="3879850"/>
          <p14:tracePt t="134923" x="2089150" y="4013200"/>
          <p14:tracePt t="134940" x="2184400" y="4076700"/>
          <p14:tracePt t="134957" x="2324100" y="4146550"/>
          <p14:tracePt t="134973" x="2381250" y="4165600"/>
          <p14:tracePt t="134990" x="2387600" y="4165600"/>
          <p14:tracePt t="135006" x="2406650" y="4165600"/>
          <p14:tracePt t="135023" x="2419350" y="4146550"/>
          <p14:tracePt t="135040" x="2432050" y="4133850"/>
          <p14:tracePt t="135056" x="2444750" y="4108450"/>
          <p14:tracePt t="135073" x="2457450" y="4095750"/>
          <p14:tracePt t="135090" x="2470150" y="4076700"/>
          <p14:tracePt t="135106" x="2476500" y="4076700"/>
          <p14:tracePt t="135139" x="2482850" y="4070350"/>
          <p14:tracePt t="135173" x="2482850" y="4064000"/>
          <p14:tracePt t="135216" x="2482850" y="4057650"/>
          <p14:tracePt t="135293" x="2489200" y="4057650"/>
          <p14:tracePt t="135314" x="2489200" y="4051300"/>
          <p14:tracePt t="135321" x="2495550" y="4044950"/>
          <p14:tracePt t="135335" x="2501900" y="4044950"/>
          <p14:tracePt t="135342" x="2508250" y="4044950"/>
          <p14:tracePt t="135358" x="2514600" y="4044950"/>
          <p14:tracePt t="135372" x="2520950" y="4038600"/>
          <p14:tracePt t="135388" x="2533650" y="4032250"/>
          <p14:tracePt t="135391" x="2552700" y="4025900"/>
          <p14:tracePt t="135408" x="2571750" y="4013200"/>
          <p14:tracePt t="135422" x="2590800" y="4000500"/>
          <p14:tracePt t="135438" x="2654300" y="3975100"/>
          <p14:tracePt t="135455" x="2730500" y="3930650"/>
          <p14:tracePt t="135472" x="2774950" y="3911600"/>
          <p14:tracePt t="135488" x="2851150" y="3860800"/>
          <p14:tracePt t="135505" x="2927350" y="3829050"/>
          <p14:tracePt t="135522" x="2959100" y="3810000"/>
          <p14:tracePt t="135538" x="3009900" y="3771900"/>
          <p14:tracePt t="135554" x="3054350" y="3746500"/>
          <p14:tracePt t="135571" x="3067050" y="3721100"/>
          <p14:tracePt t="135588" x="3105150" y="3702050"/>
          <p14:tracePt t="135604" x="3124200" y="3676650"/>
          <p14:tracePt t="135621" x="3136900" y="3663950"/>
          <p14:tracePt t="135638" x="3149600" y="3632200"/>
          <p14:tracePt t="135655" x="3155950" y="3606800"/>
          <p14:tracePt t="135671" x="3155950" y="3594100"/>
          <p14:tracePt t="135687" x="3155950" y="3556000"/>
          <p14:tracePt t="135704" x="3155950" y="3536950"/>
          <p14:tracePt t="135721" x="3149600" y="3479800"/>
          <p14:tracePt t="135737" x="3117850" y="3416300"/>
          <p14:tracePt t="135754" x="3098800" y="3384550"/>
          <p14:tracePt t="135771" x="3073400" y="3340100"/>
          <p14:tracePt t="135787" x="3041650" y="3302000"/>
          <p14:tracePt t="135804" x="3035300" y="3289300"/>
          <p14:tracePt t="135820" x="3009900" y="3257550"/>
          <p14:tracePt t="135836" x="2990850" y="3238500"/>
          <p14:tracePt t="135853" x="2984500" y="3225800"/>
          <p14:tracePt t="135870" x="2965450" y="3206750"/>
          <p14:tracePt t="135886" x="2946400" y="3181350"/>
          <p14:tracePt t="135904" x="2921000" y="3155950"/>
          <p14:tracePt t="135920" x="2914650" y="3143250"/>
          <p14:tracePt t="135936" x="2901950" y="3130550"/>
          <p14:tracePt t="135954" x="2863850" y="3092450"/>
          <p14:tracePt t="135970" x="2844800" y="3073400"/>
          <p14:tracePt t="135986" x="2832100" y="3067050"/>
          <p14:tracePt t="136003" x="2787650" y="3035300"/>
          <p14:tracePt t="136020" x="2743200" y="3016250"/>
          <p14:tracePt t="136036" x="2724150" y="3009900"/>
          <p14:tracePt t="136053" x="2686050" y="2997200"/>
          <p14:tracePt t="136070" x="2641600" y="2984500"/>
          <p14:tracePt t="136087" x="2616200" y="2971800"/>
          <p14:tracePt t="136102" x="2609850" y="2971800"/>
          <p14:tracePt t="136120" x="2603500" y="2971800"/>
          <p14:tracePt t="136157" x="2597150" y="2971800"/>
          <p14:tracePt t="136276" x="2603500" y="2971800"/>
          <p14:tracePt t="136297" x="2609850" y="2971800"/>
          <p14:tracePt t="136340" x="2616200" y="2971800"/>
          <p14:tracePt t="136367" x="2622550" y="2971800"/>
          <p14:tracePt t="136389" x="2628900" y="2965450"/>
          <p14:tracePt t="136417" x="2635250" y="2965450"/>
          <p14:tracePt t="136430" x="2641600" y="2965450"/>
          <p14:tracePt t="136437" x="2654300" y="2965450"/>
          <p14:tracePt t="136452" x="2667000" y="2965450"/>
          <p14:tracePt t="136467" x="2717800" y="2959100"/>
          <p14:tracePt t="136484" x="2755900" y="2946400"/>
          <p14:tracePt t="136502" x="2857500" y="2946400"/>
          <p14:tracePt t="136518" x="2978150" y="2940050"/>
          <p14:tracePt t="136534" x="3028950" y="2933700"/>
          <p14:tracePt t="136551" x="3130550" y="2933700"/>
          <p14:tracePt t="136568" x="3187700" y="2921000"/>
          <p14:tracePt t="136585" x="3257550" y="2914650"/>
          <p14:tracePt t="136601" x="3314700" y="2908300"/>
          <p14:tracePt t="136618" x="3340100" y="2908300"/>
          <p14:tracePt t="136635" x="3397250" y="2901950"/>
          <p14:tracePt t="136651" x="3460750" y="2889250"/>
          <p14:tracePt t="136667" x="3498850" y="2882900"/>
          <p14:tracePt t="136684" x="3568700" y="2870200"/>
          <p14:tracePt t="136701" x="3676650" y="2851150"/>
          <p14:tracePt t="136717" x="3727450" y="2851150"/>
          <p14:tracePt t="136734" x="3848100" y="2825750"/>
          <p14:tracePt t="136751" x="3956050" y="2787650"/>
          <p14:tracePt t="136767" x="3987800" y="2781300"/>
          <p14:tracePt t="136783" x="4038600" y="2755900"/>
          <p14:tracePt t="136800" x="4064000" y="2749550"/>
          <p14:tracePt t="136818" x="4083050" y="2743200"/>
          <p14:tracePt t="136850" x="4095750" y="2743200"/>
          <p14:tracePt t="136867" x="4127500" y="2736850"/>
          <p14:tracePt t="136883" x="4133850" y="2736850"/>
          <p14:tracePt t="136900" x="4146550" y="2736850"/>
          <p14:tracePt t="136916" x="4159250" y="2743200"/>
          <p14:tracePt t="136933" x="4178300" y="2749550"/>
          <p14:tracePt t="136950" x="4191000" y="2749550"/>
          <p14:tracePt t="136966" x="4216400" y="2749550"/>
          <p14:tracePt t="136983" x="4254500" y="2755900"/>
          <p14:tracePt t="137000" x="4305300" y="2755900"/>
          <p14:tracePt t="137016" x="4324350" y="2755900"/>
          <p14:tracePt t="137032" x="4375150" y="2755900"/>
          <p14:tracePt t="137050" x="4413250" y="2755900"/>
          <p14:tracePt t="137066" x="4425950" y="2755900"/>
          <p14:tracePt t="137083" x="4464050" y="2755900"/>
          <p14:tracePt t="137099" x="4489450" y="2755900"/>
          <p14:tracePt t="137116" x="4502150" y="2755900"/>
          <p14:tracePt t="137134" x="4514850" y="2755900"/>
          <p14:tracePt t="137149" x="4533900" y="2755900"/>
          <p14:tracePt t="137166" x="4540250" y="2755900"/>
          <p14:tracePt t="137183" x="4552950" y="2762250"/>
          <p14:tracePt t="137323" x="4546600" y="2762250"/>
          <p14:tracePt t="137329" x="4533900" y="2768600"/>
          <p14:tracePt t="137344" x="4502150" y="2768600"/>
          <p14:tracePt t="137351" x="4464050" y="2768600"/>
          <p14:tracePt t="137365" x="4387850" y="2768600"/>
          <p14:tracePt t="137381" x="4197350" y="2768600"/>
          <p14:tracePt t="137398" x="4064000" y="2768600"/>
          <p14:tracePt t="137415" x="3683000" y="2768600"/>
          <p14:tracePt t="137431" x="3213100" y="2768600"/>
          <p14:tracePt t="137448" x="2921000" y="2781300"/>
          <p14:tracePt t="137464" x="2425700" y="2794000"/>
          <p14:tracePt t="137481" x="2159000" y="2813050"/>
          <p14:tracePt t="137499" x="1543050" y="2851150"/>
          <p14:tracePt t="137515" x="1377950" y="2863850"/>
          <p14:tracePt t="137531" x="1250950" y="2876550"/>
          <p14:tracePt t="137548" x="1047750" y="2895600"/>
          <p14:tracePt t="137564" x="889000" y="2914650"/>
          <p14:tracePt t="137580" x="844550" y="2933700"/>
          <p14:tracePt t="137597" x="787400" y="2940050"/>
          <p14:tracePt t="137614" x="768350" y="2946400"/>
          <p14:tracePt t="137632" x="768350" y="2952750"/>
          <p14:tracePt t="137647" x="762000" y="2952750"/>
          <p14:tracePt t="137864" x="774700" y="2952750"/>
          <p14:tracePt t="137870" x="781050" y="2952750"/>
          <p14:tracePt t="137885" x="800100" y="2946400"/>
          <p14:tracePt t="137896" x="819150" y="2933700"/>
          <p14:tracePt t="137913" x="876300" y="2914650"/>
          <p14:tracePt t="137929" x="933450" y="2895600"/>
          <p14:tracePt t="137946" x="1066800" y="2870200"/>
          <p14:tracePt t="137963" x="1244600" y="2838450"/>
          <p14:tracePt t="137980" x="1333500" y="2832100"/>
          <p14:tracePt t="137995" x="1504950" y="2800350"/>
          <p14:tracePt t="138012" x="1612900" y="2774950"/>
          <p14:tracePt t="138029" x="1657350" y="2762250"/>
          <p14:tracePt t="138047" x="1701800" y="2755900"/>
          <p14:tracePt t="138062" x="1727200" y="2755900"/>
          <p14:tracePt t="138079" x="1733550" y="2755900"/>
          <p14:tracePt t="138096" x="1739900" y="2755900"/>
          <p14:tracePt t="138111" x="1746250" y="2755900"/>
          <p14:tracePt t="138146" x="1752600" y="2755900"/>
          <p14:tracePt t="138194" x="1758950" y="2755900"/>
          <p14:tracePt t="138214" x="1771650" y="2755900"/>
          <p14:tracePt t="138221" x="1784350" y="2755900"/>
          <p14:tracePt t="138236" x="1803400" y="2755900"/>
          <p14:tracePt t="138245" x="1835150" y="2755900"/>
          <p14:tracePt t="138262" x="1860550" y="2755900"/>
          <p14:tracePt t="138279" x="1943100" y="2762250"/>
          <p14:tracePt t="138296" x="2032000" y="2774950"/>
          <p14:tracePt t="138311" x="2063750" y="2774950"/>
          <p14:tracePt t="138329" x="2101850" y="2781300"/>
          <p14:tracePt t="138345" x="2127250" y="2787650"/>
          <p14:tracePt t="138362" x="2133600" y="2794000"/>
          <p14:tracePt t="138378" x="2139950" y="2794000"/>
          <p14:tracePt t="138394" x="2146300" y="2794000"/>
          <p14:tracePt t="138454" x="2152650" y="2800350"/>
          <p14:tracePt t="138468" x="2159000" y="2800350"/>
          <p14:tracePt t="138482" x="2165350" y="2800350"/>
          <p14:tracePt t="138496" x="2171700" y="2800350"/>
          <p14:tracePt t="138503" x="2178050" y="2800350"/>
          <p14:tracePt t="138517" x="2190750" y="2806700"/>
          <p14:tracePt t="138527" x="2209800" y="2806700"/>
          <p14:tracePt t="138545" x="2222500" y="2813050"/>
          <p14:tracePt t="138561" x="2292350" y="2819400"/>
          <p14:tracePt t="138577" x="2362200" y="2825750"/>
          <p14:tracePt t="138595" x="2451100" y="2825750"/>
          <p14:tracePt t="138610" x="2489200" y="2832100"/>
          <p14:tracePt t="138627" x="2571750" y="2832100"/>
          <p14:tracePt t="138644" x="2647950" y="2832100"/>
          <p14:tracePt t="138660" x="2679700" y="2832100"/>
          <p14:tracePt t="138677" x="2724150" y="2832100"/>
          <p14:tracePt t="138694" x="2832100" y="2832100"/>
          <p14:tracePt t="138710" x="2882900" y="2825750"/>
          <p14:tracePt t="138728" x="2965450" y="2825750"/>
          <p14:tracePt t="138744" x="3016250" y="2825750"/>
          <p14:tracePt t="138760" x="3117850" y="2825750"/>
          <p14:tracePt t="138777" x="3213100" y="2813050"/>
          <p14:tracePt t="138793" x="3263900" y="2813050"/>
          <p14:tracePt t="138810" x="3352800" y="2813050"/>
          <p14:tracePt t="138827" x="3422650" y="2813050"/>
          <p14:tracePt t="138843" x="3460750" y="2813050"/>
          <p14:tracePt t="138860" x="3562350" y="2813050"/>
          <p14:tracePt t="138877" x="3683000" y="2806700"/>
          <p14:tracePt t="138893" x="3733800" y="2800350"/>
          <p14:tracePt t="138910" x="3848100" y="2787650"/>
          <p14:tracePt t="138926" x="3981450" y="2787650"/>
          <p14:tracePt t="138942" x="4032250" y="2787650"/>
          <p14:tracePt t="138945" x="4108450" y="2794000"/>
          <p14:tracePt t="138962" x="4159250" y="2794000"/>
          <p14:tracePt t="138976" x="4267200" y="2813050"/>
          <p14:tracePt t="138993" x="4292600" y="2813050"/>
          <p14:tracePt t="139009" x="4362450" y="2825750"/>
          <p14:tracePt t="139025" x="4394200" y="2825750"/>
          <p14:tracePt t="139043" x="4451350" y="2838450"/>
          <p14:tracePt t="139058" x="4489450" y="2844800"/>
          <p14:tracePt t="139075" x="4514850" y="2844800"/>
          <p14:tracePt t="139093" x="4552950" y="2870200"/>
          <p14:tracePt t="139109" x="4616450" y="2882900"/>
          <p14:tracePt t="139125" x="4622800" y="2882900"/>
          <p14:tracePt t="139143" x="4654550" y="2895600"/>
          <p14:tracePt t="139158" x="4673600" y="2895600"/>
          <p14:tracePt t="139175" x="4686300" y="2901950"/>
          <p14:tracePt t="139192" x="4699000" y="2901950"/>
          <p14:tracePt t="139208" x="4718050" y="2901950"/>
          <p14:tracePt t="139225" x="4724400" y="2901950"/>
          <p14:tracePt t="139242" x="4730750" y="2901950"/>
          <p14:tracePt t="139259" x="4730750" y="2908300"/>
          <p14:tracePt t="139995" x="4749800" y="2908300"/>
          <p14:tracePt t="140009" x="4781550" y="2908300"/>
          <p14:tracePt t="140015" x="4806950" y="2908300"/>
          <p14:tracePt t="140029" x="4851400" y="2895600"/>
          <p14:tracePt t="140044" x="4876800" y="2895600"/>
          <p14:tracePt t="140055" x="4908550" y="2889250"/>
          <p14:tracePt t="140072" x="4978400" y="2882900"/>
          <p14:tracePt t="140088" x="5035550" y="2876550"/>
          <p14:tracePt t="140105" x="5060950" y="2870200"/>
          <p14:tracePt t="140122" x="5137150" y="2844800"/>
          <p14:tracePt t="140139" x="5156200" y="2844800"/>
          <p14:tracePt t="140155" x="5207000" y="2838450"/>
          <p14:tracePt t="140171" x="5238750" y="2832100"/>
          <p14:tracePt t="140188" x="5251450" y="2832100"/>
          <p14:tracePt t="140206" x="5270500" y="2825750"/>
          <p14:tracePt t="140222" x="5283200" y="2819400"/>
          <p14:tracePt t="140238" x="5289550" y="2813050"/>
          <p14:tracePt t="140458" x="5295900" y="2813050"/>
          <p14:tracePt t="140487" x="5302250" y="2813050"/>
          <p14:tracePt t="140500" x="5314950" y="2813050"/>
          <p14:tracePt t="140507" x="5334000" y="2813050"/>
          <p14:tracePt t="140523" x="5365750" y="2813050"/>
          <p14:tracePt t="140537" x="5403850" y="2825750"/>
          <p14:tracePt t="140553" x="5454650" y="2832100"/>
          <p14:tracePt t="140571" x="5600700" y="2844800"/>
          <p14:tracePt t="140587" x="5676900" y="2844800"/>
          <p14:tracePt t="140604" x="5740400" y="2851150"/>
          <p14:tracePt t="140620" x="5854700" y="2851150"/>
          <p14:tracePt t="140637" x="5892800" y="2851150"/>
          <p14:tracePt t="140653" x="5918200" y="2851150"/>
          <p14:tracePt t="140670" x="5956300" y="2851150"/>
          <p14:tracePt t="140686" x="5962650" y="2851150"/>
          <p14:tracePt t="140704" x="5969000" y="2851150"/>
          <p14:tracePt t="140740" x="5962650" y="2851150"/>
          <p14:tracePt t="140756" x="5956300" y="2851150"/>
          <p14:tracePt t="140769" x="5937250" y="2851150"/>
          <p14:tracePt t="140786" x="5899150" y="2851150"/>
          <p14:tracePt t="140803" x="5797550" y="2863850"/>
          <p14:tracePt t="140819" x="5721350" y="2863850"/>
          <p14:tracePt t="140836" x="5645150" y="2870200"/>
          <p14:tracePt t="140852" x="5499100" y="2901950"/>
          <p14:tracePt t="140869" x="5441950" y="2908300"/>
          <p14:tracePt t="140887" x="5372100" y="2921000"/>
          <p14:tracePt t="140903" x="5353050" y="2933700"/>
          <p14:tracePt t="140919" x="5340350" y="2933700"/>
          <p14:tracePt t="140937" x="5321300" y="2933700"/>
          <p14:tracePt t="141020" x="5314950" y="2940050"/>
          <p14:tracePt t="141056" x="5314950" y="2946400"/>
          <p14:tracePt t="141139" x="5314950" y="2952750"/>
          <p14:tracePt t="141189" x="5321300" y="2952750"/>
          <p14:tracePt t="141196" x="5327650" y="2952750"/>
          <p14:tracePt t="141209" x="5334000" y="2952750"/>
          <p14:tracePt t="141223" x="5340350" y="2952750"/>
          <p14:tracePt t="141238" x="5346700" y="2946400"/>
          <p14:tracePt t="141252" x="5365750" y="2946400"/>
          <p14:tracePt t="141268" x="5384800" y="2940050"/>
          <p14:tracePt t="141284" x="5403850" y="2940050"/>
          <p14:tracePt t="141302" x="5461000" y="2933700"/>
          <p14:tracePt t="141318" x="5499100" y="2933700"/>
          <p14:tracePt t="141334" x="5568950" y="2927350"/>
          <p14:tracePt t="141351" x="5600700" y="2921000"/>
          <p14:tracePt t="141368" x="5619750" y="2921000"/>
          <p14:tracePt t="141384" x="5657850" y="2921000"/>
          <p14:tracePt t="141401" x="5664200" y="2914650"/>
          <p14:tracePt t="141418" x="5683250" y="2908300"/>
          <p14:tracePt t="141435" x="5689600" y="2901950"/>
          <p14:tracePt t="141468" x="5689600" y="2895600"/>
          <p14:tracePt t="141526" x="5683250" y="2895600"/>
          <p14:tracePt t="141540" x="5676900" y="2895600"/>
          <p14:tracePt t="141547" x="5670550" y="2895600"/>
          <p14:tracePt t="141575" x="5664200" y="2889250"/>
          <p14:tracePt t="141589" x="5657850" y="2889250"/>
          <p14:tracePt t="141596" x="5645150" y="2889250"/>
          <p14:tracePt t="141610" x="5632450" y="2889250"/>
          <p14:tracePt t="141624" x="5613400" y="2889250"/>
          <p14:tracePt t="141633" x="5600700" y="2882900"/>
          <p14:tracePt t="141650" x="5581650" y="2882900"/>
          <p14:tracePt t="141667" x="5530850" y="2876550"/>
          <p14:tracePt t="141683" x="5486400" y="2870200"/>
          <p14:tracePt t="141700" x="5441950" y="2870200"/>
          <p14:tracePt t="141717" x="5397500" y="2870200"/>
          <p14:tracePt t="141733" x="5384800" y="2870200"/>
          <p14:tracePt t="141749" x="5359400" y="2870200"/>
          <p14:tracePt t="141766" x="5346700" y="2870200"/>
          <p14:tracePt t="141783" x="5340350" y="2870200"/>
          <p14:tracePt t="141801" x="5327650" y="2870200"/>
          <p14:tracePt t="141816" x="5321300" y="2870200"/>
          <p14:tracePt t="141832" x="5314950" y="2870200"/>
          <p14:tracePt t="141850" x="5308600" y="2876550"/>
          <p14:tracePt t="141882" x="5302250" y="2876550"/>
          <p14:tracePt t="141899" x="5295900" y="2876550"/>
          <p14:tracePt t="141916" x="5295900" y="2882900"/>
          <p14:tracePt t="141996" x="5289550" y="2882900"/>
          <p14:tracePt t="142031" x="5283200" y="2882900"/>
          <p14:tracePt t="142067" x="5276850" y="2889250"/>
          <p14:tracePt t="142263" x="5270500" y="2895600"/>
          <p14:tracePt t="142369" x="5270500" y="2901950"/>
          <p14:tracePt t="142480" x="5270500" y="2908300"/>
          <p14:tracePt t="142790" x="5270500" y="2914650"/>
          <p14:tracePt t="143204" x="5276850" y="2914650"/>
          <p14:tracePt t="143239" x="5283200" y="2914650"/>
          <p14:tracePt t="143268" x="5289550" y="2914650"/>
          <p14:tracePt t="143274" x="5295900" y="2914650"/>
          <p14:tracePt t="143303" x="5302250" y="2914650"/>
          <p14:tracePt t="143309" x="5308600" y="2921000"/>
          <p14:tracePt t="143359" x="5321300" y="2921000"/>
          <p14:tracePt t="143372" x="5327650" y="2927350"/>
          <p14:tracePt t="143386" x="5334000" y="2927350"/>
          <p14:tracePt t="143401" x="5346700" y="2927350"/>
          <p14:tracePt t="143410" x="5353050" y="2927350"/>
          <p14:tracePt t="143427" x="5372100" y="2927350"/>
          <p14:tracePt t="143444" x="5391150" y="2933700"/>
          <p14:tracePt t="143460" x="5403850" y="2933700"/>
          <p14:tracePt t="143477" x="5429250" y="2940050"/>
          <p14:tracePt t="143494" x="5461000" y="2940050"/>
          <p14:tracePt t="143510" x="5473700" y="2952750"/>
          <p14:tracePt t="143527" x="5499100" y="2952750"/>
          <p14:tracePt t="143544" x="5511800" y="2952750"/>
          <p14:tracePt t="143577" x="5524500" y="2952750"/>
          <p14:tracePt t="143594" x="5530850" y="2952750"/>
          <p14:tracePt t="143610" x="5537200" y="2952750"/>
          <p14:tracePt t="143627" x="5543550" y="2946400"/>
          <p14:tracePt t="143661" x="5549900" y="2946400"/>
          <p14:tracePt t="143710" x="5549900" y="2940050"/>
          <p14:tracePt t="143745" x="5556250" y="2940050"/>
          <p14:tracePt t="143787" x="5562600" y="2933700"/>
          <p14:tracePt t="143794" x="5562600" y="2927350"/>
          <p14:tracePt t="143829" x="5568950" y="2927350"/>
          <p14:tracePt t="143858" x="5568950" y="2921000"/>
          <p14:tracePt t="143956" x="5568950" y="2914650"/>
          <p14:tracePt t="143991" x="5575300" y="2914650"/>
          <p14:tracePt t="144012" x="5575300" y="2908300"/>
          <p14:tracePt t="144040" x="5581650" y="2901950"/>
          <p14:tracePt t="144110" x="5581650" y="2895600"/>
          <p14:tracePt t="144139" x="5588000" y="2889250"/>
          <p14:tracePt t="144166" x="5588000" y="2882900"/>
          <p14:tracePt t="144202" x="5588000" y="2876550"/>
          <p14:tracePt t="144222" x="5588000" y="2870200"/>
          <p14:tracePt t="144244" x="5588000" y="2863850"/>
          <p14:tracePt t="144251" x="5588000" y="2857500"/>
          <p14:tracePt t="144272" x="5588000" y="2851150"/>
          <p14:tracePt t="144293" x="5588000" y="2844800"/>
          <p14:tracePt t="144321" x="5588000" y="2838450"/>
          <p14:tracePt t="144363" x="5588000" y="2832100"/>
          <p14:tracePt t="144385" x="5588000" y="2825750"/>
          <p14:tracePt t="144391" x="5588000" y="2819400"/>
          <p14:tracePt t="144405" x="5588000" y="2813050"/>
          <p14:tracePt t="144412" x="5588000" y="2806700"/>
          <p14:tracePt t="144433" x="5581650" y="2806700"/>
          <p14:tracePt t="144447" x="5581650" y="2800350"/>
          <p14:tracePt t="144457" x="5575300" y="2794000"/>
          <p14:tracePt t="144477" x="5562600" y="2781300"/>
          <p14:tracePt t="144490" x="5556250" y="2774950"/>
          <p14:tracePt t="144506" x="5524500" y="2755900"/>
          <p14:tracePt t="144523" x="5505450" y="2743200"/>
          <p14:tracePt t="144540" x="5454650" y="2711450"/>
          <p14:tracePt t="144556" x="5403850" y="2692400"/>
          <p14:tracePt t="144574" x="5353050" y="2679700"/>
          <p14:tracePt t="144590" x="5340350" y="2673350"/>
          <p14:tracePt t="144607" x="5302250" y="2667000"/>
          <p14:tracePt t="144624" x="5289550" y="2667000"/>
          <p14:tracePt t="144657" x="5283200" y="2667000"/>
          <p14:tracePt t="144673" x="5276850" y="2667000"/>
          <p14:tracePt t="144735" x="5276850" y="2673350"/>
          <p14:tracePt t="144763" x="5283200" y="2686050"/>
          <p14:tracePt t="144778" x="5289550" y="2692400"/>
          <p14:tracePt t="144784" x="5289550" y="2698750"/>
          <p14:tracePt t="144799" x="5295900" y="2705100"/>
          <p14:tracePt t="144808" x="5302250" y="2705100"/>
          <p14:tracePt t="144822" x="5314950" y="2711450"/>
          <p14:tracePt t="144839" x="5346700" y="2743200"/>
          <p14:tracePt t="144856" x="5384800" y="2768600"/>
          <p14:tracePt t="144872" x="5397500" y="2774950"/>
          <p14:tracePt t="144889" x="5416550" y="2800350"/>
          <p14:tracePt t="144905" x="5473700" y="2819400"/>
          <p14:tracePt t="144921" x="5499100" y="2838450"/>
          <p14:tracePt t="144940" x="5562600" y="2844800"/>
          <p14:tracePt t="144955" x="5581650" y="2844800"/>
          <p14:tracePt t="144973" x="5607050" y="2844800"/>
          <p14:tracePt t="144989" x="5651500" y="2844800"/>
          <p14:tracePt t="145005" x="5676900" y="2838450"/>
          <p14:tracePt t="145024" x="5689600" y="2832100"/>
          <p14:tracePt t="145038" x="5702300" y="2832100"/>
          <p14:tracePt t="145055" x="5708650" y="2825750"/>
          <p14:tracePt t="145071" x="5715000" y="2825750"/>
          <p14:tracePt t="145088" x="5727700" y="2819400"/>
          <p14:tracePt t="145122" x="5734050" y="2819400"/>
          <p14:tracePt t="145164" x="5740400" y="2819400"/>
          <p14:tracePt t="145185" x="5746750" y="2819400"/>
          <p14:tracePt t="145220" x="5753100" y="2819400"/>
          <p14:tracePt t="145234" x="5759450" y="2819400"/>
          <p14:tracePt t="145256" x="5765800" y="2813050"/>
          <p14:tracePt t="145269" x="5772150" y="2813050"/>
          <p14:tracePt t="145276" x="5778500" y="2813050"/>
          <p14:tracePt t="145291" x="5784850" y="2813050"/>
          <p14:tracePt t="145305" x="5791200" y="2813050"/>
          <p14:tracePt t="145321" x="5822950" y="2813050"/>
          <p14:tracePt t="145337" x="5842000" y="2813050"/>
          <p14:tracePt t="145354" x="5892800" y="2813050"/>
          <p14:tracePt t="145370" x="5918200" y="2819400"/>
          <p14:tracePt t="145388" x="5943600" y="2819400"/>
          <p14:tracePt t="145403" x="5988050" y="2819400"/>
          <p14:tracePt t="145420" x="6019800" y="2819400"/>
          <p14:tracePt t="145438" x="6057900" y="2819400"/>
          <p14:tracePt t="145453" x="6083300" y="2819400"/>
          <p14:tracePt t="145470" x="6096000" y="2819400"/>
          <p14:tracePt t="145487" x="6127750" y="2819400"/>
          <p14:tracePt t="145503" x="6134100" y="2819400"/>
          <p14:tracePt t="145520" x="6140450" y="2819400"/>
          <p14:tracePt t="145523" x="6146800" y="2819400"/>
          <p14:tracePt t="145537" x="6153150" y="2819400"/>
          <p14:tracePt t="146063" x="6146800" y="2813050"/>
          <p14:tracePt t="146119" x="6140450" y="2813050"/>
          <p14:tracePt t="146217" x="6140450" y="2806700"/>
          <p14:tracePt t="146995" x="6134100" y="2806700"/>
          <p14:tracePt t="147016" x="6127750" y="2806700"/>
          <p14:tracePt t="147031" x="6121400" y="2806700"/>
          <p14:tracePt t="147044" x="6115050" y="2813050"/>
          <p14:tracePt t="147051" x="6108700" y="2819400"/>
          <p14:tracePt t="147067" x="6102350" y="2819400"/>
          <p14:tracePt t="147081" x="6096000" y="2825750"/>
          <p14:tracePt t="147097" x="6083300" y="2832100"/>
          <p14:tracePt t="147115" x="6057900" y="2832100"/>
          <p14:tracePt t="147131" x="6045200" y="2832100"/>
          <p14:tracePt t="147147" x="6032500" y="2832100"/>
          <p14:tracePt t="147164" x="6007100" y="2838450"/>
          <p14:tracePt t="147181" x="6000750" y="2838450"/>
          <p14:tracePt t="147197" x="5994400" y="2838450"/>
          <p14:tracePt t="147214" x="5956300" y="2844800"/>
          <p14:tracePt t="147230" x="5937250" y="2844800"/>
          <p14:tracePt t="147248" x="5892800" y="2857500"/>
          <p14:tracePt t="147264" x="5867400" y="2863850"/>
          <p14:tracePt t="147281" x="5848350" y="2863850"/>
          <p14:tracePt t="147299" x="5797550" y="2882900"/>
          <p14:tracePt t="147314" x="5765800" y="2889250"/>
          <p14:tracePt t="147332" x="5715000" y="2901950"/>
          <p14:tracePt t="147348" x="5689600" y="2901950"/>
          <p14:tracePt t="147364" x="5670550" y="2908300"/>
          <p14:tracePt t="147380" x="5657850" y="2914650"/>
          <p14:tracePt t="147396" x="5619750" y="2921000"/>
          <p14:tracePt t="147414" x="5600700" y="2927350"/>
          <p14:tracePt t="147431" x="5568950" y="2927350"/>
          <p14:tracePt t="147447" x="5556250" y="2933700"/>
          <p14:tracePt t="147463" x="5543550" y="2940050"/>
          <p14:tracePt t="147480" x="5518150" y="2940050"/>
          <p14:tracePt t="147496" x="5505450" y="2940050"/>
          <p14:tracePt t="147513" x="5499100" y="2940050"/>
          <p14:tracePt t="147530" x="5473700" y="2946400"/>
          <p14:tracePt t="147546" x="5461000" y="2946400"/>
          <p14:tracePt t="147549" x="5454650" y="2946400"/>
          <p14:tracePt t="147566" x="5448300" y="2946400"/>
          <p14:tracePt t="148259" x="5441950" y="2946400"/>
          <p14:tracePt t="148266" x="5435600" y="2946400"/>
          <p14:tracePt t="148287" x="5429250" y="2946400"/>
          <p14:tracePt t="148296" x="5422900" y="2946400"/>
          <p14:tracePt t="148310" x="5416550" y="2946400"/>
          <p14:tracePt t="148327" x="5410200" y="2946400"/>
          <p14:tracePt t="148344" x="5403850" y="2946400"/>
          <p14:tracePt t="148360" x="5403850" y="2952750"/>
          <p14:tracePt t="148428" x="5397500" y="2952750"/>
          <p14:tracePt t="148449" x="5391150" y="2952750"/>
          <p14:tracePt t="148456" x="5391150" y="2959100"/>
          <p14:tracePt t="148478" x="5378450" y="2959100"/>
          <p14:tracePt t="148498" x="5372100" y="2959100"/>
          <p14:tracePt t="148526" x="5365750" y="2959100"/>
          <p14:tracePt t="148560" x="5359400" y="2959100"/>
          <p14:tracePt t="148575" x="5353050" y="2959100"/>
          <p14:tracePt t="148681" x="5346700" y="2959100"/>
          <p14:tracePt t="148709" x="5340350" y="2959100"/>
          <p14:tracePt t="148737" x="5334000" y="2959100"/>
          <p14:tracePt t="148758" x="5327650" y="2959100"/>
          <p14:tracePt t="148779" x="5321300" y="2959100"/>
          <p14:tracePt t="148807" x="5314950" y="2959100"/>
          <p14:tracePt t="148849" x="5308600" y="2959100"/>
          <p14:tracePt t="148877" x="5302250" y="2959100"/>
          <p14:tracePt t="148912" x="5295900" y="2959100"/>
          <p14:tracePt t="148926" x="5289550" y="2959100"/>
          <p14:tracePt t="148948" x="5283200" y="2959100"/>
          <p14:tracePt t="148989" x="5276850" y="2959100"/>
          <p14:tracePt t="149018" x="5270500" y="2959100"/>
          <p14:tracePt t="149172" x="5264150" y="2946400"/>
          <p14:tracePt t="149207" x="5264150" y="2940050"/>
          <p14:tracePt t="149291" x="5264150" y="2933700"/>
          <p14:tracePt t="149319" x="5264150" y="2927350"/>
          <p14:tracePt t="149369" x="5264150" y="2914650"/>
          <p14:tracePt t="149391" x="5264150" y="2908300"/>
          <p14:tracePt t="149418" x="5264150" y="2901950"/>
          <p14:tracePt t="149425" x="5264150" y="2895600"/>
          <p14:tracePt t="149474" x="5264150" y="2889250"/>
          <p14:tracePt t="149502" x="5270500" y="2882900"/>
          <p14:tracePt t="149537" x="5276850" y="2870200"/>
          <p14:tracePt t="149558" x="5276850" y="2863850"/>
          <p14:tracePt t="149586" x="5283200" y="2857500"/>
          <p14:tracePt t="149593" x="5283200" y="2851150"/>
          <p14:tracePt t="149609" x="5289550" y="2851150"/>
          <p14:tracePt t="149636" x="5295900" y="2851150"/>
          <p14:tracePt t="149643" x="5295900" y="2844800"/>
          <p14:tracePt t="149670" x="5302250" y="2838450"/>
          <p14:tracePt t="149706" x="5308600" y="2832100"/>
          <p14:tracePt t="149726" x="5308600" y="2825750"/>
          <p14:tracePt t="149740" x="5314950" y="2825750"/>
          <p14:tracePt t="149756" x="5321300" y="2819400"/>
          <p14:tracePt t="149776" x="5327650" y="2813050"/>
          <p14:tracePt t="149790" x="5334000" y="2813050"/>
          <p14:tracePt t="149804" x="5340350" y="2813050"/>
          <p14:tracePt t="149811" x="5353050" y="2806700"/>
          <p14:tracePt t="149825" x="5372100" y="2806700"/>
          <p14:tracePt t="149841" x="5384800" y="2794000"/>
          <p14:tracePt t="149855" x="5403850" y="2781300"/>
          <p14:tracePt t="149871" x="5416550" y="2774950"/>
          <p14:tracePt t="149889" x="5461000" y="2762250"/>
          <p14:tracePt t="149905" x="5467350" y="2755900"/>
          <p14:tracePt t="149922" x="5486400" y="2749550"/>
          <p14:tracePt t="149940" x="5511800" y="2743200"/>
          <p14:tracePt t="149955" x="5524500" y="2743200"/>
          <p14:tracePt t="149972" x="5530850" y="2743200"/>
          <p14:tracePt t="149989" x="5537200" y="2743200"/>
          <p14:tracePt t="150078" x="5543550" y="2736850"/>
          <p14:tracePt t="150092" x="5549900" y="2736850"/>
          <p14:tracePt t="150465" x="5543550" y="2736850"/>
          <p14:tracePt t="150479" x="5537200" y="2743200"/>
          <p14:tracePt t="150487" x="5524500" y="2755900"/>
          <p14:tracePt t="150500" x="5518150" y="2768600"/>
          <p14:tracePt t="150507" x="5511800" y="2787650"/>
          <p14:tracePt t="150520" x="5511800" y="2800350"/>
          <p14:tracePt t="150536" x="5505450" y="2825750"/>
          <p14:tracePt t="150553" x="5511800" y="2857500"/>
          <p14:tracePt t="150569" x="5524500" y="2889250"/>
          <p14:tracePt t="150586" x="5537200" y="2914650"/>
          <p14:tracePt t="150603" x="5543550" y="2921000"/>
          <p14:tracePt t="150606" x="5543550" y="2927350"/>
          <p14:tracePt t="150620" x="5549900" y="2933700"/>
          <p14:tracePt t="150654" x="5549900" y="2940050"/>
          <p14:tracePt t="150725" x="5549900" y="2946400"/>
          <p14:tracePt t="150816" x="5556250" y="2946400"/>
          <p14:tracePt t="150823" x="5556250" y="2940050"/>
          <p14:tracePt t="150844" x="5562600" y="2933700"/>
          <p14:tracePt t="150865" x="5568950" y="2927350"/>
          <p14:tracePt t="150887" x="5568950" y="2921000"/>
          <p14:tracePt t="150914" x="5575300" y="2921000"/>
          <p14:tracePt t="150921" x="5575300" y="2914650"/>
          <p14:tracePt t="150937" x="5575300" y="2908300"/>
          <p14:tracePt t="150964" x="5575300" y="2901950"/>
          <p14:tracePt t="150971" x="5575300" y="2895600"/>
          <p14:tracePt t="150987" x="5581650" y="2889250"/>
          <p14:tracePt t="151020" x="5581650" y="2882900"/>
          <p14:tracePt t="151035" x="5588000" y="2876550"/>
          <p14:tracePt t="151048" x="5588000" y="2870200"/>
          <p14:tracePt t="151069" x="5588000" y="2863850"/>
          <p14:tracePt t="151085" x="5588000" y="2857500"/>
          <p14:tracePt t="151090" x="5594350" y="2851150"/>
          <p14:tracePt t="151139" x="5594350" y="2844800"/>
          <p14:tracePt t="151167" x="5594350" y="2838450"/>
          <p14:tracePt t="151188" x="5594350" y="2832100"/>
          <p14:tracePt t="151216" x="5594350" y="2825750"/>
          <p14:tracePt t="151252" x="5600700" y="2819400"/>
          <p14:tracePt t="151322" x="5600700" y="2813050"/>
          <p14:tracePt t="151357" x="5607050" y="2813050"/>
          <p14:tracePt t="151378" x="5607050" y="2806700"/>
          <p14:tracePt t="151385" x="5607050" y="2800350"/>
          <p14:tracePt t="151392" x="5607050" y="2794000"/>
          <p14:tracePt t="151406" x="5607050" y="2787650"/>
          <p14:tracePt t="151416" x="5607050" y="2781300"/>
          <p14:tracePt t="152158" x="5607050" y="2794000"/>
          <p14:tracePt t="152172" x="5594350" y="2800350"/>
          <p14:tracePt t="152179" x="5588000" y="2813050"/>
          <p14:tracePt t="152193" x="5581650" y="2825750"/>
          <p14:tracePt t="152207" x="5568950" y="2832100"/>
          <p14:tracePt t="152216" x="5562600" y="2844800"/>
          <p14:tracePt t="152230" x="5549900" y="2851150"/>
          <p14:tracePt t="152247" x="5549900" y="2857500"/>
          <p14:tracePt t="152264" x="5530850" y="2876550"/>
          <p14:tracePt t="152280" x="5524500" y="2882900"/>
          <p14:tracePt t="152297" x="5518150" y="2889250"/>
          <p14:tracePt t="152314" x="5505450" y="2901950"/>
          <p14:tracePt t="152330" x="5499100" y="2901950"/>
          <p14:tracePt t="152346" x="5492750" y="2901950"/>
          <p14:tracePt t="152363" x="5486400" y="2908300"/>
          <p14:tracePt t="152379" x="5480050" y="2914650"/>
          <p14:tracePt t="152396" x="5473700" y="2914650"/>
          <p14:tracePt t="152413" x="5461000" y="2927350"/>
          <p14:tracePt t="152429" x="5454650" y="2927350"/>
          <p14:tracePt t="152447" x="5429250" y="2946400"/>
          <p14:tracePt t="152463" x="5410200" y="2952750"/>
          <p14:tracePt t="152480" x="5391150" y="2959100"/>
          <p14:tracePt t="152496" x="5340350" y="2978150"/>
          <p14:tracePt t="152513" x="5321300" y="2997200"/>
          <p14:tracePt t="152531" x="5276850" y="3016250"/>
          <p14:tracePt t="152546" x="5257800" y="3028950"/>
          <p14:tracePt t="152562" x="5226050" y="3041650"/>
          <p14:tracePt t="152579" x="5213350" y="3054350"/>
          <p14:tracePt t="152595" x="5207000" y="3060700"/>
          <p14:tracePt t="152612" x="5200650" y="3067050"/>
          <p14:tracePt t="152616" x="5194300" y="3073400"/>
          <p14:tracePt t="152635" x="5187950" y="3073400"/>
          <p14:tracePt t="152664" x="5187950" y="3079750"/>
          <p14:tracePt t="152867" x="5194300" y="3079750"/>
          <p14:tracePt t="152902" x="5200650" y="3073400"/>
          <p14:tracePt t="152937" x="5200650" y="3067050"/>
          <p14:tracePt t="152986" x="5200650" y="3060700"/>
          <p14:tracePt t="153029" x="5207000" y="3054350"/>
          <p14:tracePt t="153071" x="5213350" y="3048000"/>
          <p14:tracePt t="153120" x="5219700" y="3041650"/>
          <p14:tracePt t="153148" x="5226050" y="3035300"/>
          <p14:tracePt t="153183" x="5232400" y="3022600"/>
          <p14:tracePt t="153204" x="5238750" y="3016250"/>
          <p14:tracePt t="153218" x="5238750" y="3009900"/>
          <p14:tracePt t="153232" x="5245100" y="3003550"/>
          <p14:tracePt t="153267" x="5245100" y="2990850"/>
          <p14:tracePt t="153288" x="5251450" y="2984500"/>
          <p14:tracePt t="153317" x="5257800" y="2978150"/>
          <p14:tracePt t="153331" x="5257800" y="2971800"/>
          <p14:tracePt t="153338" x="5257800" y="2965450"/>
          <p14:tracePt t="153366" x="5264150" y="2959100"/>
          <p14:tracePt t="153373" x="5264150" y="2952750"/>
          <p14:tracePt t="153401" x="5270500" y="2952750"/>
          <p14:tracePt t="153415" x="5270500" y="2946400"/>
          <p14:tracePt t="153450" x="5276850" y="2940050"/>
          <p14:tracePt t="153457" x="5276850" y="2933700"/>
          <p14:tracePt t="153485" x="5276850" y="2927350"/>
          <p14:tracePt t="153506" x="5283200" y="2927350"/>
          <p14:tracePt t="153534" x="5283200" y="2921000"/>
          <p14:tracePt t="153555" x="5283200" y="2914650"/>
          <p14:tracePt t="153612" x="5289550" y="2908300"/>
          <p14:tracePt t="153640" x="5289550" y="2901950"/>
          <p14:tracePt t="153661" x="5289550" y="2895600"/>
          <p14:tracePt t="153668" x="5295900" y="2895600"/>
          <p14:tracePt t="153677" x="5295900" y="2889250"/>
          <p14:tracePt t="154390" x="5289550" y="2882900"/>
          <p14:tracePt t="154404" x="5270500" y="2876550"/>
          <p14:tracePt t="154411" x="5251450" y="2857500"/>
          <p14:tracePt t="154426" x="5219700" y="2838450"/>
          <p14:tracePt t="154440" x="5130800" y="2787650"/>
          <p14:tracePt t="154456" x="5073650" y="2755900"/>
          <p14:tracePt t="154472" x="5016500" y="2717800"/>
          <p14:tracePt t="154489" x="4902200" y="2673350"/>
          <p14:tracePt t="154505" x="4806950" y="2628900"/>
          <p14:tracePt t="154522" x="4775200" y="2616200"/>
          <p14:tracePt t="154539" x="4699000" y="2578100"/>
          <p14:tracePt t="154555" x="4654550" y="2571750"/>
          <p14:tracePt t="154572" x="4635500" y="2565400"/>
          <p14:tracePt t="154589" x="4610100" y="2559050"/>
          <p14:tracePt t="154605" x="4591050" y="2552700"/>
          <p14:tracePt t="154622" x="4565650" y="2540000"/>
          <p14:tracePt t="154638" x="4559300" y="2540000"/>
          <p14:tracePt t="154655" x="4533900" y="2527300"/>
          <p14:tracePt t="154673" x="4521200" y="2520950"/>
          <p14:tracePt t="154689" x="4508500" y="2514600"/>
          <p14:tracePt t="154705" x="4495800" y="2508250"/>
          <p14:tracePt t="154722" x="4470400" y="2495550"/>
          <p14:tracePt t="154738" x="4464050" y="2489200"/>
          <p14:tracePt t="154757" x="4451350" y="2489200"/>
          <p14:tracePt t="154772" x="4445000" y="2482850"/>
          <p14:tracePt t="154806" x="4438650" y="2482850"/>
          <p14:tracePt t="154882" x="4445000" y="2482850"/>
          <p14:tracePt t="154889" x="4451350" y="2482850"/>
          <p14:tracePt t="154903" x="4457700" y="2482850"/>
          <p14:tracePt t="154924" x="4464050" y="2482850"/>
          <p14:tracePt t="154931" x="4470400" y="2482850"/>
          <p14:tracePt t="154945" x="4476750" y="2482850"/>
          <p14:tracePt t="154955" x="4489450" y="2482850"/>
          <p14:tracePt t="154971" x="4508500" y="2489200"/>
          <p14:tracePt t="154988" x="4572000" y="2514600"/>
          <p14:tracePt t="155004" x="4692650" y="2552700"/>
          <p14:tracePt t="155020" x="4762500" y="2584450"/>
          <p14:tracePt t="155038" x="4908550" y="2641600"/>
          <p14:tracePt t="155054" x="4978400" y="2667000"/>
          <p14:tracePt t="155070" x="5067300" y="2711450"/>
          <p14:tracePt t="155088" x="5124450" y="2736850"/>
          <p14:tracePt t="155103" x="5137150" y="2743200"/>
          <p14:tracePt t="155120" x="5156200" y="2749550"/>
          <p14:tracePt t="155137" x="5162550" y="2755900"/>
          <p14:tracePt t="155486" x="5168900" y="2755900"/>
          <p14:tracePt t="155507" x="5175250" y="2755900"/>
          <p14:tracePt t="155514" x="5181600" y="2755900"/>
          <p14:tracePt t="155528" x="5194300" y="2755900"/>
          <p14:tracePt t="155538" x="5219700" y="2755900"/>
          <p14:tracePt t="155552" x="5238750" y="2755900"/>
          <p14:tracePt t="155569" x="5295900" y="2755900"/>
          <p14:tracePt t="155585" x="5353050" y="2749550"/>
          <p14:tracePt t="155601" x="5372100" y="2749550"/>
          <p14:tracePt t="155618" x="5410200" y="2749550"/>
          <p14:tracePt t="155635" x="5480050" y="2743200"/>
          <p14:tracePt t="155652" x="5505450" y="2743200"/>
          <p14:tracePt t="155669" x="5524500" y="2743200"/>
          <p14:tracePt t="155671" x="5543550" y="2736850"/>
          <p14:tracePt t="155685" x="5562600" y="2736850"/>
          <p14:tracePt t="155701" x="5588000" y="2736850"/>
          <p14:tracePt t="155719" x="5607050" y="2730500"/>
          <p14:tracePt t="155760" x="5613400" y="2724150"/>
          <p14:tracePt t="155816" x="5607050" y="2724150"/>
          <p14:tracePt t="155844" x="5600700" y="2724150"/>
          <p14:tracePt t="155858" x="5594350" y="2724150"/>
          <p14:tracePt t="155865" x="5588000" y="2724150"/>
          <p14:tracePt t="155879" x="5581650" y="2724150"/>
          <p14:tracePt t="155887" x="5568950" y="2730500"/>
          <p14:tracePt t="155903" x="5543550" y="2730500"/>
          <p14:tracePt t="155918" x="5486400" y="2730500"/>
          <p14:tracePt t="155934" x="5441950" y="2736850"/>
          <p14:tracePt t="155951" x="5334000" y="2749550"/>
          <p14:tracePt t="155967" x="5270500" y="2755900"/>
          <p14:tracePt t="155985" x="5162550" y="2768600"/>
          <p14:tracePt t="156001" x="5054600" y="2781300"/>
          <p14:tracePt t="156017" x="5029200" y="2781300"/>
          <p14:tracePt t="156034" x="4978400" y="2794000"/>
          <p14:tracePt t="156050" x="4953000" y="2800350"/>
          <p14:tracePt t="156067" x="4946650" y="2800350"/>
          <p14:tracePt t="156084" x="4940300" y="2800350"/>
          <p14:tracePt t="156195" x="4940300" y="2794000"/>
          <p14:tracePt t="156216" x="4940300" y="2787650"/>
          <p14:tracePt t="156230" x="4940300" y="2781300"/>
          <p14:tracePt t="156237" x="4940300" y="2774950"/>
          <p14:tracePt t="156253" x="4940300" y="2768600"/>
          <p14:tracePt t="156969" x="4940300" y="2774950"/>
          <p14:tracePt t="156983" x="4933950" y="2800350"/>
          <p14:tracePt t="156998" x="4921250" y="2813050"/>
          <p14:tracePt t="157004" x="4908550" y="2832100"/>
          <p14:tracePt t="157019" x="4902200" y="2851150"/>
          <p14:tracePt t="157033" x="4889500" y="2876550"/>
          <p14:tracePt t="157047" x="4870450" y="2895600"/>
          <p14:tracePt t="157064" x="4851400" y="2921000"/>
          <p14:tracePt t="157080" x="4806950" y="2984500"/>
          <p14:tracePt t="157098" x="4762500" y="3048000"/>
          <p14:tracePt t="157114" x="4699000" y="3130550"/>
          <p14:tracePt t="157130" x="4679950" y="3168650"/>
          <p14:tracePt t="157146" x="4629150" y="3257550"/>
          <p14:tracePt t="157163" x="4584700" y="3346450"/>
          <p14:tracePt t="157179" x="4565650" y="3390900"/>
          <p14:tracePt t="157183" x="4546600" y="3435350"/>
          <p14:tracePt t="157196" x="4540250" y="3460750"/>
          <p14:tracePt t="157213" x="4527550" y="3505200"/>
          <p14:tracePt t="157230" x="4483100" y="3581400"/>
          <p14:tracePt t="157247" x="4470400" y="3600450"/>
          <p14:tracePt t="157264" x="4457700" y="3619500"/>
          <p14:tracePt t="157280" x="4425950" y="3651250"/>
          <p14:tracePt t="157296" x="4400550" y="3676650"/>
          <p14:tracePt t="157313" x="4375150" y="3689350"/>
          <p14:tracePt t="157330" x="4343400" y="3702050"/>
          <p14:tracePt t="157346" x="4311650" y="3714750"/>
          <p14:tracePt t="157362" x="4279900" y="3727450"/>
          <p14:tracePt t="157379" x="4222750" y="3727450"/>
          <p14:tracePt t="157395" x="4165600" y="3733800"/>
          <p14:tracePt t="157413" x="4108450" y="3740150"/>
          <p14:tracePt t="157429" x="4064000" y="3746500"/>
          <p14:tracePt t="158033" x="4051300" y="3746500"/>
          <p14:tracePt t="158048" x="4025900" y="3746500"/>
          <p14:tracePt t="158054" x="3994150" y="3740150"/>
          <p14:tracePt t="158068" x="3975100" y="3740150"/>
          <p14:tracePt t="158077" x="3943350" y="3740150"/>
          <p14:tracePt t="158093" x="3917950" y="3740150"/>
          <p14:tracePt t="158110" x="3867150" y="3740150"/>
          <p14:tracePt t="158126" x="3816350" y="3740150"/>
          <p14:tracePt t="158143" x="3759200" y="3740150"/>
          <p14:tracePt t="158160" x="3702050" y="3727450"/>
          <p14:tracePt t="158177" x="3670300" y="3727450"/>
          <p14:tracePt t="158193" x="3632200" y="3714750"/>
          <p14:tracePt t="158210" x="3505200" y="3708400"/>
          <p14:tracePt t="158226" x="3454400" y="3708400"/>
          <p14:tracePt t="158243" x="3416300" y="3708400"/>
          <p14:tracePt t="158259" x="3321050" y="3708400"/>
          <p14:tracePt t="158275" x="3238500" y="3727450"/>
          <p14:tracePt t="158293" x="3200400" y="3727450"/>
          <p14:tracePt t="158308" x="3143250" y="3733800"/>
          <p14:tracePt t="158325" x="3073400" y="3733800"/>
          <p14:tracePt t="158343" x="3035300" y="3733800"/>
          <p14:tracePt t="158359" x="2965450" y="3733800"/>
          <p14:tracePt t="158375" x="2895600" y="3727450"/>
          <p14:tracePt t="158393" x="2851150" y="3721100"/>
          <p14:tracePt t="158408" x="2819400" y="3721100"/>
          <p14:tracePt t="158425" x="2768600" y="3721100"/>
          <p14:tracePt t="158442" x="2724150" y="3708400"/>
          <p14:tracePt t="158458" x="2692400" y="3708400"/>
          <p14:tracePt t="158476" x="2667000" y="3708400"/>
          <p14:tracePt t="158491" x="2546350" y="3708400"/>
          <p14:tracePt t="158508" x="2495550" y="3702050"/>
          <p14:tracePt t="158526" x="2413000" y="3695700"/>
          <p14:tracePt t="158542" x="2374900" y="3695700"/>
          <p14:tracePt t="158558" x="2305050" y="3683000"/>
          <p14:tracePt t="158575" x="2241550" y="3683000"/>
          <p14:tracePt t="158592" x="2209800" y="3676650"/>
          <p14:tracePt t="158608" x="2152650" y="3676650"/>
          <p14:tracePt t="158625" x="2108200" y="3670300"/>
          <p14:tracePt t="158641" x="2082800" y="3663950"/>
          <p14:tracePt t="158659" x="2063750" y="3663950"/>
          <p14:tracePt t="158674" x="2051050" y="3663950"/>
          <p14:tracePt t="158691" x="2044700" y="3663950"/>
          <p14:tracePt t="158715" x="2038350" y="3663950"/>
          <p14:tracePt t="158736" x="2032000" y="3663950"/>
          <p14:tracePt t="158744" x="2025650" y="3663950"/>
          <p14:tracePt t="158764" x="2019300" y="3663950"/>
          <p14:tracePt t="158774" x="2012950" y="3663950"/>
          <p14:tracePt t="158793" x="2006600" y="3663950"/>
          <p14:tracePt t="158813" x="2006600" y="3670300"/>
          <p14:tracePt t="158855" x="2000250" y="3670300"/>
          <p14:tracePt t="158912" x="1993900" y="3670300"/>
          <p14:tracePt t="159368" x="2000250" y="3670300"/>
          <p14:tracePt t="159466" x="2006600" y="3670300"/>
          <p14:tracePt t="159495" x="2012950" y="3670300"/>
          <p14:tracePt t="159516" x="2019300" y="3663950"/>
          <p14:tracePt t="159579" x="2025650" y="3663950"/>
          <p14:tracePt t="159614" x="2032000" y="3663950"/>
          <p14:tracePt t="159671" x="2038350" y="3663950"/>
          <p14:tracePt t="159824" x="2044700" y="3663950"/>
          <p14:tracePt t="160099" x="2051050" y="3657600"/>
          <p14:tracePt t="160218" x="2057400" y="3657600"/>
          <p14:tracePt t="160309" x="2063750" y="3657600"/>
          <p14:tracePt t="160338" x="2070100" y="3657600"/>
          <p14:tracePt t="160359" x="2076450" y="3657600"/>
          <p14:tracePt t="160373" x="2082800" y="3657600"/>
          <p14:tracePt t="160380" x="2089150" y="3657600"/>
          <p14:tracePt t="160388" x="2095500" y="3657600"/>
          <p14:tracePt t="160402" x="2101850" y="3657600"/>
          <p14:tracePt t="160418" x="2114550" y="3657600"/>
          <p14:tracePt t="160435" x="2152650" y="3657600"/>
          <p14:tracePt t="160451" x="2216150" y="3670300"/>
          <p14:tracePt t="160468" x="2241550" y="3683000"/>
          <p14:tracePt t="160485" x="2311400" y="3695700"/>
          <p14:tracePt t="160501" x="2400300" y="3714750"/>
          <p14:tracePt t="160518" x="2425700" y="3714750"/>
          <p14:tracePt t="160535" x="2495550" y="3727450"/>
          <p14:tracePt t="160551" x="2546350" y="3727450"/>
          <p14:tracePt t="160568" x="2565400" y="3727450"/>
          <p14:tracePt t="160585" x="2597150" y="3727450"/>
          <p14:tracePt t="160601" x="2622550" y="3727450"/>
          <p14:tracePt t="160619" x="2641600" y="3727450"/>
          <p14:tracePt t="160661" x="2647950" y="3727450"/>
          <p14:tracePt t="160710" x="2654300" y="3727450"/>
          <p14:tracePt t="160759" x="2660650" y="3721100"/>
          <p14:tracePt t="160794" x="2667000" y="3721100"/>
          <p14:tracePt t="160822" x="2673350" y="3721100"/>
          <p14:tracePt t="160850" x="2686050" y="3721100"/>
          <p14:tracePt t="160871" x="2686050" y="3714750"/>
          <p14:tracePt t="160893" x="2692400" y="3714750"/>
          <p14:tracePt t="160900" x="2698750" y="3714750"/>
          <p14:tracePt t="160921" x="2705100" y="3708400"/>
          <p14:tracePt t="160935" x="2711450" y="3708400"/>
          <p14:tracePt t="160941" x="2717800" y="3708400"/>
          <p14:tracePt t="160970" x="2730500" y="3702050"/>
          <p14:tracePt t="161012" x="2736850" y="3695700"/>
          <p14:tracePt t="161018" x="2743200" y="3695700"/>
          <p14:tracePt t="161040" x="2749550" y="3695700"/>
          <p14:tracePt t="161061" x="2749550" y="3689350"/>
          <p14:tracePt t="161082" x="2762250" y="3689350"/>
          <p14:tracePt t="161103" x="2768600" y="3689350"/>
          <p14:tracePt t="161124" x="2774950" y="3689350"/>
          <p14:tracePt t="161131" x="2781300" y="3689350"/>
          <p14:tracePt t="161145" x="2794000" y="3689350"/>
          <p14:tracePt t="161152" x="2813050" y="3689350"/>
          <p14:tracePt t="161166" x="2838450" y="3689350"/>
          <p14:tracePt t="161182" x="2901950" y="3689350"/>
          <p14:tracePt t="161199" x="2952750" y="3689350"/>
          <p14:tracePt t="161216" x="3086100" y="3708400"/>
          <p14:tracePt t="161232" x="3238500" y="3727450"/>
          <p14:tracePt t="161249" x="3308350" y="3727450"/>
          <p14:tracePt t="161266" x="3448050" y="3746500"/>
          <p14:tracePt t="161282" x="3511550" y="3759200"/>
          <p14:tracePt t="161299" x="3606800" y="3765550"/>
          <p14:tracePt t="161315" x="3695700" y="3765550"/>
          <p14:tracePt t="161332" x="3740150" y="3765550"/>
          <p14:tracePt t="161349" x="3797300" y="3765550"/>
          <p14:tracePt t="161365" x="3860800" y="3765550"/>
          <p14:tracePt t="161382" x="3886200" y="3765550"/>
          <p14:tracePt t="161399" x="3975100" y="3765550"/>
          <p14:tracePt t="161415" x="4057650" y="3765550"/>
          <p14:tracePt t="161431" x="4083050" y="3765550"/>
          <p14:tracePt t="161448" x="4133850" y="3765550"/>
          <p14:tracePt t="161464" x="4191000" y="3765550"/>
          <p14:tracePt t="161482" x="4210050" y="3765550"/>
          <p14:tracePt t="161498" x="4267200" y="3765550"/>
          <p14:tracePt t="161514" x="4318000" y="3765550"/>
          <p14:tracePt t="161532" x="4375150" y="3752850"/>
          <p14:tracePt t="161548" x="4406900" y="3752850"/>
          <p14:tracePt t="161564" x="4445000" y="3740150"/>
          <p14:tracePt t="161581" x="4533900" y="3733800"/>
          <p14:tracePt t="161597" x="4572000" y="3733800"/>
          <p14:tracePt t="161614" x="4597400" y="3727450"/>
          <p14:tracePt t="161630" x="4648200" y="3727450"/>
          <p14:tracePt t="161647" x="4686300" y="3727450"/>
          <p14:tracePt t="161664" x="4711700" y="3721100"/>
          <p14:tracePt t="161680" x="4743450" y="3714750"/>
          <p14:tracePt t="161697" x="4775200" y="3708400"/>
          <p14:tracePt t="161714" x="4794250" y="3702050"/>
          <p14:tracePt t="161717" x="4806950" y="3702050"/>
          <p14:tracePt t="161730" x="4819650" y="3695700"/>
          <p14:tracePt t="161747" x="4845050" y="3683000"/>
          <p14:tracePt t="161764" x="4864100" y="3676650"/>
          <p14:tracePt t="161781" x="4870450" y="3676650"/>
          <p14:tracePt t="161797" x="4883150" y="3670300"/>
          <p14:tracePt t="161814" x="4889500" y="3670300"/>
          <p14:tracePt t="161849" x="4889500" y="3663950"/>
          <p14:tracePt t="161925" x="4889500" y="3657600"/>
          <p14:tracePt t="161973" x="4876800" y="3657600"/>
          <p14:tracePt t="161987" x="4864100" y="3657600"/>
          <p14:tracePt t="161994" x="4857750" y="3657600"/>
          <p14:tracePt t="162001" x="4838700" y="3657600"/>
          <p14:tracePt t="162016" x="4819650" y="3657600"/>
          <p14:tracePt t="162030" x="4794250" y="3657600"/>
          <p14:tracePt t="162046" x="4692650" y="3657600"/>
          <p14:tracePt t="162062" x="4616450" y="3657600"/>
          <p14:tracePt t="162080" x="4457700" y="3644900"/>
          <p14:tracePt t="162096" x="4292600" y="3644900"/>
          <p14:tracePt t="162113" x="4203700" y="3644900"/>
          <p14:tracePt t="162129" x="4038600" y="3651250"/>
          <p14:tracePt t="162146" x="3911600" y="3651250"/>
          <p14:tracePt t="162162" x="3860800" y="3651250"/>
          <p14:tracePt t="162179" x="3752850" y="3651250"/>
          <p14:tracePt t="162195" x="3702050" y="3657600"/>
          <p14:tracePt t="162213" x="3581400" y="3663950"/>
          <p14:tracePt t="162229" x="3549650" y="3676650"/>
          <p14:tracePt t="162245" x="3530600" y="3676650"/>
          <p14:tracePt t="162263" x="3492500" y="3670300"/>
          <p14:tracePt t="162279" x="3448050" y="3670300"/>
          <p14:tracePt t="162295" x="3435350" y="3670300"/>
          <p14:tracePt t="162312" x="3378200" y="3670300"/>
          <p14:tracePt t="162329" x="3333750" y="3663950"/>
          <p14:tracePt t="162346" x="3302000" y="3663950"/>
          <p14:tracePt t="162362" x="3238500" y="3663950"/>
          <p14:tracePt t="162379" x="3187700" y="3663950"/>
          <p14:tracePt t="162396" x="3136900" y="3663950"/>
          <p14:tracePt t="162412" x="3117850" y="3663950"/>
          <p14:tracePt t="162428" x="3092450" y="3670300"/>
          <p14:tracePt t="162445" x="3079750" y="3670300"/>
          <p14:tracePt t="162486" x="3073400" y="3676650"/>
          <p14:tracePt t="162634" x="3079750" y="3676650"/>
          <p14:tracePt t="162648" x="3086100" y="3676650"/>
          <p14:tracePt t="162654" x="3092450" y="3676650"/>
          <p14:tracePt t="162669" x="3098800" y="3676650"/>
          <p14:tracePt t="162678" x="3111500" y="3670300"/>
          <p14:tracePt t="162693" x="3130550" y="3670300"/>
          <p14:tracePt t="162711" x="3200400" y="3657600"/>
          <p14:tracePt t="162727" x="3333750" y="3644900"/>
          <p14:tracePt t="162743" x="3409950" y="3638550"/>
          <p14:tracePt t="162747" x="3486150" y="3625850"/>
          <p14:tracePt t="162763" x="3575050" y="3619500"/>
          <p14:tracePt t="162776" x="3759200" y="3600450"/>
          <p14:tracePt t="162793" x="3860800" y="3587750"/>
          <p14:tracePt t="162811" x="4064000" y="3575050"/>
          <p14:tracePt t="162827" x="4140200" y="3568700"/>
          <p14:tracePt t="162844" x="4318000" y="3568700"/>
          <p14:tracePt t="162860" x="4483100" y="3568700"/>
          <p14:tracePt t="162877" x="4546600" y="3568700"/>
          <p14:tracePt t="162894" x="4641850" y="3568700"/>
          <p14:tracePt t="162910" x="4699000" y="3568700"/>
          <p14:tracePt t="162927" x="4705350" y="3568700"/>
          <p14:tracePt t="162943" x="4730750" y="3568700"/>
          <p14:tracePt t="162960" x="4756150" y="3575050"/>
          <p14:tracePt t="162978" x="4768850" y="3581400"/>
          <p14:tracePt t="162993" x="4800600" y="3581400"/>
          <p14:tracePt t="163010" x="4819650" y="3581400"/>
          <p14:tracePt t="163026" x="4832350" y="3581400"/>
          <p14:tracePt t="163042" x="4857750" y="3581400"/>
          <p14:tracePt t="163059" x="4870450" y="3581400"/>
          <p14:tracePt t="163078" x="4876800" y="3581400"/>
          <p14:tracePt t="163092" x="4883150" y="3581400"/>
          <p14:tracePt t="163109" x="4889500" y="3581400"/>
          <p14:tracePt t="163126" x="4895850" y="3581400"/>
          <p14:tracePt t="163158" x="4902200" y="3581400"/>
          <p14:tracePt t="163195" x="4908550" y="3581400"/>
          <p14:tracePt t="163238" x="4914900" y="3581400"/>
          <p14:tracePt t="163329" x="4921250" y="3581400"/>
          <p14:tracePt t="163336" x="4927600" y="3581400"/>
          <p14:tracePt t="163350" x="4933950" y="3581400"/>
          <p14:tracePt t="163359" x="4940300" y="3581400"/>
          <p14:tracePt t="163375" x="4946650" y="3581400"/>
          <p14:tracePt t="163395" x="4953000" y="3581400"/>
          <p14:tracePt t="163408" x="4959350" y="3581400"/>
          <p14:tracePt t="163424" x="4965700" y="3581400"/>
          <p14:tracePt t="163442" x="4972050" y="3581400"/>
          <p14:tracePt t="163458" x="4991100" y="3581400"/>
          <p14:tracePt t="163475" x="5010150" y="3581400"/>
          <p14:tracePt t="163492" x="5035550" y="3581400"/>
          <p14:tracePt t="163508" x="5041900" y="3581400"/>
          <p14:tracePt t="163524" x="5067300" y="3581400"/>
          <p14:tracePt t="163541" x="5080000" y="3581400"/>
          <p14:tracePt t="163574" x="5086350" y="3581400"/>
          <p14:tracePt t="163708" x="5086350" y="3575050"/>
          <p14:tracePt t="164440" x="5092700" y="3575050"/>
          <p14:tracePt t="164456" x="5099050" y="3575050"/>
          <p14:tracePt t="164461" x="5105400" y="3575050"/>
          <p14:tracePt t="164475" x="5111750" y="3575050"/>
          <p14:tracePt t="164487" x="5118100" y="3575050"/>
          <p14:tracePt t="164531" x="5124450" y="3575050"/>
          <p14:tracePt t="164552" x="5130800" y="3575050"/>
          <p14:tracePt t="164580" x="5137150" y="3575050"/>
          <p14:tracePt t="164616" x="5143500" y="3575050"/>
          <p14:tracePt t="164622" x="5149850" y="3575050"/>
          <p14:tracePt t="164629" x="5149850" y="3581400"/>
          <p14:tracePt t="164643" x="5162550" y="3587750"/>
          <p14:tracePt t="164653" x="5162550" y="3594100"/>
          <p14:tracePt t="164670" x="5168900" y="3600450"/>
          <p14:tracePt t="164687" x="5187950" y="3606800"/>
          <p14:tracePt t="164703" x="5194300" y="3613150"/>
          <p14:tracePt t="164721" x="5219700" y="3625850"/>
          <p14:tracePt t="164737" x="5232400" y="3625850"/>
          <p14:tracePt t="164753" x="5251450" y="3644900"/>
          <p14:tracePt t="164756" x="5257800" y="3644900"/>
          <p14:tracePt t="164770" x="5283200" y="3651250"/>
          <p14:tracePt t="164786" x="5314950" y="3663950"/>
          <p14:tracePt t="164803" x="5327650" y="3670300"/>
          <p14:tracePt t="164820" x="5353050" y="3670300"/>
          <p14:tracePt t="164836" x="5378450" y="3670300"/>
          <p14:tracePt t="164853" x="5391150" y="3670300"/>
          <p14:tracePt t="164870" x="5410200" y="3670300"/>
          <p14:tracePt t="164886" x="5422900" y="3670300"/>
          <p14:tracePt t="164904" x="5435600" y="3676650"/>
          <p14:tracePt t="164919" x="5448300" y="3676650"/>
          <p14:tracePt t="164937" x="5461000" y="3676650"/>
          <p14:tracePt t="164953" x="5467350" y="3683000"/>
          <p14:tracePt t="164970" x="5473700" y="3683000"/>
          <p14:tracePt t="164986" x="5480050" y="3683000"/>
          <p14:tracePt t="165003" x="5505450" y="3683000"/>
          <p14:tracePt t="165023" x="5511800" y="3689350"/>
          <p14:tracePt t="165038" x="5524500" y="3689350"/>
          <p14:tracePt t="165052" x="5530850" y="3689350"/>
          <p14:tracePt t="165069" x="5556250" y="3689350"/>
          <p14:tracePt t="165086" x="5588000" y="3689350"/>
          <p14:tracePt t="165102" x="5613400" y="3689350"/>
          <p14:tracePt t="165119" x="5670550" y="3689350"/>
          <p14:tracePt t="165136" x="5759450" y="3683000"/>
          <p14:tracePt t="165152" x="5803900" y="3676650"/>
          <p14:tracePt t="165168" x="5873750" y="3657600"/>
          <p14:tracePt t="165185" x="5956300" y="3657600"/>
          <p14:tracePt t="165202" x="5994400" y="3670300"/>
          <p14:tracePt t="165218" x="6076950" y="3683000"/>
          <p14:tracePt t="165235" x="6159500" y="3702050"/>
          <p14:tracePt t="165252" x="6203950" y="3708400"/>
          <p14:tracePt t="165254" x="6229350" y="3714750"/>
          <p14:tracePt t="165271" x="6261100" y="3727450"/>
          <p14:tracePt t="165285" x="6311900" y="3727450"/>
          <p14:tracePt t="165301" x="6330950" y="3727450"/>
          <p14:tracePt t="165318" x="6362700" y="3727450"/>
          <p14:tracePt t="165334" x="6375400" y="3714750"/>
          <p14:tracePt t="165351" x="6407150" y="3708400"/>
          <p14:tracePt t="165368" x="6432550" y="3702050"/>
          <p14:tracePt t="165384" x="6438900" y="3702050"/>
          <p14:tracePt t="165402" x="6464300" y="3702050"/>
          <p14:tracePt t="165417" x="6489700" y="3702050"/>
          <p14:tracePt t="165451" x="6521450" y="3695700"/>
          <p14:tracePt t="165468" x="6565900" y="3683000"/>
          <p14:tracePt t="165484" x="6584950" y="3683000"/>
          <p14:tracePt t="165501" x="6635750" y="3676650"/>
          <p14:tracePt t="165518" x="6692900" y="3670300"/>
          <p14:tracePt t="165534" x="6718300" y="3670300"/>
          <p14:tracePt t="165551" x="6769100" y="3657600"/>
          <p14:tracePt t="165567" x="6819900" y="3644900"/>
          <p14:tracePt t="165584" x="6870700" y="3619500"/>
          <p14:tracePt t="165601" x="6889750" y="3613150"/>
          <p14:tracePt t="165617" x="6902450" y="3613150"/>
          <p14:tracePt t="165634" x="6940550" y="3600450"/>
          <p14:tracePt t="165651" x="6965950" y="3587750"/>
          <p14:tracePt t="165667" x="6972300" y="3587750"/>
          <p14:tracePt t="165683" x="6978650" y="3587750"/>
          <p14:tracePt t="165699" x="6985000" y="3587750"/>
          <p14:tracePt t="165716" x="6991350" y="3587750"/>
          <p14:tracePt t="165733" x="6997700" y="3587750"/>
          <p14:tracePt t="165750" x="7010400" y="3587750"/>
          <p14:tracePt t="165769" x="7016750" y="3587750"/>
          <p14:tracePt t="165783" x="7023100" y="3587750"/>
          <p14:tracePt t="165809" x="7029450" y="3587750"/>
          <p14:tracePt t="165838" x="7035800" y="3587750"/>
          <p14:tracePt t="165865" x="7042150" y="3587750"/>
          <p14:tracePt t="165901" x="7048500" y="3587750"/>
          <p14:tracePt t="166098" x="7054850" y="3587750"/>
          <p14:tracePt t="166125" x="7061200" y="3594100"/>
          <p14:tracePt t="166161" x="7067550" y="3594100"/>
          <p14:tracePt t="166189" x="7073900" y="3594100"/>
          <p14:tracePt t="166195" x="7080250" y="3594100"/>
          <p14:tracePt t="166210" x="7086600" y="3594100"/>
          <p14:tracePt t="166232" x="7092950" y="3594100"/>
          <p14:tracePt t="166238" x="7099300" y="3594100"/>
          <p14:tracePt t="166252" x="7118350" y="3594100"/>
          <p14:tracePt t="166265" x="7131050" y="3587750"/>
          <p14:tracePt t="166282" x="7188200" y="3575050"/>
          <p14:tracePt t="166298" x="7219950" y="3575050"/>
          <p14:tracePt t="166315" x="7289800" y="3556000"/>
          <p14:tracePt t="166331" x="7359650" y="3543300"/>
          <p14:tracePt t="166348" x="7378700" y="3543300"/>
          <p14:tracePt t="166365" x="7435850" y="3524250"/>
          <p14:tracePt t="166381" x="7480300" y="3517900"/>
          <p14:tracePt t="166397" x="7499350" y="3517900"/>
          <p14:tracePt t="166414" x="7524750" y="3511550"/>
          <p14:tracePt t="166431" x="7550150" y="3505200"/>
          <p14:tracePt t="166449" x="7562850" y="3505200"/>
          <p14:tracePt t="166464" x="7588250" y="3498850"/>
          <p14:tracePt t="166481" x="7600950" y="3498850"/>
          <p14:tracePt t="166498" x="7626350" y="3492500"/>
          <p14:tracePt t="166514" x="7651750" y="3486150"/>
          <p14:tracePt t="166531" x="7670800" y="3486150"/>
          <p14:tracePt t="166548" x="7766050" y="3473450"/>
          <p14:tracePt t="166564" x="7810500" y="3460750"/>
          <p14:tracePt t="166581" x="7861300" y="3460750"/>
          <p14:tracePt t="166597" x="7931150" y="3454400"/>
          <p14:tracePt t="166614" x="7969250" y="3448050"/>
          <p14:tracePt t="166631" x="7975600" y="3448050"/>
          <p14:tracePt t="166647" x="8001000" y="3448050"/>
          <p14:tracePt t="166664" x="8007350" y="3448050"/>
          <p14:tracePt t="166681" x="8013700" y="3441700"/>
          <p14:tracePt t="166713" x="8026400" y="3441700"/>
          <p14:tracePt t="166731" x="8032750" y="3441700"/>
          <p14:tracePt t="166746" x="8039100" y="3441700"/>
          <p14:tracePt t="166772" x="8045450" y="3441700"/>
          <p14:tracePt t="166800" x="8051800" y="3435350"/>
          <p14:tracePt t="166912" x="8045450" y="3435350"/>
          <p14:tracePt t="166933" x="8032750" y="3435350"/>
          <p14:tracePt t="166940" x="8020050" y="3435350"/>
          <p14:tracePt t="166955" x="7988300" y="3435350"/>
          <p14:tracePt t="166963" x="7950200" y="3435350"/>
          <p14:tracePt t="166979" x="7899400" y="3435350"/>
          <p14:tracePt t="166996" x="7759700" y="3435350"/>
          <p14:tracePt t="167012" x="7594600" y="3435350"/>
          <p14:tracePt t="167029" x="7505700" y="3435350"/>
          <p14:tracePt t="167046" x="7353300" y="3422650"/>
          <p14:tracePt t="167062" x="7219950" y="3429000"/>
          <p14:tracePt t="167079" x="7169150" y="3429000"/>
          <p14:tracePt t="167096" x="7099300" y="3435350"/>
          <p14:tracePt t="167112" x="7054850" y="3448050"/>
          <p14:tracePt t="167129" x="7035800" y="3448050"/>
          <p14:tracePt t="167146" x="7016750" y="3460750"/>
          <p14:tracePt t="167162" x="7004050" y="3467100"/>
          <p14:tracePt t="167179" x="6985000" y="3479800"/>
          <p14:tracePt t="167212" x="6978650" y="3486150"/>
          <p14:tracePt t="167229" x="6972300" y="3492500"/>
          <p14:tracePt t="167245" x="6965950" y="3492500"/>
          <p14:tracePt t="167271" x="6965950" y="3498850"/>
          <p14:tracePt t="167362" x="6972300" y="3498850"/>
          <p14:tracePt t="167376" x="6978650" y="3498850"/>
          <p14:tracePt t="167390" x="6985000" y="3498850"/>
          <p14:tracePt t="167404" x="6991350" y="3498850"/>
          <p14:tracePt t="167425" x="6997700" y="3498850"/>
          <p14:tracePt t="167432" x="7010400" y="3498850"/>
          <p14:tracePt t="167447" x="7029450" y="3498850"/>
          <p14:tracePt t="167461" x="7086600" y="3492500"/>
          <p14:tracePt t="167477" x="7131050" y="3492500"/>
          <p14:tracePt t="167494" x="7169150" y="3492500"/>
          <p14:tracePt t="167510" x="7270750" y="3492500"/>
          <p14:tracePt t="167527" x="7397750" y="3492500"/>
          <p14:tracePt t="167545" x="7531100" y="3492500"/>
          <p14:tracePt t="167560" x="7581900" y="3492500"/>
          <p14:tracePt t="167577" x="7683500" y="3492500"/>
          <p14:tracePt t="167594" x="7759700" y="3492500"/>
          <p14:tracePt t="167610" x="7804150" y="3492500"/>
          <p14:tracePt t="167627" x="7874000" y="3492500"/>
          <p14:tracePt t="167643" x="7931150" y="3492500"/>
          <p14:tracePt t="167660" x="7950200" y="3486150"/>
          <p14:tracePt t="167677" x="8001000" y="3486150"/>
          <p14:tracePt t="167694" x="8032750" y="3486150"/>
          <p14:tracePt t="167710" x="8045450" y="3486150"/>
          <p14:tracePt t="167727" x="8070850" y="3486150"/>
          <p14:tracePt t="167743" x="8083550" y="3486150"/>
          <p14:tracePt t="167760" x="8096250" y="3486150"/>
          <p14:tracePt t="167763" x="8102600" y="3486150"/>
          <p14:tracePt t="167779" x="8115300" y="3479800"/>
          <p14:tracePt t="167793" x="8121650" y="3479800"/>
          <p14:tracePt t="167809" x="8128000" y="3479800"/>
          <p14:tracePt t="167826" x="8134350" y="3479800"/>
          <p14:tracePt t="167854" x="8140700" y="3479800"/>
          <p14:tracePt t="167952" x="8140700" y="3473450"/>
          <p14:tracePt t="167994" x="8134350" y="3473450"/>
          <p14:tracePt t="168008" x="8128000" y="3473450"/>
          <p14:tracePt t="168015" x="8121650" y="3473450"/>
          <p14:tracePt t="168025" x="8115300" y="3473450"/>
          <p14:tracePt t="168042" x="8108950" y="3473450"/>
          <p14:tracePt t="168058" x="8077200" y="3479800"/>
          <p14:tracePt t="168075" x="8058150" y="3479800"/>
          <p14:tracePt t="168092" x="7924800" y="3505200"/>
          <p14:tracePt t="168108" x="7854950" y="3517900"/>
          <p14:tracePt t="168125" x="7791450" y="3524250"/>
          <p14:tracePt t="168142" x="7620000" y="3543300"/>
          <p14:tracePt t="168159" x="7480300" y="3556000"/>
          <p14:tracePt t="168175" x="7429500" y="3562350"/>
          <p14:tracePt t="168192" x="7334250" y="3568700"/>
          <p14:tracePt t="168208" x="7283450" y="3587750"/>
          <p14:tracePt t="168225" x="7270750" y="3594100"/>
          <p14:tracePt t="168242" x="7245350" y="3600450"/>
          <p14:tracePt t="168258" x="7239000" y="3606800"/>
          <p14:tracePt t="168275" x="7232650" y="3606800"/>
          <p14:tracePt t="168839" x="7213600" y="3606800"/>
          <p14:tracePt t="168847" x="7194550" y="3613150"/>
          <p14:tracePt t="168861" x="7169150" y="3619500"/>
          <p14:tracePt t="168872" x="7112000" y="3625850"/>
          <p14:tracePt t="168890" x="7010400" y="3638550"/>
          <p14:tracePt t="168905" x="6965950" y="3638550"/>
          <p14:tracePt t="168922" x="6877050" y="3644900"/>
          <p14:tracePt t="168939" x="6775450" y="3644900"/>
          <p14:tracePt t="168955" x="6705600" y="3644900"/>
          <p14:tracePt t="168972" x="6591300" y="3644900"/>
          <p14:tracePt t="168988" x="6451600" y="3644900"/>
          <p14:tracePt t="169005" x="6375400" y="3644900"/>
          <p14:tracePt t="169022" x="6248400" y="3644900"/>
          <p14:tracePt t="169038" x="6140450" y="3625850"/>
          <p14:tracePt t="169055" x="6102350" y="3625850"/>
          <p14:tracePt t="169072" x="6019800" y="3606800"/>
          <p14:tracePt t="169088" x="5918200" y="3581400"/>
          <p14:tracePt t="169105" x="5867400" y="3581400"/>
          <p14:tracePt t="169122" x="5772150" y="3575050"/>
          <p14:tracePt t="169138" x="5734050" y="3575050"/>
          <p14:tracePt t="169155" x="5651500" y="3575050"/>
          <p14:tracePt t="169171" x="5588000" y="3575050"/>
          <p14:tracePt t="169188" x="5556250" y="3568700"/>
          <p14:tracePt t="169205" x="5505450" y="3562350"/>
          <p14:tracePt t="169222" x="5441950" y="3562350"/>
          <p14:tracePt t="169238" x="5416550" y="3562350"/>
          <p14:tracePt t="169255" x="5308600" y="3568700"/>
          <p14:tracePt t="169271" x="5194300" y="3581400"/>
          <p14:tracePt t="169288" x="5124450" y="3587750"/>
          <p14:tracePt t="169305" x="5010150" y="3606800"/>
          <p14:tracePt t="169321" x="4927600" y="3613150"/>
          <p14:tracePt t="169339" x="4857750" y="3632200"/>
          <p14:tracePt t="169354" x="4838700" y="3632200"/>
          <p14:tracePt t="169371" x="4800600" y="3632200"/>
          <p14:tracePt t="169389" x="4775200" y="3632200"/>
          <p14:tracePt t="169404" x="4768850" y="3632200"/>
          <p14:tracePt t="169420" x="4762500" y="3632200"/>
          <p14:tracePt t="169437" x="4762500" y="3625850"/>
          <p14:tracePt t="170112" x="4756150" y="3625850"/>
          <p14:tracePt t="170120" x="4743450" y="3625850"/>
          <p14:tracePt t="170134" x="4730750" y="3625850"/>
          <p14:tracePt t="170141" x="4724400" y="3632200"/>
          <p14:tracePt t="170155" x="4705350" y="3632200"/>
          <p14:tracePt t="170168" x="4686300" y="3638550"/>
          <p14:tracePt t="170184" x="4603750" y="3651250"/>
          <p14:tracePt t="170201" x="4540250" y="3663950"/>
          <p14:tracePt t="170218" x="4394200" y="3683000"/>
          <p14:tracePt t="170234" x="4229100" y="3708400"/>
          <p14:tracePt t="170251" x="4140200" y="3708400"/>
          <p14:tracePt t="170268" x="3930650" y="3733800"/>
          <p14:tracePt t="170284" x="3727450" y="3733800"/>
          <p14:tracePt t="170302" x="3575050" y="3733800"/>
          <p14:tracePt t="170318" x="3511550" y="3727450"/>
          <p14:tracePt t="170334" x="3429000" y="3727450"/>
          <p14:tracePt t="170352" x="3397250" y="3721100"/>
          <p14:tracePt t="170367" x="3384550" y="3721100"/>
          <p14:tracePt t="170384" x="3378200" y="3714750"/>
          <p14:tracePt t="170401" x="3371850" y="3708400"/>
          <p14:tracePt t="170766" x="3384550" y="3708400"/>
          <p14:tracePt t="170773" x="3403600" y="3714750"/>
          <p14:tracePt t="170787" x="3441700" y="3727450"/>
          <p14:tracePt t="170799" x="3486150" y="3733800"/>
          <p14:tracePt t="170816" x="3587750" y="3752850"/>
          <p14:tracePt t="170833" x="3657600" y="3771900"/>
          <p14:tracePt t="170850" x="3803650" y="3790950"/>
          <p14:tracePt t="170866" x="3943350" y="3797300"/>
          <p14:tracePt t="170882" x="4006850" y="3810000"/>
          <p14:tracePt t="170899" x="4152900" y="3803650"/>
          <p14:tracePt t="170915" x="4273550" y="3778250"/>
          <p14:tracePt t="170932" x="4337050" y="3765550"/>
          <p14:tracePt t="170949" x="4432300" y="3752850"/>
          <p14:tracePt t="170966" x="4502150" y="3746500"/>
          <p14:tracePt t="170983" x="4521200" y="3746500"/>
          <p14:tracePt t="170999" x="4552950" y="3746500"/>
          <p14:tracePt t="171015" x="4572000" y="3746500"/>
          <p14:tracePt t="171033" x="4616450" y="3746500"/>
          <p14:tracePt t="171048" x="4648200" y="3746500"/>
          <p14:tracePt t="171065" x="4667250" y="3746500"/>
          <p14:tracePt t="171082" x="4718050" y="3746500"/>
          <p14:tracePt t="171098" x="4775200" y="3759200"/>
          <p14:tracePt t="171114" x="4800600" y="3759200"/>
          <p14:tracePt t="171132" x="4845050" y="3765550"/>
          <p14:tracePt t="171148" x="4870450" y="3765550"/>
          <p14:tracePt t="171164" x="4883150" y="3765550"/>
          <p14:tracePt t="171181" x="4889500" y="3765550"/>
          <p14:tracePt t="171264" x="4883150" y="3765550"/>
          <p14:tracePt t="171299" x="4876800" y="3765550"/>
          <p14:tracePt t="171314" x="4870450" y="3765550"/>
          <p14:tracePt t="171328" x="4864100" y="3765550"/>
          <p14:tracePt t="171349" x="4857750" y="3765550"/>
          <p14:tracePt t="171356" x="4851400" y="3765550"/>
          <p14:tracePt t="171370" x="4838700" y="3765550"/>
          <p14:tracePt t="171380" x="4819650" y="3765550"/>
          <p14:tracePt t="171399" x="4756150" y="3765550"/>
          <p14:tracePt t="171414" x="4711700" y="3765550"/>
          <p14:tracePt t="171431" x="4565650" y="3752850"/>
          <p14:tracePt t="171448" x="4375150" y="3746500"/>
          <p14:tracePt t="171464" x="4273550" y="3746500"/>
          <p14:tracePt t="171480" x="4070350" y="3733800"/>
          <p14:tracePt t="171497" x="3905250" y="3714750"/>
          <p14:tracePt t="171514" x="3816350" y="3714750"/>
          <p14:tracePt t="171530" x="3689350" y="3708400"/>
          <p14:tracePt t="171546" x="3568700" y="3695700"/>
          <p14:tracePt t="171563" x="3517900" y="3689350"/>
          <p14:tracePt t="171581" x="3448050" y="3689350"/>
          <p14:tracePt t="171596" x="3409950" y="3689350"/>
          <p14:tracePt t="171613" x="3397250" y="3689350"/>
          <p14:tracePt t="171630" x="3378200" y="3689350"/>
          <p14:tracePt t="171646" x="3371850" y="3689350"/>
          <p14:tracePt t="171728" x="3365500" y="3689350"/>
          <p14:tracePt t="171798" x="3371850" y="3689350"/>
          <p14:tracePt t="171819" x="3378200" y="3689350"/>
          <p14:tracePt t="171826" x="3384550" y="3689350"/>
          <p14:tracePt t="171840" x="3390900" y="3689350"/>
          <p14:tracePt t="171863" x="3397250" y="3689350"/>
          <p14:tracePt t="171868" x="3403600" y="3689350"/>
          <p14:tracePt t="171879" x="3416300" y="3689350"/>
          <p14:tracePt t="171896" x="3435350" y="3689350"/>
          <p14:tracePt t="171912" x="3505200" y="3683000"/>
          <p14:tracePt t="171929" x="3556000" y="3670300"/>
          <p14:tracePt t="171946" x="3778250" y="3644900"/>
          <p14:tracePt t="171962" x="3854450" y="3632200"/>
          <p14:tracePt t="171979" x="3949700" y="3619500"/>
          <p14:tracePt t="171995" x="4127500" y="3594100"/>
          <p14:tracePt t="172012" x="4279900" y="3581400"/>
          <p14:tracePt t="172029" x="4343400" y="3581400"/>
          <p14:tracePt t="172045" x="4451350" y="3575050"/>
          <p14:tracePt t="172062" x="4552950" y="3575050"/>
          <p14:tracePt t="172078" x="4622800" y="3575050"/>
          <p14:tracePt t="172094" x="4775200" y="3575050"/>
          <p14:tracePt t="172111" x="4914900" y="3575050"/>
          <p14:tracePt t="172128" x="5003800" y="3575050"/>
          <p14:tracePt t="172144" x="5035550" y="3575050"/>
          <p14:tracePt t="172161" x="5060950" y="3575050"/>
          <p14:tracePt t="172194" x="5067300" y="3575050"/>
          <p14:tracePt t="172227" x="5067300" y="3568700"/>
          <p14:tracePt t="172297" x="5067300" y="3562350"/>
          <p14:tracePt t="172318" x="5060950" y="3562350"/>
          <p14:tracePt t="172360" x="5067300" y="3562350"/>
          <p14:tracePt t="173222" x="5048250" y="3562350"/>
          <p14:tracePt t="173236" x="5029200" y="3562350"/>
          <p14:tracePt t="173243" x="5003800" y="3562350"/>
          <p14:tracePt t="173258" x="4972050" y="3568700"/>
          <p14:tracePt t="173274" x="4864100" y="3575050"/>
          <p14:tracePt t="173290" x="4826000" y="3575050"/>
          <p14:tracePt t="173307" x="4743450" y="3594100"/>
          <p14:tracePt t="173324" x="4686300" y="3600450"/>
          <p14:tracePt t="173342" x="4629150" y="3600450"/>
          <p14:tracePt t="173357" x="4603750" y="3600450"/>
          <p14:tracePt t="173373" x="4572000" y="3600450"/>
          <p14:tracePt t="173391" x="4489450" y="3600450"/>
          <p14:tracePt t="173407" x="4451350" y="3587750"/>
          <p14:tracePt t="173423" x="4406900" y="3581400"/>
          <p14:tracePt t="173441" x="4286250" y="3568700"/>
          <p14:tracePt t="173456" x="4229100" y="3549650"/>
          <p14:tracePt t="173473" x="4191000" y="3536950"/>
          <p14:tracePt t="173490" x="4108450" y="3524250"/>
          <p14:tracePt t="173507" x="4032250" y="3505200"/>
          <p14:tracePt t="173524" x="4006850" y="3498850"/>
          <p14:tracePt t="173540" x="3956050" y="3486150"/>
          <p14:tracePt t="173556" x="3911600" y="3486150"/>
          <p14:tracePt t="173574" x="3898900" y="3486150"/>
          <p14:tracePt t="173590" x="3886200" y="3486150"/>
          <p14:tracePt t="173714" x="3892550" y="3486150"/>
          <p14:tracePt t="173728" x="3898900" y="3486150"/>
          <p14:tracePt t="173735" x="3905250" y="3486150"/>
          <p14:tracePt t="173742" x="3911600" y="3486150"/>
          <p14:tracePt t="173758" x="3924300" y="3486150"/>
          <p14:tracePt t="173772" x="3937000" y="3486150"/>
          <p14:tracePt t="173789" x="3987800" y="3492500"/>
          <p14:tracePt t="173806" x="4076700" y="3492500"/>
          <p14:tracePt t="173822" x="4140200" y="3492500"/>
          <p14:tracePt t="173839" x="4298950" y="3498850"/>
          <p14:tracePt t="173855" x="4438650" y="3498850"/>
          <p14:tracePt t="173872" x="4502150" y="3498850"/>
          <p14:tracePt t="173888" x="4629150" y="3498850"/>
          <p14:tracePt t="173905" x="4724400" y="3498850"/>
          <p14:tracePt t="173922" x="4775200" y="3498850"/>
          <p14:tracePt t="173939" x="4813300" y="3498850"/>
          <p14:tracePt t="173955" x="4914900" y="3498850"/>
          <p14:tracePt t="173972" x="4940300" y="3498850"/>
          <p14:tracePt t="173989" x="5003800" y="3498850"/>
          <p14:tracePt t="174004" x="5035550" y="3498850"/>
          <p14:tracePt t="174021" x="5092700" y="3498850"/>
          <p14:tracePt t="174039" x="5143500" y="3486150"/>
          <p14:tracePt t="174055" x="5149850" y="3486150"/>
          <p14:tracePt t="174072" x="5194300" y="3486150"/>
          <p14:tracePt t="174088" x="5226050" y="3479800"/>
          <p14:tracePt t="174105" x="5257800" y="3473450"/>
          <p14:tracePt t="174121" x="5295900" y="3454400"/>
          <p14:tracePt t="174138" x="5340350" y="3454400"/>
          <p14:tracePt t="174154" x="5359400" y="3448050"/>
          <p14:tracePt t="174171" x="5384800" y="3448050"/>
          <p14:tracePt t="174187" x="5403850" y="3441700"/>
          <p14:tracePt t="174204" x="5410200" y="3441700"/>
          <p14:tracePt t="174304" x="5403850" y="3441700"/>
          <p14:tracePt t="174339" x="5397500" y="3441700"/>
          <p14:tracePt t="174367" x="5391150" y="3441700"/>
          <p14:tracePt t="174388" x="5384800" y="3435350"/>
          <p14:tracePt t="174395" x="5378450" y="3435350"/>
          <p14:tracePt t="174409" x="5372100" y="3429000"/>
          <p14:tracePt t="174431" x="5359400" y="3422650"/>
          <p14:tracePt t="174439" x="5353050" y="3422650"/>
          <p14:tracePt t="174453" x="5340350" y="3422650"/>
          <p14:tracePt t="174470" x="5314950" y="3403600"/>
          <p14:tracePt t="174487" x="5276850" y="3390900"/>
          <p14:tracePt t="174503" x="5257800" y="3384550"/>
          <p14:tracePt t="174519" x="5213350" y="3371850"/>
          <p14:tracePt t="174536" x="5156200" y="3359150"/>
          <p14:tracePt t="174553" x="5137150" y="3352800"/>
          <p14:tracePt t="174570" x="5086350" y="3340100"/>
          <p14:tracePt t="174586" x="4876800" y="3282950"/>
          <p14:tracePt t="174603" x="4794250" y="3263900"/>
          <p14:tracePt t="174620" x="4673600" y="3219450"/>
          <p14:tracePt t="174636" x="4616450" y="3200400"/>
          <p14:tracePt t="174653" x="4546600" y="3168650"/>
          <p14:tracePt t="174670" x="4502150" y="3136900"/>
          <p14:tracePt t="174686" x="4489450" y="3130550"/>
          <p14:tracePt t="174703" x="4464050" y="3111500"/>
          <p14:tracePt t="174719" x="4445000" y="3098800"/>
          <p14:tracePt t="174736" x="4438650" y="3092450"/>
          <p14:tracePt t="174753" x="4419600" y="3073400"/>
          <p14:tracePt t="174769" x="4406900" y="3073400"/>
          <p14:tracePt t="174785" x="4400550" y="3067050"/>
          <p14:tracePt t="174803" x="4394200" y="3060700"/>
          <p14:tracePt t="174818" x="4381500" y="3048000"/>
          <p14:tracePt t="174835" x="4375150" y="3048000"/>
          <p14:tracePt t="174852" x="4362450" y="3041650"/>
          <p14:tracePt t="174868" x="4349750" y="3028950"/>
          <p14:tracePt t="174885" x="4343400" y="3028950"/>
          <p14:tracePt t="174902" x="4311650" y="3016250"/>
          <p14:tracePt t="174918" x="4279900" y="3009900"/>
          <p14:tracePt t="174935" x="4222750" y="2990850"/>
          <p14:tracePt t="174952" x="4133850" y="2952750"/>
          <p14:tracePt t="174968" x="4089400" y="2940050"/>
          <p14:tracePt t="174985" x="3956050" y="2901950"/>
          <p14:tracePt t="175001" x="3803650" y="2870200"/>
          <p14:tracePt t="175018" x="3721100" y="2863850"/>
          <p14:tracePt t="175035" x="3568700" y="2832100"/>
          <p14:tracePt t="175051" x="3435350" y="2813050"/>
          <p14:tracePt t="175068" x="3384550" y="2806700"/>
          <p14:tracePt t="175085" x="3327400" y="2794000"/>
          <p14:tracePt t="175101" x="3302000" y="2794000"/>
          <p14:tracePt t="175118" x="3295650" y="2794000"/>
          <p14:tracePt t="175134" x="3289300" y="2794000"/>
          <p14:tracePt t="175168" x="3289300" y="2800350"/>
          <p14:tracePt t="175184" x="3295650" y="2800350"/>
          <p14:tracePt t="175201" x="3302000" y="2800350"/>
          <p14:tracePt t="175218" x="3321050" y="2794000"/>
          <p14:tracePt t="175234" x="3333750" y="2794000"/>
          <p14:tracePt t="175251" x="3352800" y="2787650"/>
          <p14:tracePt t="175267" x="3384550" y="2787650"/>
          <p14:tracePt t="175284" x="3454400" y="2781300"/>
          <p14:tracePt t="175300" x="3498850" y="2774950"/>
          <p14:tracePt t="175316" x="3638550" y="2762250"/>
          <p14:tracePt t="175333" x="3816350" y="2755900"/>
          <p14:tracePt t="175351" x="3981450" y="2743200"/>
          <p14:tracePt t="175366" x="4076700" y="2736850"/>
          <p14:tracePt t="175383" x="4165600" y="2724150"/>
          <p14:tracePt t="175400" x="4368800" y="2692400"/>
          <p14:tracePt t="175417" x="4457700" y="2692400"/>
          <p14:tracePt t="175433" x="4546600" y="2686050"/>
          <p14:tracePt t="175450" x="4718050" y="2686050"/>
          <p14:tracePt t="175466" x="4756150" y="2686050"/>
          <p14:tracePt t="175483" x="4794250" y="2686050"/>
          <p14:tracePt t="175499" x="4876800" y="2698750"/>
          <p14:tracePt t="175516" x="4895850" y="2698750"/>
          <p14:tracePt t="175534" x="4927600" y="2698750"/>
          <p14:tracePt t="175549" x="4946650" y="2705100"/>
          <p14:tracePt t="175566" x="4984750" y="2717800"/>
          <p14:tracePt t="175583" x="5022850" y="2717800"/>
          <p14:tracePt t="175599" x="5035550" y="2724150"/>
          <p14:tracePt t="175616" x="5067300" y="2724150"/>
          <p14:tracePt t="175633" x="5099050" y="2724150"/>
          <p14:tracePt t="175649" x="5111750" y="2724150"/>
          <p14:tracePt t="175667" x="5156200" y="2724150"/>
          <p14:tracePt t="175682" x="5175250" y="2724150"/>
          <p14:tracePt t="175699" x="5181600" y="2724150"/>
          <p14:tracePt t="175716" x="5200650" y="2724150"/>
          <p14:tracePt t="175732" x="5207000" y="2724150"/>
          <p14:tracePt t="175749" x="5213350" y="2724150"/>
          <p14:tracePt t="175782" x="5219700" y="2730500"/>
          <p14:tracePt t="175815" x="5226050" y="2743200"/>
          <p14:tracePt t="175835" x="5226050" y="2749550"/>
          <p14:tracePt t="175848" x="5226050" y="2755900"/>
          <p14:tracePt t="175864" x="5226050" y="2762250"/>
          <p14:tracePt t="175881" x="5226050" y="2768600"/>
          <p14:tracePt t="175899" x="5232400" y="2781300"/>
          <p14:tracePt t="175915" x="5245100" y="2806700"/>
          <p14:tracePt t="175931" x="5251450" y="2819400"/>
          <p14:tracePt t="175948" x="5264150" y="2844800"/>
          <p14:tracePt t="175964" x="5283200" y="2863850"/>
          <p14:tracePt t="175982" x="5283200" y="2870200"/>
          <p14:tracePt t="175998" x="5295900" y="2870200"/>
          <p14:tracePt t="176014" x="5308600" y="2876550"/>
          <p14:tracePt t="176053" x="5314950" y="2876550"/>
          <p14:tracePt t="176064" x="5321300" y="2876550"/>
          <p14:tracePt t="176083" x="5327650" y="2876550"/>
          <p14:tracePt t="176123" x="5340350" y="2870200"/>
          <p14:tracePt t="176151" x="5346700" y="2863850"/>
          <p14:tracePt t="176173" x="5359400" y="2863850"/>
          <p14:tracePt t="176193" x="5359400" y="2857500"/>
          <p14:tracePt t="176221" x="5365750" y="2851150"/>
          <p14:tracePt t="176243" x="5372100" y="2851150"/>
          <p14:tracePt t="176263" x="5372100" y="2844800"/>
          <p14:tracePt t="176271" x="5378450" y="2844800"/>
          <p14:tracePt t="176306" x="5384800" y="2838450"/>
          <p14:tracePt t="176341" x="5391150" y="2838450"/>
          <p14:tracePt t="176361" x="5397500" y="2838450"/>
          <p14:tracePt t="176404" x="5403850" y="2832100"/>
          <p14:tracePt t="176622" x="5403850" y="2825750"/>
          <p14:tracePt t="176636" x="5403850" y="2819400"/>
          <p14:tracePt t="176644" x="5403850" y="2832100"/>
          <p14:tracePt t="177165" x="5403850" y="2838450"/>
          <p14:tracePt t="177186" x="5403850" y="2844800"/>
          <p14:tracePt t="177199" x="5403850" y="2851150"/>
          <p14:tracePt t="177227" x="5403850" y="2857500"/>
          <p14:tracePt t="177235" x="5397500" y="2870200"/>
          <p14:tracePt t="177249" x="5397500" y="2876550"/>
          <p14:tracePt t="177260" x="5397500" y="2882900"/>
          <p14:tracePt t="177278" x="5384800" y="2901950"/>
          <p14:tracePt t="177293" x="5384800" y="2908300"/>
          <p14:tracePt t="177310" x="5384800" y="2914650"/>
          <p14:tracePt t="177327" x="5372100" y="2933700"/>
          <p14:tracePt t="177343" x="5365750" y="2946400"/>
          <p14:tracePt t="177360" x="5353050" y="2959100"/>
          <p14:tracePt t="177377" x="5340350" y="2984500"/>
          <p14:tracePt t="177393" x="5334000" y="2997200"/>
          <p14:tracePt t="177411" x="5314950" y="3035300"/>
          <p14:tracePt t="177426" x="5302250" y="3067050"/>
          <p14:tracePt t="177443" x="5295900" y="3086100"/>
          <p14:tracePt t="177460" x="5270500" y="3124200"/>
          <p14:tracePt t="177476" x="5264150" y="3143250"/>
          <p14:tracePt t="177493" x="5251450" y="3194050"/>
          <p14:tracePt t="177509" x="5245100" y="3225800"/>
          <p14:tracePt t="177526" x="5238750" y="3251200"/>
          <p14:tracePt t="177542" x="5226050" y="3282950"/>
          <p14:tracePt t="177559" x="5219700" y="3308350"/>
          <p14:tracePt t="177575" x="5213350" y="3321050"/>
          <p14:tracePt t="177593" x="5207000" y="3340100"/>
          <p14:tracePt t="177609" x="5207000" y="3346450"/>
          <p14:tracePt t="177625" x="5207000" y="3352800"/>
          <p14:tracePt t="177643" x="5207000" y="3365500"/>
          <p14:tracePt t="177659" x="5207000" y="3371850"/>
          <p14:tracePt t="177692" x="5207000" y="3384550"/>
          <p14:tracePt t="177762" x="5213350" y="3390900"/>
          <p14:tracePt t="177769" x="5213350" y="3397250"/>
          <p14:tracePt t="177797" x="5219700" y="3397250"/>
          <p14:tracePt t="177832" x="5226050" y="3397250"/>
          <p14:tracePt t="177860" x="5226050" y="3390900"/>
          <p14:tracePt t="177867" x="5232400" y="3390900"/>
          <p14:tracePt t="177888" x="5232400" y="3384550"/>
          <p14:tracePt t="177909" x="5238750" y="3378200"/>
          <p14:tracePt t="177937" x="5238750" y="3371850"/>
          <p14:tracePt t="177959" x="5245100" y="3365500"/>
          <p14:tracePt t="177980" x="5245100" y="3359150"/>
          <p14:tracePt t="177986" x="5245100" y="3352800"/>
          <p14:tracePt t="178022" x="5245100" y="3346450"/>
          <p14:tracePt t="178043" x="5245100" y="3340100"/>
          <p14:tracePt t="178049" x="5251450" y="3327400"/>
          <p14:tracePt t="178059" x="5251450" y="3321050"/>
          <p14:tracePt t="178073" x="5251450" y="3308350"/>
          <p14:tracePt t="178091" x="5251450" y="3289300"/>
          <p14:tracePt t="178107" x="5257800" y="3251200"/>
          <p14:tracePt t="178123" x="5257800" y="3206750"/>
          <p14:tracePt t="178141" x="5257800" y="3168650"/>
          <p14:tracePt t="178157" x="5257800" y="3149600"/>
          <p14:tracePt t="178173" x="5257800" y="3124200"/>
          <p14:tracePt t="178191" x="5257800" y="3105150"/>
          <p14:tracePt t="178206" x="5251450" y="3098800"/>
          <p14:tracePt t="178223" x="5251450" y="3092450"/>
          <p14:tracePt t="178240" x="5251450" y="3086100"/>
          <p14:tracePt t="178570" x="5251450" y="3079750"/>
          <p14:tracePt t="178584" x="5257800" y="3079750"/>
          <p14:tracePt t="178598" x="5264150" y="3073400"/>
          <p14:tracePt t="178612" x="5270500" y="3073400"/>
          <p14:tracePt t="178622" x="5276850" y="3060700"/>
          <p14:tracePt t="178639" x="5283200" y="3054350"/>
          <p14:tracePt t="178655" x="5321300" y="3028950"/>
          <p14:tracePt t="178672" x="5340350" y="3016250"/>
          <p14:tracePt t="178689" x="5365750" y="2997200"/>
          <p14:tracePt t="178705" x="5391150" y="2984500"/>
          <p14:tracePt t="178722" x="5403850" y="2971800"/>
          <p14:tracePt t="178739" x="5422900" y="2971800"/>
          <p14:tracePt t="178755" x="5429250" y="2978150"/>
          <p14:tracePt t="178771" x="5429250" y="2990850"/>
          <p14:tracePt t="178788" x="5416550" y="3041650"/>
          <p14:tracePt t="178804" x="5384800" y="3136900"/>
          <p14:tracePt t="178823" x="5365750" y="3194050"/>
          <p14:tracePt t="178824" x="5334000" y="3257550"/>
          <p14:tracePt t="178838" x="5308600" y="3327400"/>
          <p14:tracePt t="178855" x="5238750" y="3454400"/>
          <p14:tracePt t="178873" x="5187950" y="3556000"/>
          <p14:tracePt t="178888" x="5175250" y="3594100"/>
          <p14:tracePt t="178904" x="5156200" y="3632200"/>
          <p14:tracePt t="178922" x="5156200" y="3644900"/>
          <p14:tracePt t="178938" x="5149850" y="3651250"/>
          <p14:tracePt t="179012" x="5156200" y="3657600"/>
          <p14:tracePt t="179033" x="5162550" y="3657600"/>
          <p14:tracePt t="179062" x="5168900" y="3657600"/>
          <p14:tracePt t="179097" x="5175250" y="3657600"/>
          <p14:tracePt t="179104" x="5181600" y="3657600"/>
          <p14:tracePt t="179110" x="5187950" y="3651250"/>
          <p14:tracePt t="179125" x="5194300" y="3651250"/>
          <p14:tracePt t="179137" x="5200650" y="3651250"/>
          <p14:tracePt t="179153" x="5219700" y="3638550"/>
          <p14:tracePt t="179170" x="5251450" y="3638550"/>
          <p14:tracePt t="179187" x="5321300" y="3625850"/>
          <p14:tracePt t="179204" x="5441950" y="3606800"/>
          <p14:tracePt t="179220" x="5518150" y="3600450"/>
          <p14:tracePt t="179238" x="5638800" y="3581400"/>
          <p14:tracePt t="179253" x="5746750" y="3562350"/>
          <p14:tracePt t="179270" x="5784850" y="3556000"/>
          <p14:tracePt t="179287" x="5854700" y="3556000"/>
          <p14:tracePt t="179303" x="5873750" y="3556000"/>
          <p14:tracePt t="179320" x="5911850" y="3556000"/>
          <p14:tracePt t="179322" x="5924550" y="3556000"/>
          <p14:tracePt t="179342" x="5930900" y="3556000"/>
          <p14:tracePt t="179385" x="5924550" y="3556000"/>
          <p14:tracePt t="179406" x="5918200" y="3556000"/>
          <p14:tracePt t="179413" x="5905500" y="3556000"/>
          <p14:tracePt t="179427" x="5873750" y="3556000"/>
          <p14:tracePt t="179436" x="5835650" y="3556000"/>
          <p14:tracePt t="179453" x="5784850" y="3543300"/>
          <p14:tracePt t="179470" x="5632450" y="3536950"/>
          <p14:tracePt t="179486" x="5435600" y="3505200"/>
          <p14:tracePt t="179503" x="5321300" y="3486150"/>
          <p14:tracePt t="179519" x="5105400" y="3441700"/>
          <p14:tracePt t="179536" x="4921250" y="3409950"/>
          <p14:tracePt t="179552" x="4857750" y="3403600"/>
          <p14:tracePt t="179569" x="4749800" y="3390900"/>
          <p14:tracePt t="179585" x="4724400" y="3390900"/>
          <p14:tracePt t="179602" x="4679950" y="3390900"/>
          <p14:tracePt t="179619" x="4667250" y="3397250"/>
          <p14:tracePt t="179635" x="4660900" y="3403600"/>
          <p14:tracePt t="179652" x="4654550" y="3409950"/>
          <p14:tracePt t="179668" x="4654550" y="3416300"/>
          <p14:tracePt t="179685" x="4654550" y="3422650"/>
          <p14:tracePt t="179702" x="4660900" y="3422650"/>
          <p14:tracePt t="179718" x="4686300" y="3422650"/>
          <p14:tracePt t="179735" x="4699000" y="3422650"/>
          <p14:tracePt t="179751" x="4743450" y="3429000"/>
          <p14:tracePt t="179768" x="4819650" y="3429000"/>
          <p14:tracePt t="179786" x="4984750" y="3448050"/>
          <p14:tracePt t="179801" x="5086350" y="3454400"/>
          <p14:tracePt t="179818" x="5321300" y="3498850"/>
          <p14:tracePt t="179835" x="5588000" y="3530600"/>
          <p14:tracePt t="179851" x="5715000" y="3556000"/>
          <p14:tracePt t="179868" x="5829300" y="3556000"/>
          <p14:tracePt t="179885" x="6070600" y="3562350"/>
          <p14:tracePt t="179901" x="6108700" y="3562350"/>
          <p14:tracePt t="179918" x="6153150" y="3562350"/>
          <p14:tracePt t="179934" x="6159500" y="3562350"/>
          <p14:tracePt t="179952" x="6172200" y="3562350"/>
          <p14:tracePt t="180087" x="6165850" y="3562350"/>
          <p14:tracePt t="180115" x="6159500" y="3562350"/>
          <p14:tracePt t="180136" x="6153150" y="3562350"/>
          <p14:tracePt t="180157" x="6146800" y="3562350"/>
          <p14:tracePt t="180178" x="6140450" y="3568700"/>
          <p14:tracePt t="180185" x="6134100" y="3568700"/>
          <p14:tracePt t="180201" x="6127750" y="3568700"/>
          <p14:tracePt t="180206" x="6121400" y="3575050"/>
          <p14:tracePt t="180221" x="6108700" y="3575050"/>
          <p14:tracePt t="180233" x="6089650" y="3581400"/>
          <p14:tracePt t="180250" x="6038850" y="3587750"/>
          <p14:tracePt t="180266" x="6019800" y="3594100"/>
          <p14:tracePt t="180283" x="5969000" y="3606800"/>
          <p14:tracePt t="180299" x="5924550" y="3619500"/>
          <p14:tracePt t="180316" x="5924550" y="3625850"/>
          <p14:tracePt t="180333" x="5918200" y="3632200"/>
          <p14:tracePt t="180349" x="5924550" y="3632200"/>
          <p14:tracePt t="180369" x="5930900" y="3632200"/>
          <p14:tracePt t="180383" x="5943600" y="3625850"/>
          <p14:tracePt t="180399" x="5969000" y="3619500"/>
          <p14:tracePt t="180416" x="5988050" y="3613150"/>
          <p14:tracePt t="180432" x="6045200" y="3606800"/>
          <p14:tracePt t="180449" x="6127750" y="3600450"/>
          <p14:tracePt t="180467" x="6210300" y="3581400"/>
          <p14:tracePt t="180482" x="6248400" y="3581400"/>
          <p14:tracePt t="180499" x="6292850" y="3575050"/>
          <p14:tracePt t="180516" x="6350000" y="3562350"/>
          <p14:tracePt t="180532" x="6356350" y="3556000"/>
          <p14:tracePt t="180549" x="6362700" y="3556000"/>
          <p14:tracePt t="180628" x="6362700" y="3549650"/>
          <p14:tracePt t="180677" x="6356350" y="3549650"/>
          <p14:tracePt t="180719" x="6350000" y="3549650"/>
          <p14:tracePt t="180747" x="6343650" y="3549650"/>
          <p14:tracePt t="180769" x="6337300" y="3543300"/>
          <p14:tracePt t="180783" x="6330950" y="3543300"/>
          <p14:tracePt t="180790" x="6324600" y="3543300"/>
          <p14:tracePt t="180798" x="6318250" y="3543300"/>
          <p14:tracePt t="180814" x="6318250" y="3536950"/>
          <p14:tracePt t="180832" x="6305550" y="3536950"/>
          <p14:tracePt t="180847" x="6292850" y="3530600"/>
          <p14:tracePt t="180864" x="6267450" y="3530600"/>
          <p14:tracePt t="180867" x="6248400" y="3524250"/>
          <p14:tracePt t="180883" x="6235700" y="3524250"/>
          <p14:tracePt t="180897" x="6216650" y="3517900"/>
          <p14:tracePt t="180914" x="6172200" y="3517900"/>
          <p14:tracePt t="180931" x="6134100" y="3517900"/>
          <p14:tracePt t="180947" x="6121400" y="3517900"/>
          <p14:tracePt t="180964" x="6096000" y="3524250"/>
          <p14:tracePt t="180981" x="6070600" y="3536950"/>
          <p14:tracePt t="180997" x="6064250" y="3549650"/>
          <p14:tracePt t="181014" x="6051550" y="3587750"/>
          <p14:tracePt t="181030" x="6051550" y="3625850"/>
          <p14:tracePt t="181047" x="6051550" y="3638550"/>
          <p14:tracePt t="181064" x="6057900" y="3670300"/>
          <p14:tracePt t="181080" x="6083300" y="3708400"/>
          <p14:tracePt t="181097" x="6102350" y="3721100"/>
          <p14:tracePt t="181114" x="6134100" y="3740150"/>
          <p14:tracePt t="181130" x="6153150" y="3759200"/>
          <p14:tracePt t="181147" x="6178550" y="3759200"/>
          <p14:tracePt t="181163" x="6203950" y="3759200"/>
          <p14:tracePt t="181180" x="6216650" y="3759200"/>
          <p14:tracePt t="181197" x="6229350" y="3752850"/>
          <p14:tracePt t="181213" x="6254750" y="3740150"/>
          <p14:tracePt t="181229" x="6273800" y="3733800"/>
          <p14:tracePt t="181247" x="6311900" y="3708400"/>
          <p14:tracePt t="181263" x="6362700" y="3689350"/>
          <p14:tracePt t="181279" x="6388100" y="3676650"/>
          <p14:tracePt t="181296" x="6426200" y="3644900"/>
          <p14:tracePt t="181313" x="6445250" y="3625850"/>
          <p14:tracePt t="181329" x="6451600" y="3625850"/>
          <p14:tracePt t="181346" x="6457950" y="3619500"/>
          <p14:tracePt t="181363" x="6464300" y="3613150"/>
          <p14:tracePt t="181421" x="6470650" y="3613150"/>
          <p14:tracePt t="181430" x="6477000" y="3613150"/>
          <p14:tracePt t="181450" x="6483350" y="3613150"/>
          <p14:tracePt t="181464" x="6489700" y="3613150"/>
          <p14:tracePt t="181485" x="6502400" y="3613150"/>
          <p14:tracePt t="181492" x="6508750" y="3613150"/>
          <p14:tracePt t="181499" x="6515100" y="3606800"/>
          <p14:tracePt t="181515" x="6521450" y="3606800"/>
          <p14:tracePt t="181529" x="6534150" y="3606800"/>
          <p14:tracePt t="181546" x="6559550" y="3600450"/>
          <p14:tracePt t="181563" x="6578600" y="3594100"/>
          <p14:tracePt t="181579" x="6584950" y="3587750"/>
          <p14:tracePt t="181595" x="6604000" y="3587750"/>
          <p14:tracePt t="181612" x="6610350" y="3587750"/>
          <p14:tracePt t="181645" x="6623050" y="3587750"/>
          <p14:tracePt t="181675" x="6629400" y="3587750"/>
          <p14:tracePt t="181703" x="6635750" y="3587750"/>
          <p14:tracePt t="181731" x="6642100" y="3587750"/>
          <p14:tracePt t="181746" x="6648450" y="3587750"/>
          <p14:tracePt t="181773" x="6661150" y="3587750"/>
          <p14:tracePt t="181794" x="6667500" y="3587750"/>
          <p14:tracePt t="181801" x="6673850" y="3587750"/>
          <p14:tracePt t="181843" x="6680200" y="3587750"/>
          <p14:tracePt t="181850" x="6686550" y="3587750"/>
          <p14:tracePt t="181864" x="6699250" y="3587750"/>
          <p14:tracePt t="181877" x="6705600" y="3587750"/>
          <p14:tracePt t="181893" x="6731000" y="3587750"/>
          <p14:tracePt t="181910" x="6750050" y="3587750"/>
          <p14:tracePt t="181928" x="6813550" y="3587750"/>
          <p14:tracePt t="181944" x="6889750" y="3587750"/>
          <p14:tracePt t="181960" x="6946900" y="3600450"/>
          <p14:tracePt t="181977" x="7035800" y="3600450"/>
          <p14:tracePt t="181993" x="7118350" y="3594100"/>
          <p14:tracePt t="182010" x="7156450" y="3594100"/>
          <p14:tracePt t="182027" x="7213600" y="3587750"/>
          <p14:tracePt t="182044" x="7232650" y="3587750"/>
          <p14:tracePt t="182061" x="7277100" y="3581400"/>
          <p14:tracePt t="182076" x="7302500" y="3581400"/>
          <p14:tracePt t="182093" x="7315200" y="3581400"/>
          <p14:tracePt t="182111" x="7327900" y="3581400"/>
          <p14:tracePt t="182127" x="7346950" y="3581400"/>
          <p14:tracePt t="182144" x="7353300" y="3581400"/>
          <p14:tracePt t="182160" x="7359650" y="3581400"/>
          <p14:tracePt t="182177" x="7385050" y="3581400"/>
          <p14:tracePt t="182193" x="7391400" y="3581400"/>
          <p14:tracePt t="182210" x="7410450" y="3587750"/>
          <p14:tracePt t="182226" x="7423150" y="3587750"/>
          <p14:tracePt t="182243" x="7429500" y="3587750"/>
          <p14:tracePt t="182259" x="7442200" y="3587750"/>
          <p14:tracePt t="182276" x="7467600" y="3587750"/>
          <p14:tracePt t="182293" x="7486650" y="3587750"/>
          <p14:tracePt t="182309" x="7518400" y="3587750"/>
          <p14:tracePt t="182326" x="7543800" y="3587750"/>
          <p14:tracePt t="182343" x="7588250" y="3568700"/>
          <p14:tracePt t="182359" x="7600950" y="3568700"/>
          <p14:tracePt t="182375" x="7607300" y="3562350"/>
          <p14:tracePt t="182379" x="7613650" y="3562350"/>
          <p14:tracePt t="182392" x="7620000" y="3562350"/>
          <p14:tracePt t="182433" x="7626350" y="3562350"/>
          <p14:tracePt t="182448" x="7632700" y="3562350"/>
          <p14:tracePt t="182454" x="7639050" y="3568700"/>
          <p14:tracePt t="183509" x="7626350" y="3575050"/>
          <p14:tracePt t="183516" x="7613650" y="3581400"/>
          <p14:tracePt t="183539" x="7600950" y="3581400"/>
          <p14:tracePt t="183552" x="7588250" y="3581400"/>
          <p14:tracePt t="183573" x="7575550" y="3587750"/>
          <p14:tracePt t="183580" x="7550150" y="3587750"/>
          <p14:tracePt t="183587" x="7543800" y="3587750"/>
          <p14:tracePt t="183604" x="7512050" y="3587750"/>
          <p14:tracePt t="183622" x="7442200" y="3587750"/>
          <p14:tracePt t="183638" x="7391400" y="3587750"/>
          <p14:tracePt t="183655" x="7296150" y="3568700"/>
          <p14:tracePt t="183672" x="7194550" y="3562350"/>
          <p14:tracePt t="183688" x="7137400" y="3549650"/>
          <p14:tracePt t="183705" x="7035800" y="3536950"/>
          <p14:tracePt t="183721" x="6889750" y="3517900"/>
          <p14:tracePt t="183738" x="6813550" y="3517900"/>
          <p14:tracePt t="183755" x="6673850" y="3505200"/>
          <p14:tracePt t="183771" x="6540500" y="3505200"/>
          <p14:tracePt t="183788" x="6489700" y="3505200"/>
          <p14:tracePt t="183805" x="6388100" y="3498850"/>
          <p14:tracePt t="183821" x="6299200" y="3473450"/>
          <p14:tracePt t="183837" x="6248400" y="3460750"/>
          <p14:tracePt t="183854" x="6153150" y="3435350"/>
          <p14:tracePt t="183871" x="6076950" y="3409950"/>
          <p14:tracePt t="183887" x="6064250" y="3397250"/>
          <p14:tracePt t="183890" x="6064250" y="3378200"/>
          <p14:tracePt t="184675" x="6045200" y="3371850"/>
          <p14:tracePt t="184682" x="6013450" y="3365500"/>
          <p14:tracePt t="184696" x="5988050" y="3359150"/>
          <p14:tracePt t="184704" x="5943600" y="3340100"/>
          <p14:tracePt t="184718" x="5899150" y="3333750"/>
          <p14:tracePt t="184734" x="5797550" y="3314700"/>
          <p14:tracePt t="184751" x="5721350" y="3314700"/>
          <p14:tracePt t="184767" x="5575300" y="3295650"/>
          <p14:tracePt t="184784" x="5403850" y="3263900"/>
          <p14:tracePt t="184802" x="5314950" y="3244850"/>
          <p14:tracePt t="184817" x="5111750" y="3213100"/>
          <p14:tracePt t="184834" x="4984750" y="3200400"/>
          <p14:tracePt t="184852" x="4635500" y="3136900"/>
          <p14:tracePt t="184867" x="4546600" y="3117850"/>
          <p14:tracePt t="184884" x="4483100" y="3117850"/>
          <p14:tracePt t="184900" x="4337050" y="3111500"/>
          <p14:tracePt t="184917" x="4216400" y="3130550"/>
          <p14:tracePt t="184933" x="4165600" y="3136900"/>
          <p14:tracePt t="184950" x="4070350" y="3143250"/>
          <p14:tracePt t="184966" x="4013200" y="3155950"/>
          <p14:tracePt t="184984" x="3975100" y="3162300"/>
          <p14:tracePt t="185000" x="3949700" y="3168650"/>
          <p14:tracePt t="185016" x="3917950" y="3181350"/>
          <p14:tracePt t="185034" x="3867150" y="3194050"/>
          <p14:tracePt t="185050" x="3848100" y="3206750"/>
          <p14:tracePt t="185066" x="3797300" y="3225800"/>
          <p14:tracePt t="185083" x="3721100" y="3251200"/>
          <p14:tracePt t="185099" x="3695700" y="3263900"/>
          <p14:tracePt t="185116" x="3619500" y="3289300"/>
          <p14:tracePt t="185133" x="3562350" y="3302000"/>
          <p14:tracePt t="185149" x="3530600" y="3302000"/>
          <p14:tracePt t="185167" x="3492500" y="3302000"/>
          <p14:tracePt t="185183" x="3416300" y="3302000"/>
          <p14:tracePt t="185199" x="3308350" y="3282950"/>
          <p14:tracePt t="185217" x="3162300" y="3244850"/>
          <p14:tracePt t="185233" x="3098800" y="3238500"/>
          <p14:tracePt t="185249" x="2997200" y="3200400"/>
          <p14:tracePt t="185266" x="2940050" y="3194050"/>
          <p14:tracePt t="185891" x="2940050" y="3187700"/>
          <p14:tracePt t="185898" x="2946400" y="3175000"/>
          <p14:tracePt t="185905" x="2952750" y="3155950"/>
          <p14:tracePt t="185919" x="2959100" y="3143250"/>
          <p14:tracePt t="185930" x="2965450" y="3130550"/>
          <p14:tracePt t="185947" x="2978150" y="3111500"/>
          <p14:tracePt t="185963" x="2978150" y="3098800"/>
          <p14:tracePt t="185980" x="2984500" y="3092450"/>
          <p14:tracePt t="185997" x="2997200" y="3079750"/>
          <p14:tracePt t="186038" x="2997200" y="3073400"/>
          <p14:tracePt t="186047" x="3003550" y="3073400"/>
          <p14:tracePt t="186066" x="3009900" y="3067050"/>
          <p14:tracePt t="186087" x="3016250" y="3067050"/>
          <p14:tracePt t="186115" x="3022600" y="3067050"/>
          <p14:tracePt t="186151" x="3028950" y="3060700"/>
          <p14:tracePt t="186179" x="3035300" y="3060700"/>
          <p14:tracePt t="186207" x="3035300" y="3054350"/>
          <p14:tracePt t="186228" x="3041650" y="3054350"/>
          <p14:tracePt t="186242" x="3048000" y="3054350"/>
          <p14:tracePt t="186249" x="3054350" y="3054350"/>
          <p14:tracePt t="186262" x="3060700" y="3054350"/>
          <p14:tracePt t="186278" x="3079750" y="3060700"/>
          <p14:tracePt t="186295" x="3086100" y="3060700"/>
          <p14:tracePt t="186313" x="3130550" y="3073400"/>
          <p14:tracePt t="186329" x="3187700" y="3079750"/>
          <p14:tracePt t="186346" x="3238500" y="3092450"/>
          <p14:tracePt t="186362" x="3346450" y="3117850"/>
          <p14:tracePt t="186379" x="3409950" y="3124200"/>
          <p14:tracePt t="186395" x="3581400" y="3155950"/>
          <p14:tracePt t="186399" x="3657600" y="3175000"/>
          <p14:tracePt t="186412" x="3752850" y="3194050"/>
          <p14:tracePt t="186428" x="3816350" y="3206750"/>
          <p14:tracePt t="186446" x="3981450" y="3225800"/>
          <p14:tracePt t="186462" x="4114800" y="3225800"/>
          <p14:tracePt t="186478" x="4178300" y="3219450"/>
          <p14:tracePt t="186495" x="4318000" y="3200400"/>
          <p14:tracePt t="186512" x="4451350" y="3200400"/>
          <p14:tracePt t="186528" x="4527550" y="3200400"/>
          <p14:tracePt t="186544" x="4692650" y="3206750"/>
          <p14:tracePt t="186561" x="4895850" y="3213100"/>
          <p14:tracePt t="186578" x="5022850" y="3238500"/>
          <p14:tracePt t="186594" x="5289550" y="3270250"/>
          <p14:tracePt t="186612" x="5568950" y="3270250"/>
          <p14:tracePt t="186628" x="5695950" y="3270250"/>
          <p14:tracePt t="186644" x="5861050" y="3257550"/>
          <p14:tracePt t="186661" x="5924550" y="3257550"/>
          <p14:tracePt t="186678" x="6013450" y="3238500"/>
          <p14:tracePt t="186694" x="6038850" y="3232150"/>
          <p14:tracePt t="186711" x="6076950" y="3225800"/>
          <p14:tracePt t="186727" x="6146800" y="3219450"/>
          <p14:tracePt t="186744" x="6273800" y="3206750"/>
          <p14:tracePt t="186760" x="6362700" y="3213100"/>
          <p14:tracePt t="186777" x="6508750" y="3232150"/>
          <p14:tracePt t="186793" x="6597650" y="3225800"/>
          <p14:tracePt t="186811" x="6648450" y="3213100"/>
          <p14:tracePt t="186827" x="6673850" y="3206750"/>
          <p14:tracePt t="186843" x="6692900" y="3200400"/>
          <p14:tracePt t="186861" x="6705600" y="3187700"/>
          <p14:tracePt t="186877" x="6718300" y="3181350"/>
          <p14:tracePt t="186893" x="6743700" y="3175000"/>
          <p14:tracePt t="186911" x="6756400" y="3175000"/>
          <p14:tracePt t="186927" x="6769100" y="3168650"/>
          <p14:tracePt t="186945" x="6775450" y="3162300"/>
          <p14:tracePt t="186960" x="6781800" y="3162300"/>
          <p14:tracePt t="186994" x="6794500" y="3162300"/>
          <p14:tracePt t="187010" x="6800850" y="3162300"/>
          <p14:tracePt t="187026" x="6813550" y="3162300"/>
          <p14:tracePt t="187043" x="6819900" y="3162300"/>
          <p14:tracePt t="187064" x="6832600" y="3155950"/>
          <p14:tracePt t="187076" x="6838950" y="3155950"/>
          <p14:tracePt t="187093" x="6858000" y="3155950"/>
          <p14:tracePt t="187109" x="6870700" y="3155950"/>
          <p14:tracePt t="187126" x="6902450" y="3155950"/>
          <p14:tracePt t="187143" x="6934200" y="3155950"/>
          <p14:tracePt t="187159" x="6953250" y="3168650"/>
          <p14:tracePt t="187176" x="6991350" y="3175000"/>
          <p14:tracePt t="187192" x="7010400" y="3175000"/>
          <p14:tracePt t="187209" x="7016750" y="3175000"/>
          <p14:tracePt t="187226" x="7029450" y="3175000"/>
          <p14:tracePt t="187243" x="7048500" y="3175000"/>
          <p14:tracePt t="187260" x="7048500" y="3181350"/>
          <p14:tracePt t="187275" x="7073900" y="3181350"/>
          <p14:tracePt t="187292" x="7099300" y="3187700"/>
          <p14:tracePt t="187308" x="7137400" y="3200400"/>
          <p14:tracePt t="187325" x="7188200" y="3206750"/>
          <p14:tracePt t="187342" x="7207250" y="3206750"/>
          <p14:tracePt t="187359" x="7232650" y="3206750"/>
          <p14:tracePt t="187375" x="7245350" y="3206750"/>
          <p14:tracePt t="187409" x="7258050" y="3206750"/>
          <p14:tracePt t="187441" x="7264400" y="3206750"/>
          <p14:tracePt t="187514" x="7264400" y="3200400"/>
          <p14:tracePt t="187521" x="7258050" y="3200400"/>
          <p14:tracePt t="187543" x="7251700" y="3200400"/>
          <p14:tracePt t="187562" x="7245350" y="3200400"/>
          <p14:tracePt t="187577" x="7232650" y="3200400"/>
          <p14:tracePt t="187584" x="7219950" y="3200400"/>
          <p14:tracePt t="187594" x="7200900" y="3200400"/>
          <p14:tracePt t="187607" x="7162800" y="3200400"/>
          <p14:tracePt t="187624" x="7118350" y="3194050"/>
          <p14:tracePt t="187641" x="7004050" y="3187700"/>
          <p14:tracePt t="187657" x="6845300" y="3155950"/>
          <p14:tracePt t="187675" x="6769100" y="3149600"/>
          <p14:tracePt t="187691" x="6623050" y="3130550"/>
          <p14:tracePt t="187707" x="6515100" y="3111500"/>
          <p14:tracePt t="187724" x="6457950" y="3105150"/>
          <p14:tracePt t="187740" x="6432550" y="3105150"/>
          <p14:tracePt t="187757" x="6407150" y="3105150"/>
          <p14:tracePt t="187775" x="6400800" y="3105150"/>
          <p14:tracePt t="187790" x="6394450" y="3105150"/>
          <p14:tracePt t="187823" x="6388100" y="3105150"/>
          <p14:tracePt t="187893" x="6400800" y="3105150"/>
          <p14:tracePt t="187914" x="6407150" y="3105150"/>
          <p14:tracePt t="187935" x="6419850" y="3098800"/>
          <p14:tracePt t="187956" x="6426200" y="3098800"/>
          <p14:tracePt t="187963" x="6432550" y="3098800"/>
          <p14:tracePt t="187977" x="6445250" y="3098800"/>
          <p14:tracePt t="187990" x="6457950" y="3092450"/>
          <p14:tracePt t="188006" x="6502400" y="3086100"/>
          <p14:tracePt t="188023" x="6527800" y="3086100"/>
          <p14:tracePt t="188040" x="6604000" y="3073400"/>
          <p14:tracePt t="188056" x="6686550" y="3060700"/>
          <p14:tracePt t="188073" x="6724650" y="3060700"/>
          <p14:tracePt t="188090" x="6800850" y="3041650"/>
          <p14:tracePt t="188106" x="6877050" y="3035300"/>
          <p14:tracePt t="188123" x="6915150" y="3035300"/>
          <p14:tracePt t="188140" x="6985000" y="3028950"/>
          <p14:tracePt t="188156" x="7042150" y="3022600"/>
          <p14:tracePt t="188172" x="7073900" y="3022600"/>
          <p14:tracePt t="188189" x="7124700" y="3022600"/>
          <p14:tracePt t="188205" x="7143750" y="3022600"/>
          <p14:tracePt t="188224" x="7194550" y="3016250"/>
          <p14:tracePt t="188238" x="7207250" y="3016250"/>
          <p14:tracePt t="188255" x="7219950" y="3016250"/>
          <p14:tracePt t="188272" x="7239000" y="3003550"/>
          <p14:tracePt t="188288" x="7251700" y="3003550"/>
          <p14:tracePt t="188305" x="7258050" y="3003550"/>
          <p14:tracePt t="188338" x="7258050" y="2997200"/>
          <p14:tracePt t="188364" x="7264400" y="2997200"/>
          <p14:tracePt t="188399" x="7270750" y="2997200"/>
          <p14:tracePt t="188525" x="7264400" y="2997200"/>
          <p14:tracePt t="188575" x="7258050" y="2997200"/>
          <p14:tracePt t="188596" x="7251700" y="2997200"/>
          <p14:tracePt t="188610" x="7245350" y="2997200"/>
          <p14:tracePt t="188617" x="7239000" y="2997200"/>
          <p14:tracePt t="188631" x="7232650" y="2997200"/>
          <p14:tracePt t="188640" x="7219950" y="2997200"/>
          <p14:tracePt t="188653" x="7207250" y="3003550"/>
          <p14:tracePt t="188670" x="7150100" y="3016250"/>
          <p14:tracePt t="188688" x="7054850" y="3041650"/>
          <p14:tracePt t="188703" x="7004050" y="3054350"/>
          <p14:tracePt t="188720" x="6864350" y="3098800"/>
          <p14:tracePt t="188737" x="6743700" y="3136900"/>
          <p14:tracePt t="188753" x="6686550" y="3155950"/>
          <p14:tracePt t="188771" x="6648450" y="3175000"/>
          <p14:tracePt t="188787" x="6553200" y="3213100"/>
          <p14:tracePt t="188803" x="6540500" y="3219450"/>
          <p14:tracePt t="188820" x="6527800" y="3225800"/>
          <p14:tracePt t="188837" x="6508750" y="3225800"/>
          <p14:tracePt t="188853" x="6508750" y="3232150"/>
          <p14:tracePt t="188890" x="6508750" y="3238500"/>
          <p14:tracePt t="188912" x="6515100" y="3238500"/>
          <p14:tracePt t="188926" x="6515100" y="3232150"/>
          <p14:tracePt t="188940" x="6521450" y="3232150"/>
          <p14:tracePt t="188954" x="6527800" y="3232150"/>
          <p14:tracePt t="188970" x="6546850" y="3219450"/>
          <p14:tracePt t="188987" x="6553200" y="3219450"/>
          <p14:tracePt t="189003" x="6565900" y="3213100"/>
          <p14:tracePt t="189020" x="6604000" y="3194050"/>
          <p14:tracePt t="189036" x="6629400" y="3187700"/>
          <p14:tracePt t="189053" x="6705600" y="3155950"/>
          <p14:tracePt t="189069" x="6794500" y="3130550"/>
          <p14:tracePt t="189086" x="6832600" y="3111500"/>
          <p14:tracePt t="189103" x="6921500" y="3086100"/>
          <p14:tracePt t="189119" x="6972300" y="3079750"/>
          <p14:tracePt t="189136" x="7029450" y="3073400"/>
          <p14:tracePt t="189152" x="7080250" y="3067050"/>
          <p14:tracePt t="189169" x="7086600" y="3067050"/>
          <p14:tracePt t="189186" x="7099300" y="3067050"/>
          <p14:tracePt t="189347" x="7092950" y="3067050"/>
          <p14:tracePt t="189418" x="7092950" y="3060700"/>
          <p14:tracePt t="189874" x="7073900" y="3067050"/>
          <p14:tracePt t="189888" x="7035800" y="3073400"/>
          <p14:tracePt t="189895" x="6997700" y="3098800"/>
          <p14:tracePt t="189909" x="6946900" y="3117850"/>
          <p14:tracePt t="189922" x="6877050" y="3143250"/>
          <p14:tracePt t="189933" x="6800850" y="3175000"/>
          <p14:tracePt t="189949" x="6692900" y="3206750"/>
          <p14:tracePt t="189966" x="6591300" y="3238500"/>
          <p14:tracePt t="189983" x="6470650" y="3270250"/>
          <p14:tracePt t="189999" x="6343650" y="3314700"/>
          <p14:tracePt t="190016" x="5962650" y="3422650"/>
          <p14:tracePt t="190033" x="5829300" y="3479800"/>
          <p14:tracePt t="190050" x="5530850" y="3581400"/>
          <p14:tracePt t="190066" x="5448300" y="3600450"/>
          <p14:tracePt t="190083" x="5378450" y="3632200"/>
          <p14:tracePt t="190100" x="5238750" y="3651250"/>
          <p14:tracePt t="190116" x="5067300" y="3676650"/>
          <p14:tracePt t="190132" x="4953000" y="3702050"/>
          <p14:tracePt t="190149" x="4800600" y="3708400"/>
          <p14:tracePt t="190165" x="4654550" y="3708400"/>
          <p14:tracePt t="190183" x="4508500" y="3670300"/>
          <p14:tracePt t="190198" x="4457700" y="3657600"/>
          <p14:tracePt t="190215" x="4305300" y="3651250"/>
          <p14:tracePt t="190233" x="4121150" y="3600450"/>
          <p14:tracePt t="190248" x="4019550" y="3568700"/>
          <p14:tracePt t="190265" x="3898900" y="3511550"/>
          <p14:tracePt t="190282" x="3556000" y="3390900"/>
          <p14:tracePt t="190298" x="3041650" y="3149600"/>
          <p14:tracePt t="190315" x="2749550" y="3035300"/>
          <p14:tracePt t="190332" x="2235200" y="2819400"/>
          <p14:tracePt t="190348" x="1797050" y="2628900"/>
          <p14:tracePt t="190366" x="1409700" y="2451100"/>
          <p14:tracePt t="190382" x="1295400" y="2406650"/>
          <p14:tracePt t="190398" x="1092200" y="2324100"/>
          <p14:tracePt t="190401" x="1041400" y="2298700"/>
          <p14:tracePt t="190417" x="1009650" y="2279650"/>
          <p14:tracePt t="190431" x="977900" y="2273300"/>
          <p14:tracePt t="190448" x="958850" y="2266950"/>
          <p14:tracePt t="190465" x="952500" y="2266950"/>
          <p14:tracePt t="190514" x="946150" y="2266950"/>
          <p14:tracePt t="190528" x="933450" y="2266950"/>
          <p14:tracePt t="190541" x="927100" y="2266950"/>
          <p14:tracePt t="190555" x="920750" y="2266950"/>
          <p14:tracePt t="190584" x="914400" y="2254250"/>
          <p14:tracePt t="190599" x="914400" y="2247900"/>
          <p14:tracePt t="190605" x="914400" y="2241550"/>
          <p14:tracePt t="190614" x="914400" y="2235200"/>
          <p14:tracePt t="190630" x="920750" y="2235200"/>
          <p14:tracePt t="190648" x="933450" y="2228850"/>
          <p14:tracePt t="190664" x="946150" y="2222500"/>
          <p14:tracePt t="190681" x="990600" y="2203450"/>
          <p14:tracePt t="190697" x="1041400" y="2184400"/>
          <p14:tracePt t="190714" x="1085850" y="2178050"/>
          <p14:tracePt t="190731" x="1168400" y="2133600"/>
          <p14:tracePt t="190747" x="1276350" y="2101850"/>
          <p14:tracePt t="190763" x="1333500" y="2095500"/>
          <p14:tracePt t="190781" x="1454150" y="2076450"/>
          <p14:tracePt t="190797" x="1593850" y="2076450"/>
          <p14:tracePt t="190813" x="1657350" y="2082800"/>
          <p14:tracePt t="190830" x="1803400" y="2101850"/>
          <p14:tracePt t="190846" x="1968500" y="2139950"/>
          <p14:tracePt t="190863" x="2063750" y="2159000"/>
          <p14:tracePt t="190880" x="2203450" y="2190750"/>
          <p14:tracePt t="190896" x="2298700" y="2197100"/>
          <p14:tracePt t="190913" x="2317750" y="2197100"/>
          <p14:tracePt t="190929" x="2336800" y="2197100"/>
          <p14:tracePt t="190946" x="2343150" y="2197100"/>
          <p14:tracePt t="190963" x="2349500" y="2197100"/>
          <p14:tracePt t="191019" x="2355850" y="2190750"/>
          <p14:tracePt t="191166" x="2349500" y="2190750"/>
          <p14:tracePt t="191209" x="2343150" y="2190750"/>
          <p14:tracePt t="191223" x="2336800" y="2190750"/>
          <p14:tracePt t="191258" x="2336800" y="2197100"/>
          <p14:tracePt t="194135" x="2343150" y="2203450"/>
          <p14:tracePt t="194149" x="2381250" y="2209800"/>
          <p14:tracePt t="194156" x="2438400" y="2222500"/>
          <p14:tracePt t="194171" x="2514600" y="2241550"/>
          <p14:tracePt t="194185" x="2609850" y="2273300"/>
          <p14:tracePt t="194201" x="2724150" y="2305050"/>
          <p14:tracePt t="194218" x="2908300" y="2349500"/>
          <p14:tracePt t="194235" x="3441700" y="2457450"/>
          <p14:tracePt t="194251" x="3816350" y="2508250"/>
          <p14:tracePt t="194268" x="4159250" y="2540000"/>
          <p14:tracePt t="194285" x="4565650" y="2584450"/>
          <p14:tracePt t="194301" x="4667250" y="2584450"/>
          <p14:tracePt t="194319" x="4762500" y="2584450"/>
          <p14:tracePt t="194335" x="4775200" y="2590800"/>
          <p14:tracePt t="194368" x="4787900" y="2603500"/>
          <p14:tracePt t="194402" x="4800600" y="2609850"/>
          <p14:tracePt t="194417" x="4876800" y="2692400"/>
          <p14:tracePt t="194434" x="4953000" y="2755900"/>
          <p14:tracePt t="194451" x="5143500" y="2927350"/>
          <p14:tracePt t="194468" x="5391150" y="3162300"/>
          <p14:tracePt t="194484" x="5556250" y="3302000"/>
          <p14:tracePt t="194501" x="5619750" y="3346450"/>
          <p14:tracePt t="194517" x="5632450" y="3346450"/>
          <p14:tracePt t="194534" x="5632450" y="3352800"/>
          <p14:tracePt t="194578" x="5626100" y="3352800"/>
          <p14:tracePt t="194599" x="5619750" y="3352800"/>
          <p14:tracePt t="194627" x="5613400" y="3352800"/>
          <p14:tracePt t="194641" x="5600700" y="3346450"/>
          <p14:tracePt t="194648" x="5581650" y="3346450"/>
          <p14:tracePt t="194662" x="5568950" y="3340100"/>
          <p14:tracePt t="194670" x="5543550" y="3340100"/>
          <p14:tracePt t="194684" x="5511800" y="3340100"/>
          <p14:tracePt t="194700" x="5454650" y="3340100"/>
          <p14:tracePt t="194717" x="5429250" y="3340100"/>
          <p14:tracePt t="194733" x="5372100" y="3340100"/>
          <p14:tracePt t="194749" x="5321300" y="3340100"/>
          <p14:tracePt t="194767" x="5302250" y="3340100"/>
          <p14:tracePt t="194783" x="5283200" y="3340100"/>
          <p14:tracePt t="194800" x="5276850" y="3340100"/>
          <p14:tracePt t="194816" x="5270500" y="3340100"/>
          <p14:tracePt t="194873" x="5276850" y="3340100"/>
          <p14:tracePt t="194880" x="5283200" y="3340100"/>
          <p14:tracePt t="194887" x="5289550" y="3340100"/>
          <p14:tracePt t="194902" x="5302250" y="3340100"/>
          <p14:tracePt t="194916" x="5314950" y="3340100"/>
          <p14:tracePt t="194933" x="5340350" y="3327400"/>
          <p14:tracePt t="194950" x="5353050" y="3321050"/>
          <p14:tracePt t="194966" x="5403850" y="3295650"/>
          <p14:tracePt t="194983" x="5454650" y="3276600"/>
          <p14:tracePt t="195000" x="5511800" y="3251200"/>
          <p14:tracePt t="195015" x="5543550" y="3238500"/>
          <p14:tracePt t="195032" x="5588000" y="3213100"/>
          <p14:tracePt t="195049" x="5607050" y="3206750"/>
          <p14:tracePt t="195065" x="5626100" y="3200400"/>
          <p14:tracePt t="195119" x="5626100" y="3194050"/>
          <p14:tracePt t="195133" x="5619750" y="3194050"/>
          <p14:tracePt t="195140" x="5613400" y="3194050"/>
          <p14:tracePt t="195154" x="5607050" y="3194050"/>
          <p14:tracePt t="195165" x="5594350" y="3194050"/>
          <p14:tracePt t="195182" x="5543550" y="3187700"/>
          <p14:tracePt t="195198" x="5505450" y="3187700"/>
          <p14:tracePt t="195215" x="5397500" y="3187700"/>
          <p14:tracePt t="195232" x="5257800" y="3187700"/>
          <p14:tracePt t="195248" x="5181600" y="3187700"/>
          <p14:tracePt t="195264" x="5054600" y="3200400"/>
          <p14:tracePt t="195281" x="4946650" y="3213100"/>
          <p14:tracePt t="195297" x="4914900" y="3219450"/>
          <p14:tracePt t="195314" x="4870450" y="3225800"/>
          <p14:tracePt t="195331" x="4851400" y="3232150"/>
          <p14:tracePt t="195364" x="4845050" y="3232150"/>
          <p14:tracePt t="195381" x="4838700" y="3238500"/>
          <p14:tracePt t="195435" x="4838700" y="3232150"/>
          <p14:tracePt t="195442" x="4838700" y="3225800"/>
          <p14:tracePt t="195450" x="4838700" y="3219450"/>
          <p14:tracePt t="195465" x="4838700" y="3213100"/>
          <p14:tracePt t="195833" x="4826000" y="3200400"/>
          <p14:tracePt t="195840" x="4794250" y="3181350"/>
          <p14:tracePt t="195855" x="4724400" y="3143250"/>
          <p14:tracePt t="195863" x="4654550" y="3092450"/>
          <p14:tracePt t="195878" x="4572000" y="3016250"/>
          <p14:tracePt t="195895" x="4464050" y="2940050"/>
          <p14:tracePt t="195912" x="4133850" y="2705100"/>
          <p14:tracePt t="195929" x="3975100" y="2584450"/>
          <p14:tracePt t="195946" x="3651250" y="2343150"/>
          <p14:tracePt t="195962" x="3467100" y="2216150"/>
          <p14:tracePt t="195979" x="3219450" y="2032000"/>
          <p14:tracePt t="195996" x="3054350" y="1892300"/>
          <p14:tracePt t="196012" x="2997200" y="1847850"/>
          <p14:tracePt t="196029" x="2908300" y="1784350"/>
          <p14:tracePt t="196045" x="2844800" y="1758950"/>
          <p14:tracePt t="196062" x="2813050" y="1733550"/>
          <p14:tracePt t="196079" x="2730500" y="1708150"/>
          <p14:tracePt t="196095" x="2597150" y="1670050"/>
          <p14:tracePt t="196112" x="2527300" y="1651000"/>
          <p14:tracePt t="196129" x="2362200" y="1631950"/>
          <p14:tracePt t="196144" x="2209800" y="1631950"/>
          <p14:tracePt t="196161" x="2133600" y="1631950"/>
          <p14:tracePt t="196178" x="1987550" y="1663700"/>
          <p14:tracePt t="196194" x="1866900" y="1701800"/>
          <p14:tracePt t="196211" x="1809750" y="1720850"/>
          <p14:tracePt t="196227" x="1733550" y="1758950"/>
          <p14:tracePt t="196244" x="1701800" y="1778000"/>
          <p14:tracePt t="196262" x="1663700" y="1809750"/>
          <p14:tracePt t="196277" x="1651000" y="1822450"/>
          <p14:tracePt t="196294" x="1651000" y="1828800"/>
          <p14:tracePt t="196311" x="1644650" y="1841500"/>
          <p14:tracePt t="196327" x="1644650" y="1847850"/>
          <p14:tracePt t="196344" x="1644650" y="1854200"/>
          <p14:tracePt t="196361" x="1638300" y="1860550"/>
          <p14:tracePt t="196378" x="1638300" y="1866900"/>
          <p14:tracePt t="196394" x="1638300" y="1892300"/>
          <p14:tracePt t="196411" x="1644650" y="1911350"/>
          <p14:tracePt t="196427" x="1657350" y="1962150"/>
          <p14:tracePt t="196444" x="1682750" y="2038350"/>
          <p14:tracePt t="196461" x="1682750" y="2076450"/>
          <p14:tracePt t="196478" x="1689100" y="2133600"/>
          <p14:tracePt t="196494" x="1708150" y="2184400"/>
          <p14:tracePt t="196510" x="1714500" y="2203450"/>
          <p14:tracePt t="196527" x="1720850" y="2235200"/>
          <p14:tracePt t="196544" x="1771650" y="2292350"/>
          <p14:tracePt t="196560" x="1803400" y="2311400"/>
          <p14:tracePt t="196579" x="1854200" y="2349500"/>
          <p14:tracePt t="196593" x="1898650" y="2362200"/>
          <p14:tracePt t="196610" x="1968500" y="2381250"/>
          <p14:tracePt t="196628" x="2032000" y="2381250"/>
          <p14:tracePt t="196643" x="2057400" y="2381250"/>
          <p14:tracePt t="196659" x="2108200" y="2374900"/>
          <p14:tracePt t="196677" x="2152650" y="2362200"/>
          <p14:tracePt t="196693" x="2171700" y="2349500"/>
          <p14:tracePt t="196709" x="2209800" y="2324100"/>
          <p14:tracePt t="196726" x="2241550" y="2317750"/>
          <p14:tracePt t="196743" x="2266950" y="2311400"/>
          <p14:tracePt t="196759" x="2279650" y="2305050"/>
          <p14:tracePt t="196776" x="2292350" y="2305050"/>
          <p14:tracePt t="196811" x="2292350" y="2298700"/>
          <p14:tracePt t="196845" x="2286000" y="2298700"/>
          <p14:tracePt t="196865" x="2279650" y="2298700"/>
          <p14:tracePt t="196894" x="2273300" y="2298700"/>
          <p14:tracePt t="196915" x="2260600" y="2298700"/>
          <p14:tracePt t="196929" x="2254250" y="2298700"/>
          <p14:tracePt t="196936" x="2247900" y="2298700"/>
          <p14:tracePt t="196951" x="2241550" y="2298700"/>
          <p14:tracePt t="196959" x="2222500" y="2292350"/>
          <p14:tracePt t="196976" x="2203450" y="2292350"/>
          <p14:tracePt t="196992" x="2146300" y="2279650"/>
          <p14:tracePt t="197009" x="2076450" y="2279650"/>
          <p14:tracePt t="197025" x="2025650" y="2286000"/>
          <p14:tracePt t="197042" x="1943100" y="2292350"/>
          <p14:tracePt t="197059" x="1898650" y="2298700"/>
          <p14:tracePt t="197075" x="1866900" y="2305050"/>
          <p14:tracePt t="197092" x="1841500" y="2311400"/>
          <p14:tracePt t="197108" x="1828800" y="2311400"/>
          <p14:tracePt t="197125" x="1822450" y="2311400"/>
          <p14:tracePt t="197158" x="1816100" y="2311400"/>
          <p14:tracePt t="197196" x="1822450" y="2311400"/>
          <p14:tracePt t="197210" x="1828800" y="2311400"/>
          <p14:tracePt t="197218" x="1841500" y="2311400"/>
          <p14:tracePt t="197232" x="1847850" y="2311400"/>
          <p14:tracePt t="197241" x="1860550" y="2311400"/>
          <p14:tracePt t="197257" x="1873250" y="2311400"/>
          <p14:tracePt t="197274" x="1917700" y="2292350"/>
          <p14:tracePt t="197291" x="1993900" y="2279650"/>
          <p14:tracePt t="197307" x="2019300" y="2273300"/>
          <p14:tracePt t="197324" x="2114550" y="2247900"/>
          <p14:tracePt t="197340" x="2235200" y="2228850"/>
          <p14:tracePt t="197358" x="2343150" y="2197100"/>
          <p14:tracePt t="197374" x="2400300" y="2184400"/>
          <p14:tracePt t="197390" x="2438400" y="2171700"/>
          <p14:tracePt t="197408" x="2501900" y="2159000"/>
          <p14:tracePt t="197424" x="2520950" y="2152650"/>
          <p14:tracePt t="197440" x="2533650" y="2152650"/>
          <p14:tracePt t="197457" x="2540000" y="2146300"/>
          <p14:tracePt t="197506" x="2527300" y="2146300"/>
          <p14:tracePt t="197520" x="2520950" y="2146300"/>
          <p14:tracePt t="197541" x="2508250" y="2146300"/>
          <p14:tracePt t="197548" x="2495550" y="2159000"/>
          <p14:tracePt t="197562" x="2482850" y="2159000"/>
          <p14:tracePt t="197574" x="2470150" y="2165350"/>
          <p14:tracePt t="197590" x="2419350" y="2171700"/>
          <p14:tracePt t="197607" x="2381250" y="2171700"/>
          <p14:tracePt t="197623" x="2298700" y="2178050"/>
          <p14:tracePt t="197640" x="2190750" y="2197100"/>
          <p14:tracePt t="197657" x="2139950" y="2216150"/>
          <p14:tracePt t="197674" x="2032000" y="2228850"/>
          <p14:tracePt t="197690" x="1924050" y="2241550"/>
          <p14:tracePt t="197706" x="1885950" y="2247900"/>
          <p14:tracePt t="197724" x="1816100" y="2266950"/>
          <p14:tracePt t="197739" x="1790700" y="2266950"/>
          <p14:tracePt t="197756" x="1778000" y="2266950"/>
          <p14:tracePt t="197773" x="1771650" y="2273300"/>
          <p14:tracePt t="197805" x="1771650" y="2279650"/>
          <p14:tracePt t="197823" x="1778000" y="2279650"/>
          <p14:tracePt t="197839" x="1790700" y="2279650"/>
          <p14:tracePt t="197856" x="1803400" y="2273300"/>
          <p14:tracePt t="197872" x="1835150" y="2266950"/>
          <p14:tracePt t="197889" x="1860550" y="2260600"/>
          <p14:tracePt t="197906" x="1930400" y="2247900"/>
          <p14:tracePt t="197922" x="2012950" y="2228850"/>
          <p14:tracePt t="197938" x="2038350" y="2222500"/>
          <p14:tracePt t="197955" x="2127250" y="2197100"/>
          <p14:tracePt t="197972" x="2209800" y="2171700"/>
          <p14:tracePt t="197988" x="2254250" y="2165350"/>
          <p14:tracePt t="198005" x="2292350" y="2152650"/>
          <p14:tracePt t="198021" x="2387600" y="2146300"/>
          <p14:tracePt t="198039" x="2425700" y="2146300"/>
          <p14:tracePt t="198055" x="2514600" y="2146300"/>
          <p14:tracePt t="198072" x="2552700" y="2146300"/>
          <p14:tracePt t="198089" x="2565400" y="2146300"/>
          <p14:tracePt t="198105" x="2584450" y="2146300"/>
          <p14:tracePt t="198179" x="2578100" y="2146300"/>
          <p14:tracePt t="198236" x="2571750" y="2146300"/>
          <p14:tracePt t="198271" x="2565400" y="2146300"/>
          <p14:tracePt t="198299" x="2559050" y="2146300"/>
          <p14:tracePt t="198355" x="2552700" y="2152650"/>
          <p14:tracePt t="198390" x="2540000" y="2159000"/>
          <p14:tracePt t="198405" x="2533650" y="2165350"/>
          <p14:tracePt t="198426" x="2520950" y="2165350"/>
          <p14:tracePt t="198433" x="2495550" y="2184400"/>
          <p14:tracePt t="198440" x="2463800" y="2197100"/>
          <p14:tracePt t="198456" x="2438400" y="2216150"/>
          <p14:tracePt t="198470" x="2393950" y="2241550"/>
          <p14:tracePt t="198487" x="2317750" y="2279650"/>
          <p14:tracePt t="198504" x="2228850" y="2324100"/>
          <p14:tracePt t="198520" x="2203450" y="2343150"/>
          <p14:tracePt t="198523" x="2171700" y="2362200"/>
          <p14:tracePt t="198538" x="2152650" y="2381250"/>
          <p14:tracePt t="198553" x="2127250" y="2393950"/>
          <p14:tracePt t="198569" x="2120900" y="2393950"/>
          <p14:tracePt t="198587" x="2108200" y="2400300"/>
          <p14:tracePt t="198623" x="2108200" y="2406650"/>
          <p14:tracePt t="198651" x="2114550" y="2406650"/>
          <p14:tracePt t="198664" x="2120900" y="2406650"/>
          <p14:tracePt t="198692" x="2127250" y="2406650"/>
          <p14:tracePt t="198707" x="2133600" y="2406650"/>
          <p14:tracePt t="198713" x="2133600" y="2400300"/>
          <p14:tracePt t="198756" x="2139950" y="2400300"/>
          <p14:tracePt t="198784" x="2146300" y="2400300"/>
          <p14:tracePt t="198812" x="2152650" y="2393950"/>
          <p14:tracePt t="198833" x="2159000" y="2393950"/>
          <p14:tracePt t="198854" x="2165350" y="2387600"/>
          <p14:tracePt t="198882" x="2171700" y="2381250"/>
          <p14:tracePt t="198896" x="2178050" y="2374900"/>
          <p14:tracePt t="198924" x="2190750" y="2374900"/>
          <p14:tracePt t="198931" x="2197100" y="2368550"/>
          <p14:tracePt t="198946" x="2209800" y="2362200"/>
          <p14:tracePt t="198954" x="2222500" y="2355850"/>
          <p14:tracePt t="198968" x="2241550" y="2349500"/>
          <p14:tracePt t="198985" x="2260600" y="2336800"/>
          <p14:tracePt t="199002" x="2368550" y="2298700"/>
          <p14:tracePt t="199017" x="2406650" y="2279650"/>
          <p14:tracePt t="199035" x="2438400" y="2266950"/>
          <p14:tracePt t="199038" x="2482850" y="2254250"/>
          <p14:tracePt t="199052" x="2514600" y="2247900"/>
          <p14:tracePt t="199068" x="2552700" y="2235200"/>
          <p14:tracePt t="199084" x="2565400" y="2228850"/>
          <p14:tracePt t="199101" x="2584450" y="2222500"/>
          <p14:tracePt t="199118" x="2590800" y="2222500"/>
          <p14:tracePt t="199184" x="2590800" y="2216150"/>
          <p14:tracePt t="199191" x="2584450" y="2216150"/>
          <p14:tracePt t="199212" x="2584450" y="2209800"/>
          <p14:tracePt t="200148" x="2578100" y="2222500"/>
          <p14:tracePt t="200161" x="2571750" y="2235200"/>
          <p14:tracePt t="200169" x="2565400" y="2241550"/>
          <p14:tracePt t="200181" x="2565400" y="2254250"/>
          <p14:tracePt t="200198" x="2559050" y="2273300"/>
          <p14:tracePt t="200214" x="2559050" y="2279650"/>
          <p14:tracePt t="200232" x="2552700" y="2286000"/>
          <p14:tracePt t="200247" x="2552700" y="2305050"/>
          <p14:tracePt t="200264" x="2552700" y="2317750"/>
          <p14:tracePt t="200281" x="2552700" y="2324100"/>
          <p14:tracePt t="200297" x="2552700" y="2330450"/>
          <p14:tracePt t="200314" x="2546350" y="2343150"/>
          <p14:tracePt t="200331" x="2546350" y="2355850"/>
          <p14:tracePt t="200347" x="2540000" y="2362200"/>
          <p14:tracePt t="200364" x="2540000" y="2368550"/>
          <p14:tracePt t="200380" x="2540000" y="2374900"/>
          <p14:tracePt t="200396" x="2533650" y="2374900"/>
          <p14:tracePt t="200429" x="2533650" y="2381250"/>
          <p14:tracePt t="200456" x="2527300" y="2387600"/>
          <p14:tracePt t="200499" x="2520950" y="2393950"/>
          <p14:tracePt t="200569" x="2520950" y="2400300"/>
          <p14:tracePt t="200618" x="2514600" y="2406650"/>
          <p14:tracePt t="201018" x="2520950" y="2406650"/>
          <p14:tracePt t="201032" x="2527300" y="2413000"/>
          <p14:tracePt t="201040" x="2533650" y="2413000"/>
          <p14:tracePt t="201053" x="2540000" y="2413000"/>
          <p14:tracePt t="201062" x="2552700" y="2419350"/>
          <p14:tracePt t="201077" x="2565400" y="2425700"/>
          <p14:tracePt t="201094" x="2635250" y="2463800"/>
          <p14:tracePt t="201111" x="2800350" y="2559050"/>
          <p14:tracePt t="201127" x="2895600" y="2622550"/>
          <p14:tracePt t="201145" x="3136900" y="2755900"/>
          <p14:tracePt t="201161" x="3365500" y="2882900"/>
          <p14:tracePt t="201177" x="3460750" y="2940050"/>
          <p14:tracePt t="201195" x="3638550" y="3028950"/>
          <p14:tracePt t="201210" x="3714750" y="3060700"/>
          <p14:tracePt t="201227" x="3854450" y="3117850"/>
          <p14:tracePt t="201244" x="3987800" y="3187700"/>
          <p14:tracePt t="201260" x="4070350" y="3219450"/>
          <p14:tracePt t="201277" x="4229100" y="3289300"/>
          <p14:tracePt t="201294" x="4381500" y="3365500"/>
          <p14:tracePt t="201311" x="4451350" y="3409950"/>
          <p14:tracePt t="201328" x="4565650" y="3505200"/>
          <p14:tracePt t="201344" x="4660900" y="3600450"/>
          <p14:tracePt t="201360" x="4692650" y="3632200"/>
          <p14:tracePt t="201377" x="4756150" y="3702050"/>
          <p14:tracePt t="201394" x="4768850" y="3727450"/>
          <p14:tracePt t="201411" x="4775200" y="3727450"/>
          <p14:tracePt t="201443" x="4768850" y="3740150"/>
          <p14:tracePt t="201460" x="4756150" y="3740150"/>
          <p14:tracePt t="201476" x="4730750" y="3759200"/>
          <p14:tracePt t="201493" x="4699000" y="3765550"/>
          <p14:tracePt t="201511" x="4597400" y="3790950"/>
          <p14:tracePt t="201526" x="4559300" y="3797300"/>
          <p14:tracePt t="201542" x="4514850" y="3803650"/>
          <p14:tracePt t="201560" x="4425950" y="3816350"/>
          <p14:tracePt t="201576" x="4343400" y="3822700"/>
          <p14:tracePt t="201592" x="4298950" y="3829050"/>
          <p14:tracePt t="201609" x="4229100" y="3848100"/>
          <p14:tracePt t="201625" x="4178300" y="3860800"/>
          <p14:tracePt t="201644" x="4140200" y="3867150"/>
          <p14:tracePt t="201659" x="4127500" y="3867150"/>
          <p14:tracePt t="201675" x="4095750" y="3873500"/>
          <p14:tracePt t="201693" x="4070350" y="3873500"/>
          <p14:tracePt t="201709" x="4057650" y="3873500"/>
          <p14:tracePt t="201725" x="4038600" y="3848100"/>
          <p14:tracePt t="202427" x="4044950" y="3854450"/>
          <p14:tracePt t="202433" x="4076700" y="3873500"/>
          <p14:tracePt t="202447" x="4095750" y="3886200"/>
          <p14:tracePt t="202456" x="4133850" y="3898900"/>
          <p14:tracePt t="202473" x="4178300" y="3911600"/>
          <p14:tracePt t="202490" x="4260850" y="3943350"/>
          <p14:tracePt t="202506" x="4337050" y="3956050"/>
          <p14:tracePt t="202523" x="4362450" y="3968750"/>
          <p14:tracePt t="202540" x="4419600" y="3968750"/>
          <p14:tracePt t="202556" x="4451350" y="3975100"/>
          <p14:tracePt t="202573" x="4508500" y="3975100"/>
          <p14:tracePt t="202576" x="4546600" y="3975100"/>
          <p14:tracePt t="202589" x="4584700" y="3975100"/>
          <p14:tracePt t="202605" x="4635500" y="3975100"/>
          <p14:tracePt t="202623" x="4762500" y="3975100"/>
          <p14:tracePt t="202639" x="4902200" y="3975100"/>
          <p14:tracePt t="202656" x="4984750" y="3962400"/>
          <p14:tracePt t="202673" x="5099050" y="3956050"/>
          <p14:tracePt t="202689" x="5219700" y="3924300"/>
          <p14:tracePt t="202706" x="5295900" y="3917950"/>
          <p14:tracePt t="202722" x="5441950" y="3905250"/>
          <p14:tracePt t="202739" x="5581650" y="3886200"/>
          <p14:tracePt t="202755" x="5676900" y="3879850"/>
          <p14:tracePt t="202772" x="5842000" y="3848100"/>
          <p14:tracePt t="202788" x="6070600" y="3829050"/>
          <p14:tracePt t="202806" x="6286500" y="3810000"/>
          <p14:tracePt t="202822" x="6381750" y="3797300"/>
          <p14:tracePt t="202838" x="6457950" y="3765550"/>
          <p14:tracePt t="202856" x="6635750" y="3702050"/>
          <p14:tracePt t="202872" x="6692900" y="3683000"/>
          <p14:tracePt t="202888" x="6737350" y="3663950"/>
          <p14:tracePt t="202905" x="6800850" y="3632200"/>
          <p14:tracePt t="202922" x="6851650" y="3613150"/>
          <p14:tracePt t="202939" x="6870700" y="3600450"/>
          <p14:tracePt t="202955" x="6902450" y="3594100"/>
          <p14:tracePt t="202972" x="6934200" y="3581400"/>
          <p14:tracePt t="202989" x="6946900" y="3575050"/>
          <p14:tracePt t="203005" x="6953250" y="3575050"/>
          <p14:tracePt t="203021" x="6965950" y="3575050"/>
          <p14:tracePt t="203038" x="6978650" y="3575050"/>
          <p14:tracePt t="203054" x="6991350" y="3575050"/>
          <p14:tracePt t="203071" x="7016750" y="3575050"/>
          <p14:tracePt t="203087" x="7035800" y="3581400"/>
          <p14:tracePt t="203104" x="7042150" y="3581400"/>
          <p14:tracePt t="203136" x="7042150" y="3587750"/>
          <p14:tracePt t="203171" x="7042150" y="3594100"/>
          <p14:tracePt t="203199" x="7035800" y="3594100"/>
          <p14:tracePt t="203227" x="7029450" y="3594100"/>
          <p14:tracePt t="203248" x="7023100" y="3594100"/>
          <p14:tracePt t="203269" x="7016750" y="3594100"/>
          <p14:tracePt t="203276" x="7010400" y="3600450"/>
          <p14:tracePt t="203298" x="7004050" y="3600450"/>
          <p14:tracePt t="203311" x="6991350" y="3606800"/>
          <p14:tracePt t="203320" x="6985000" y="3606800"/>
          <p14:tracePt t="203336" x="6972300" y="3613150"/>
          <p14:tracePt t="203354" x="6927850" y="3619500"/>
          <p14:tracePt t="203370" x="6845300" y="3632200"/>
          <p14:tracePt t="203386" x="6800850" y="3644900"/>
          <p14:tracePt t="203403" x="6673850" y="3651250"/>
          <p14:tracePt t="203420" x="6534150" y="3651250"/>
          <p14:tracePt t="203436" x="6451600" y="3651250"/>
          <p14:tracePt t="203454" x="6286500" y="3638550"/>
          <p14:tracePt t="203470" x="6197600" y="3632200"/>
          <p14:tracePt t="203487" x="6000750" y="3600450"/>
          <p14:tracePt t="203503" x="5848350" y="3568700"/>
          <p14:tracePt t="203519" x="5784850" y="3568700"/>
          <p14:tracePt t="203537" x="5715000" y="3562350"/>
          <p14:tracePt t="203553" x="5670550" y="3562350"/>
          <p14:tracePt t="203569" x="5664200" y="3562350"/>
          <p14:tracePt t="203586" x="5657850" y="3562350"/>
          <p14:tracePt t="203649" x="5664200" y="3562350"/>
          <p14:tracePt t="203662" x="5670550" y="3562350"/>
          <p14:tracePt t="203671" x="5676900" y="3562350"/>
          <p14:tracePt t="203685" x="5683250" y="3556000"/>
          <p14:tracePt t="203702" x="5702300" y="3549650"/>
          <p14:tracePt t="203719" x="5721350" y="3549650"/>
          <p14:tracePt t="203735" x="5746750" y="3549650"/>
          <p14:tracePt t="203752" x="5772150" y="3543300"/>
          <p14:tracePt t="203769" x="5956300" y="3530600"/>
          <p14:tracePt t="203785" x="6045200" y="3530600"/>
          <p14:tracePt t="203803" x="6134100" y="3530600"/>
          <p14:tracePt t="203818" x="6324600" y="3530600"/>
          <p14:tracePt t="203835" x="6515100" y="3536950"/>
          <p14:tracePt t="203852" x="6604000" y="3536950"/>
          <p14:tracePt t="203868" x="6731000" y="3543300"/>
          <p14:tracePt t="203884" x="6794500" y="3562350"/>
          <p14:tracePt t="203902" x="6819900" y="3568700"/>
          <p14:tracePt t="203993" x="6813550" y="3562350"/>
          <p14:tracePt t="204035" x="6807200" y="3562350"/>
          <p14:tracePt t="204070" x="6807200" y="3568700"/>
          <p14:tracePt t="204211" x="6813550" y="3568700"/>
          <p14:tracePt t="204231" x="6819900" y="3568700"/>
          <p14:tracePt t="204246" x="6826250" y="3568700"/>
          <p14:tracePt t="204253" x="6832600" y="3568700"/>
          <p14:tracePt t="204274" x="6845300" y="3568700"/>
          <p14:tracePt t="204283" x="6870700" y="3568700"/>
          <p14:tracePt t="204300" x="6889750" y="3568700"/>
          <p14:tracePt t="204317" x="6953250" y="3568700"/>
          <p14:tracePt t="204333" x="6991350" y="3568700"/>
          <p14:tracePt t="204350" x="7035800" y="3562350"/>
          <p14:tracePt t="204366" x="7105650" y="3562350"/>
          <p14:tracePt t="204383" x="7131050" y="3562350"/>
          <p14:tracePt t="204400" x="7162800" y="3562350"/>
          <p14:tracePt t="204416" x="7181850" y="3556000"/>
          <p14:tracePt t="204432" x="7188200" y="3556000"/>
          <p14:tracePt t="204465" x="7181850" y="3556000"/>
          <p14:tracePt t="204483" x="7162800" y="3556000"/>
          <p14:tracePt t="204500" x="7131050" y="3575050"/>
          <p14:tracePt t="204516" x="7048500" y="3587750"/>
          <p14:tracePt t="204533" x="6985000" y="3606800"/>
          <p14:tracePt t="204550" x="6826250" y="3638550"/>
          <p14:tracePt t="204566" x="6623050" y="3670300"/>
          <p14:tracePt t="204583" x="6426200" y="3689350"/>
          <p14:tracePt t="204599" x="6324600" y="3695700"/>
          <p14:tracePt t="204616" x="6172200" y="3708400"/>
          <p14:tracePt t="204633" x="6051550" y="3727450"/>
          <p14:tracePt t="204649" x="6000750" y="3733800"/>
          <p14:tracePt t="204666" x="5956300" y="3746500"/>
          <p14:tracePt t="204683" x="5905500" y="3765550"/>
          <p14:tracePt t="204698" x="5880100" y="3771900"/>
          <p14:tracePt t="204732" x="5873750" y="3778250"/>
          <p14:tracePt t="204748" x="5867400" y="3778250"/>
          <p14:tracePt t="204843" x="5861050" y="3778250"/>
          <p14:tracePt t="204864" x="5854700" y="3778250"/>
          <p14:tracePt t="204885" x="5848350" y="3778250"/>
          <p14:tracePt t="204913" x="5835650" y="3778250"/>
          <p14:tracePt t="204983" x="5829300" y="3778250"/>
          <p14:tracePt t="205004" x="5822950" y="3778250"/>
          <p14:tracePt t="205032" x="5816600" y="3778250"/>
          <p14:tracePt t="205053" x="5810250" y="3778250"/>
          <p14:tracePt t="205089" x="5810250" y="3771900"/>
          <p14:tracePt t="205117" x="5810250" y="3765550"/>
          <p14:tracePt t="205124" x="5810250" y="3759200"/>
          <p14:tracePt t="205145" x="5803900" y="3746500"/>
          <p14:tracePt t="205159" x="5803900" y="3740150"/>
          <p14:tracePt t="205167" x="5797550" y="3727450"/>
          <p14:tracePt t="205183" x="5791200" y="3708400"/>
          <p14:tracePt t="205197" x="5784850" y="3683000"/>
          <p14:tracePt t="205214" x="5772150" y="3644900"/>
          <p14:tracePt t="205231" x="5721350" y="3581400"/>
          <p14:tracePt t="205246" x="5676900" y="3543300"/>
          <p14:tracePt t="205264" x="5638800" y="3498850"/>
          <p14:tracePt t="205279" x="5524500" y="3429000"/>
          <p14:tracePt t="205296" x="5467350" y="3390900"/>
          <p14:tracePt t="205313" x="5334000" y="3333750"/>
          <p14:tracePt t="205329" x="5251450" y="3314700"/>
          <p14:tracePt t="205346" x="5118100" y="3257550"/>
          <p14:tracePt t="205363" x="4978400" y="3206750"/>
          <p14:tracePt t="205379" x="4832350" y="3149600"/>
          <p14:tracePt t="205396" x="4756150" y="3117850"/>
          <p14:tracePt t="205413" x="4591050" y="3035300"/>
          <p14:tracePt t="205429" x="4413250" y="2921000"/>
          <p14:tracePt t="205446" x="4197350" y="2794000"/>
          <p14:tracePt t="205463" x="4070350" y="2711450"/>
          <p14:tracePt t="205479" x="3803650" y="2584450"/>
          <p14:tracePt t="205496" x="3575050" y="2463800"/>
          <p14:tracePt t="205512" x="3479800" y="2400300"/>
          <p14:tracePt t="205529" x="3282950" y="2317750"/>
          <p14:tracePt t="205546" x="3124200" y="2266950"/>
          <p14:tracePt t="205562" x="3067050" y="2247900"/>
          <p14:tracePt t="205579" x="3022600" y="2235200"/>
          <p14:tracePt t="205596" x="2997200" y="2228850"/>
          <p14:tracePt t="205819" x="2997200" y="2235200"/>
          <p14:tracePt t="205826" x="2990850" y="2241550"/>
          <p14:tracePt t="205840" x="2984500" y="2247900"/>
          <p14:tracePt t="205848" x="2971800" y="2254250"/>
          <p14:tracePt t="205864" x="2965450" y="2260600"/>
          <p14:tracePt t="205877" x="2940050" y="2279650"/>
          <p14:tracePt t="205895" x="2927350" y="2292350"/>
          <p14:tracePt t="205911" x="2889250" y="2311400"/>
          <p14:tracePt t="205927" x="2863850" y="2324100"/>
          <p14:tracePt t="205944" x="2806700" y="2355850"/>
          <p14:tracePt t="205961" x="2755900" y="2374900"/>
          <p14:tracePt t="205977" x="2736850" y="2387600"/>
          <p14:tracePt t="205994" x="2711450" y="2400300"/>
          <p14:tracePt t="206010" x="2692400" y="2406650"/>
          <p14:tracePt t="206044" x="2686050" y="2406650"/>
          <p14:tracePt t="206388" x="2692400" y="2400300"/>
          <p14:tracePt t="206409" x="2698750" y="2400300"/>
          <p14:tracePt t="206423" x="2705100" y="2400300"/>
          <p14:tracePt t="206430" x="2711450" y="2393950"/>
          <p14:tracePt t="206451" x="2717800" y="2393950"/>
          <p14:tracePt t="206460" x="2724150" y="2393950"/>
          <p14:tracePt t="206475" x="2736850" y="2393950"/>
          <p14:tracePt t="206494" x="2762250" y="2387600"/>
          <p14:tracePt t="206509" x="2800350" y="2374900"/>
          <p14:tracePt t="206525" x="2819400" y="2374900"/>
          <p14:tracePt t="206543" x="2857500" y="2368550"/>
          <p14:tracePt t="206559" x="2876550" y="2368550"/>
          <p14:tracePt t="206576" x="2914650" y="2362200"/>
          <p14:tracePt t="206592" x="2940050" y="2362200"/>
          <p14:tracePt t="206609" x="2952750" y="2355850"/>
          <p14:tracePt t="206625" x="2959100" y="2355850"/>
          <p14:tracePt t="206642" x="2971800" y="2355850"/>
          <p14:tracePt t="206658" x="2978150" y="2355850"/>
          <p14:tracePt t="206676" x="2984500" y="2355850"/>
          <p14:tracePt t="206692" x="2990850" y="2355850"/>
          <p14:tracePt t="206732" x="2990850" y="2349500"/>
          <p14:tracePt t="206803" x="2997200" y="2349500"/>
          <p14:tracePt t="207139" x="3003550" y="2349500"/>
          <p14:tracePt t="207161" x="3009900" y="2349500"/>
          <p14:tracePt t="207182" x="3016250" y="2349500"/>
          <p14:tracePt t="207223" x="3022600" y="2349500"/>
          <p14:tracePt t="207266" x="3028950" y="2349500"/>
          <p14:tracePt t="207547" x="3022600" y="2349500"/>
          <p14:tracePt t="207554" x="3016250" y="2355850"/>
          <p14:tracePt t="207575" x="3009900" y="2362200"/>
          <p14:tracePt t="207582" x="3003550" y="2374900"/>
          <p14:tracePt t="207596" x="2997200" y="2393950"/>
          <p14:tracePt t="207605" x="2984500" y="2419350"/>
          <p14:tracePt t="207622" x="2959100" y="2457450"/>
          <p14:tracePt t="207639" x="2901950" y="2571750"/>
          <p14:tracePt t="207655" x="2876550" y="2641600"/>
          <p14:tracePt t="207672" x="2794000" y="2813050"/>
          <p14:tracePt t="207688" x="2717800" y="2984500"/>
          <p14:tracePt t="207705" x="2679700" y="3079750"/>
          <p14:tracePt t="207723" x="2603500" y="3282950"/>
          <p14:tracePt t="207738" x="2571750" y="3340100"/>
          <p14:tracePt t="207755" x="2559050" y="3378200"/>
          <p14:tracePt t="207772" x="2520950" y="3454400"/>
          <p14:tracePt t="207788" x="2514600" y="3473450"/>
          <p14:tracePt t="207805" x="2501900" y="3486150"/>
          <p14:tracePt t="207822" x="2482850" y="3505200"/>
          <p14:tracePt t="207838" x="2463800" y="3517900"/>
          <p14:tracePt t="207855" x="2457450" y="3524250"/>
          <p14:tracePt t="207872" x="2451100" y="3536950"/>
          <p14:tracePt t="207888" x="2444750" y="3543300"/>
          <p14:tracePt t="207926" x="2438400" y="3543300"/>
          <p14:tracePt t="207968" x="2438400" y="3549650"/>
          <p14:tracePt t="208017" x="2432050" y="3549650"/>
          <p14:tracePt t="208116" x="2438400" y="3549650"/>
          <p14:tracePt t="208193" x="2444750" y="3549650"/>
          <p14:tracePt t="208228" x="2451100" y="3549650"/>
          <p14:tracePt t="208249" x="2457450" y="3549650"/>
          <p14:tracePt t="208256" x="2463800" y="3549650"/>
          <p14:tracePt t="208270" x="2470150" y="3549650"/>
          <p14:tracePt t="208286" x="2476500" y="3549650"/>
          <p14:tracePt t="208303" x="2482850" y="3549650"/>
          <p14:tracePt t="208320" x="2508250" y="3556000"/>
          <p14:tracePt t="208336" x="2540000" y="3562350"/>
          <p14:tracePt t="208353" x="2559050" y="3562350"/>
          <p14:tracePt t="208370" x="2603500" y="3568700"/>
          <p14:tracePt t="208386" x="2622550" y="3568700"/>
          <p14:tracePt t="208404" x="2667000" y="3575050"/>
          <p14:tracePt t="208419" x="2705100" y="3575050"/>
          <p14:tracePt t="208436" x="2724150" y="3575050"/>
          <p14:tracePt t="208453" x="2762250" y="3568700"/>
          <p14:tracePt t="208468" x="2806700" y="3562350"/>
          <p14:tracePt t="208486" x="2838450" y="3556000"/>
          <p14:tracePt t="208502" x="2870200" y="3543300"/>
          <p14:tracePt t="208518" x="2914650" y="3530600"/>
          <p14:tracePt t="208536" x="2933700" y="3524250"/>
          <p14:tracePt t="208552" x="2971800" y="3505200"/>
          <p14:tracePt t="208568" x="3009900" y="3486150"/>
          <p14:tracePt t="208585" x="3022600" y="3479800"/>
          <p14:tracePt t="208602" x="3067050" y="3441700"/>
          <p14:tracePt t="208618" x="3098800" y="3397250"/>
          <p14:tracePt t="208636" x="3117850" y="3378200"/>
          <p14:tracePt t="208652" x="3149600" y="3327400"/>
          <p14:tracePt t="208668" x="3162300" y="3295650"/>
          <p14:tracePt t="208685" x="3181350" y="3251200"/>
          <p14:tracePt t="208701" x="3225800" y="3162300"/>
          <p14:tracePt t="208718" x="3251200" y="3098800"/>
          <p14:tracePt t="208735" x="3302000" y="2959100"/>
          <p14:tracePt t="208751" x="3340100" y="2813050"/>
          <p14:tracePt t="208768" x="3359150" y="2749550"/>
          <p14:tracePt t="208785" x="3378200" y="2590800"/>
          <p14:tracePt t="208802" x="3390900" y="2451100"/>
          <p14:tracePt t="208818" x="3390900" y="2336800"/>
          <p14:tracePt t="208834" x="3390900" y="2273300"/>
          <p14:tracePt t="208851" x="3384550" y="2165350"/>
          <p14:tracePt t="208868" x="3384550" y="2076450"/>
          <p14:tracePt t="208884" x="3378200" y="2032000"/>
          <p14:tracePt t="208901" x="3359150" y="1949450"/>
          <p14:tracePt t="208918" x="3352800" y="1860550"/>
          <p14:tracePt t="208934" x="3346450" y="1828800"/>
          <p14:tracePt t="208952" x="3346450" y="1803400"/>
          <p14:tracePt t="208967" x="3346450" y="1733550"/>
          <p14:tracePt t="208984" x="3352800" y="1720850"/>
          <p14:tracePt t="209001" x="3359150" y="1695450"/>
          <p14:tracePt t="209017" x="3365500" y="1689100"/>
          <p14:tracePt t="209033" x="3365500" y="1676400"/>
          <p14:tracePt t="209052" x="3371850" y="1676400"/>
          <p14:tracePt t="209067" x="3371850" y="1670050"/>
          <p14:tracePt t="209106" x="3378200" y="1670050"/>
          <p14:tracePt t="209162" x="3384550" y="1670050"/>
          <p14:tracePt t="209169" x="3390900" y="1670050"/>
          <p14:tracePt t="209183" x="3397250" y="1670050"/>
          <p14:tracePt t="209199" x="3416300" y="1670050"/>
          <p14:tracePt t="209233" x="3467100" y="1670050"/>
          <p14:tracePt t="209249" x="3562350" y="1644650"/>
          <p14:tracePt t="209266" x="3625850" y="1638300"/>
          <p14:tracePt t="209283" x="3784600" y="1606550"/>
          <p14:tracePt t="209299" x="3886200" y="1587500"/>
          <p14:tracePt t="209317" x="4076700" y="1543050"/>
          <p14:tracePt t="209333" x="4273550" y="1517650"/>
          <p14:tracePt t="209349" x="4375150" y="1504950"/>
          <p14:tracePt t="209366" x="4565650" y="1492250"/>
          <p14:tracePt t="209383" x="4756150" y="1485900"/>
          <p14:tracePt t="209399" x="4832350" y="1485900"/>
          <p14:tracePt t="209416" x="4972050" y="1485900"/>
          <p14:tracePt t="209433" x="5054600" y="1485900"/>
          <p14:tracePt t="209449" x="5080000" y="1485900"/>
          <p14:tracePt t="209466" x="5105400" y="1485900"/>
          <p14:tracePt t="209482" x="5124450" y="1485900"/>
          <p14:tracePt t="209499" x="5137150" y="1485900"/>
          <p14:tracePt t="209515" x="5143500" y="1485900"/>
          <p14:tracePt t="209532" x="5168900" y="1485900"/>
          <p14:tracePt t="209549" x="5207000" y="1485900"/>
          <p14:tracePt t="209566" x="5226050" y="1485900"/>
          <p14:tracePt t="209584" x="5270500" y="1485900"/>
          <p14:tracePt t="209598" x="5365750" y="1466850"/>
          <p14:tracePt t="209615" x="5429250" y="1460500"/>
          <p14:tracePt t="209631" x="5486400" y="1447800"/>
          <p14:tracePt t="209648" x="5607050" y="1428750"/>
          <p14:tracePt t="209664" x="5708650" y="1416050"/>
          <p14:tracePt t="209682" x="5791200" y="1397000"/>
          <p14:tracePt t="209697" x="5822950" y="1390650"/>
          <p14:tracePt t="209714" x="5873750" y="1377950"/>
          <p14:tracePt t="209732" x="5899150" y="1365250"/>
          <p14:tracePt t="209748" x="5911850" y="1358900"/>
          <p14:tracePt t="209764" x="5930900" y="1352550"/>
          <p14:tracePt t="209781" x="5937250" y="1346200"/>
          <p14:tracePt t="209797" x="5943600" y="1346200"/>
          <p14:tracePt t="209814" x="5956300" y="1339850"/>
          <p14:tracePt t="209831" x="5969000" y="1339850"/>
          <p14:tracePt t="209847" x="5975350" y="1333500"/>
          <p14:tracePt t="209865" x="5981700" y="1333500"/>
          <p14:tracePt t="209881" x="5988050" y="1333500"/>
          <p14:tracePt t="209898" x="6000750" y="1333500"/>
          <p14:tracePt t="209915" x="6013450" y="1333500"/>
          <p14:tracePt t="209930" x="6019800" y="1333500"/>
          <p14:tracePt t="209947" x="6032500" y="1333500"/>
          <p14:tracePt t="209964" x="6057900" y="1333500"/>
          <p14:tracePt t="209980" x="6070600" y="1333500"/>
          <p14:tracePt t="209998" x="6102350" y="1333500"/>
          <p14:tracePt t="210013" x="6146800" y="1333500"/>
          <p14:tracePt t="210030" x="6165850" y="1333500"/>
          <p14:tracePt t="210048" x="6197600" y="1333500"/>
          <p14:tracePt t="210063" x="6210300" y="1333500"/>
          <p14:tracePt t="210097" x="6216650" y="1333500"/>
          <p14:tracePt t="210216" x="6210300" y="1333500"/>
          <p14:tracePt t="210231" x="6203950" y="1333500"/>
          <p14:tracePt t="210251" x="6197600" y="1333500"/>
          <p14:tracePt t="210272" x="6191250" y="1333500"/>
          <p14:tracePt t="210293" x="6184900" y="1333500"/>
          <p14:tracePt t="210314" x="6178550" y="1333500"/>
          <p14:tracePt t="210335" x="6172200" y="1333500"/>
          <p14:tracePt t="210342" x="6165850" y="1333500"/>
          <p14:tracePt t="210356" x="6159500" y="1333500"/>
          <p14:tracePt t="210365" x="6140450" y="1333500"/>
          <p14:tracePt t="210379" x="6121400" y="1333500"/>
          <p14:tracePt t="210396" x="6057900" y="1333500"/>
          <p14:tracePt t="210413" x="5962650" y="1333500"/>
          <p14:tracePt t="210429" x="5899150" y="1333500"/>
          <p14:tracePt t="210446" x="5784850" y="1333500"/>
          <p14:tracePt t="210464" x="5683250" y="1333500"/>
          <p14:tracePt t="210479" x="5651500" y="1333500"/>
          <p14:tracePt t="210496" x="5626100" y="1339850"/>
          <p14:tracePt t="210513" x="5562600" y="1339850"/>
          <p14:tracePt t="210528" x="5549900" y="1346200"/>
          <p14:tracePt t="210546" x="5543550" y="1352550"/>
          <p14:tracePt t="210562" x="5537200" y="1358900"/>
          <p14:tracePt t="210578" x="5543550" y="1365250"/>
          <p14:tracePt t="210596" x="5568950" y="1365250"/>
          <p14:tracePt t="210612" x="5581650" y="1365250"/>
          <p14:tracePt t="210628" x="5613400" y="1358900"/>
          <p14:tracePt t="210645" x="5683250" y="1346200"/>
          <p14:tracePt t="210661" x="5734050" y="1346200"/>
          <p14:tracePt t="210678" x="5899150" y="1346200"/>
          <p14:tracePt t="210695" x="6102350" y="1346200"/>
          <p14:tracePt t="210711" x="6178550" y="1339850"/>
          <p14:tracePt t="210728" x="6330950" y="1339850"/>
          <p14:tracePt t="210744" x="6426200" y="1333500"/>
          <p14:tracePt t="210761" x="6445250" y="1320800"/>
          <p14:tracePt t="210778" x="6464300" y="1320800"/>
          <p14:tracePt t="210828" x="6457950" y="1320800"/>
          <p14:tracePt t="210834" x="6451600" y="1320800"/>
          <p14:tracePt t="210855" x="6445250" y="1320800"/>
          <p14:tracePt t="210863" x="6438900" y="1320800"/>
          <p14:tracePt t="210883" x="6432550" y="1320800"/>
          <p14:tracePt t="210897" x="6419850" y="1320800"/>
          <p14:tracePt t="210910" x="6407150" y="1320800"/>
          <p14:tracePt t="210927" x="6375400" y="1320800"/>
          <p14:tracePt t="210944" x="6362700" y="1320800"/>
          <p14:tracePt t="210961" x="6318250" y="1327150"/>
          <p14:tracePt t="210977" x="6280150" y="1333500"/>
          <p14:tracePt t="210994" x="6267450" y="1346200"/>
          <p14:tracePt t="211010" x="6242050" y="1358900"/>
          <p14:tracePt t="211027" x="6229350" y="1365250"/>
          <p14:tracePt t="211044" x="6229350" y="1371600"/>
          <p14:tracePt t="211060" x="6223000" y="1371600"/>
          <p14:tracePt t="211077" x="6210300" y="1377950"/>
          <p14:tracePt t="211094" x="6197600" y="1377950"/>
          <p14:tracePt t="211109" x="6184900" y="1384300"/>
          <p14:tracePt t="211126" x="6159500" y="1384300"/>
          <p14:tracePt t="211144" x="6026150" y="1403350"/>
          <p14:tracePt t="211159" x="5949950" y="1416050"/>
          <p14:tracePt t="211176" x="5861050" y="1416050"/>
          <p14:tracePt t="211193" x="5632450" y="1422400"/>
          <p14:tracePt t="211209" x="5353050" y="1416050"/>
          <p14:tracePt t="211226" x="5194300" y="1416050"/>
          <p14:tracePt t="211243" x="4832350" y="1384300"/>
          <p14:tracePt t="211259" x="4495800" y="1346200"/>
          <p14:tracePt t="211277" x="4235450" y="1320800"/>
          <p14:tracePt t="211292" x="4102100" y="1289050"/>
          <p14:tracePt t="211309" x="3886200" y="1270000"/>
          <p14:tracePt t="211327" x="3708400" y="1263650"/>
          <p14:tracePt t="211342" x="3606800" y="1263650"/>
          <p14:tracePt t="211358" x="3467100" y="1263650"/>
          <p14:tracePt t="211376" x="3340100" y="1250950"/>
          <p14:tracePt t="211392" x="3270250" y="1257300"/>
          <p14:tracePt t="211409" x="3232150" y="1257300"/>
          <p14:tracePt t="211425" x="3105150" y="1289050"/>
          <p14:tracePt t="211442" x="3073400" y="1301750"/>
          <p14:tracePt t="211459" x="3054350" y="1301750"/>
          <p14:tracePt t="211475" x="3003550" y="1327150"/>
          <p14:tracePt t="211492" x="2978150" y="1339850"/>
          <p14:tracePt t="211509" x="2965450" y="1339850"/>
          <p14:tracePt t="211525" x="2965450" y="1346200"/>
          <p14:tracePt t="211542" x="2959100" y="1346200"/>
          <p14:tracePt t="211576" x="2959100" y="1352550"/>
          <p14:tracePt t="211607" x="2971800" y="1352550"/>
          <p14:tracePt t="211627" x="2978150" y="1358900"/>
          <p14:tracePt t="211634" x="2990850" y="1358900"/>
          <p14:tracePt t="211648" x="3009900" y="1358900"/>
          <p14:tracePt t="211658" x="3022600" y="1358900"/>
          <p14:tracePt t="211674" x="3041650" y="1358900"/>
          <p14:tracePt t="211692" x="3098800" y="1358900"/>
          <p14:tracePt t="211707" x="3194050" y="1333500"/>
          <p14:tracePt t="211724" x="3244850" y="1327150"/>
          <p14:tracePt t="211741" x="3378200" y="1289050"/>
          <p14:tracePt t="211757" x="3460750" y="1263650"/>
          <p14:tracePt t="211774" x="3651250" y="1225550"/>
          <p14:tracePt t="211790" x="3822700" y="1174750"/>
          <p14:tracePt t="211807" x="3905250" y="1155700"/>
          <p14:tracePt t="211824" x="4038600" y="1123950"/>
          <p14:tracePt t="211841" x="4165600" y="1117600"/>
          <p14:tracePt t="211858" x="4254500" y="1104900"/>
          <p14:tracePt t="211874" x="4425950" y="1085850"/>
          <p14:tracePt t="211891" x="4591050" y="1092200"/>
          <p14:tracePt t="211907" x="4667250" y="1098550"/>
          <p14:tracePt t="211923" x="4794250" y="1111250"/>
          <p14:tracePt t="211940" x="4845050" y="1117600"/>
          <p14:tracePt t="211957" x="4870450" y="1123950"/>
          <p14:tracePt t="211974" x="4876800" y="1123950"/>
          <p14:tracePt t="211990" x="4902200" y="1123950"/>
          <p14:tracePt t="212009" x="4933950" y="1123950"/>
          <p14:tracePt t="212024" x="4946650" y="1123950"/>
          <p14:tracePt t="212040" x="4978400" y="1130300"/>
          <p14:tracePt t="212057" x="5105400" y="1168400"/>
          <p14:tracePt t="212073" x="5156200" y="1174750"/>
          <p14:tracePt t="212090" x="5200650" y="1193800"/>
          <p14:tracePt t="212106" x="5257800" y="1200150"/>
          <p14:tracePt t="212123" x="5314950" y="1206500"/>
          <p14:tracePt t="212140" x="5346700" y="1212850"/>
          <p14:tracePt t="212156" x="5378450" y="1212850"/>
          <p14:tracePt t="212173" x="5416550" y="1212850"/>
          <p14:tracePt t="212190" x="5461000" y="1212850"/>
          <p14:tracePt t="212206" x="5486400" y="1212850"/>
          <p14:tracePt t="212222" x="5562600" y="1206500"/>
          <p14:tracePt t="212240" x="5683250" y="1206500"/>
          <p14:tracePt t="212255" x="5772150" y="1206500"/>
          <p14:tracePt t="212272" x="5988050" y="1206500"/>
          <p14:tracePt t="212289" x="6216650" y="1206500"/>
          <p14:tracePt t="212305" x="6324600" y="1206500"/>
          <p14:tracePt t="212323" x="6489700" y="1206500"/>
          <p14:tracePt t="212338" x="6597650" y="1206500"/>
          <p14:tracePt t="212355" x="6616700" y="1206500"/>
          <p14:tracePt t="212373" x="6635750" y="1200150"/>
          <p14:tracePt t="212429" x="6635750" y="1193800"/>
          <p14:tracePt t="212450" x="6629400" y="1193800"/>
          <p14:tracePt t="212464" x="6623050" y="1193800"/>
          <p14:tracePt t="212470" x="6616700" y="1187450"/>
          <p14:tracePt t="212478" x="6610350" y="1187450"/>
          <p14:tracePt t="212492" x="6597650" y="1187450"/>
          <p14:tracePt t="212506" x="6578600" y="1193800"/>
          <p14:tracePt t="212521" x="6477000" y="1212850"/>
          <p14:tracePt t="212538" x="6400800" y="1225550"/>
          <p14:tracePt t="212555" x="6172200" y="1231900"/>
          <p14:tracePt t="212572" x="5797550" y="1257300"/>
          <p14:tracePt t="212588" x="5562600" y="1257300"/>
          <p14:tracePt t="212605" x="5016500" y="1270000"/>
          <p14:tracePt t="212621" x="4413250" y="1289050"/>
          <p14:tracePt t="212638" x="4152900" y="1289050"/>
          <p14:tracePt t="212654" x="3606800" y="1301750"/>
          <p14:tracePt t="212671" x="3365500" y="1314450"/>
          <p14:tracePt t="212689" x="3009900" y="1339850"/>
          <p14:tracePt t="212691" x="2863850" y="1365250"/>
          <p14:tracePt t="212704" x="2749550" y="1371600"/>
          <p14:tracePt t="212721" x="2635250" y="1371600"/>
          <p14:tracePt t="212738" x="2482850" y="1384300"/>
          <p14:tracePt t="212754" x="2374900" y="1397000"/>
          <p14:tracePt t="212771" x="2336800" y="1403350"/>
          <p14:tracePt t="212787" x="2292350" y="1422400"/>
          <p14:tracePt t="212804" x="2279650" y="1428750"/>
          <p14:tracePt t="212821" x="2273300" y="1428750"/>
          <p14:tracePt t="212837" x="2260600" y="1435100"/>
          <p14:tracePt t="212853" x="2254250" y="1435100"/>
          <p14:tracePt t="212870" x="2247900" y="1435100"/>
          <p14:tracePt t="212886" x="2241550" y="1441450"/>
          <p14:tracePt t="212903" x="2228850" y="1454150"/>
          <p14:tracePt t="212920" x="2203450" y="1473200"/>
          <p14:tracePt t="212937" x="2184400" y="1485900"/>
          <p14:tracePt t="212953" x="2165350" y="1498600"/>
          <p14:tracePt t="212971" x="2127250" y="1536700"/>
          <p14:tracePt t="212986" x="2120900" y="1549400"/>
          <p14:tracePt t="213003" x="2114550" y="1555750"/>
          <p14:tracePt t="213020" x="2101850" y="1574800"/>
          <p14:tracePt t="213037" x="2101850" y="1587500"/>
          <p14:tracePt t="213054" x="2108200" y="1593850"/>
          <p14:tracePt t="213069" x="2120900" y="1593850"/>
          <p14:tracePt t="213087" x="2146300" y="1593850"/>
          <p14:tracePt t="213104" x="2165350" y="1593850"/>
          <p14:tracePt t="213120" x="2190750" y="1593850"/>
          <p14:tracePt t="213136" x="2228850" y="1574800"/>
          <p14:tracePt t="213153" x="2279650" y="1555750"/>
          <p14:tracePt t="213170" x="2305050" y="1549400"/>
          <p14:tracePt t="213186" x="2368550" y="1543050"/>
          <p14:tracePt t="213203" x="2489200" y="1530350"/>
          <p14:tracePt t="213219" x="2552700" y="1530350"/>
          <p14:tracePt t="213235" x="2641600" y="1530350"/>
          <p14:tracePt t="213252" x="2933700" y="1549400"/>
          <p14:tracePt t="213269" x="3022600" y="1555750"/>
          <p14:tracePt t="213286" x="3213100" y="1555750"/>
          <p14:tracePt t="213302" x="3302000" y="1568450"/>
          <p14:tracePt t="213318" x="3441700" y="1568450"/>
          <p14:tracePt t="213336" x="3536950" y="1574800"/>
          <p14:tracePt t="213352" x="3575050" y="1574800"/>
          <p14:tracePt t="213369" x="3670300" y="1593850"/>
          <p14:tracePt t="213385" x="3816350" y="1612900"/>
          <p14:tracePt t="213402" x="3917950" y="1644650"/>
          <p14:tracePt t="213419" x="4121150" y="1663700"/>
          <p14:tracePt t="213434" x="4286250" y="1670050"/>
          <p14:tracePt t="213452" x="4343400" y="1682750"/>
          <p14:tracePt t="213469" x="4419600" y="1682750"/>
          <p14:tracePt t="213485" x="4470400" y="1689100"/>
          <p14:tracePt t="213501" x="4483100" y="1689100"/>
          <p14:tracePt t="213518" x="4514850" y="1695450"/>
          <p14:tracePt t="213534" x="4559300" y="1708150"/>
          <p14:tracePt t="213551" x="4584700" y="1708150"/>
          <p14:tracePt t="213568" x="4667250" y="1727200"/>
          <p14:tracePt t="213585" x="4705350" y="1733550"/>
          <p14:tracePt t="213603" x="4826000" y="1771650"/>
          <p14:tracePt t="213618" x="4851400" y="1784350"/>
          <p14:tracePt t="213635" x="4876800" y="1790700"/>
          <p14:tracePt t="213652" x="4902200" y="1797050"/>
          <p14:tracePt t="213668" x="4914900" y="1803400"/>
          <p14:tracePt t="213684" x="4921250" y="1803400"/>
          <p14:tracePt t="213701" x="4933950" y="1803400"/>
          <p14:tracePt t="213718" x="4946650" y="1803400"/>
          <p14:tracePt t="213735" x="4953000" y="1803400"/>
          <p14:tracePt t="213751" x="4972050" y="1803400"/>
          <p14:tracePt t="213767" x="4991100" y="1803400"/>
          <p14:tracePt t="213785" x="5016500" y="1803400"/>
          <p14:tracePt t="213800" x="5029200" y="1803400"/>
          <p14:tracePt t="213817" x="5067300" y="1803400"/>
          <p14:tracePt t="213834" x="5118100" y="1803400"/>
          <p14:tracePt t="213850" x="5137150" y="1790700"/>
          <p14:tracePt t="213867" x="5168900" y="1784350"/>
          <p14:tracePt t="213883" x="5270500" y="1765300"/>
          <p14:tracePt t="213900" x="5308600" y="1765300"/>
          <p14:tracePt t="213916" x="5346700" y="1765300"/>
          <p14:tracePt t="213933" x="5480050" y="1746250"/>
          <p14:tracePt t="213949" x="5524500" y="1739900"/>
          <p14:tracePt t="213967" x="5607050" y="1701800"/>
          <p14:tracePt t="213983" x="5651500" y="1695450"/>
          <p14:tracePt t="214000" x="5715000" y="1663700"/>
          <p14:tracePt t="214017" x="5740400" y="1644650"/>
          <p14:tracePt t="214033" x="5797550" y="1625600"/>
          <p14:tracePt t="214049" x="5835650" y="1612900"/>
          <p14:tracePt t="214067" x="5880100" y="1606550"/>
          <p14:tracePt t="214083" x="5899150" y="1606550"/>
          <p14:tracePt t="214100" x="5930900" y="1606550"/>
          <p14:tracePt t="214116" x="5975350" y="1600200"/>
          <p14:tracePt t="214133" x="5988050" y="1600200"/>
          <p14:tracePt t="214150" x="6000750" y="1600200"/>
          <p14:tracePt t="214166" x="6007100" y="1606550"/>
          <p14:tracePt t="214758" x="6026150" y="1606550"/>
          <p14:tracePt t="214766" x="6064250" y="1606550"/>
          <p14:tracePt t="214781" x="6127750" y="1606550"/>
          <p14:tracePt t="214787" x="6216650" y="1619250"/>
          <p14:tracePt t="214801" x="6305550" y="1619250"/>
          <p14:tracePt t="214814" x="6419850" y="1631950"/>
          <p14:tracePt t="214830" x="6673850" y="1631950"/>
          <p14:tracePt t="214847" x="6813550" y="1638300"/>
          <p14:tracePt t="214864" x="7067550" y="1638300"/>
          <p14:tracePt t="214880" x="7219950" y="1625600"/>
          <p14:tracePt t="214896" x="7264400" y="1619250"/>
          <p14:tracePt t="214914" x="7302500" y="1619250"/>
          <p14:tracePt t="214930" x="7308850" y="1612900"/>
          <p14:tracePt t="214946" x="7315200" y="1612900"/>
          <p14:tracePt t="214990" x="7321550" y="1612900"/>
          <p14:tracePt t="215775" x="7277100" y="1619250"/>
          <p14:tracePt t="215782" x="7232650" y="1651000"/>
          <p14:tracePt t="215794" x="7175500" y="1663700"/>
          <p14:tracePt t="215812" x="7042150" y="1733550"/>
          <p14:tracePt t="215827" x="6959600" y="1784350"/>
          <p14:tracePt t="215843" x="6864350" y="1835150"/>
          <p14:tracePt t="215860" x="6572250" y="1987550"/>
          <p14:tracePt t="215877" x="6451600" y="2051050"/>
          <p14:tracePt t="215893" x="6343650" y="2101850"/>
          <p14:tracePt t="215910" x="6064250" y="2228850"/>
          <p14:tracePt t="215926" x="5708650" y="2374900"/>
          <p14:tracePt t="215943" x="5568950" y="2438400"/>
          <p14:tracePt t="215959" x="5207000" y="2597150"/>
          <p14:tracePt t="215976" x="4895850" y="2730500"/>
          <p14:tracePt t="215993" x="4629150" y="2870200"/>
          <p14:tracePt t="216009" x="4521200" y="2933700"/>
          <p14:tracePt t="216026" x="4413250" y="3003550"/>
          <p14:tracePt t="216043" x="4222750" y="3136900"/>
          <p14:tracePt t="216059" x="4140200" y="3200400"/>
          <p14:tracePt t="216076" x="4000500" y="3302000"/>
          <p14:tracePt t="216092" x="3898900" y="3371850"/>
          <p14:tracePt t="216109" x="3854450" y="3409950"/>
          <p14:tracePt t="216127" x="3784600" y="3479800"/>
          <p14:tracePt t="216142" x="3714750" y="3492500"/>
          <p14:tracePt t="216159" x="3683000" y="3505200"/>
          <p14:tracePt t="216177" x="3600450" y="3536950"/>
          <p14:tracePt t="216192" x="3543300" y="3543300"/>
          <p14:tracePt t="216209" x="3460750" y="3568700"/>
          <p14:tracePt t="216225" x="3352800" y="3600450"/>
          <p14:tracePt t="216242" x="3308350" y="3613150"/>
          <p14:tracePt t="216245" x="3251200" y="3632200"/>
          <p14:tracePt t="216259" x="3187700" y="3651250"/>
          <p14:tracePt t="216275" x="3028950" y="3683000"/>
          <p14:tracePt t="216292" x="2965450" y="3689350"/>
          <p14:tracePt t="216309" x="2851150" y="3689350"/>
          <p14:tracePt t="216325" x="2832100" y="3676650"/>
          <p14:tracePt t="217232" x="2832100" y="3663950"/>
          <p14:tracePt t="217240" x="2825750" y="3657600"/>
          <p14:tracePt t="217253" x="2825750" y="3644900"/>
          <p14:tracePt t="217261" x="2819400" y="3644900"/>
          <p14:tracePt t="217275" x="2806700" y="3632200"/>
          <p14:tracePt t="217289" x="2800350" y="3619500"/>
          <p14:tracePt t="217305" x="2781300" y="3575050"/>
          <p14:tracePt t="217322" x="2755900" y="3549650"/>
          <p14:tracePt t="217339" x="2724150" y="3498850"/>
          <p14:tracePt t="217355" x="2673350" y="3454400"/>
          <p14:tracePt t="217372" x="2635250" y="3422650"/>
          <p14:tracePt t="217389" x="2597150" y="3384550"/>
          <p14:tracePt t="217405" x="2565400" y="3365500"/>
          <p14:tracePt t="217423" x="2520950" y="3346450"/>
          <p14:tracePt t="217438" x="2501900" y="3333750"/>
          <p14:tracePt t="217454" x="2482850" y="3321050"/>
          <p14:tracePt t="217472" x="2444750" y="3302000"/>
          <p14:tracePt t="217488" x="2425700" y="3302000"/>
          <p14:tracePt t="217504" x="2381250" y="3289300"/>
          <p14:tracePt t="217521" x="2362200" y="3282950"/>
          <p14:tracePt t="217537" x="2349500" y="3282950"/>
          <p14:tracePt t="217554" x="2317750" y="3282950"/>
          <p14:tracePt t="217571" x="2305050" y="3282950"/>
          <p14:tracePt t="217587" x="2279650" y="3282950"/>
          <p14:tracePt t="217604" x="2273300" y="3282950"/>
          <p14:tracePt t="217620" x="2260600" y="3282950"/>
          <p14:tracePt t="217637" x="2235200" y="3282950"/>
          <p14:tracePt t="217654" x="2222500" y="3282950"/>
          <p14:tracePt t="217670" x="2216150" y="3282950"/>
          <p14:tracePt t="217687" x="2171700" y="3282950"/>
          <p14:tracePt t="217704" x="2152650" y="3282950"/>
          <p14:tracePt t="217720" x="2120900" y="3276600"/>
          <p14:tracePt t="217737" x="2089150" y="3270250"/>
          <p14:tracePt t="217753" x="2076450" y="3270250"/>
          <p14:tracePt t="217770" x="2057400" y="3270250"/>
          <p14:tracePt t="217787" x="2051050" y="3270250"/>
          <p14:tracePt t="217803" x="2044700" y="3263900"/>
          <p14:tracePt t="217837" x="2038350" y="3263900"/>
          <p14:tracePt t="217879" x="2032000" y="3263900"/>
          <p14:tracePt t="217935" x="2032000" y="3257550"/>
          <p14:tracePt t="217963" x="2032000" y="3251200"/>
          <p14:tracePt t="217977" x="2038350" y="3251200"/>
          <p14:tracePt t="217998" x="2044700" y="3244850"/>
          <p14:tracePt t="218020" x="2051050" y="3244850"/>
          <p14:tracePt t="218048" x="2057400" y="3244850"/>
          <p14:tracePt t="218062" x="2070100" y="3244850"/>
          <p14:tracePt t="218069" x="2076450" y="3244850"/>
          <p14:tracePt t="218083" x="2095500" y="3244850"/>
          <p14:tracePt t="218096" x="2120900" y="3244850"/>
          <p14:tracePt t="218105" x="2159000" y="3244850"/>
          <p14:tracePt t="218119" x="2209800" y="3232150"/>
          <p14:tracePt t="218135" x="2266950" y="3232150"/>
          <p14:tracePt t="218153" x="2406650" y="3225800"/>
          <p14:tracePt t="218168" x="2482850" y="3200400"/>
          <p14:tracePt t="218185" x="2546350" y="3200400"/>
          <p14:tracePt t="218202" x="2679700" y="3175000"/>
          <p14:tracePt t="218218" x="2743200" y="3175000"/>
          <p14:tracePt t="218235" x="2800350" y="3168650"/>
          <p14:tracePt t="218252" x="2882900" y="3149600"/>
          <p14:tracePt t="218268" x="2908300" y="3143250"/>
          <p14:tracePt t="218285" x="2940050" y="3136900"/>
          <p14:tracePt t="218301" x="2990850" y="3136900"/>
          <p14:tracePt t="218318" x="3003550" y="3136900"/>
          <p14:tracePt t="218335" x="3009900" y="3136900"/>
          <p14:tracePt t="218351" x="3016250" y="3136900"/>
          <p14:tracePt t="218368" x="3022600" y="3130550"/>
          <p14:tracePt t="218401" x="3028950" y="3124200"/>
          <p14:tracePt t="218435" x="3028950" y="3117850"/>
          <p14:tracePt t="218455" x="3022600" y="3117850"/>
          <p14:tracePt t="218504" x="3016250" y="3117850"/>
          <p14:tracePt t="218532" x="3009900" y="3117850"/>
          <p14:tracePt t="218546" x="3003550" y="3117850"/>
          <p14:tracePt t="218554" x="2990850" y="3117850"/>
          <p14:tracePt t="218568" x="2978150" y="3117850"/>
          <p14:tracePt t="218584" x="2921000" y="3111500"/>
          <p14:tracePt t="218601" x="2882900" y="3111500"/>
          <p14:tracePt t="218617" x="2698750" y="3092450"/>
          <p14:tracePt t="218633" x="2635250" y="3092450"/>
          <p14:tracePt t="218650" x="2495550" y="3086100"/>
          <p14:tracePt t="218666" x="2349500" y="3086100"/>
          <p14:tracePt t="218683" x="2286000" y="3086100"/>
          <p14:tracePt t="218701" x="2222500" y="3092450"/>
          <p14:tracePt t="218717" x="2063750" y="3111500"/>
          <p14:tracePt t="218733" x="2025650" y="3111500"/>
          <p14:tracePt t="218750" x="1974850" y="3111500"/>
          <p14:tracePt t="218766" x="1955800" y="3117850"/>
          <p14:tracePt t="218783" x="1943100" y="3117850"/>
          <p14:tracePt t="218800" x="1924050" y="3124200"/>
          <p14:tracePt t="218816" x="1911350" y="3130550"/>
          <p14:tracePt t="218833" x="1905000" y="3130550"/>
          <p14:tracePt t="218849" x="1898650" y="3136900"/>
          <p14:tracePt t="218876" x="1892300" y="3136900"/>
          <p14:tracePt t="218911" x="1885950" y="3136900"/>
          <p14:tracePt t="218961" x="1879600" y="3136900"/>
          <p14:tracePt t="218996" x="1873250" y="3136900"/>
          <p14:tracePt t="219031" x="1866900" y="3136900"/>
          <p14:tracePt t="219059" x="1866900" y="3130550"/>
          <p14:tracePt t="219080" x="1860550" y="3130550"/>
          <p14:tracePt t="219087" x="1854200" y="3124200"/>
          <p14:tracePt t="219129" x="1854200" y="3117850"/>
          <p14:tracePt t="219136" x="1847850" y="3117850"/>
          <p14:tracePt t="219157" x="1841500" y="3117850"/>
          <p14:tracePt t="219206" x="1835150" y="3117850"/>
          <p14:tracePt t="219242" x="1828800" y="3117850"/>
          <p14:tracePt t="219270" x="1822450" y="3117850"/>
          <p14:tracePt t="219326" x="1816100" y="3117850"/>
          <p14:tracePt t="219354" x="1809750" y="3117850"/>
          <p14:tracePt t="219417" x="1803400" y="3117850"/>
          <p14:tracePt t="219452" x="1797050" y="3117850"/>
          <p14:tracePt t="219488" x="1790700" y="3124200"/>
          <p14:tracePt t="219537" x="1790700" y="3130550"/>
          <p14:tracePt t="219544" x="1790700" y="3136900"/>
          <p14:tracePt t="219557" x="1790700" y="3143250"/>
          <p14:tracePt t="219572" x="1790700" y="3149600"/>
          <p14:tracePt t="219580" x="1790700" y="3155950"/>
          <p14:tracePt t="219597" x="1790700" y="3162300"/>
          <p14:tracePt t="219616" x="1790700" y="3175000"/>
          <p14:tracePt t="219630" x="1797050" y="3181350"/>
          <p14:tracePt t="219647" x="1803400" y="3206750"/>
          <p14:tracePt t="219663" x="1816100" y="3232150"/>
          <p14:tracePt t="219680" x="1822450" y="3244850"/>
          <p14:tracePt t="219696" x="1828800" y="3263900"/>
          <p14:tracePt t="219713" x="1835150" y="3276600"/>
          <p14:tracePt t="219730" x="1835150" y="3282950"/>
          <p14:tracePt t="219747" x="1841500" y="3289300"/>
          <p14:tracePt t="219782" x="1841500" y="3295650"/>
          <p14:tracePt t="219902" x="1847850" y="3295650"/>
          <p14:tracePt t="219929" x="1854200" y="3295650"/>
          <p14:tracePt t="219972" x="1860550" y="3295650"/>
          <p14:tracePt t="219993" x="1866900" y="3295650"/>
          <p14:tracePt t="220014" x="1873250" y="3295650"/>
          <p14:tracePt t="220042" x="1879600" y="3295650"/>
          <p14:tracePt t="220056" x="1892300" y="3295650"/>
          <p14:tracePt t="220065" x="1905000" y="3295650"/>
          <p14:tracePt t="220080" x="1936750" y="3295650"/>
          <p14:tracePt t="220096" x="1962150" y="3289300"/>
          <p14:tracePt t="220114" x="2070100" y="3276600"/>
          <p14:tracePt t="220129" x="2133600" y="3276600"/>
          <p14:tracePt t="220145" x="2222500" y="3276600"/>
          <p14:tracePt t="220162" x="2540000" y="3282950"/>
          <p14:tracePt t="220178" x="2654300" y="3295650"/>
          <p14:tracePt t="220195" x="2743200" y="3302000"/>
          <p14:tracePt t="220212" x="2990850" y="3321050"/>
          <p14:tracePt t="220228" x="3041650" y="3333750"/>
          <p14:tracePt t="220244" x="3092450" y="3340100"/>
          <p14:tracePt t="220248" x="3136900" y="3346450"/>
          <p14:tracePt t="220261" x="3175000" y="3352800"/>
          <p14:tracePt t="220278" x="3200400" y="3352800"/>
          <p14:tracePt t="220295" x="3238500" y="3352800"/>
          <p14:tracePt t="220311" x="3251200" y="3352800"/>
          <p14:tracePt t="220328" x="3270250" y="3346450"/>
          <p14:tracePt t="220345" x="3276600" y="3346450"/>
          <p14:tracePt t="220361" x="3289300" y="3346450"/>
          <p14:tracePt t="220380" x="3295650" y="3340100"/>
          <p14:tracePt t="220408" x="3302000" y="3340100"/>
          <p14:tracePt t="220429" x="3308350" y="3340100"/>
          <p14:tracePt t="220541" x="3302000" y="3340100"/>
          <p14:tracePt t="220569" x="3295650" y="3340100"/>
          <p14:tracePt t="220590" x="3289300" y="3340100"/>
          <p14:tracePt t="220611" x="3282950" y="3340100"/>
          <p14:tracePt t="220618" x="3276600" y="3340100"/>
          <p14:tracePt t="220627" x="3263900" y="3340100"/>
          <p14:tracePt t="220644" x="3251200" y="3340100"/>
          <p14:tracePt t="220662" x="3213100" y="3340100"/>
          <p14:tracePt t="220677" x="3143250" y="3340100"/>
          <p14:tracePt t="220693" x="3098800" y="3340100"/>
          <p14:tracePt t="220710" x="2952750" y="3327400"/>
          <p14:tracePt t="220726" x="2800350" y="3321050"/>
          <p14:tracePt t="220743" x="2736850" y="3308350"/>
          <p14:tracePt t="220760" x="2590800" y="3302000"/>
          <p14:tracePt t="220776" x="2476500" y="3302000"/>
          <p14:tracePt t="220793" x="2438400" y="3302000"/>
          <p14:tracePt t="220809" x="2368550" y="3302000"/>
          <p14:tracePt t="220826" x="2311400" y="3302000"/>
          <p14:tracePt t="220844" x="2273300" y="3302000"/>
          <p14:tracePt t="220859" x="2247900" y="3295650"/>
          <p14:tracePt t="220876" x="2241550" y="3295650"/>
          <p14:tracePt t="220893" x="2203450" y="3289300"/>
          <p14:tracePt t="220909" x="2178050" y="3282950"/>
          <p14:tracePt t="220926" x="2165350" y="3282950"/>
          <p14:tracePt t="220942" x="2139950" y="3282950"/>
          <p14:tracePt t="220959" x="2114550" y="3282950"/>
          <p14:tracePt t="220975" x="2101850" y="3276600"/>
          <p14:tracePt t="220992" x="2063750" y="3276600"/>
          <p14:tracePt t="221009" x="2032000" y="3276600"/>
          <p14:tracePt t="221026" x="2000250" y="3276600"/>
          <p14:tracePt t="221042" x="1993900" y="3276600"/>
          <p14:tracePt t="221059" x="1987550" y="3276600"/>
          <p14:tracePt t="221076" x="1981200" y="3270250"/>
          <p14:tracePt t="221092" x="1974850" y="3270250"/>
          <p14:tracePt t="221109" x="1968500" y="3270250"/>
          <p14:tracePt t="222580" x="1981200" y="3276600"/>
          <p14:tracePt t="222594" x="2000250" y="3282950"/>
          <p14:tracePt t="222601" x="2012950" y="3295650"/>
          <p14:tracePt t="222615" x="2038350" y="3308350"/>
          <p14:tracePt t="222623" x="2057400" y="3333750"/>
          <p14:tracePt t="222637" x="2076450" y="3346450"/>
          <p14:tracePt t="222653" x="2139950" y="3384550"/>
          <p14:tracePt t="222670" x="2197100" y="3409950"/>
          <p14:tracePt t="222687" x="2286000" y="3454400"/>
          <p14:tracePt t="222703" x="2355850" y="3479800"/>
          <p14:tracePt t="222720" x="2387600" y="3486150"/>
          <p14:tracePt t="222736" x="2425700" y="3498850"/>
          <p14:tracePt t="222753" x="2451100" y="3498850"/>
          <p14:tracePt t="222770" x="2508250" y="3498850"/>
          <p14:tracePt t="222786" x="2533650" y="3492500"/>
          <p14:tracePt t="222803" x="2552700" y="3486150"/>
          <p14:tracePt t="222819" x="2609850" y="3473450"/>
          <p14:tracePt t="222836" x="2686050" y="3441700"/>
          <p14:tracePt t="222852" x="2730500" y="3422650"/>
          <p14:tracePt t="222869" x="2825750" y="3390900"/>
          <p14:tracePt t="222885" x="2933700" y="3359150"/>
          <p14:tracePt t="222904" x="2990850" y="3333750"/>
          <p14:tracePt t="222919" x="3079750" y="3295650"/>
          <p14:tracePt t="222935" x="3105150" y="3282950"/>
          <p14:tracePt t="222953" x="3149600" y="3263900"/>
          <p14:tracePt t="222969" x="3175000" y="3251200"/>
          <p14:tracePt t="222985" x="3181350" y="3232150"/>
          <p14:tracePt t="223002" x="3200400" y="3225800"/>
          <p14:tracePt t="223019" x="3206750" y="3219450"/>
          <p14:tracePt t="223035" x="3213100" y="3213100"/>
          <p14:tracePt t="223052" x="3219450" y="3194050"/>
          <p14:tracePt t="223068" x="3219450" y="3187700"/>
          <p14:tracePt t="223102" x="3219450" y="3168650"/>
          <p14:tracePt t="223119" x="3219450" y="3162300"/>
          <p14:tracePt t="223135" x="3225800" y="3155950"/>
          <p14:tracePt t="223167" x="3225800" y="3149600"/>
          <p14:tracePt t="223254" x="3225800" y="3143250"/>
          <p14:tracePt t="223339" x="3232150" y="3143250"/>
          <p14:tracePt t="223366" x="3232150" y="3149600"/>
          <p14:tracePt t="223374" x="3238500" y="3155950"/>
          <p14:tracePt t="223416" x="3244850" y="3162300"/>
          <p14:tracePt t="223423" x="3244850" y="3168650"/>
          <p14:tracePt t="223458" x="3251200" y="3168650"/>
          <p14:tracePt t="223486" x="3257550" y="3175000"/>
          <p14:tracePt t="223501" x="3263900" y="3175000"/>
          <p14:tracePt t="223528" x="3276600" y="3175000"/>
          <p14:tracePt t="223542" x="3282950" y="3175000"/>
          <p14:tracePt t="223550" x="3295650" y="3181350"/>
          <p14:tracePt t="223556" x="3321050" y="3181350"/>
          <p14:tracePt t="223571" x="3352800" y="3194050"/>
          <p14:tracePt t="223583" x="3403600" y="3200400"/>
          <p14:tracePt t="223600" x="3517900" y="3225800"/>
          <p14:tracePt t="223616" x="3644900" y="3257550"/>
          <p14:tracePt t="223634" x="3752850" y="3282950"/>
          <p14:tracePt t="223650" x="3797300" y="3282950"/>
          <p14:tracePt t="223666" x="3822700" y="3282950"/>
          <p14:tracePt t="223685" x="3879850" y="3295650"/>
          <p14:tracePt t="223699" x="3892550" y="3295650"/>
          <p14:tracePt t="223733" x="3898900" y="3295650"/>
          <p14:tracePt t="223858" x="3898900" y="3289300"/>
          <p14:tracePt t="223929" x="3892550" y="3289300"/>
          <p14:tracePt t="224034" x="3892550" y="3282950"/>
          <p14:tracePt t="224104" x="3892550" y="3276600"/>
          <p14:tracePt t="224202" x="3892550" y="3270250"/>
          <p14:tracePt t="224238" x="3886200" y="3263900"/>
          <p14:tracePt t="224252" x="3879850" y="3263900"/>
          <p14:tracePt t="224255" x="3867150" y="3257550"/>
          <p14:tracePt t="224277" x="3854450" y="3251200"/>
          <p14:tracePt t="224291" x="3835400" y="3244850"/>
          <p14:tracePt t="224300" x="3803650" y="3225800"/>
          <p14:tracePt t="224314" x="3759200" y="3213100"/>
          <p14:tracePt t="224331" x="3708400" y="3194050"/>
          <p14:tracePt t="224348" x="3594100" y="3136900"/>
          <p14:tracePt t="224364" x="3536950" y="3111500"/>
          <p14:tracePt t="224381" x="3422650" y="3054350"/>
          <p14:tracePt t="224398" x="3346450" y="3009900"/>
          <p14:tracePt t="224414" x="3308350" y="2990850"/>
          <p14:tracePt t="224431" x="3257550" y="2971800"/>
          <p14:tracePt t="224447" x="3213100" y="2959100"/>
          <p14:tracePt t="224463" x="3194050" y="2940050"/>
          <p14:tracePt t="224481" x="3155950" y="2921000"/>
          <p14:tracePt t="224497" x="3136900" y="2908300"/>
          <p14:tracePt t="224513" x="3130550" y="2908300"/>
          <p14:tracePt t="224558" x="3130550" y="2901950"/>
          <p14:tracePt t="224572" x="3136900" y="2901950"/>
          <p14:tracePt t="224581" x="3143250" y="2901950"/>
          <p14:tracePt t="224596" x="3149600" y="2901950"/>
          <p14:tracePt t="224613" x="3162300" y="2895600"/>
          <p14:tracePt t="224629" x="3168650" y="2889250"/>
          <p14:tracePt t="224646" x="3175000" y="2882900"/>
          <p14:tracePt t="224664" x="3187700" y="2876550"/>
          <p14:tracePt t="224679" x="3187700" y="2870200"/>
          <p14:tracePt t="224696" x="3194050" y="2870200"/>
          <p14:tracePt t="224713" x="3200400" y="2863850"/>
          <p14:tracePt t="224768" x="3206750" y="2863850"/>
          <p14:tracePt t="224775" x="3213100" y="2863850"/>
          <p14:tracePt t="224825" x="3219450" y="2876550"/>
          <p14:tracePt t="224831" x="3219450" y="2882900"/>
          <p14:tracePt t="224860" x="3219450" y="2889250"/>
          <p14:tracePt t="224881" x="3219450" y="2895600"/>
          <p14:tracePt t="224909" x="3219450" y="2901950"/>
          <p14:tracePt t="224930" x="3219450" y="2908300"/>
          <p14:tracePt t="224945" x="3219450" y="2921000"/>
          <p14:tracePt t="224951" x="3213100" y="2927350"/>
          <p14:tracePt t="224965" x="3206750" y="2940050"/>
          <p14:tracePt t="224981" x="3194050" y="2952750"/>
          <p14:tracePt t="224994" x="3181350" y="2965450"/>
          <p14:tracePt t="225011" x="3168650" y="2978150"/>
          <p14:tracePt t="225029" x="3117850" y="2984500"/>
          <p14:tracePt t="225045" x="3092450" y="2984500"/>
          <p14:tracePt t="225061" x="2997200" y="2959100"/>
          <p14:tracePt t="225078" x="2857500" y="2889250"/>
          <p14:tracePt t="225095" x="2774950" y="2851150"/>
          <p14:tracePt t="225111" x="2616200" y="2755900"/>
          <p14:tracePt t="225128" x="2489200" y="2692400"/>
          <p14:tracePt t="225144" x="2432050" y="2654300"/>
          <p14:tracePt t="225162" x="2355850" y="2616200"/>
          <p14:tracePt t="225178" x="2324100" y="2609850"/>
          <p14:tracePt t="225194" x="2317750" y="2609850"/>
          <p14:tracePt t="225211" x="2305050" y="2609850"/>
          <p14:tracePt t="225261" x="2305050" y="2616200"/>
          <p14:tracePt t="225288" x="2305050" y="2622550"/>
          <p14:tracePt t="225331" x="2305050" y="2628900"/>
          <p14:tracePt t="225337" x="2311400" y="2628900"/>
          <p14:tracePt t="225346" x="2317750" y="2628900"/>
          <p14:tracePt t="225360" x="2330450" y="2635250"/>
          <p14:tracePt t="225377" x="2343150" y="2635250"/>
          <p14:tracePt t="225394" x="2400300" y="2647950"/>
          <p14:tracePt t="225410" x="2533650" y="2673350"/>
          <p14:tracePt t="225427" x="2622550" y="2686050"/>
          <p14:tracePt t="225444" x="2851150" y="2717800"/>
          <p14:tracePt t="225460" x="3117850" y="2736850"/>
          <p14:tracePt t="225478" x="3276600" y="2749550"/>
          <p14:tracePt t="225493" x="3606800" y="2774950"/>
          <p14:tracePt t="225510" x="3873500" y="2774950"/>
          <p14:tracePt t="225527" x="4095750" y="2781300"/>
          <p14:tracePt t="225543" x="4203700" y="2794000"/>
          <p14:tracePt t="225559" x="4343400" y="2794000"/>
          <p14:tracePt t="225577" x="4419600" y="2794000"/>
          <p14:tracePt t="225593" x="4445000" y="2794000"/>
          <p14:tracePt t="225609" x="4464050" y="2794000"/>
          <p14:tracePt t="225626" x="4489450" y="2787650"/>
          <p14:tracePt t="225659" x="4489450" y="2781300"/>
          <p14:tracePt t="225681" x="4495800" y="2781300"/>
          <p14:tracePt t="225692" x="4495800" y="2774950"/>
          <p14:tracePt t="225710" x="4508500" y="2774950"/>
          <p14:tracePt t="225726" x="4508500" y="2768600"/>
          <p14:tracePt t="225742" x="4527550" y="2762250"/>
          <p14:tracePt t="225759" x="4540250" y="2755900"/>
          <p14:tracePt t="225775" x="4546600" y="2755900"/>
          <p14:tracePt t="225792" x="4565650" y="2749550"/>
          <p14:tracePt t="225809" x="4584700" y="2743200"/>
          <p14:tracePt t="225825" x="4584700" y="2736850"/>
          <p14:tracePt t="225843" x="4622800" y="2730500"/>
          <p14:tracePt t="225859" x="4660900" y="2724150"/>
          <p14:tracePt t="225875" x="4692650" y="2724150"/>
          <p14:tracePt t="225893" x="4737100" y="2705100"/>
          <p14:tracePt t="225909" x="4787900" y="2698750"/>
          <p14:tracePt t="225925" x="4806950" y="2698750"/>
          <p14:tracePt t="225942" x="4826000" y="2698750"/>
          <p14:tracePt t="225959" x="4832350" y="2698750"/>
          <p14:tracePt t="225975" x="4838700" y="2698750"/>
          <p14:tracePt t="226040" x="4826000" y="2698750"/>
          <p14:tracePt t="226061" x="4819650" y="2705100"/>
          <p14:tracePt t="226068" x="4813300" y="2705100"/>
          <p14:tracePt t="226082" x="4806950" y="2711450"/>
          <p14:tracePt t="226091" x="4800600" y="2717800"/>
          <p14:tracePt t="226107" x="4781550" y="2724150"/>
          <p14:tracePt t="226125" x="4737100" y="2743200"/>
          <p14:tracePt t="226141" x="4699000" y="2768600"/>
          <p14:tracePt t="226158" x="4641850" y="2794000"/>
          <p14:tracePt t="226174" x="4514850" y="2863850"/>
          <p14:tracePt t="226191" x="4432300" y="2914650"/>
          <p14:tracePt t="226208" x="4248150" y="2997200"/>
          <p14:tracePt t="226224" x="4140200" y="3048000"/>
          <p14:tracePt t="226240" x="4038600" y="3092450"/>
          <p14:tracePt t="226258" x="3733800" y="3206750"/>
          <p14:tracePt t="226274" x="3657600" y="3225800"/>
          <p14:tracePt t="226290" x="3587750" y="3257550"/>
          <p14:tracePt t="226307" x="3479800" y="3295650"/>
          <p14:tracePt t="226324" x="3429000" y="3314700"/>
          <p14:tracePt t="226340" x="3403600" y="3321050"/>
          <p14:tracePt t="226357" x="3397250" y="3333750"/>
          <p14:tracePt t="226373" x="3390900" y="3340100"/>
          <p14:tracePt t="226391" x="3384550" y="3340100"/>
          <p14:tracePt t="226454" x="3378200" y="3340100"/>
          <p14:tracePt t="226770" x="3371850" y="3340100"/>
          <p14:tracePt t="226784" x="3359150" y="3333750"/>
          <p14:tracePt t="226798" x="3352800" y="3333750"/>
          <p14:tracePt t="226812" x="3327400" y="3321050"/>
          <p14:tracePt t="226822" x="3308350" y="3314700"/>
          <p14:tracePt t="226838" x="3270250" y="3314700"/>
          <p14:tracePt t="226856" x="3149600" y="3295650"/>
          <p14:tracePt t="226871" x="3060700" y="3282950"/>
          <p14:tracePt t="226888" x="2870200" y="3282950"/>
          <p14:tracePt t="226905" x="2667000" y="3282950"/>
          <p14:tracePt t="226922" x="2540000" y="3282950"/>
          <p14:tracePt t="226939" x="2292350" y="3282950"/>
          <p14:tracePt t="226955" x="2038350" y="3282950"/>
          <p14:tracePt t="226972" x="1936750" y="3289300"/>
          <p14:tracePt t="226989" x="1784350" y="3295650"/>
          <p14:tracePt t="227005" x="1701800" y="3314700"/>
          <p14:tracePt t="227022" x="1689100" y="3321050"/>
          <p14:tracePt t="227038" x="1676400" y="3327400"/>
          <p14:tracePt t="227086" x="1682750" y="3327400"/>
          <p14:tracePt t="227100" x="1695450" y="3321050"/>
          <p14:tracePt t="227114" x="1708150" y="3321050"/>
          <p14:tracePt t="227123" x="1727200" y="3321050"/>
          <p14:tracePt t="227137" x="1739900" y="3314700"/>
          <p14:tracePt t="227154" x="1771650" y="3314700"/>
          <p14:tracePt t="227171" x="1866900" y="3295650"/>
          <p14:tracePt t="227188" x="1930400" y="3289300"/>
          <p14:tracePt t="227204" x="2000250" y="3270250"/>
          <p14:tracePt t="227221" x="2146300" y="3232150"/>
          <p14:tracePt t="227237" x="2209800" y="3213100"/>
          <p14:tracePt t="227254" x="2279650" y="3194050"/>
          <p14:tracePt t="227271" x="2362200" y="3168650"/>
          <p14:tracePt t="227287" x="2400300" y="3168650"/>
          <p14:tracePt t="227305" x="2457450" y="3162300"/>
          <p14:tracePt t="227320" x="2470150" y="3162300"/>
          <p14:tracePt t="227337" x="2482850" y="3155950"/>
          <p14:tracePt t="227388" x="2470150" y="3155950"/>
          <p14:tracePt t="227395" x="2451100" y="3155950"/>
          <p14:tracePt t="227409" x="2419350" y="3155950"/>
          <p14:tracePt t="227423" x="2368550" y="3155950"/>
          <p14:tracePt t="227439" x="2305050" y="3155950"/>
          <p14:tracePt t="227453" x="2203450" y="3155950"/>
          <p14:tracePt t="227470" x="2089150" y="3168650"/>
          <p14:tracePt t="227487" x="1860550" y="3200400"/>
          <p14:tracePt t="227503" x="1682750" y="3232150"/>
          <p14:tracePt t="227520" x="1638300" y="3244850"/>
          <p14:tracePt t="227536" x="1593850" y="3263900"/>
          <p14:tracePt t="227553" x="1581150" y="3270250"/>
          <p14:tracePt t="227606" x="1587500" y="3270250"/>
          <p14:tracePt t="227613" x="1600200" y="3270250"/>
          <p14:tracePt t="227627" x="1619250" y="3270250"/>
          <p14:tracePt t="227636" x="1644650" y="3270250"/>
          <p14:tracePt t="227652" x="1695450" y="3276600"/>
          <p14:tracePt t="227669" x="1885950" y="3308350"/>
          <p14:tracePt t="227686" x="2260600" y="3397250"/>
          <p14:tracePt t="227702" x="2546350" y="3473450"/>
          <p14:tracePt t="227719" x="3086100" y="3613150"/>
          <p14:tracePt t="227735" x="3257550" y="3651250"/>
          <p14:tracePt t="227752" x="3378200" y="3670300"/>
          <p14:tracePt t="227768" x="3467100" y="3683000"/>
          <p14:tracePt t="227785" x="3492500" y="3683000"/>
          <p14:tracePt t="227818" x="3492500" y="3676650"/>
          <p14:tracePt t="227835" x="3492500" y="3670300"/>
          <p14:tracePt t="227854" x="3486150" y="3651250"/>
          <p14:tracePt t="227868" x="3479800" y="3651250"/>
          <p14:tracePt t="227885" x="3454400" y="3644900"/>
          <p14:tracePt t="227902" x="3435350" y="3632200"/>
          <p14:tracePt t="227918" x="3409950" y="3632200"/>
          <p14:tracePt t="227935" x="3390900" y="3625850"/>
          <p14:tracePt t="227951" x="3340100" y="3606800"/>
          <p14:tracePt t="227968" x="3270250" y="3594100"/>
          <p14:tracePt t="227986" x="3162300" y="3587750"/>
          <p14:tracePt t="228002" x="3098800" y="3575050"/>
          <p14:tracePt t="228018" x="2959100" y="3568700"/>
          <p14:tracePt t="228035" x="2800350" y="3556000"/>
          <p14:tracePt t="228051" x="2711450" y="3556000"/>
          <p14:tracePt t="228068" x="2635250" y="3556000"/>
          <p14:tracePt t="228085" x="2457450" y="3556000"/>
          <p14:tracePt t="228101" x="2425700" y="3568700"/>
          <p14:tracePt t="228118" x="2406650" y="3575050"/>
          <p14:tracePt t="228134" x="2387600" y="3575050"/>
          <p14:tracePt t="228151" x="2381250" y="3575050"/>
          <p14:tracePt t="228287" x="2387600" y="3568700"/>
          <p14:tracePt t="228308" x="2393950" y="3562350"/>
          <p14:tracePt t="228315" x="2400300" y="3556000"/>
          <p14:tracePt t="228323" x="2406650" y="3556000"/>
          <p14:tracePt t="228337" x="2413000" y="3556000"/>
          <p14:tracePt t="228973" x="2413000" y="3549650"/>
          <p14:tracePt t="228980" x="2419350" y="3543300"/>
          <p14:tracePt t="228987" x="2425700" y="3530600"/>
          <p14:tracePt t="229001" x="2432050" y="3517900"/>
          <p14:tracePt t="229015" x="2438400" y="3498850"/>
          <p14:tracePt t="229031" x="2470150" y="3467100"/>
          <p14:tracePt t="229047" x="2482850" y="3448050"/>
          <p14:tracePt t="229065" x="2540000" y="3390900"/>
          <p14:tracePt t="229081" x="2584450" y="3352800"/>
          <p14:tracePt t="229098" x="2641600" y="3314700"/>
          <p14:tracePt t="229115" x="2768600" y="3238500"/>
          <p14:tracePt t="229131" x="2838450" y="3206750"/>
          <p14:tracePt t="229148" x="2946400" y="3162300"/>
          <p14:tracePt t="229164" x="3003550" y="3130550"/>
          <p14:tracePt t="229180" x="3048000" y="3105150"/>
          <p14:tracePt t="229199" x="3092450" y="3092450"/>
          <p14:tracePt t="229214" x="3111500" y="3086100"/>
          <p14:tracePt t="229231" x="3117850" y="3079750"/>
          <p14:tracePt t="229247" x="3124200" y="3079750"/>
          <p14:tracePt t="229283" x="3117850" y="3079750"/>
          <p14:tracePt t="229297" x="3111500" y="3079750"/>
          <p14:tracePt t="229313" x="3098800" y="3079750"/>
          <p14:tracePt t="229332" x="3067050" y="3086100"/>
          <p14:tracePt t="229346" x="3048000" y="3086100"/>
          <p14:tracePt t="229363" x="2997200" y="3086100"/>
          <p14:tracePt t="229381" x="2819400" y="3073400"/>
          <p14:tracePt t="229396" x="2692400" y="3067050"/>
          <p14:tracePt t="229413" x="2362200" y="3028950"/>
          <p14:tracePt t="229430" x="2070100" y="3016250"/>
          <p14:tracePt t="229446" x="1816100" y="3016250"/>
          <p14:tracePt t="229463" x="1727200" y="3016250"/>
          <p14:tracePt t="229479" x="1600200" y="3022600"/>
          <p14:tracePt t="229496" x="1555750" y="3028950"/>
          <p14:tracePt t="229513" x="1536700" y="3035300"/>
          <p14:tracePt t="229529" x="1511300" y="3048000"/>
          <p14:tracePt t="229545" x="1504950" y="3048000"/>
          <p14:tracePt t="229584" x="1511300" y="3048000"/>
          <p14:tracePt t="229599" x="1524000" y="3048000"/>
          <p14:tracePt t="229615" x="1543050" y="3041650"/>
          <p14:tracePt t="229629" x="1562100" y="3035300"/>
          <p14:tracePt t="229646" x="1612900" y="3022600"/>
          <p14:tracePt t="229662" x="1733550" y="3009900"/>
          <p14:tracePt t="229679" x="1797050" y="2990850"/>
          <p14:tracePt t="229697" x="2000250" y="2971800"/>
          <p14:tracePt t="229712" x="2241550" y="2959100"/>
          <p14:tracePt t="229729" x="2381250" y="2959100"/>
          <p14:tracePt t="229746" x="2698750" y="2940050"/>
          <p14:tracePt t="229762" x="2825750" y="2927350"/>
          <p14:tracePt t="229778" x="3003550" y="2908300"/>
          <p14:tracePt t="229795" x="3098800" y="2901950"/>
          <p14:tracePt t="229811" x="3124200" y="2901950"/>
          <p14:tracePt t="229830" x="3155950" y="2901950"/>
          <p14:tracePt t="229845" x="3162300" y="2908300"/>
          <p14:tracePt t="229893" x="3155950" y="2908300"/>
          <p14:tracePt t="229914" x="3149600" y="2908300"/>
          <p14:tracePt t="229921" x="3143250" y="2908300"/>
          <p14:tracePt t="229935" x="3136900" y="2908300"/>
          <p14:tracePt t="229944" x="3130550" y="2908300"/>
          <p14:tracePt t="229961" x="3117850" y="2908300"/>
          <p14:tracePt t="229978" x="3111500" y="2914650"/>
          <p14:tracePt t="229994" x="3079750" y="2914650"/>
          <p14:tracePt t="230011" x="3054350" y="2921000"/>
          <p14:tracePt t="230028" x="2997200" y="2946400"/>
          <p14:tracePt t="230043" x="2952750" y="2952750"/>
          <p14:tracePt t="230062" x="2813050" y="2984500"/>
          <p14:tracePt t="230077" x="2705100" y="2990850"/>
          <p14:tracePt t="230094" x="2603500" y="3016250"/>
          <p14:tracePt t="230111" x="2400300" y="3054350"/>
          <p14:tracePt t="230127" x="2311400" y="3067050"/>
          <p14:tracePt t="230144" x="2216150" y="3086100"/>
          <p14:tracePt t="230161" x="2070100" y="3117850"/>
          <p14:tracePt t="230178" x="2032000" y="3124200"/>
          <p14:tracePt t="230195" x="2000250" y="3130550"/>
          <p14:tracePt t="230211" x="1974850" y="3136900"/>
          <p14:tracePt t="230227" x="1968500" y="3143250"/>
          <p14:tracePt t="230462" x="1974850" y="3143250"/>
          <p14:tracePt t="230477" x="2000250" y="3143250"/>
          <p14:tracePt t="230483" x="2038350" y="3143250"/>
          <p14:tracePt t="230497" x="2101850" y="3130550"/>
          <p14:tracePt t="230512" x="2190750" y="3130550"/>
          <p14:tracePt t="230525" x="2305050" y="3130550"/>
          <p14:tracePt t="230542" x="2419350" y="3124200"/>
          <p14:tracePt t="230561" x="2698750" y="3124200"/>
          <p14:tracePt t="230576" x="2825750" y="3124200"/>
          <p14:tracePt t="230592" x="2933700" y="3124200"/>
          <p14:tracePt t="230610" x="3130550" y="3136900"/>
          <p14:tracePt t="230625" x="3194050" y="3143250"/>
          <p14:tracePt t="230642" x="3244850" y="3143250"/>
          <p14:tracePt t="230659" x="3308350" y="3155950"/>
          <p14:tracePt t="230676" x="3327400" y="3155950"/>
          <p14:tracePt t="230692" x="3340100" y="3155950"/>
          <p14:tracePt t="230709" x="3346450" y="3155950"/>
          <p14:tracePt t="230777" x="3340100" y="3155950"/>
          <p14:tracePt t="230785" x="3333750" y="3155950"/>
          <p14:tracePt t="230799" x="3327400" y="3155950"/>
          <p14:tracePt t="230834" x="3327400" y="3162300"/>
          <p14:tracePt t="231239" x="3308350" y="3155950"/>
          <p14:tracePt t="231246" x="3263900" y="3117850"/>
          <p14:tracePt t="231260" x="3219450" y="3092450"/>
          <p14:tracePt t="231274" x="3162300" y="3054350"/>
          <p14:tracePt t="231290" x="3035300" y="2971800"/>
          <p14:tracePt t="231307" x="2952750" y="2933700"/>
          <p14:tracePt t="231324" x="2794000" y="2851150"/>
          <p14:tracePt t="231340" x="2628900" y="2781300"/>
          <p14:tracePt t="231357" x="2552700" y="2749550"/>
          <p14:tracePt t="231373" x="2400300" y="2705100"/>
          <p14:tracePt t="231390" x="2266950" y="2667000"/>
          <p14:tracePt t="231407" x="2216150" y="2647950"/>
          <p14:tracePt t="231423" x="2127250" y="2609850"/>
          <p14:tracePt t="231439" x="2057400" y="2584450"/>
          <p14:tracePt t="231457" x="2000250" y="2578100"/>
          <p14:tracePt t="231472" x="1981200" y="2578100"/>
          <p14:tracePt t="231489" x="1962150" y="2571750"/>
          <p14:tracePt t="231492" x="1943100" y="2571750"/>
          <p14:tracePt t="231507" x="1911350" y="2571750"/>
          <p14:tracePt t="231522" x="1898650" y="2571750"/>
          <p14:tracePt t="231539" x="1879600" y="2565400"/>
          <p14:tracePt t="231555" x="1847850" y="2565400"/>
          <p14:tracePt t="231572" x="1797050" y="2559050"/>
          <p14:tracePt t="231589" x="1778000" y="2559050"/>
          <p14:tracePt t="231605" x="1733550" y="2552700"/>
          <p14:tracePt t="231622" x="1701800" y="2546350"/>
          <p14:tracePt t="231640" x="1682750" y="2540000"/>
          <p14:tracePt t="231672" x="1676400" y="2540000"/>
          <p14:tracePt t="231731" x="1682750" y="2533650"/>
          <p14:tracePt t="231745" x="1689100" y="2533650"/>
          <p14:tracePt t="231759" x="1689100" y="2527300"/>
          <p14:tracePt t="231766" x="1695450" y="2520950"/>
          <p14:tracePt t="231779" x="1701800" y="2520950"/>
          <p14:tracePt t="231794" x="1708150" y="2514600"/>
          <p14:tracePt t="231815" x="1714500" y="2514600"/>
          <p14:tracePt t="231829" x="1720850" y="2508250"/>
          <p14:tracePt t="231843" x="1733550" y="2495550"/>
          <p14:tracePt t="231855" x="1746250" y="2482850"/>
          <p14:tracePt t="231872" x="1758950" y="2470150"/>
          <p14:tracePt t="231888" x="1771650" y="2451100"/>
          <p14:tracePt t="231905" x="1809750" y="2425700"/>
          <p14:tracePt t="231921" x="1816100" y="2413000"/>
          <p14:tracePt t="231938" x="1828800" y="2387600"/>
          <p14:tracePt t="231954" x="1828800" y="2381250"/>
          <p14:tracePt t="231971" x="1828800" y="2374900"/>
          <p14:tracePt t="231987" x="1822450" y="2374900"/>
          <p14:tracePt t="232011" x="1816100" y="2374900"/>
          <p14:tracePt t="232026" x="1809750" y="2374900"/>
          <p14:tracePt t="232037" x="1797050" y="2374900"/>
          <p14:tracePt t="232054" x="1784350" y="2374900"/>
          <p14:tracePt t="232070" x="1714500" y="2381250"/>
          <p14:tracePt t="232086" x="1663700" y="2393950"/>
          <p14:tracePt t="232104" x="1600200" y="2393950"/>
          <p14:tracePt t="232120" x="1422400" y="2393950"/>
          <p14:tracePt t="232137" x="1333500" y="2400300"/>
          <p14:tracePt t="232153" x="1187450" y="2419350"/>
          <p14:tracePt t="232170" x="1136650" y="2419350"/>
          <p14:tracePt t="232187" x="1092200" y="2432050"/>
          <p14:tracePt t="232203" x="1054100" y="2438400"/>
          <p14:tracePt t="232220" x="1047750" y="2438400"/>
          <p14:tracePt t="232253" x="1047750" y="2432050"/>
          <p14:tracePt t="232270" x="1060450" y="2425700"/>
          <p14:tracePt t="232287" x="1079500" y="2413000"/>
          <p14:tracePt t="232303" x="1098550" y="2406650"/>
          <p14:tracePt t="232320" x="1111250" y="2400300"/>
          <p14:tracePt t="232337" x="1136650" y="2393950"/>
          <p14:tracePt t="232353" x="1168400" y="2381250"/>
          <p14:tracePt t="232370" x="1219200" y="2362200"/>
          <p14:tracePt t="232386" x="1257300" y="2355850"/>
          <p14:tracePt t="232403" x="1301750" y="2349500"/>
          <p14:tracePt t="232420" x="1371600" y="2330450"/>
          <p14:tracePt t="232436" x="1397000" y="2324100"/>
          <p14:tracePt t="232453" x="1409700" y="2324100"/>
          <p14:tracePt t="232469" x="1428750" y="2317750"/>
          <p14:tracePt t="232486" x="1428750" y="2311400"/>
          <p14:tracePt t="232545" x="1422400" y="2311400"/>
          <p14:tracePt t="232567" x="1416050" y="2311400"/>
          <p14:tracePt t="232581" x="1409700" y="2311400"/>
          <p14:tracePt t="232588" x="1403350" y="2311400"/>
          <p14:tracePt t="232604" x="1397000" y="2311400"/>
          <p14:tracePt t="232618" x="1390650" y="2317750"/>
          <p14:tracePt t="232635" x="1384300" y="2317750"/>
          <p14:tracePt t="232652" x="1377950" y="2324100"/>
          <p14:tracePt t="232668" x="1371600" y="2324100"/>
          <p14:tracePt t="232684" x="1365250" y="2324100"/>
          <p14:tracePt t="232702" x="1352550" y="2324100"/>
          <p14:tracePt t="232718" x="1352550" y="2330450"/>
          <p14:tracePt t="232736" x="1333500" y="2330450"/>
          <p14:tracePt t="232751" x="1327150" y="2330450"/>
          <p14:tracePt t="232768" x="1314450" y="2330450"/>
          <p14:tracePt t="232785" x="1295400" y="2336800"/>
          <p14:tracePt t="232818" x="1282700" y="2336800"/>
          <p14:tracePt t="232835" x="1270000" y="2349500"/>
          <p14:tracePt t="232851" x="1263650" y="2349500"/>
          <p14:tracePt t="232869" x="1257300" y="2349500"/>
          <p14:tracePt t="232901" x="1250950" y="2355850"/>
          <p14:tracePt t="232974" x="1250950" y="2343150"/>
          <p14:tracePt t="233311" x="1276350" y="2387600"/>
          <p14:tracePt t="233326" x="1346200" y="2438400"/>
          <p14:tracePt t="233340" x="1428750" y="2489200"/>
          <p14:tracePt t="233347" x="1536700" y="2552700"/>
          <p14:tracePt t="233354" x="1657350" y="2622550"/>
          <p14:tracePt t="233370" x="1758950" y="2673350"/>
          <p14:tracePt t="233383" x="1911350" y="2743200"/>
          <p14:tracePt t="233399" x="1955800" y="2781300"/>
          <p14:tracePt t="233416" x="2000250" y="2806700"/>
          <p14:tracePt t="233433" x="2089150" y="2863850"/>
          <p14:tracePt t="233449" x="2203450" y="2940050"/>
          <p14:tracePt t="233467" x="2305050" y="3003550"/>
          <p14:tracePt t="233482" x="2330450" y="3016250"/>
          <p14:tracePt t="233499" x="2362200" y="3035300"/>
          <p14:tracePt t="233516" x="2374900" y="3054350"/>
          <p14:tracePt t="233532" x="2374900" y="3067050"/>
          <p14:tracePt t="233548" x="2381250" y="3073400"/>
          <p14:tracePt t="233566" x="2387600" y="3079750"/>
          <p14:tracePt t="233598" x="2387600" y="3086100"/>
          <p14:tracePt t="233615" x="2387600" y="3092450"/>
          <p14:tracePt t="233631" x="2393950" y="3098800"/>
          <p14:tracePt t="233648" x="2393950" y="3105150"/>
          <p14:tracePt t="233665" x="2400300" y="3111500"/>
          <p14:tracePt t="233682" x="2400300" y="3117850"/>
          <p14:tracePt t="233959" x="2406650" y="3117850"/>
          <p14:tracePt t="234035" x="2406650" y="3111500"/>
          <p14:tracePt t="234127" x="2406650" y="3105150"/>
          <p14:tracePt t="234162" x="2406650" y="3098800"/>
          <p14:tracePt t="234176" x="2406650" y="3092450"/>
          <p14:tracePt t="234537" x="2413000" y="3092450"/>
          <p14:tracePt t="234552" x="2425700" y="3098800"/>
          <p14:tracePt t="234558" x="2432050" y="3098800"/>
          <p14:tracePt t="234573" x="2432050" y="3105150"/>
          <p14:tracePt t="234581" x="2438400" y="3105150"/>
          <p14:tracePt t="234595" x="2444750" y="3111500"/>
          <p14:tracePt t="234611" x="2457450" y="3117850"/>
          <p14:tracePt t="234629" x="2476500" y="3124200"/>
          <p14:tracePt t="234661" x="2489200" y="3124200"/>
          <p14:tracePt t="234679" x="2501900" y="3124200"/>
          <p14:tracePt t="234695" x="2508250" y="3124200"/>
          <p14:tracePt t="234711" x="2514600" y="3124200"/>
          <p14:tracePt t="234728" x="2533650" y="3130550"/>
          <p14:tracePt t="234744" x="2540000" y="3130550"/>
          <p14:tracePt t="234761" x="2552700" y="3130550"/>
          <p14:tracePt t="234778" x="2565400" y="3130550"/>
          <p14:tracePt t="234794" x="2571750" y="3136900"/>
          <p14:tracePt t="234812" x="2578100" y="3136900"/>
          <p14:tracePt t="234827" x="2597150" y="3143250"/>
          <p14:tracePt t="234844" x="2609850" y="3149600"/>
          <p14:tracePt t="234861" x="2622550" y="3149600"/>
          <p14:tracePt t="234877" x="2635250" y="3149600"/>
          <p14:tracePt t="234894" x="2654300" y="3149600"/>
          <p14:tracePt t="234911" x="2686050" y="3155950"/>
          <p14:tracePt t="234927" x="2698750" y="3155950"/>
          <p14:tracePt t="234945" x="2736850" y="3162300"/>
          <p14:tracePt t="234961" x="2774950" y="3162300"/>
          <p14:tracePt t="234977" x="2794000" y="3162300"/>
          <p14:tracePt t="234995" x="2825750" y="3168650"/>
          <p14:tracePt t="235011" x="2857500" y="3168650"/>
          <p14:tracePt t="235027" x="2870200" y="3168650"/>
          <p14:tracePt t="235044" x="2895600" y="3168650"/>
          <p14:tracePt t="235060" x="2901950" y="3168650"/>
          <p14:tracePt t="235077" x="2927350" y="3155950"/>
          <p14:tracePt t="235094" x="2952750" y="3149600"/>
          <p14:tracePt t="235110" x="2965450" y="3143250"/>
          <p14:tracePt t="235127" x="2984500" y="3130550"/>
          <p14:tracePt t="235143" x="3009900" y="3117850"/>
          <p14:tracePt t="235160" x="3016250" y="3105150"/>
          <p14:tracePt t="235177" x="3028950" y="3092450"/>
          <p14:tracePt t="235193" x="3041650" y="3086100"/>
          <p14:tracePt t="235209" x="3048000" y="3079750"/>
          <p14:tracePt t="235227" x="3054350" y="3067050"/>
          <p14:tracePt t="235243" x="3060700" y="3060700"/>
          <p14:tracePt t="235259" x="3067050" y="3054350"/>
          <p14:tracePt t="235277" x="3073400" y="3048000"/>
          <p14:tracePt t="235293" x="3073400" y="3041650"/>
          <p14:tracePt t="235310" x="3079750" y="3028950"/>
          <p14:tracePt t="235326" x="3079750" y="3022600"/>
          <p14:tracePt t="235342" x="3086100" y="3009900"/>
          <p14:tracePt t="235360" x="3092450" y="2997200"/>
          <p14:tracePt t="235375" x="3098800" y="2984500"/>
          <p14:tracePt t="235392" x="3105150" y="2965450"/>
          <p14:tracePt t="235409" x="3117850" y="2952750"/>
          <p14:tracePt t="235425" x="3124200" y="2940050"/>
          <p14:tracePt t="235442" x="3130550" y="2927350"/>
          <p14:tracePt t="235459" x="3136900" y="2901950"/>
          <p14:tracePt t="235493" x="3136900" y="2895600"/>
          <p14:tracePt t="235509" x="3136900" y="2882900"/>
          <p14:tracePt t="235543" x="3136900" y="2870200"/>
          <p14:tracePt t="235570" x="3136900" y="2863850"/>
          <p14:tracePt t="235584" x="3130550" y="2863850"/>
          <p14:tracePt t="235598" x="3124200" y="2863850"/>
          <p14:tracePt t="235612" x="3124200" y="2851150"/>
          <p14:tracePt t="235624" x="3111500" y="2844800"/>
          <p14:tracePt t="235641" x="3098800" y="2806700"/>
          <p14:tracePt t="235658" x="3067050" y="2768600"/>
          <p14:tracePt t="235675" x="3048000" y="2717800"/>
          <p14:tracePt t="235691" x="3035300" y="2692400"/>
          <p14:tracePt t="235708" x="3009900" y="2641600"/>
          <p14:tracePt t="235725" x="2984500" y="2609850"/>
          <p14:tracePt t="235740" x="2971800" y="2584450"/>
          <p14:tracePt t="235758" x="2940050" y="2552700"/>
          <p14:tracePt t="235775" x="2914650" y="2508250"/>
          <p14:tracePt t="235791" x="2889250" y="2489200"/>
          <p14:tracePt t="235808" x="2857500" y="2451100"/>
          <p14:tracePt t="235824" x="2825750" y="2406650"/>
          <p14:tracePt t="235840" x="2806700" y="2393950"/>
          <p14:tracePt t="235858" x="2768600" y="2368550"/>
          <p14:tracePt t="235874" x="2730500" y="2336800"/>
          <p14:tracePt t="235890" x="2698750" y="2317750"/>
          <p14:tracePt t="235908" x="2635250" y="2286000"/>
          <p14:tracePt t="235924" x="2578100" y="2241550"/>
          <p14:tracePt t="235942" x="2552700" y="2235200"/>
          <p14:tracePt t="235957" x="2514600" y="2222500"/>
          <p14:tracePt t="235973" x="2495550" y="2222500"/>
          <p14:tracePt t="235990" x="2476500" y="2216150"/>
          <p14:tracePt t="236007" x="2451100" y="2209800"/>
          <p14:tracePt t="236027" x="2444750" y="2203450"/>
          <p14:tracePt t="236041" x="2432050" y="2203450"/>
          <p14:tracePt t="236057" x="2419350" y="2203450"/>
          <p14:tracePt t="236074" x="2413000" y="2203450"/>
          <p14:tracePt t="236090" x="2406650" y="2203450"/>
          <p14:tracePt t="236107" x="2393950" y="2203450"/>
          <p14:tracePt t="236124" x="2387600" y="2203450"/>
          <p14:tracePt t="236141" x="2374900" y="2203450"/>
          <p14:tracePt t="236174" x="2368550" y="2203450"/>
          <p14:tracePt t="236190" x="2355850" y="2203450"/>
          <p14:tracePt t="236206" x="2336800" y="2203450"/>
          <p14:tracePt t="236223" x="2330450" y="2203450"/>
          <p14:tracePt t="236240" x="2324100" y="2203450"/>
          <p14:tracePt t="236273" x="2311400" y="2203450"/>
          <p14:tracePt t="236289" x="2305050" y="2203450"/>
          <p14:tracePt t="236329" x="2298700" y="2203450"/>
          <p14:tracePt t="236339" x="2292350" y="2203450"/>
          <p14:tracePt t="236385" x="2286000" y="2203450"/>
          <p14:tracePt t="236407" x="2279650" y="2203450"/>
          <p14:tracePt t="236448" x="2273300" y="2203450"/>
          <p14:tracePt t="236504" x="2266950" y="2203450"/>
          <p14:tracePt t="236968" x="2266950" y="2209800"/>
          <p14:tracePt t="236975" x="2266950" y="2216150"/>
          <p14:tracePt t="236996" x="2266950" y="2222500"/>
          <p14:tracePt t="237017" x="2266950" y="2228850"/>
          <p14:tracePt t="237031" x="2273300" y="2228850"/>
          <p14:tracePt t="237040" x="2279650" y="2241550"/>
          <p14:tracePt t="237053" x="2286000" y="2266950"/>
          <p14:tracePt t="237070" x="2298700" y="2292350"/>
          <p14:tracePt t="237087" x="2336800" y="2381250"/>
          <p14:tracePt t="237103" x="2355850" y="2444750"/>
          <p14:tracePt t="237120" x="2387600" y="2514600"/>
          <p14:tracePt t="237137" x="2476500" y="2768600"/>
          <p14:tracePt t="237153" x="2495550" y="2844800"/>
          <p14:tracePt t="237170" x="2527300" y="2927350"/>
          <p14:tracePt t="237187" x="2565400" y="3136900"/>
          <p14:tracePt t="237203" x="2571750" y="3187700"/>
          <p14:tracePt t="237220" x="2571750" y="3244850"/>
          <p14:tracePt t="237236" x="2578100" y="3321050"/>
          <p14:tracePt t="237253" x="2578100" y="3378200"/>
          <p14:tracePt t="237269" x="2571750" y="3409950"/>
          <p14:tracePt t="237286" x="2559050" y="3454400"/>
          <p14:tracePt t="237302" x="2546350" y="3492500"/>
          <p14:tracePt t="237320" x="2520950" y="3530600"/>
          <p14:tracePt t="237335" x="2508250" y="3549650"/>
          <p14:tracePt t="237352" x="2476500" y="3568700"/>
          <p14:tracePt t="237369" x="2451100" y="3587750"/>
          <p14:tracePt t="237385" x="2425700" y="3606800"/>
          <p14:tracePt t="237402" x="2400300" y="3625850"/>
          <p14:tracePt t="237419" x="2381250" y="3644900"/>
          <p14:tracePt t="237435" x="2368550" y="3657600"/>
          <p14:tracePt t="237452" x="2355850" y="3657600"/>
          <p14:tracePt t="237468" x="2324100" y="3676650"/>
          <p14:tracePt t="237485" x="2305050" y="3676650"/>
          <p14:tracePt t="237502" x="2286000" y="3689350"/>
          <p14:tracePt t="237518" x="2273300" y="3689350"/>
          <p14:tracePt t="237535" x="2260600" y="3689350"/>
          <p14:tracePt t="237553" x="2216150" y="3689350"/>
          <p14:tracePt t="237568" x="2197100" y="3683000"/>
          <p14:tracePt t="237585" x="2133600" y="3663950"/>
          <p14:tracePt t="237601" x="2063750" y="3638550"/>
          <p14:tracePt t="237618" x="2006600" y="3613150"/>
          <p14:tracePt t="237636" x="1936750" y="3587750"/>
          <p14:tracePt t="237651" x="1873250" y="3562350"/>
          <p14:tracePt t="237668" x="1854200" y="3549650"/>
          <p14:tracePt t="237685" x="1828800" y="3543300"/>
          <p14:tracePt t="237701" x="1809750" y="3536950"/>
          <p14:tracePt t="237718" x="1803400" y="3536950"/>
          <p14:tracePt t="237735" x="1797050" y="3530600"/>
          <p14:tracePt t="237751" x="1790700" y="3530600"/>
          <p14:tracePt t="237770" x="1784350" y="3530600"/>
          <p14:tracePt t="237818" x="1778000" y="3530600"/>
          <p14:tracePt t="237853" x="1771650" y="3530600"/>
          <p14:tracePt t="237889" x="1765300" y="3530600"/>
          <p14:tracePt t="237910" x="1758950" y="3530600"/>
          <p14:tracePt t="237952" x="1752600" y="3530600"/>
          <p14:tracePt t="237980" x="1746250" y="3530600"/>
          <p14:tracePt t="238022" x="1739900" y="3530600"/>
          <p14:tracePt t="239522" x="1758950" y="3530600"/>
          <p14:tracePt t="239529" x="1765300" y="3530600"/>
          <p14:tracePt t="239535" x="1778000" y="3530600"/>
          <p14:tracePt t="239549" x="1790700" y="3530600"/>
          <p14:tracePt t="239561" x="1809750" y="3524250"/>
          <p14:tracePt t="239578" x="1847850" y="3517900"/>
          <p14:tracePt t="239595" x="1879600" y="3511550"/>
          <p14:tracePt t="239598" x="1924050" y="3505200"/>
          <p14:tracePt t="239612" x="1962150" y="3492500"/>
          <p14:tracePt t="239628" x="2044700" y="3479800"/>
          <p14:tracePt t="239645" x="2089150" y="3460750"/>
          <p14:tracePt t="239661" x="2184400" y="3422650"/>
          <p14:tracePt t="239677" x="2266950" y="3409950"/>
          <p14:tracePt t="239694" x="2311400" y="3390900"/>
          <p14:tracePt t="239711" x="2381250" y="3365500"/>
          <p14:tracePt t="239727" x="2432050" y="3346450"/>
          <p14:tracePt t="239744" x="2457450" y="3340100"/>
          <p14:tracePt t="239761" x="2489200" y="3314700"/>
          <p14:tracePt t="239777" x="2501900" y="3308350"/>
          <p14:tracePt t="239795" x="2520950" y="3302000"/>
          <p14:tracePt t="239810" x="2533650" y="3295650"/>
          <p14:tracePt t="239827" x="2533650" y="3289300"/>
          <p14:tracePt t="239844" x="2540000" y="3289300"/>
          <p14:tracePt t="239860" x="2546350" y="3289300"/>
          <p14:tracePt t="239950" x="2546350" y="3295650"/>
          <p14:tracePt t="240090" x="2552700" y="3295650"/>
          <p14:tracePt t="240111" x="2559050" y="3295650"/>
          <p14:tracePt t="240118" x="2571750" y="3302000"/>
          <p14:tracePt t="240132" x="2578100" y="3302000"/>
          <p14:tracePt t="240142" x="2590800" y="3302000"/>
          <p14:tracePt t="240159" x="2609850" y="3308350"/>
          <p14:tracePt t="240176" x="2660650" y="3308350"/>
          <p14:tracePt t="240193" x="2730500" y="3327400"/>
          <p14:tracePt t="240210" x="2800350" y="3333750"/>
          <p14:tracePt t="240225" x="2838450" y="3340100"/>
          <p14:tracePt t="240242" x="2908300" y="3352800"/>
          <p14:tracePt t="240259" x="2933700" y="3352800"/>
          <p14:tracePt t="240276" x="2990850" y="3359150"/>
          <p14:tracePt t="240294" x="3073400" y="3340100"/>
          <p14:tracePt t="240309" x="3149600" y="3314700"/>
          <p14:tracePt t="240326" x="3181350" y="3302000"/>
          <p14:tracePt t="240343" x="3213100" y="3276600"/>
          <p14:tracePt t="240359" x="3282950" y="3213100"/>
          <p14:tracePt t="240375" x="3295650" y="3194050"/>
          <p14:tracePt t="240394" x="3308350" y="3149600"/>
          <p14:tracePt t="240409" x="3308350" y="3124200"/>
          <p14:tracePt t="240425" x="3308350" y="3054350"/>
          <p14:tracePt t="240442" x="3282950" y="2971800"/>
          <p14:tracePt t="240458" x="3263900" y="2927350"/>
          <p14:tracePt t="240475" x="3238500" y="2876550"/>
          <p14:tracePt t="240492" x="3213100" y="2832100"/>
          <p14:tracePt t="240508" x="3206750" y="2819400"/>
          <p14:tracePt t="240525" x="3181350" y="2794000"/>
          <p14:tracePt t="240541" x="3124200" y="2749550"/>
          <p14:tracePt t="240558" x="3067050" y="2711450"/>
          <p14:tracePt t="240575" x="2914650" y="2616200"/>
          <p14:tracePt t="240591" x="2647950" y="2482850"/>
          <p14:tracePt t="240608" x="2501900" y="2406650"/>
          <p14:tracePt t="240611" x="2355850" y="2330450"/>
          <p14:tracePt t="240627" x="2241550" y="2292350"/>
          <p14:tracePt t="240640" x="2044700" y="2228850"/>
          <p14:tracePt t="240657" x="1955800" y="2209800"/>
          <p14:tracePt t="240674" x="1847850" y="2190750"/>
          <p14:tracePt t="240690" x="1816100" y="2190750"/>
          <p14:tracePt t="240709" x="1784350" y="2197100"/>
          <p14:tracePt t="240724" x="1765300" y="2209800"/>
          <p14:tracePt t="240740" x="1765300" y="2216150"/>
          <p14:tracePt t="240758" x="1758950" y="2228850"/>
          <p14:tracePt t="241703" x="1771650" y="2247900"/>
          <p14:tracePt t="241717" x="1816100" y="2273300"/>
          <p14:tracePt t="241723" x="1873250" y="2298700"/>
          <p14:tracePt t="241739" x="1924050" y="2355850"/>
          <p14:tracePt t="241754" x="2101850" y="2495550"/>
          <p14:tracePt t="241770" x="2247900" y="2616200"/>
          <p14:tracePt t="241787" x="2654300" y="2946400"/>
          <p14:tracePt t="241803" x="2876550" y="3136900"/>
          <p14:tracePt t="241820" x="3371850" y="3505200"/>
          <p14:tracePt t="241837" x="3619500" y="3714750"/>
          <p14:tracePt t="241853" x="3829050" y="3886200"/>
          <p14:tracePt t="241870" x="4089400" y="4108450"/>
          <p14:tracePt t="241887" x="4127500" y="4140200"/>
          <p14:tracePt t="241903" x="4159250" y="4171950"/>
          <p14:tracePt t="241920" x="4159250" y="4178300"/>
          <p14:tracePt t="241998" x="4152900" y="4178300"/>
          <p14:tracePt t="242012" x="4146550" y="4178300"/>
          <p14:tracePt t="242026" x="4133850" y="4171950"/>
          <p14:tracePt t="242032" x="4121150" y="4165600"/>
          <p14:tracePt t="242047" x="4089400" y="4159250"/>
          <p14:tracePt t="242061" x="4057650" y="4140200"/>
          <p14:tracePt t="242075" x="4038600" y="4127500"/>
          <p14:tracePt t="242086" x="4006850" y="4102100"/>
          <p14:tracePt t="242103" x="3943350" y="4064000"/>
          <p14:tracePt t="242119" x="3898900" y="4025900"/>
          <p14:tracePt t="242135" x="3879850" y="4006850"/>
          <p14:tracePt t="242153" x="3835400" y="3981450"/>
          <p14:tracePt t="242169" x="3790950" y="3956050"/>
          <p14:tracePt t="242185" x="3778250" y="3943350"/>
          <p14:tracePt t="242202" x="3733800" y="3911600"/>
          <p14:tracePt t="242219" x="3683000" y="3879850"/>
          <p14:tracePt t="242235" x="3663950" y="3860800"/>
          <p14:tracePt t="242251" x="3619500" y="3835400"/>
          <p14:tracePt t="242268" x="3594100" y="3803650"/>
          <p14:tracePt t="242286" x="3568700" y="3784600"/>
          <p14:tracePt t="242302" x="3562350" y="3771900"/>
          <p14:tracePt t="242318" x="3549650" y="3752850"/>
          <p14:tracePt t="242335" x="3543300" y="3733800"/>
          <p14:tracePt t="242351" x="3536950" y="3733800"/>
          <p14:tracePt t="242385" x="3536950" y="3721100"/>
          <p14:tracePt t="242401" x="3536950" y="3714750"/>
          <p14:tracePt t="242419" x="3549650" y="3695700"/>
          <p14:tracePt t="242435" x="3556000" y="3689350"/>
          <p14:tracePt t="242452" x="3562350" y="3676650"/>
          <p14:tracePt t="242469" x="3587750" y="3638550"/>
          <p14:tracePt t="242485" x="3606800" y="3619500"/>
          <p14:tracePt t="242501" x="3651250" y="3575050"/>
          <p14:tracePt t="242518" x="3708400" y="3530600"/>
          <p14:tracePt t="242534" x="3727450" y="3505200"/>
          <p14:tracePt t="242551" x="3771900" y="3467100"/>
          <p14:tracePt t="242568" x="3816350" y="3435350"/>
          <p14:tracePt t="242584" x="3829050" y="3416300"/>
          <p14:tracePt t="242602" x="3860800" y="3397250"/>
          <p14:tracePt t="242617" x="3898900" y="3378200"/>
          <p14:tracePt t="242634" x="3917950" y="3371850"/>
          <p14:tracePt t="242637" x="3930650" y="3359150"/>
          <p14:tracePt t="242653" x="3956050" y="3352800"/>
          <p14:tracePt t="242667" x="3987800" y="3327400"/>
          <p14:tracePt t="242684" x="4000500" y="3314700"/>
          <p14:tracePt t="242700" x="4038600" y="3295650"/>
          <p14:tracePt t="242717" x="4051300" y="3289300"/>
          <p14:tracePt t="242733" x="4083050" y="3276600"/>
          <p14:tracePt t="242749" x="4108450" y="3270250"/>
          <p14:tracePt t="242767" x="4121150" y="3270250"/>
          <p14:tracePt t="242784" x="4140200" y="3263900"/>
          <p14:tracePt t="242800" x="4165600" y="3263900"/>
          <p14:tracePt t="242816" x="4171950" y="3263900"/>
          <p14:tracePt t="242834" x="4210050" y="3270250"/>
          <p14:tracePt t="242849" x="4260850" y="3295650"/>
          <p14:tracePt t="242866" x="4286250" y="3302000"/>
          <p14:tracePt t="242883" x="4362450" y="3321050"/>
          <p14:tracePt t="242900" x="4451350" y="3365500"/>
          <p14:tracePt t="242916" x="4495800" y="3397250"/>
          <p14:tracePt t="242933" x="4572000" y="3435350"/>
          <p14:tracePt t="242949" x="4629150" y="3460750"/>
          <p14:tracePt t="242967" x="4667250" y="3473450"/>
          <p14:tracePt t="242983" x="4679950" y="3479800"/>
          <p14:tracePt t="243017" x="4692650" y="3479800"/>
          <p14:tracePt t="243049" x="4699000" y="3479800"/>
          <p14:tracePt t="243066" x="4705350" y="3473450"/>
          <p14:tracePt t="243083" x="4705350" y="3467100"/>
          <p14:tracePt t="243128" x="4699000" y="3467100"/>
          <p14:tracePt t="243614" x="4718050" y="3467100"/>
          <p14:tracePt t="243628" x="4749800" y="3467100"/>
          <p14:tracePt t="243635" x="4787900" y="3460750"/>
          <p14:tracePt t="243651" x="4826000" y="3454400"/>
          <p14:tracePt t="243664" x="4870450" y="3435350"/>
          <p14:tracePt t="243680" x="4902200" y="3429000"/>
          <p14:tracePt t="243697" x="4921250" y="3416300"/>
          <p14:tracePt t="243714" x="4972050" y="3390900"/>
          <p14:tracePt t="243730" x="4997450" y="3378200"/>
          <p14:tracePt t="243748" x="5054600" y="3346450"/>
          <p14:tracePt t="243763" x="5130800" y="3321050"/>
          <p14:tracePt t="243780" x="5175250" y="3308350"/>
          <p14:tracePt t="243797" x="5245100" y="3282950"/>
          <p14:tracePt t="243813" x="5321300" y="3251200"/>
          <p14:tracePt t="243830" x="5372100" y="3232150"/>
          <p14:tracePt t="243846" x="5448300" y="3187700"/>
          <p14:tracePt t="243863" x="5537200" y="3155950"/>
          <p14:tracePt t="243880" x="5556250" y="3136900"/>
          <p14:tracePt t="243896" x="5594350" y="3117850"/>
          <p14:tracePt t="243913" x="5613400" y="3105150"/>
          <p14:tracePt t="243931" x="5619750" y="3098800"/>
          <p14:tracePt t="243962" x="5626100" y="3098800"/>
          <p14:tracePt t="244021" x="5626100" y="3105150"/>
          <p14:tracePt t="244063" x="5619750" y="3105150"/>
          <p14:tracePt t="244112" x="5619750" y="3111500"/>
          <p14:tracePt t="244190" x="5613400" y="3111500"/>
          <p14:tracePt t="244211" x="5607050" y="3111500"/>
          <p14:tracePt t="244253" x="5600700" y="3111500"/>
          <p14:tracePt t="244260" x="5600700" y="3117850"/>
          <p14:tracePt t="244696" x="5607050" y="3117850"/>
          <p14:tracePt t="244703" x="5632450" y="3111500"/>
          <p14:tracePt t="244717" x="5651500" y="3105150"/>
          <p14:tracePt t="244727" x="5670550" y="3098800"/>
          <p14:tracePt t="244744" x="5689600" y="3092450"/>
          <p14:tracePt t="244760" x="5734050" y="3073400"/>
          <p14:tracePt t="244776" x="5778500" y="3067050"/>
          <p14:tracePt t="244794" x="5842000" y="3060700"/>
          <p14:tracePt t="244810" x="5880100" y="3060700"/>
          <p14:tracePt t="244826" x="5956300" y="3054350"/>
          <p14:tracePt t="244843" x="6007100" y="3054350"/>
          <p14:tracePt t="244859" x="6121400" y="3041650"/>
          <p14:tracePt t="244876" x="6165850" y="3041650"/>
          <p14:tracePt t="244893" x="6267450" y="3041650"/>
          <p14:tracePt t="244909" x="6292850" y="3048000"/>
          <p14:tracePt t="244926" x="6311900" y="3048000"/>
          <p14:tracePt t="244942" x="6337300" y="3048000"/>
          <p14:tracePt t="244959" x="6362700" y="3054350"/>
          <p14:tracePt t="244977" x="6375400" y="3054350"/>
          <p14:tracePt t="245009" x="6381750" y="3054350"/>
          <p14:tracePt t="245096" x="6388100" y="3060700"/>
          <p14:tracePt t="245103" x="6394450" y="3067050"/>
          <p14:tracePt t="245117" x="6400800" y="3067050"/>
          <p14:tracePt t="245131" x="6407150" y="3067050"/>
          <p14:tracePt t="245142" x="6419850" y="3073400"/>
          <p14:tracePt t="245159" x="6432550" y="3079750"/>
          <p14:tracePt t="245175" x="6451600" y="3079750"/>
          <p14:tracePt t="245192" x="6521450" y="3098800"/>
          <p14:tracePt t="245209" x="6559550" y="3098800"/>
          <p14:tracePt t="245225" x="6654800" y="3098800"/>
          <p14:tracePt t="245242" x="6705600" y="3098800"/>
          <p14:tracePt t="245259" x="6756400" y="3098800"/>
          <p14:tracePt t="245275" x="6832600" y="3098800"/>
          <p14:tracePt t="245292" x="6864350" y="3092450"/>
          <p14:tracePt t="245308" x="6927850" y="3086100"/>
          <p14:tracePt t="245324" x="6946900" y="3086100"/>
          <p14:tracePt t="245342" x="6965950" y="3086100"/>
          <p14:tracePt t="245358" x="6997700" y="3086100"/>
          <p14:tracePt t="245374" x="7010400" y="3086100"/>
          <p14:tracePt t="245392" x="7016750" y="3086100"/>
          <p14:tracePt t="245408" x="7029450" y="3086100"/>
          <p14:tracePt t="245424" x="7035800" y="3086100"/>
          <p14:tracePt t="245441" x="7035800" y="3092450"/>
          <p14:tracePt t="245559" x="7035800" y="3086100"/>
          <p14:tracePt t="245587" x="7035800" y="3079750"/>
          <p14:tracePt t="245615" x="7029450" y="3079750"/>
          <p14:tracePt t="245637" x="7029450" y="3073400"/>
          <p14:tracePt t="245644" x="7035800" y="3073400"/>
          <p14:tracePt t="246332" x="7016750" y="3073400"/>
          <p14:tracePt t="246339" x="6985000" y="3067050"/>
          <p14:tracePt t="246354" x="6934200" y="3054350"/>
          <p14:tracePt t="246361" x="6877050" y="3054350"/>
          <p14:tracePt t="246370" x="6800850" y="3048000"/>
          <p14:tracePt t="246388" x="6724650" y="3035300"/>
          <p14:tracePt t="246404" x="6521450" y="3003550"/>
          <p14:tracePt t="246421" x="6407150" y="2997200"/>
          <p14:tracePt t="246438" x="5962650" y="2952750"/>
          <p14:tracePt t="246454" x="5797550" y="2940050"/>
          <p14:tracePt t="246470" x="5645150" y="2940050"/>
          <p14:tracePt t="246487" x="5276850" y="2940050"/>
          <p14:tracePt t="246504" x="4959350" y="2946400"/>
          <p14:tracePt t="246520" x="4826000" y="2965450"/>
          <p14:tracePt t="246537" x="4584700" y="3009900"/>
          <p14:tracePt t="246553" x="4368800" y="3041650"/>
          <p14:tracePt t="246570" x="4292600" y="3048000"/>
          <p14:tracePt t="246587" x="4171950" y="3073400"/>
          <p14:tracePt t="246603" x="4114800" y="3098800"/>
          <p14:tracePt t="246621" x="4083050" y="3105150"/>
          <p14:tracePt t="246637" x="4076700" y="3105150"/>
          <p14:tracePt t="246653" x="4070350" y="3111500"/>
          <p14:tracePt t="246670" x="4064000" y="3111500"/>
          <p14:tracePt t="246706" x="4057650" y="3111500"/>
          <p14:tracePt t="246720" x="4044950" y="3117850"/>
          <p14:tracePt t="246754" x="4044950" y="3124200"/>
          <p14:tracePt t="246782" x="4044950" y="3130550"/>
          <p14:tracePt t="247424" x="4038600" y="3130550"/>
          <p14:tracePt t="247431" x="4000500" y="3124200"/>
          <p14:tracePt t="247445" x="3956050" y="3117850"/>
          <p14:tracePt t="247454" x="3892550" y="3092450"/>
          <p14:tracePt t="247468" x="3835400" y="3079750"/>
          <p14:tracePt t="247484" x="3771900" y="3060700"/>
          <p14:tracePt t="247502" x="3543300" y="2965450"/>
          <p14:tracePt t="247517" x="3473450" y="2927350"/>
          <p14:tracePt t="247534" x="3416300" y="2901950"/>
          <p14:tracePt t="247551" x="3276600" y="2832100"/>
          <p14:tracePt t="247567" x="3168650" y="2768600"/>
          <p14:tracePt t="247584" x="3111500" y="2749550"/>
          <p14:tracePt t="247601" x="3003550" y="2711450"/>
          <p14:tracePt t="247617" x="2971800" y="2705100"/>
          <p14:tracePt t="247634" x="2908300" y="2673350"/>
          <p14:tracePt t="247650" x="2895600" y="2667000"/>
          <p14:tracePt t="247666" x="2870200" y="2654300"/>
          <p14:tracePt t="247683" x="2857500" y="2641600"/>
          <p14:tracePt t="247700" x="2851150" y="2641600"/>
          <p14:tracePt t="247716" x="2832100" y="2641600"/>
          <p14:tracePt t="247733" x="2813050" y="2635250"/>
          <p14:tracePt t="247749" x="2781300" y="2616200"/>
          <p14:tracePt t="247766" x="2755900" y="2609850"/>
          <p14:tracePt t="247783" x="2736850" y="2597150"/>
          <p14:tracePt t="247800" x="2686050" y="2565400"/>
          <p14:tracePt t="247816" x="2641600" y="2552700"/>
          <p14:tracePt t="247833" x="2565400" y="2501900"/>
          <p14:tracePt t="247850" x="2520950" y="2470150"/>
          <p14:tracePt t="247867" x="2413000" y="2406650"/>
          <p14:tracePt t="247883" x="2387600" y="2393950"/>
          <p14:tracePt t="247899" x="2343150" y="2368550"/>
          <p14:tracePt t="247917" x="2311400" y="2349500"/>
          <p14:tracePt t="247933" x="2305050" y="2343150"/>
          <p14:tracePt t="247949" x="2292350" y="2336800"/>
          <p14:tracePt t="247986" x="2286000" y="2336800"/>
          <p14:tracePt t="248057" x="2286000" y="2343150"/>
          <p14:tracePt t="248113" x="2292350" y="2355850"/>
          <p14:tracePt t="248127" x="2292350" y="2362200"/>
          <p14:tracePt t="248134" x="2298700" y="2368550"/>
          <p14:tracePt t="248150" x="2317750" y="2374900"/>
          <p14:tracePt t="248165" x="2362200" y="2393950"/>
          <p14:tracePt t="248181" x="2495550" y="2463800"/>
          <p14:tracePt t="248198" x="2698750" y="2571750"/>
          <p14:tracePt t="248215" x="2800350" y="2622550"/>
          <p14:tracePt t="248232" x="3022600" y="2705100"/>
          <p14:tracePt t="248247" x="3219450" y="2781300"/>
          <p14:tracePt t="248264" x="3302000" y="2813050"/>
          <p14:tracePt t="248281" x="3448050" y="2838450"/>
          <p14:tracePt t="248298" x="3543300" y="2863850"/>
          <p14:tracePt t="248315" x="3594100" y="2876550"/>
          <p14:tracePt t="248331" x="3676650" y="2889250"/>
          <p14:tracePt t="248348" x="3759200" y="2908300"/>
          <p14:tracePt t="248365" x="3803650" y="2914650"/>
          <p14:tracePt t="248381" x="3898900" y="2940050"/>
          <p14:tracePt t="248398" x="3968750" y="2959100"/>
          <p14:tracePt t="248415" x="4140200" y="3009900"/>
          <p14:tracePt t="248431" x="4197350" y="3028950"/>
          <p14:tracePt t="248447" x="4235450" y="3035300"/>
          <p14:tracePt t="248465" x="4292600" y="3035300"/>
          <p14:tracePt t="248481" x="4362450" y="3041650"/>
          <p14:tracePt t="248497" x="4400550" y="3041650"/>
          <p14:tracePt t="248514" x="4464050" y="3041650"/>
          <p14:tracePt t="248530" x="4527550" y="3041650"/>
          <p14:tracePt t="248547" x="4559300" y="3041650"/>
          <p14:tracePt t="248563" x="4603750" y="3048000"/>
          <p14:tracePt t="248580" x="4635500" y="3048000"/>
          <p14:tracePt t="248598" x="4654550" y="3054350"/>
          <p14:tracePt t="248682" x="4654550" y="3060700"/>
          <p14:tracePt t="248731" x="4654550" y="3067050"/>
          <p14:tracePt t="248780" x="4654550" y="3073400"/>
          <p14:tracePt t="248871" x="4660900" y="3073400"/>
          <p14:tracePt t="248921" x="4660900" y="3079750"/>
          <p14:tracePt t="248942" x="4654550" y="3086100"/>
          <p14:tracePt t="248949" x="4648200" y="3086100"/>
          <p14:tracePt t="248965" x="4641850" y="3086100"/>
          <p14:tracePt t="248979" x="4629150" y="3086100"/>
          <p14:tracePt t="248996" x="4622800" y="3086100"/>
          <p14:tracePt t="249013" x="4616450" y="3092450"/>
          <p14:tracePt t="249033" x="4610100" y="3098800"/>
          <p14:tracePt t="249045" x="4603750" y="3098800"/>
          <p14:tracePt t="249062" x="4597400" y="3098800"/>
          <p14:tracePt t="249078" x="4591050" y="3098800"/>
          <p14:tracePt t="249094" x="4584700" y="3098800"/>
          <p14:tracePt t="249117" x="4578350" y="3105150"/>
          <p14:tracePt t="249173" x="4572000" y="3105150"/>
          <p14:tracePt t="249188" x="4565650" y="3105150"/>
          <p14:tracePt t="249208" x="4559300" y="3105150"/>
          <p14:tracePt t="249230" x="4552950" y="3105150"/>
          <p14:tracePt t="249279" x="4546600" y="3105150"/>
          <p14:tracePt t="249314" x="4540250" y="3111500"/>
          <p14:tracePt t="249441" x="4546600" y="3111500"/>
          <p14:tracePt t="249462" x="4559300" y="3111500"/>
          <p14:tracePt t="249469" x="4565650" y="3111500"/>
          <p14:tracePt t="249483" x="4572000" y="3105150"/>
          <p14:tracePt t="249494" x="4578350" y="3105150"/>
          <p14:tracePt t="249511" x="4610100" y="3092450"/>
          <p14:tracePt t="249527" x="4635500" y="3086100"/>
          <p14:tracePt t="249544" x="4699000" y="3054350"/>
          <p14:tracePt t="249560" x="4813300" y="3009900"/>
          <p14:tracePt t="249576" x="4857750" y="2978150"/>
          <p14:tracePt t="249593" x="4908550" y="2952750"/>
          <p14:tracePt t="249610" x="5035550" y="2895600"/>
          <p14:tracePt t="249626" x="5092700" y="2876550"/>
          <p14:tracePt t="249643" x="5137150" y="2851150"/>
          <p14:tracePt t="249660" x="5207000" y="2825750"/>
          <p14:tracePt t="249676" x="5226050" y="2813050"/>
          <p14:tracePt t="249693" x="5251450" y="2806700"/>
          <p14:tracePt t="249709" x="5257800" y="2800350"/>
          <p14:tracePt t="249932" x="5257800" y="2806700"/>
          <p14:tracePt t="249953" x="5257800" y="2813050"/>
          <p14:tracePt t="249960" x="5264150" y="2813050"/>
          <p14:tracePt t="249975" x="5270500" y="2813050"/>
          <p14:tracePt t="249981" x="5276850" y="2819400"/>
          <p14:tracePt t="249996" x="5283200" y="2819400"/>
          <p14:tracePt t="250009" x="5289550" y="2825750"/>
          <p14:tracePt t="250025" x="5321300" y="2832100"/>
          <p14:tracePt t="250042" x="5346700" y="2832100"/>
          <p14:tracePt t="250061" x="5429250" y="2838450"/>
          <p14:tracePt t="250075" x="5467350" y="2838450"/>
          <p14:tracePt t="250091" x="5518150" y="2838450"/>
          <p14:tracePt t="250108" x="5607050" y="2838450"/>
          <p14:tracePt t="250124" x="5651500" y="2838450"/>
          <p14:tracePt t="250141" x="5676900" y="2838450"/>
          <p14:tracePt t="250158" x="5708650" y="2832100"/>
          <p14:tracePt t="250174" x="5721350" y="2825750"/>
          <p14:tracePt t="250208" x="5727700" y="2825750"/>
          <p14:tracePt t="250224" x="5727700" y="2819400"/>
          <p14:tracePt t="250244" x="5721350" y="2819400"/>
          <p14:tracePt t="250257" x="5715000" y="2819400"/>
          <p14:tracePt t="250274" x="5702300" y="2819400"/>
          <p14:tracePt t="250291" x="5657850" y="2819400"/>
          <p14:tracePt t="250308" x="5632450" y="2819400"/>
          <p14:tracePt t="250324" x="5537200" y="2819400"/>
          <p14:tracePt t="250341" x="5435600" y="2832100"/>
          <p14:tracePt t="250357" x="5302250" y="2838450"/>
          <p14:tracePt t="250374" x="5238750" y="2851150"/>
          <p14:tracePt t="250391" x="5143500" y="2857500"/>
          <p14:tracePt t="250408" x="5099050" y="2863850"/>
          <p14:tracePt t="250425" x="5073650" y="2870200"/>
          <p14:tracePt t="250440" x="5067300" y="2876550"/>
          <p14:tracePt t="250457" x="5060950" y="2876550"/>
          <p14:tracePt t="250474" x="5054600" y="2882900"/>
          <p14:tracePt t="250509" x="5054600" y="2889250"/>
          <p14:tracePt t="250565" x="5067300" y="2889250"/>
          <p14:tracePt t="250579" x="5073650" y="2889250"/>
          <p14:tracePt t="250592" x="5080000" y="2889250"/>
          <p14:tracePt t="250608" x="5086350" y="2889250"/>
          <p14:tracePt t="250614" x="5099050" y="2889250"/>
          <p14:tracePt t="250628" x="5105400" y="2882900"/>
          <p14:tracePt t="250639" x="5118100" y="2882900"/>
          <p14:tracePt t="250657" x="5162550" y="2876550"/>
          <p14:tracePt t="250673" x="5187950" y="2870200"/>
          <p14:tracePt t="250689" x="5257800" y="2844800"/>
          <p14:tracePt t="250706" x="5308600" y="2838450"/>
          <p14:tracePt t="250723" x="5353050" y="2825750"/>
          <p14:tracePt t="250740" x="5467350" y="2819400"/>
          <p14:tracePt t="250756" x="5524500" y="2806700"/>
          <p14:tracePt t="250772" x="5600700" y="2800350"/>
          <p14:tracePt t="250789" x="5632450" y="2800350"/>
          <p14:tracePt t="250805" x="5664200" y="2794000"/>
          <p14:tracePt t="250822" x="5676900" y="2794000"/>
          <p14:tracePt t="250839" x="5683250" y="2787650"/>
          <p14:tracePt t="250855" x="5689600" y="2787650"/>
          <p14:tracePt t="250895" x="5683250" y="2787650"/>
          <p14:tracePt t="250905" x="5676900" y="2787650"/>
          <p14:tracePt t="250944" x="5670550" y="2787650"/>
          <p14:tracePt t="250951" x="5657850" y="2787650"/>
          <p14:tracePt t="250964" x="5651500" y="2787650"/>
          <p14:tracePt t="250975" x="5632450" y="2787650"/>
          <p14:tracePt t="250989" x="5613400" y="2787650"/>
          <p14:tracePt t="251005" x="5549900" y="2787650"/>
          <p14:tracePt t="251022" x="5441950" y="2787650"/>
          <p14:tracePt t="251039" x="5314950" y="2794000"/>
          <p14:tracePt t="251056" x="5251450" y="2800350"/>
          <p14:tracePt t="251072" x="5156200" y="2819400"/>
          <p14:tracePt t="251088" x="5105400" y="2832100"/>
          <p14:tracePt t="251105" x="5080000" y="2844800"/>
          <p14:tracePt t="251122" x="5073650" y="2844800"/>
          <p14:tracePt t="251138" x="5067300" y="2851150"/>
          <p14:tracePt t="251155" x="5060950" y="2851150"/>
          <p14:tracePt t="251197" x="5060950" y="2857500"/>
          <p14:tracePt t="251218" x="5060950" y="2863850"/>
          <p14:tracePt t="251225" x="5067300" y="2863850"/>
          <p14:tracePt t="251241" x="5073650" y="2863850"/>
          <p14:tracePt t="251260" x="5080000" y="2863850"/>
          <p14:tracePt t="251270" x="5086350" y="2863850"/>
          <p14:tracePt t="251288" x="5105400" y="2863850"/>
          <p14:tracePt t="251304" x="5124450" y="2863850"/>
          <p14:tracePt t="251320" x="5162550" y="2863850"/>
          <p14:tracePt t="251338" x="5232400" y="2851150"/>
          <p14:tracePt t="251353" x="5276850" y="2844800"/>
          <p14:tracePt t="251370" x="5327650" y="2838450"/>
          <p14:tracePt t="251387" x="5448300" y="2819400"/>
          <p14:tracePt t="251403" x="5511800" y="2806700"/>
          <p14:tracePt t="251420" x="5562600" y="2800350"/>
          <p14:tracePt t="251437" x="5657850" y="2794000"/>
          <p14:tracePt t="251453" x="5702300" y="2781300"/>
          <p14:tracePt t="251471" x="5740400" y="2774950"/>
          <p14:tracePt t="251486" x="5753100" y="2774950"/>
          <p14:tracePt t="251504" x="5759450" y="2768600"/>
          <p14:tracePt t="251536" x="5759450" y="2762250"/>
          <p14:tracePt t="251562" x="5753100" y="2762250"/>
          <p14:tracePt t="251576" x="5746750" y="2762250"/>
          <p14:tracePt t="251590" x="5740400" y="2762250"/>
          <p14:tracePt t="251611" x="5734050" y="2755900"/>
          <p14:tracePt t="251625" x="5727700" y="2755900"/>
          <p14:tracePt t="251640" x="5721350" y="2755900"/>
          <p14:tracePt t="251654" x="5715000" y="2755900"/>
          <p14:tracePt t="251669" x="5689600" y="2755900"/>
          <p14:tracePt t="251686" x="5670550" y="2755900"/>
          <p14:tracePt t="251703" x="5600700" y="2762250"/>
          <p14:tracePt t="251719" x="5524500" y="2768600"/>
          <p14:tracePt t="251736" x="5480050" y="2781300"/>
          <p14:tracePt t="251752" x="5397500" y="2806700"/>
          <p14:tracePt t="251769" x="5353050" y="2813050"/>
          <p14:tracePt t="251785" x="5295900" y="2838450"/>
          <p14:tracePt t="251802" x="5238750" y="2863850"/>
          <p14:tracePt t="251818" x="5226050" y="2876550"/>
          <p14:tracePt t="251836" x="5207000" y="2889250"/>
          <p14:tracePt t="251852" x="5200650" y="2901950"/>
          <p14:tracePt t="251885" x="5194300" y="2908300"/>
          <p14:tracePt t="251902" x="5194300" y="2914650"/>
          <p14:tracePt t="251921" x="5194300" y="2921000"/>
          <p14:tracePt t="251962" x="5200650" y="2921000"/>
          <p14:tracePt t="251990" x="5207000" y="2927350"/>
          <p14:tracePt t="251997" x="5213350" y="2927350"/>
          <p14:tracePt t="252019" x="5219700" y="2927350"/>
          <p14:tracePt t="252040" x="5232400" y="2927350"/>
          <p14:tracePt t="252061" x="5238750" y="2927350"/>
          <p14:tracePt t="252069" x="5245100" y="2927350"/>
          <p14:tracePt t="252081" x="5257800" y="2927350"/>
          <p14:tracePt t="252089" x="5270500" y="2927350"/>
          <p14:tracePt t="252104" x="5295900" y="2927350"/>
          <p14:tracePt t="252117" x="5314950" y="2927350"/>
          <p14:tracePt t="252135" x="5365750" y="2921000"/>
          <p14:tracePt t="252152" x="5391150" y="2921000"/>
          <p14:tracePt t="252168" x="5435600" y="2901950"/>
          <p14:tracePt t="252184" x="5467350" y="2889250"/>
          <p14:tracePt t="252202" x="5492750" y="2863850"/>
          <p14:tracePt t="252218" x="5499100" y="2851150"/>
          <p14:tracePt t="252234" x="5505450" y="2838450"/>
          <p14:tracePt t="252251" x="5505450" y="2832100"/>
          <p14:tracePt t="252267" x="5505450" y="2819400"/>
          <p14:tracePt t="252284" x="5505450" y="2800350"/>
          <p14:tracePt t="252300" x="5499100" y="2794000"/>
          <p14:tracePt t="252317" x="5492750" y="2787650"/>
          <p14:tracePt t="252334" x="5480050" y="2781300"/>
          <p14:tracePt t="252350" x="5454650" y="2762250"/>
          <p14:tracePt t="252366" x="5372100" y="2736850"/>
          <p14:tracePt t="252384" x="5308600" y="2717800"/>
          <p14:tracePt t="252400" x="5137150" y="2692400"/>
          <p14:tracePt t="252417" x="5048250" y="2679700"/>
          <p14:tracePt t="252433" x="4978400" y="2673350"/>
          <p14:tracePt t="252450" x="4864100" y="2673350"/>
          <p14:tracePt t="252467" x="4832350" y="2679700"/>
          <p14:tracePt t="252483" x="4800600" y="2692400"/>
          <p14:tracePt t="252500" x="4794250" y="2698750"/>
          <p14:tracePt t="252517" x="4794250" y="2711450"/>
          <p14:tracePt t="252532" x="4800600" y="2730500"/>
          <p14:tracePt t="252549" x="4806950" y="2743200"/>
          <p14:tracePt t="252568" x="4826000" y="2762250"/>
          <p14:tracePt t="252583" x="4870450" y="2781300"/>
          <p14:tracePt t="252600" x="4908550" y="2806700"/>
          <p14:tracePt t="252616" x="5010150" y="2857500"/>
          <p14:tracePt t="252633" x="5143500" y="2921000"/>
          <p14:tracePt t="252650" x="5226050" y="2946400"/>
          <p14:tracePt t="252667" x="5346700" y="2997200"/>
          <p14:tracePt t="252683" x="5403850" y="3016250"/>
          <p14:tracePt t="252700" x="5543550" y="3016250"/>
          <p14:tracePt t="252716" x="5588000" y="3009900"/>
          <p14:tracePt t="252733" x="5607050" y="2997200"/>
          <p14:tracePt t="252750" x="5645150" y="2971800"/>
          <p14:tracePt t="252766" x="5664200" y="2933700"/>
          <p14:tracePt t="252782" x="5676900" y="2921000"/>
          <p14:tracePt t="252799" x="5689600" y="2889250"/>
          <p14:tracePt t="252816" x="5702300" y="2870200"/>
          <p14:tracePt t="252832" x="5708650" y="2844800"/>
          <p14:tracePt t="252849" x="5708650" y="2813050"/>
          <p14:tracePt t="252866" x="5708650" y="2794000"/>
          <p14:tracePt t="252883" x="5695950" y="2749550"/>
          <p14:tracePt t="252898" x="5683250" y="2724150"/>
          <p14:tracePt t="252915" x="5670550" y="2698750"/>
          <p14:tracePt t="252933" x="5626100" y="2673350"/>
          <p14:tracePt t="252948" x="5613400" y="2660650"/>
          <p14:tracePt t="252965" x="5594350" y="2641600"/>
          <p14:tracePt t="252982" x="5530850" y="2628900"/>
          <p14:tracePt t="252998" x="5505450" y="2622550"/>
          <p14:tracePt t="253014" x="5448300" y="2616200"/>
          <p14:tracePt t="253032" x="5359400" y="2616200"/>
          <p14:tracePt t="253048" x="5302250" y="2635250"/>
          <p14:tracePt t="253065" x="5194300" y="2679700"/>
          <p14:tracePt t="253081" x="5124450" y="2749550"/>
          <p14:tracePt t="253098" x="5086350" y="2794000"/>
          <p14:tracePt t="253115" x="5054600" y="2889250"/>
          <p14:tracePt t="253132" x="5054600" y="2908300"/>
          <p14:tracePt t="253148" x="5060950" y="2933700"/>
          <p14:tracePt t="253165" x="5067300" y="2952750"/>
          <p14:tracePt t="253181" x="5073650" y="2959100"/>
          <p14:tracePt t="253198" x="5080000" y="2959100"/>
          <p14:tracePt t="253215" x="5086350" y="2965450"/>
          <p14:tracePt t="253231" x="5092700" y="2965450"/>
          <p14:tracePt t="253249" x="5118100" y="2959100"/>
          <p14:tracePt t="253264" x="5137150" y="2959100"/>
          <p14:tracePt t="253727" x="5124450" y="2959100"/>
          <p14:tracePt t="253734" x="5105400" y="2971800"/>
          <p14:tracePt t="253749" x="5060950" y="2990850"/>
          <p14:tracePt t="253765" x="5035550" y="3003550"/>
          <p14:tracePt t="253779" x="4978400" y="3022600"/>
          <p14:tracePt t="253795" x="4921250" y="3048000"/>
          <p14:tracePt t="253812" x="4787900" y="3098800"/>
          <p14:tracePt t="253829" x="4705350" y="3124200"/>
          <p14:tracePt t="253846" x="4629150" y="3155950"/>
          <p14:tracePt t="253862" x="4425950" y="3238500"/>
          <p14:tracePt t="253879" x="4229100" y="3314700"/>
          <p14:tracePt t="253896" x="4032250" y="3403600"/>
          <p14:tracePt t="253912" x="3848100" y="3486150"/>
          <p14:tracePt t="253928" x="3740150" y="3530600"/>
          <p14:tracePt t="253945" x="3505200" y="3613150"/>
          <p14:tracePt t="253961" x="3448050" y="3638550"/>
          <p14:tracePt t="253978" x="3378200" y="3670300"/>
          <p14:tracePt t="253994" x="3244850" y="3733800"/>
          <p14:tracePt t="254011" x="3143250" y="3784600"/>
          <p14:tracePt t="254028" x="3098800" y="3797300"/>
          <p14:tracePt t="254045" x="3048000" y="3803650"/>
          <p14:tracePt t="254061" x="2997200" y="3816350"/>
          <p14:tracePt t="254078" x="2978150" y="3822700"/>
          <p14:tracePt t="254094" x="2946400" y="3835400"/>
          <p14:tracePt t="254111" x="2921000" y="3841750"/>
          <p14:tracePt t="254128" x="2889250" y="3848100"/>
          <p14:tracePt t="254144" x="2876550" y="3848100"/>
          <p14:tracePt t="254161" x="2851150" y="3848100"/>
          <p14:tracePt t="254178" x="2838450" y="3848100"/>
          <p14:tracePt t="254212" x="2838450" y="3841750"/>
          <p14:tracePt t="254227" x="2832100" y="3835400"/>
          <p14:tracePt t="254282" x="2832100" y="3829050"/>
          <p14:tracePt t="254289" x="2838450" y="3829050"/>
          <p14:tracePt t="254297" x="2844800" y="3829050"/>
          <p14:tracePt t="254312" x="2844800" y="3822700"/>
          <p14:tracePt t="254327" x="2851150" y="3822700"/>
          <p14:tracePt t="254344" x="2857500" y="3816350"/>
          <p14:tracePt t="254361" x="2857500" y="3810000"/>
          <p14:tracePt t="254377" x="2857500" y="3803650"/>
          <p14:tracePt t="254394" x="2857500" y="3790950"/>
          <p14:tracePt t="254410" x="2857500" y="3778250"/>
          <p14:tracePt t="254426" x="2857500" y="3771900"/>
          <p14:tracePt t="254443" x="2838450" y="3740150"/>
          <p14:tracePt t="254459" x="2800350" y="3708400"/>
          <p14:tracePt t="254476" x="2781300" y="3689350"/>
          <p14:tracePt t="254493" x="2736850" y="3670300"/>
          <p14:tracePt t="254509" x="2679700" y="3651250"/>
          <p14:tracePt t="254526" x="2647950" y="3644900"/>
          <p14:tracePt t="254543" x="2565400" y="3632200"/>
          <p14:tracePt t="254559" x="2533650" y="3619500"/>
          <p14:tracePt t="254577" x="2444750" y="3606800"/>
          <p14:tracePt t="254593" x="2419350" y="3606800"/>
          <p14:tracePt t="254609" x="2406650" y="3606800"/>
          <p14:tracePt t="254627" x="2374900" y="3606800"/>
          <p14:tracePt t="254643" x="2355850" y="3606800"/>
          <p14:tracePt t="254660" x="2336800" y="3606800"/>
          <p14:tracePt t="254675" x="2311400" y="3606800"/>
          <p14:tracePt t="254692" x="2260600" y="3606800"/>
          <p14:tracePt t="254709" x="2228850" y="3613150"/>
          <p14:tracePt t="254726" x="2171700" y="3625850"/>
          <p14:tracePt t="254742" x="2120900" y="3644900"/>
          <p14:tracePt t="254759" x="2089150" y="3657600"/>
          <p14:tracePt t="254775" x="2082800" y="3657600"/>
          <p14:tracePt t="254792" x="2063750" y="3663950"/>
          <p14:tracePt t="254809" x="2057400" y="3663950"/>
          <p14:tracePt t="254845" x="2057400" y="3670300"/>
          <p14:tracePt t="254970" x="2063750" y="3670300"/>
          <p14:tracePt t="254991" x="2070100" y="3670300"/>
          <p14:tracePt t="254998" x="2076450" y="3670300"/>
          <p14:tracePt t="255033" x="2076450" y="3663950"/>
          <p14:tracePt t="255040" x="2076450" y="3657600"/>
          <p14:tracePt t="255061" x="2076450" y="3651250"/>
          <p14:tracePt t="255103" x="2076450" y="3644900"/>
          <p14:tracePt t="255124" x="2070100" y="3644900"/>
          <p14:tracePt t="255131" x="2063750" y="3638550"/>
          <p14:tracePt t="255140" x="2057400" y="3638550"/>
          <p14:tracePt t="255160" x="2044700" y="3632200"/>
          <p14:tracePt t="255177" x="2032000" y="3625850"/>
          <p14:tracePt t="255191" x="2019300" y="3625850"/>
          <p14:tracePt t="255207" x="1974850" y="3606800"/>
          <p14:tracePt t="255224" x="1936750" y="3606800"/>
          <p14:tracePt t="255240" x="1917700" y="3606800"/>
          <p14:tracePt t="255258" x="1898650" y="3606800"/>
          <p14:tracePt t="255274" x="1892300" y="3619500"/>
          <p14:tracePt t="255291" x="1892300" y="3625850"/>
          <p14:tracePt t="255308" x="1898650" y="3632200"/>
          <p14:tracePt t="255323" x="1911350" y="3638550"/>
          <p14:tracePt t="255341" x="1917700" y="3638550"/>
          <p14:tracePt t="255357" x="1943100" y="3638550"/>
          <p14:tracePt t="255373" x="1974850" y="3638550"/>
          <p14:tracePt t="255391" x="2006600" y="3625850"/>
          <p14:tracePt t="255407" x="2101850" y="3600450"/>
          <p14:tracePt t="255423" x="2152650" y="3581400"/>
          <p14:tracePt t="255440" x="2222500" y="3562350"/>
          <p14:tracePt t="255456" x="2368550" y="3517900"/>
          <p14:tracePt t="255473" x="2451100" y="3492500"/>
          <p14:tracePt t="255490" x="2622550" y="3422650"/>
          <p14:tracePt t="255506" x="2711450" y="3390900"/>
          <p14:tracePt t="255522" x="2806700" y="3371850"/>
          <p14:tracePt t="255539" x="2997200" y="3321050"/>
          <p14:tracePt t="255556" x="3105150" y="3289300"/>
          <p14:tracePt t="255572" x="3219450" y="3244850"/>
          <p14:tracePt t="255589" x="3549650" y="3162300"/>
          <p14:tracePt t="255606" x="3949700" y="3022600"/>
          <p14:tracePt t="255623" x="4152900" y="2971800"/>
          <p14:tracePt t="255639" x="4527550" y="2838450"/>
          <p14:tracePt t="255655" x="4787900" y="2743200"/>
          <p14:tracePt t="255673" x="4972050" y="2686050"/>
          <p14:tracePt t="255689" x="5048250" y="2660650"/>
          <p14:tracePt t="255705" x="5124450" y="2647950"/>
          <p14:tracePt t="255723" x="5156200" y="2641600"/>
          <p14:tracePt t="255738" x="5162550" y="2641600"/>
          <p14:tracePt t="255755" x="5175250" y="2641600"/>
          <p14:tracePt t="255772" x="5187950" y="2641600"/>
          <p14:tracePt t="255806" x="5187950" y="2647950"/>
          <p14:tracePt t="255826" x="5194300" y="2647950"/>
          <p14:tracePt t="255838" x="5200650" y="2647950"/>
          <p14:tracePt t="255856" x="5213350" y="2641600"/>
          <p14:tracePt t="255872" x="5219700" y="2641600"/>
          <p14:tracePt t="255889" x="5245100" y="2628900"/>
          <p14:tracePt t="255905" x="5270500" y="2622550"/>
          <p14:tracePt t="255922" x="5270500" y="2616200"/>
          <p14:tracePt t="255938" x="5283200" y="2609850"/>
          <p14:tracePt t="255955" x="5289550" y="2603500"/>
          <p14:tracePt t="256024" x="5289550" y="2609850"/>
          <p14:tracePt t="256045" x="5289550" y="2616200"/>
          <p14:tracePt t="256052" x="5283200" y="2616200"/>
          <p14:tracePt t="256073" x="5276850" y="2622550"/>
          <p14:tracePt t="256094" x="5276850" y="2628900"/>
          <p14:tracePt t="256136" x="5270500" y="2635250"/>
          <p14:tracePt t="256142" x="5264150" y="2647950"/>
          <p14:tracePt t="256157" x="5257800" y="2660650"/>
          <p14:tracePt t="256173" x="5251450" y="2673350"/>
          <p14:tracePt t="256187" x="5245100" y="2698750"/>
          <p14:tracePt t="256204" x="5226050" y="2724150"/>
          <p14:tracePt t="256223" x="5194300" y="2787650"/>
          <p14:tracePt t="256237" x="5181600" y="2819400"/>
          <p14:tracePt t="256253" x="5162550" y="2851150"/>
          <p14:tracePt t="256270" x="5130800" y="2914650"/>
          <p14:tracePt t="256287" x="5118100" y="2933700"/>
          <p14:tracePt t="256303" x="5111750" y="2959100"/>
          <p14:tracePt t="256320" x="5092700" y="2997200"/>
          <p14:tracePt t="256337" x="5086350" y="3009900"/>
          <p14:tracePt t="256355" x="5080000" y="3028950"/>
          <p14:tracePt t="256371" x="5073650" y="3028950"/>
          <p14:tracePt t="256387" x="5073650" y="3035300"/>
          <p14:tracePt t="256438" x="5086350" y="3035300"/>
          <p14:tracePt t="256445" x="5092700" y="3035300"/>
          <p14:tracePt t="256460" x="5092700" y="3028950"/>
          <p14:tracePt t="256473" x="5105400" y="3022600"/>
          <p14:tracePt t="256489" x="5111750" y="3016250"/>
          <p14:tracePt t="256503" x="5118100" y="3016250"/>
          <p14:tracePt t="256519" x="5124450" y="3009900"/>
          <p14:tracePt t="256537" x="5162550" y="2959100"/>
          <p14:tracePt t="256552" x="5187950" y="2940050"/>
          <p14:tracePt t="256569" x="5219700" y="2895600"/>
          <p14:tracePt t="256586" x="5245100" y="2876550"/>
          <p14:tracePt t="256602" x="5270500" y="2844800"/>
          <p14:tracePt t="256619" x="5295900" y="2813050"/>
          <p14:tracePt t="256636" x="5321300" y="2794000"/>
          <p14:tracePt t="256653" x="5327650" y="2781300"/>
          <p14:tracePt t="256668" x="5327650" y="2774950"/>
          <p14:tracePt t="256686" x="5334000" y="2749550"/>
          <p14:tracePt t="256702" x="5334000" y="2743200"/>
          <p14:tracePt t="256735" x="5334000" y="2736850"/>
          <p14:tracePt t="256755" x="5340350" y="2730500"/>
          <p14:tracePt t="256846" x="5340350" y="2736850"/>
          <p14:tracePt t="256867" x="5334000" y="2743200"/>
          <p14:tracePt t="256888" x="5334000" y="2749550"/>
          <p14:tracePt t="256916" x="5327650" y="2755900"/>
          <p14:tracePt t="256951" x="5321300" y="2755900"/>
          <p14:tracePt t="256965" x="5321300" y="2762250"/>
          <p14:tracePt t="256986" x="5314950" y="2762250"/>
          <p14:tracePt t="257021" x="5308600" y="2768600"/>
          <p14:tracePt t="257028" x="5308600" y="2774950"/>
          <p14:tracePt t="257037" x="5302250" y="2774950"/>
          <p14:tracePt t="257057" x="5302250" y="2781300"/>
          <p14:tracePt t="257078" x="5302250" y="2787650"/>
          <p14:tracePt t="257106" x="5295900" y="2794000"/>
          <p14:tracePt t="257112" x="5289550" y="2794000"/>
          <p14:tracePt t="257141" x="5289550" y="2800350"/>
          <p14:tracePt t="257155" x="5283200" y="2806700"/>
          <p14:tracePt t="257161" x="5276850" y="2813050"/>
          <p14:tracePt t="257189" x="5270500" y="2819400"/>
          <p14:tracePt t="257196" x="5270500" y="2825750"/>
          <p14:tracePt t="257225" x="5264150" y="2832100"/>
          <p14:tracePt t="257274" x="5257800" y="2838450"/>
          <p14:tracePt t="257309" x="5251450" y="2838450"/>
          <p14:tracePt t="257330" x="5245100" y="2844800"/>
          <p14:tracePt t="257352" x="5245100" y="2851150"/>
          <p14:tracePt t="257380" x="5238750" y="2851150"/>
          <p14:tracePt t="257408" x="5232400" y="2851150"/>
          <p14:tracePt t="257449" x="5226050" y="2851150"/>
          <p14:tracePt t="257457" x="5226050" y="2844800"/>
          <p14:tracePt t="257873" x="5219700" y="2851150"/>
          <p14:tracePt t="257887" x="5207000" y="2863850"/>
          <p14:tracePt t="257894" x="5194300" y="2876550"/>
          <p14:tracePt t="257909" x="5181600" y="2895600"/>
          <p14:tracePt t="257923" x="5175250" y="2908300"/>
          <p14:tracePt t="257931" x="5162550" y="2921000"/>
          <p14:tracePt t="257948" x="5149850" y="2933700"/>
          <p14:tracePt t="257965" x="5143500" y="2946400"/>
          <p14:tracePt t="257981" x="5124450" y="2971800"/>
          <p14:tracePt t="257998" x="5118100" y="2978150"/>
          <p14:tracePt t="258015" x="5111750" y="2984500"/>
          <p14:tracePt t="258030" x="5111750" y="2997200"/>
          <p14:tracePt t="258126" x="5118100" y="2997200"/>
          <p14:tracePt t="258161" x="5118100" y="2990850"/>
          <p14:tracePt t="258175" x="5124450" y="2990850"/>
          <p14:tracePt t="258197" x="5130800" y="2978150"/>
          <p14:tracePt t="258210" x="5130800" y="2971800"/>
          <p14:tracePt t="258225" x="5143500" y="2965450"/>
          <p14:tracePt t="258233" x="5149850" y="2952750"/>
          <p14:tracePt t="258247" x="5168900" y="2940050"/>
          <p14:tracePt t="258263" x="5187950" y="2914650"/>
          <p14:tracePt t="258280" x="5200650" y="2895600"/>
          <p14:tracePt t="258296" x="5226050" y="2863850"/>
          <p14:tracePt t="258313" x="5232400" y="2857500"/>
          <p14:tracePt t="258330" x="5251450" y="2844800"/>
          <p14:tracePt t="258346" x="5257800" y="2838450"/>
          <p14:tracePt t="258363" x="5257800" y="2832100"/>
          <p14:tracePt t="258414" x="5257800" y="2838450"/>
          <p14:tracePt t="258442" x="5251450" y="2838450"/>
          <p14:tracePt t="258449" x="5251450" y="2844800"/>
          <p14:tracePt t="258465" x="5251450" y="2851150"/>
          <p14:tracePt t="258479" x="5251450" y="2857500"/>
          <p14:tracePt t="258496" x="5251450" y="2882900"/>
          <p14:tracePt t="258513" x="5251450" y="2927350"/>
          <p14:tracePt t="258529" x="5270500" y="3009900"/>
          <p14:tracePt t="258546" x="5295900" y="3086100"/>
          <p14:tracePt t="258563" x="5314950" y="3136900"/>
          <p14:tracePt t="258579" x="5327650" y="3149600"/>
          <p14:tracePt t="258596" x="5340350" y="3162300"/>
          <p14:tracePt t="258613" x="5365750" y="3181350"/>
          <p14:tracePt t="258629" x="5378450" y="3181350"/>
          <p14:tracePt t="258646" x="5391150" y="3162300"/>
          <p14:tracePt t="258662" x="5397500" y="3155950"/>
          <p14:tracePt t="258678" x="5410200" y="3143250"/>
          <p14:tracePt t="258696" x="5429250" y="3111500"/>
          <p14:tracePt t="258712" x="5454650" y="3079750"/>
          <p14:tracePt t="258728" x="5480050" y="3048000"/>
          <p14:tracePt t="258745" x="5549900" y="2940050"/>
          <p14:tracePt t="258762" x="5588000" y="2895600"/>
          <p14:tracePt t="258779" x="5626100" y="2851150"/>
          <p14:tracePt t="258796" x="5689600" y="2743200"/>
          <p14:tracePt t="258811" x="5708650" y="2730500"/>
          <p14:tracePt t="258829" x="5708650" y="2717800"/>
          <p14:tracePt t="258860" x="5715000" y="2717800"/>
          <p14:tracePt t="258892" x="5721350" y="2724150"/>
          <p14:tracePt t="258906" x="5727700" y="2730500"/>
          <p14:tracePt t="258920" x="5734050" y="2730500"/>
          <p14:tracePt t="258928" x="5746750" y="2730500"/>
          <p14:tracePt t="258944" x="5759450" y="2736850"/>
          <p14:tracePt t="258960" x="5772150" y="2749550"/>
          <p14:tracePt t="258977" x="5829300" y="2755900"/>
          <p14:tracePt t="258994" x="5854700" y="2762250"/>
          <p14:tracePt t="259012" x="5937250" y="2774950"/>
          <p14:tracePt t="259028" x="5981700" y="2774950"/>
          <p14:tracePt t="259044" x="6007100" y="2774950"/>
          <p14:tracePt t="259061" x="6038850" y="2787650"/>
          <p14:tracePt t="259077" x="6045200" y="2787650"/>
          <p14:tracePt t="259094" x="6051550" y="2787650"/>
          <p14:tracePt t="259138" x="6038850" y="2787650"/>
          <p14:tracePt t="259146" x="6026150" y="2787650"/>
          <p14:tracePt t="259161" x="6000750" y="2787650"/>
          <p14:tracePt t="259177" x="5962650" y="2787650"/>
          <p14:tracePt t="259194" x="5905500" y="2787650"/>
          <p14:tracePt t="259210" x="5765800" y="2787650"/>
          <p14:tracePt t="259227" x="5676900" y="2794000"/>
          <p14:tracePt t="259244" x="5499100" y="2819400"/>
          <p14:tracePt t="259259" x="5416550" y="2838450"/>
          <p14:tracePt t="259276" x="5353050" y="2844800"/>
          <p14:tracePt t="259293" x="5270500" y="2863850"/>
          <p14:tracePt t="259309" x="5251450" y="2863850"/>
          <p14:tracePt t="259326" x="5238750" y="2870200"/>
          <p14:tracePt t="259343" x="5219700" y="2876550"/>
          <p14:tracePt t="259359" x="5213350" y="2882900"/>
          <p14:tracePt t="259377" x="5207000" y="2882900"/>
          <p14:tracePt t="259409" x="5207000" y="2889250"/>
          <p14:tracePt t="259426" x="5219700" y="2895600"/>
          <p14:tracePt t="259442" x="5232400" y="2895600"/>
          <p14:tracePt t="259475" x="5257800" y="2901950"/>
          <p14:tracePt t="259492" x="5270500" y="2901950"/>
          <p14:tracePt t="259509" x="5276850" y="2901950"/>
          <p14:tracePt t="259525" x="5295900" y="2901950"/>
          <p14:tracePt t="259560" x="5302250" y="2895600"/>
          <p14:tracePt t="259575" x="5302250" y="2889250"/>
          <p14:tracePt t="259592" x="5308600" y="2889250"/>
          <p14:tracePt t="259609" x="5308600" y="2882900"/>
          <p14:tracePt t="259626" x="5308600" y="2876550"/>
          <p14:tracePt t="259642" x="5314950" y="2876550"/>
          <p14:tracePt t="259659" x="5314950" y="2870200"/>
          <p14:tracePt t="259693" x="5321300" y="2863850"/>
          <p14:tracePt t="259709" x="5321300" y="2857500"/>
          <p14:tracePt t="259725" x="5327650" y="2857500"/>
          <p14:tracePt t="259742" x="5327650" y="2851150"/>
          <p14:tracePt t="259763" x="5334000" y="2844800"/>
          <p14:tracePt t="259784" x="5334000" y="2838450"/>
          <p14:tracePt t="259798" x="5340350" y="2838450"/>
          <p14:tracePt t="259812" x="5353050" y="2838450"/>
          <p14:tracePt t="259825" x="5359400" y="2838450"/>
          <p14:tracePt t="259841" x="5378450" y="2838450"/>
          <p14:tracePt t="259858" x="5397500" y="2838450"/>
          <p14:tracePt t="259875" x="5454650" y="2838450"/>
          <p14:tracePt t="259891" x="5486400" y="2844800"/>
          <p14:tracePt t="259908" x="5511800" y="2851150"/>
          <p14:tracePt t="259925" x="5562600" y="2863850"/>
          <p14:tracePt t="259941" x="5575300" y="2870200"/>
          <p14:tracePt t="259957" x="5600700" y="2876550"/>
          <p14:tracePt t="259974" x="5607050" y="2876550"/>
          <p14:tracePt t="259990" x="5613400" y="2876550"/>
          <p14:tracePt t="260023" x="5607050" y="2882900"/>
          <p14:tracePt t="260040" x="5581650" y="2889250"/>
          <p14:tracePt t="260057" x="5562600" y="2889250"/>
          <p14:tracePt t="260073" x="5530850" y="2889250"/>
          <p14:tracePt t="260090" x="5467350" y="2895600"/>
          <p14:tracePt t="260107" x="5422900" y="2895600"/>
          <p14:tracePt t="260124" x="5334000" y="2901950"/>
          <p14:tracePt t="260140" x="5289550" y="2908300"/>
          <p14:tracePt t="260157" x="5264150" y="2908300"/>
          <p14:tracePt t="260173" x="5219700" y="2908300"/>
          <p14:tracePt t="260191" x="5213350" y="2908300"/>
          <p14:tracePt t="260207" x="5207000" y="2914650"/>
          <p14:tracePt t="260223" x="5194300" y="2914650"/>
          <p14:tracePt t="260304" x="5207000" y="2914650"/>
          <p14:tracePt t="260332" x="5219700" y="2914650"/>
          <p14:tracePt t="260340" x="5226050" y="2914650"/>
          <p14:tracePt t="260353" x="5238750" y="2914650"/>
          <p14:tracePt t="260367" x="5251450" y="2914650"/>
          <p14:tracePt t="260381" x="5264150" y="2908300"/>
          <p14:tracePt t="260389" x="5283200" y="2901950"/>
          <p14:tracePt t="260405" x="5308600" y="2895600"/>
          <p14:tracePt t="260423" x="5334000" y="2889250"/>
          <p14:tracePt t="260438" x="5391150" y="2876550"/>
          <p14:tracePt t="260456" x="5435600" y="2857500"/>
          <p14:tracePt t="260473" x="5511800" y="2832100"/>
          <p14:tracePt t="260489" x="5530850" y="2825750"/>
          <p14:tracePt t="260506" x="5549900" y="2819400"/>
          <p14:tracePt t="260522" x="5575300" y="2813050"/>
          <p14:tracePt t="260539" x="5588000" y="2806700"/>
          <p14:tracePt t="260572" x="5594350" y="2806700"/>
          <p14:tracePt t="260606" x="5588000" y="2806700"/>
          <p14:tracePt t="260634" x="5581650" y="2806700"/>
          <p14:tracePt t="260648" x="5575300" y="2806700"/>
          <p14:tracePt t="260658" x="5568950" y="2806700"/>
          <p14:tracePt t="260671" x="5562600" y="2806700"/>
          <p14:tracePt t="260691" x="5549900" y="2806700"/>
          <p14:tracePt t="260706" x="5543550" y="2806700"/>
          <p14:tracePt t="260733" x="5530850" y="2813050"/>
          <p14:tracePt t="260741" x="5505450" y="2813050"/>
          <p14:tracePt t="260755" x="5486400" y="2813050"/>
          <p14:tracePt t="260772" x="5461000" y="2813050"/>
          <p14:tracePt t="260790" x="5391150" y="2825750"/>
          <p14:tracePt t="260805" x="5359400" y="2832100"/>
          <p14:tracePt t="260821" x="5314950" y="2851150"/>
          <p14:tracePt t="260825" x="5295900" y="2857500"/>
          <p14:tracePt t="260840" x="5276850" y="2863850"/>
          <p14:tracePt t="260854" x="5251450" y="2870200"/>
          <p14:tracePt t="260871" x="5238750" y="2876550"/>
          <p14:tracePt t="260888" x="5219700" y="2889250"/>
          <p14:tracePt t="260920" x="5219700" y="2895600"/>
          <p14:tracePt t="260950" x="5213350" y="2901950"/>
          <p14:tracePt t="260985" x="5219700" y="2908300"/>
          <p14:tracePt t="261007" x="5226050" y="2908300"/>
          <p14:tracePt t="261021" x="5232400" y="2908300"/>
          <p14:tracePt t="261035" x="5245100" y="2914650"/>
          <p14:tracePt t="261042" x="5251450" y="2914650"/>
          <p14:tracePt t="261057" x="5270500" y="2921000"/>
          <p14:tracePt t="261073" x="5283200" y="2921000"/>
          <p14:tracePt t="261087" x="5302250" y="2921000"/>
          <p14:tracePt t="261103" x="5334000" y="2927350"/>
          <p14:tracePt t="261119" x="5378450" y="2927350"/>
          <p14:tracePt t="261137" x="5410200" y="2927350"/>
          <p14:tracePt t="261154" x="5441950" y="2914650"/>
          <p14:tracePt t="261170" x="5454650" y="2901950"/>
          <p14:tracePt t="261187" x="5473700" y="2895600"/>
          <p14:tracePt t="261204" x="5480050" y="2870200"/>
          <p14:tracePt t="261220" x="5480050" y="2863850"/>
          <p14:tracePt t="261237" x="5480050" y="2857500"/>
          <p14:tracePt t="261253" x="5473700" y="2825750"/>
          <p14:tracePt t="261270" x="5467350" y="2825750"/>
          <p14:tracePt t="261287" x="5448300" y="2813050"/>
          <p14:tracePt t="261303" x="5429250" y="2800350"/>
          <p14:tracePt t="261320" x="5416550" y="2794000"/>
          <p14:tracePt t="261323" x="5403850" y="2787650"/>
          <p14:tracePt t="261344" x="5391150" y="2787650"/>
          <p14:tracePt t="261358" x="5384800" y="2787650"/>
          <p14:tracePt t="261372" x="5378450" y="2787650"/>
          <p14:tracePt t="261388" x="5372100" y="2787650"/>
          <p14:tracePt t="261402" x="5359400" y="2787650"/>
          <p14:tracePt t="261419" x="5353050" y="2794000"/>
          <p14:tracePt t="261436" x="5340350" y="2813050"/>
          <p14:tracePt t="261452" x="5327650" y="2819400"/>
          <p14:tracePt t="261470" x="5321300" y="2832100"/>
          <p14:tracePt t="261485" x="5302250" y="2857500"/>
          <p14:tracePt t="261502" x="5295900" y="2882900"/>
          <p14:tracePt t="261519" x="5289550" y="2914650"/>
          <p14:tracePt t="261535" x="5289550" y="2927350"/>
          <p14:tracePt t="261551" x="5289550" y="2933700"/>
          <p14:tracePt t="261569" x="5295900" y="2946400"/>
          <p14:tracePt t="261601" x="5302250" y="2952750"/>
          <p14:tracePt t="261618" x="5308600" y="2959100"/>
          <p14:tracePt t="261639" x="5314950" y="2959100"/>
          <p14:tracePt t="261793" x="5314950" y="2952750"/>
          <p14:tracePt t="262497" x="5321300" y="2952750"/>
          <p14:tracePt t="262504" x="5334000" y="2952750"/>
          <p14:tracePt t="262518" x="5346700" y="2933700"/>
          <p14:tracePt t="262534" x="5353050" y="2933700"/>
          <p14:tracePt t="262548" x="5365750" y="2927350"/>
          <p14:tracePt t="262565" x="5378450" y="2921000"/>
          <p14:tracePt t="262582" x="5410200" y="2901950"/>
          <p14:tracePt t="262598" x="5461000" y="2882900"/>
          <p14:tracePt t="262615" x="5480050" y="2876550"/>
          <p14:tracePt t="262631" x="5549900" y="2863850"/>
          <p14:tracePt t="262648" x="5575300" y="2857500"/>
          <p14:tracePt t="262665" x="5613400" y="2844800"/>
          <p14:tracePt t="262681" x="5651500" y="2832100"/>
          <p14:tracePt t="262715" x="5664200" y="2825750"/>
          <p14:tracePt t="262731" x="5670550" y="2825750"/>
          <p14:tracePt t="262778" x="5664200" y="2825750"/>
          <p14:tracePt t="262806" x="5657850" y="2825750"/>
          <p14:tracePt t="262827" x="5651500" y="2825750"/>
          <p14:tracePt t="262849" x="5645150" y="2832100"/>
          <p14:tracePt t="262862" x="5638800" y="2832100"/>
          <p14:tracePt t="262870" x="5626100" y="2832100"/>
          <p14:tracePt t="262881" x="5626100" y="2838450"/>
          <p14:tracePt t="262898" x="5594350" y="2844800"/>
          <p14:tracePt t="262914" x="5575300" y="2851150"/>
          <p14:tracePt t="262931" x="5556250" y="2851150"/>
          <p14:tracePt t="262947" x="5499100" y="2863850"/>
          <p14:tracePt t="262964" x="5454650" y="2876550"/>
          <p14:tracePt t="262980" x="5422900" y="2889250"/>
          <p14:tracePt t="262997" x="5365750" y="2901950"/>
          <p14:tracePt t="263013" x="5334000" y="2914650"/>
          <p14:tracePt t="263031" x="5308600" y="2927350"/>
          <p14:tracePt t="263046" x="5295900" y="2927350"/>
          <p14:tracePt t="263063" x="5289550" y="2927350"/>
          <p14:tracePt t="263080" x="5283200" y="2927350"/>
          <p14:tracePt t="263113" x="5276850" y="2933700"/>
          <p14:tracePt t="263241" x="5283200" y="2921000"/>
          <p14:tracePt t="263270" x="5283200" y="2914650"/>
          <p14:tracePt t="263291" x="5289550" y="2908300"/>
          <p14:tracePt t="263319" x="5295900" y="2901950"/>
          <p14:tracePt t="263340" x="5302250" y="2895600"/>
          <p14:tracePt t="263354" x="5302250" y="2889250"/>
          <p14:tracePt t="263389" x="5308600" y="2882900"/>
          <p14:tracePt t="263410" x="5314950" y="2876550"/>
          <p14:tracePt t="263439" x="5321300" y="2870200"/>
          <p14:tracePt t="263460" x="5321300" y="2863850"/>
          <p14:tracePt t="263481" x="5327650" y="2863850"/>
          <p14:tracePt t="263509" x="5327650" y="2857500"/>
          <p14:tracePt t="263544" x="5334000" y="2851150"/>
          <p14:tracePt t="263649" x="5334000" y="2857500"/>
          <p14:tracePt t="263712" x="5334000" y="2863850"/>
          <p14:tracePt t="263719" x="5327650" y="2870200"/>
          <p14:tracePt t="263733" x="5321300" y="2870200"/>
          <p14:tracePt t="263748" x="5321300" y="2876550"/>
          <p14:tracePt t="263760" x="5314950" y="2876550"/>
          <p14:tracePt t="263777" x="5308600" y="2876550"/>
          <p14:tracePt t="263794" x="5308600" y="2882900"/>
          <p14:tracePt t="263811" x="5295900" y="2895600"/>
          <p14:tracePt t="263828" x="5289550" y="2901950"/>
          <p14:tracePt t="263844" x="5270500" y="2921000"/>
          <p14:tracePt t="263861" x="5257800" y="2927350"/>
          <p14:tracePt t="263877" x="5251450" y="2933700"/>
          <p14:tracePt t="263894" x="5232400" y="2946400"/>
          <p14:tracePt t="263911" x="5226050" y="2946400"/>
          <p14:tracePt t="263927" x="5219700" y="2946400"/>
          <p14:tracePt t="264092" x="5226050" y="2946400"/>
          <p14:tracePt t="264377" x="5219700" y="2952750"/>
          <p14:tracePt t="264384" x="5200650" y="2965450"/>
          <p14:tracePt t="264398" x="5175250" y="2978150"/>
          <p14:tracePt t="264409" x="5156200" y="2990850"/>
          <p14:tracePt t="264426" x="5137150" y="3016250"/>
          <p14:tracePt t="264443" x="5080000" y="3054350"/>
          <p14:tracePt t="264459" x="5016500" y="3105150"/>
          <p14:tracePt t="264476" x="4914900" y="3155950"/>
          <p14:tracePt t="264492" x="4857750" y="3187700"/>
          <p14:tracePt t="264509" x="4718050" y="3263900"/>
          <p14:tracePt t="264525" x="4559300" y="3346450"/>
          <p14:tracePt t="264542" x="4476750" y="3384550"/>
          <p14:tracePt t="264558" x="4381500" y="3435350"/>
          <p14:tracePt t="264575" x="4222750" y="3517900"/>
          <p14:tracePt t="264591" x="4127500" y="3562350"/>
          <p14:tracePt t="264608" x="4057650" y="3600450"/>
          <p14:tracePt t="264624" x="3898900" y="3683000"/>
          <p14:tracePt t="264641" x="3816350" y="3702050"/>
          <p14:tracePt t="264658" x="3695700" y="3740150"/>
          <p14:tracePt t="264674" x="3657600" y="3752850"/>
          <p14:tracePt t="264691" x="3632200" y="3759200"/>
          <p14:tracePt t="264708" x="3581400" y="3765550"/>
          <p14:tracePt t="264724" x="3562350" y="3765550"/>
          <p14:tracePt t="264741" x="3549650" y="3765550"/>
          <p14:tracePt t="264758" x="3543300" y="3765550"/>
          <p14:tracePt t="264774" x="3530600" y="3765550"/>
          <p14:tracePt t="264791" x="3524250" y="3765550"/>
          <p14:tracePt t="264833" x="3517900" y="3765550"/>
          <p14:tracePt t="264960" x="3530600" y="3765550"/>
          <p14:tracePt t="264975" x="3536950" y="3765550"/>
          <p14:tracePt t="264981" x="3543300" y="3765550"/>
          <p14:tracePt t="264995" x="3556000" y="3759200"/>
          <p14:tracePt t="265010" x="3568700" y="3759200"/>
          <p14:tracePt t="265024" x="3581400" y="3759200"/>
          <p14:tracePt t="265040" x="3594100" y="3752850"/>
          <p14:tracePt t="265056" x="3619500" y="3752850"/>
          <p14:tracePt t="265074" x="3676650" y="3733800"/>
          <p14:tracePt t="265090" x="3727450" y="3733800"/>
          <p14:tracePt t="265106" x="3860800" y="3714750"/>
          <p14:tracePt t="265123" x="3937000" y="3714750"/>
          <p14:tracePt t="265139" x="4038600" y="3708400"/>
          <p14:tracePt t="265157" x="4254500" y="3695700"/>
          <p14:tracePt t="265173" x="4356100" y="3695700"/>
          <p14:tracePt t="265189" x="4457700" y="3695700"/>
          <p14:tracePt t="265206" x="4610100" y="3689350"/>
          <p14:tracePt t="265222" x="4667250" y="3676650"/>
          <p14:tracePt t="265239" x="4819650" y="3702050"/>
          <p14:tracePt t="265256" x="5245100" y="3873500"/>
          <p14:tracePt t="265272" x="5543550" y="4019550"/>
          <p14:tracePt t="265289" x="6337300" y="4381500"/>
          <p14:tracePt t="265305" x="7080250" y="4705350"/>
          <p14:tracePt t="265322" x="7366000" y="4781550"/>
          <p14:tracePt t="265340" x="7677150" y="4819650"/>
          <p14:tracePt t="265355" x="7740650" y="4813300"/>
          <p14:tracePt t="265372" x="7797800" y="4768850"/>
          <p14:tracePt t="265389" x="7829550" y="4724400"/>
          <p14:tracePt t="265405" x="7842250" y="4711700"/>
          <p14:tracePt t="265421" x="7854950" y="4686300"/>
          <p14:tracePt t="265439" x="7867650" y="4667250"/>
          <p14:tracePt t="265455" x="7874000" y="4660900"/>
          <p14:tracePt t="265472" x="7880350" y="4654550"/>
          <p14:tracePt t="265488" x="7861300" y="4616450"/>
          <p14:tracePt t="265505" x="7835900" y="4591050"/>
          <p14:tracePt t="265522" x="7785100" y="4540250"/>
          <p14:tracePt t="265538" x="7759700" y="4521200"/>
          <p14:tracePt t="266023" x="7759700" y="4476750"/>
          <p14:tracePt t="266030" x="7772400" y="4451350"/>
          <p14:tracePt t="266044" x="7772400" y="4406900"/>
          <p14:tracePt t="266053" x="7785100" y="4368800"/>
          <p14:tracePt t="266070" x="7797800" y="4337050"/>
          <p14:tracePt t="266087" x="7810500" y="4286250"/>
          <p14:tracePt t="266103" x="7829550" y="4241800"/>
          <p14:tracePt t="266120" x="7835900" y="4216400"/>
          <p14:tracePt t="266136" x="7854950" y="4152900"/>
          <p14:tracePt t="266153" x="7867650" y="4083050"/>
          <p14:tracePt t="266170" x="7874000" y="4057650"/>
          <p14:tracePt t="266186" x="7880350" y="3994150"/>
          <p14:tracePt t="266203" x="7880350" y="3968750"/>
          <p14:tracePt t="266219" x="7880350" y="3962400"/>
          <p14:tracePt t="266235" x="7880350" y="3956050"/>
          <p14:tracePt t="266283" x="7880350" y="3949700"/>
          <p14:tracePt t="266325" x="7874000" y="3949700"/>
          <p14:tracePt t="266360" x="7874000" y="3943350"/>
          <p14:tracePt t="266374" x="7867650" y="3943350"/>
          <p14:tracePt t="266403" x="7854950" y="3937000"/>
          <p14:tracePt t="266410" x="7848600" y="3937000"/>
          <p14:tracePt t="266423" x="7835900" y="3930650"/>
          <p14:tracePt t="266439" x="7816850" y="3917950"/>
          <p14:tracePt t="266452" x="7797800" y="3905250"/>
          <p14:tracePt t="266468" x="7766050" y="3886200"/>
          <p14:tracePt t="266485" x="7708900" y="3860800"/>
          <p14:tracePt t="266502" x="7569200" y="3803650"/>
          <p14:tracePt t="266518" x="7505700" y="3771900"/>
          <p14:tracePt t="266535" x="7359650" y="3733800"/>
          <p14:tracePt t="266551" x="7302500" y="3714750"/>
          <p14:tracePt t="266568" x="7251700" y="3695700"/>
          <p14:tracePt t="266585" x="7143750" y="3689350"/>
          <p14:tracePt t="266601" x="7099300" y="3683000"/>
          <p14:tracePt t="266618" x="7073900" y="3683000"/>
          <p14:tracePt t="266635" x="7004050" y="3683000"/>
          <p14:tracePt t="266651" x="6991350" y="3683000"/>
          <p14:tracePt t="266668" x="6978650" y="3683000"/>
          <p14:tracePt t="266684" x="6972300" y="3683000"/>
          <p14:tracePt t="266725" x="6978650" y="3683000"/>
          <p14:tracePt t="266740" x="6997700" y="3683000"/>
          <p14:tracePt t="266750" x="7010400" y="3676650"/>
          <p14:tracePt t="266767" x="7029450" y="3670300"/>
          <p14:tracePt t="266784" x="7054850" y="3663950"/>
          <p14:tracePt t="266801" x="7131050" y="3632200"/>
          <p14:tracePt t="266818" x="7175500" y="3613150"/>
          <p14:tracePt t="266833" x="7334250" y="3575050"/>
          <p14:tracePt t="266850" x="7435850" y="3543300"/>
          <p14:tracePt t="266867" x="7721600" y="3479800"/>
          <p14:tracePt t="266883" x="7797800" y="3473450"/>
          <p14:tracePt t="266901" x="7886700" y="3448050"/>
          <p14:tracePt t="266916" x="7918450" y="3435350"/>
          <p14:tracePt t="266934" x="7924800" y="3435350"/>
          <p14:tracePt t="266951" x="7931150" y="3435350"/>
          <p14:tracePt t="267013" x="7918450" y="3435350"/>
          <p14:tracePt t="267028" x="7912100" y="3435350"/>
          <p14:tracePt t="267042" x="7905750" y="3435350"/>
          <p14:tracePt t="267063" x="7899400" y="3435350"/>
          <p14:tracePt t="267105" x="7893050" y="3435350"/>
          <p14:tracePt t="267132" x="7886700" y="3435350"/>
          <p14:tracePt t="267169" x="7880350" y="3435350"/>
          <p14:tracePt t="267203" x="7874000" y="3435350"/>
          <p14:tracePt t="267246" x="7867650" y="3435350"/>
          <p14:tracePt t="267273" x="7861300" y="3435350"/>
          <p14:tracePt t="267316" x="7861300" y="3441700"/>
          <p14:tracePt t="267358" x="7854950" y="3441700"/>
          <p14:tracePt t="267379" x="7848600" y="3448050"/>
          <p14:tracePt t="267386" x="7842250" y="3448050"/>
          <p14:tracePt t="267398" x="7829550" y="3454400"/>
          <p14:tracePt t="267415" x="7816850" y="3454400"/>
          <p14:tracePt t="267432" x="7804150" y="3460750"/>
          <p14:tracePt t="267448" x="7734300" y="3473450"/>
          <p14:tracePt t="267464" x="7664450" y="3505200"/>
          <p14:tracePt t="267482" x="7575550" y="3524250"/>
          <p14:tracePt t="267498" x="7327900" y="3587750"/>
          <p14:tracePt t="267514" x="7150100" y="3625850"/>
          <p14:tracePt t="267531" x="6654800" y="3759200"/>
          <p14:tracePt t="267548" x="6076950" y="3867150"/>
          <p14:tracePt t="267564" x="5772150" y="3930650"/>
          <p14:tracePt t="267583" x="5245100" y="4038600"/>
          <p14:tracePt t="267598" x="4876800" y="4089400"/>
          <p14:tracePt t="267615" x="4749800" y="4114800"/>
          <p14:tracePt t="267631" x="4546600" y="4133850"/>
          <p14:tracePt t="267647" x="4419600" y="4133850"/>
          <p14:tracePt t="267664" x="4387850" y="4133850"/>
          <p14:tracePt t="267681" x="4337050" y="4127500"/>
          <p14:tracePt t="267698" x="4324350" y="4127500"/>
          <p14:tracePt t="267714" x="4324350" y="4114800"/>
          <p14:tracePt t="267731" x="4330700" y="4083050"/>
          <p14:tracePt t="268306" x="4305300" y="4076700"/>
          <p14:tracePt t="268320" x="4260850" y="4057650"/>
          <p14:tracePt t="268334" x="4203700" y="4019550"/>
          <p14:tracePt t="268348" x="4133850" y="3981450"/>
          <p14:tracePt t="268363" x="4057650" y="3943350"/>
          <p14:tracePt t="268376" x="3962400" y="3879850"/>
          <p14:tracePt t="268383" x="3867150" y="3816350"/>
          <p14:tracePt t="268398" x="3759200" y="3759200"/>
          <p14:tracePt t="268414" x="3670300" y="3721100"/>
          <p14:tracePt t="268428" x="3587750" y="3689350"/>
          <p14:tracePt t="268445" x="3530600" y="3663950"/>
          <p14:tracePt t="268461" x="3448050" y="3644900"/>
          <p14:tracePt t="268478" x="3429000" y="3644900"/>
          <p14:tracePt t="268494" x="3416300" y="3644900"/>
          <p14:tracePt t="268511" x="3371850" y="3651250"/>
          <p14:tracePt t="268528" x="3352800" y="3657600"/>
          <p14:tracePt t="268545" x="3321050" y="3683000"/>
          <p14:tracePt t="268561" x="3295650" y="3683000"/>
          <p14:tracePt t="268578" x="3282950" y="3695700"/>
          <p14:tracePt t="268595" x="3270250" y="3702050"/>
          <p14:tracePt t="268611" x="3263900" y="3708400"/>
          <p14:tracePt t="268628" x="3257550" y="3708400"/>
          <p14:tracePt t="268644" x="3251200" y="3708400"/>
          <p14:tracePt t="268664" x="3244850" y="3708400"/>
          <p14:tracePt t="268833" x="3251200" y="3714750"/>
          <p14:tracePt t="268847" x="3257550" y="3721100"/>
          <p14:tracePt t="268868" x="3263900" y="3727450"/>
          <p14:tracePt t="268903" x="3270250" y="3727450"/>
          <p14:tracePt t="268945" x="3282950" y="3727450"/>
          <p14:tracePt t="268952" x="3289300" y="3733800"/>
          <p14:tracePt t="268966" x="3295650" y="3733800"/>
          <p14:tracePt t="268980" x="3308350" y="3733800"/>
          <p14:tracePt t="268992" x="3327400" y="3733800"/>
          <p14:tracePt t="269010" x="3346450" y="3733800"/>
          <p14:tracePt t="269026" x="3378200" y="3733800"/>
          <p14:tracePt t="269043" x="3435350" y="3714750"/>
          <p14:tracePt t="269059" x="3460750" y="3708400"/>
          <p14:tracePt t="269075" x="3505200" y="3702050"/>
          <p14:tracePt t="269093" x="3587750" y="3683000"/>
          <p14:tracePt t="269108" x="3619500" y="3670300"/>
          <p14:tracePt t="269126" x="3657600" y="3670300"/>
          <p14:tracePt t="269143" x="3702050" y="3657600"/>
          <p14:tracePt t="269176" x="3721100" y="3657600"/>
          <p14:tracePt t="269193" x="3746500" y="3651250"/>
          <p14:tracePt t="269209" x="3752850" y="3651250"/>
          <p14:tracePt t="269227" x="3759200" y="3651250"/>
          <p14:tracePt t="269276" x="3752850" y="3651250"/>
          <p14:tracePt t="269289" x="3746500" y="3651250"/>
          <p14:tracePt t="269303" x="3740150" y="3651250"/>
          <p14:tracePt t="269311" x="3733800" y="3651250"/>
          <p14:tracePt t="269352" x="3721100" y="3657600"/>
          <p14:tracePt t="269360" x="3708400" y="3657600"/>
          <p14:tracePt t="269374" x="3695700" y="3663950"/>
          <p14:tracePt t="269388" x="3676650" y="3670300"/>
          <p14:tracePt t="269395" x="3644900" y="3676650"/>
          <p14:tracePt t="269410" x="3613150" y="3695700"/>
          <p14:tracePt t="269424" x="3568700" y="3714750"/>
          <p14:tracePt t="269441" x="3517900" y="3721100"/>
          <p14:tracePt t="269459" x="3416300" y="3759200"/>
          <p14:tracePt t="269474" x="3365500" y="3771900"/>
          <p14:tracePt t="269491" x="3308350" y="3790950"/>
          <p14:tracePt t="269508" x="3244850" y="3816350"/>
          <p14:tracePt t="269525" x="3219450" y="3816350"/>
          <p14:tracePt t="269541" x="3206750" y="3822700"/>
          <p14:tracePt t="269558" x="3194050" y="3829050"/>
          <p14:tracePt t="269574" x="3187700" y="3835400"/>
          <p14:tracePt t="269593" x="3181350" y="3835400"/>
          <p14:tracePt t="269697" x="3181350" y="3829050"/>
          <p14:tracePt t="269725" x="3175000" y="3822700"/>
          <p14:tracePt t="269746" x="3168650" y="3822700"/>
          <p14:tracePt t="269774" x="3168650" y="3816350"/>
          <p14:tracePt t="269795" x="3162300" y="3816350"/>
          <p14:tracePt t="269809" x="3155950" y="3810000"/>
          <p14:tracePt t="269824" x="3149600" y="3810000"/>
          <p14:tracePt t="269830" x="3136900" y="3797300"/>
          <p14:tracePt t="269844" x="3117850" y="3797300"/>
          <p14:tracePt t="269860" x="3098800" y="3784600"/>
          <p14:tracePt t="269873" x="3054350" y="3765550"/>
          <p14:tracePt t="269890" x="3028950" y="3759200"/>
          <p14:tracePt t="269907" x="2984500" y="3740150"/>
          <p14:tracePt t="269923" x="2901950" y="3714750"/>
          <p14:tracePt t="269939" x="2857500" y="3708400"/>
          <p14:tracePt t="269943" x="2813050" y="3702050"/>
          <p14:tracePt t="269958" x="2774950" y="3683000"/>
          <p14:tracePt t="269973" x="2717800" y="3670300"/>
          <p14:tracePt t="269989" x="2679700" y="3663950"/>
          <p14:tracePt t="270006" x="2571750" y="3644900"/>
          <p14:tracePt t="270022" x="2520950" y="3644900"/>
          <p14:tracePt t="270039" x="2476500" y="3638550"/>
          <p14:tracePt t="270056" x="2432050" y="3638550"/>
          <p14:tracePt t="270072" x="2406650" y="3638550"/>
          <p14:tracePt t="270090" x="2393950" y="3632200"/>
          <p14:tracePt t="270106" x="2381250" y="3632200"/>
          <p14:tracePt t="270139" x="2368550" y="3632200"/>
          <p14:tracePt t="270172" x="2362200" y="3632200"/>
          <p14:tracePt t="270280" x="2355850" y="3632200"/>
          <p14:tracePt t="270315" x="2343150" y="3632200"/>
          <p14:tracePt t="270343" x="2336800" y="3632200"/>
          <p14:tracePt t="270357" x="2330450" y="3632200"/>
          <p14:tracePt t="270372" x="2317750" y="3632200"/>
          <p14:tracePt t="270378" x="2305050" y="3632200"/>
          <p14:tracePt t="270388" x="2286000" y="3632200"/>
          <p14:tracePt t="270405" x="2254250" y="3625850"/>
          <p14:tracePt t="270422" x="2197100" y="3619500"/>
          <p14:tracePt t="270438" x="2114550" y="3606800"/>
          <p14:tracePt t="270455" x="2076450" y="3606800"/>
          <p14:tracePt t="270471" x="1993900" y="3600450"/>
          <p14:tracePt t="270487" x="1917700" y="3594100"/>
          <p14:tracePt t="270505" x="1866900" y="3594100"/>
          <p14:tracePt t="270520" x="1847850" y="3594100"/>
          <p14:tracePt t="270538" x="1835150" y="3594100"/>
          <p14:tracePt t="270554" x="1803400" y="3594100"/>
          <p14:tracePt t="270571" x="1797050" y="3587750"/>
          <p14:tracePt t="270587" x="1790700" y="3587750"/>
          <p14:tracePt t="270604" x="1784350" y="3587750"/>
          <p14:tracePt t="270863" x="1784350" y="3575050"/>
          <p14:tracePt t="270885" x="1784350" y="3587750"/>
          <p14:tracePt t="271266" x="1778000" y="3587750"/>
          <p14:tracePt t="271280" x="1771650" y="3594100"/>
          <p14:tracePt t="271288" x="1765300" y="3600450"/>
          <p14:tracePt t="271304" x="1758950" y="3600450"/>
          <p14:tracePt t="271318" x="1752600" y="3606800"/>
          <p14:tracePt t="271335" x="1739900" y="3625850"/>
          <p14:tracePt t="271352" x="1733550" y="3651250"/>
          <p14:tracePt t="271368" x="1733550" y="3663950"/>
          <p14:tracePt t="271386" x="1733550" y="3689350"/>
          <p14:tracePt t="271402" x="1733550" y="3708400"/>
          <p14:tracePt t="271435" x="1739900" y="3727450"/>
          <p14:tracePt t="271471" x="1746250" y="3733800"/>
          <p14:tracePt t="271512" x="1746250" y="3740150"/>
          <p14:tracePt t="271568" x="1752600" y="3746500"/>
          <p14:tracePt t="271617" x="1758950" y="3746500"/>
          <p14:tracePt t="271659" x="1765300" y="3746500"/>
          <p14:tracePt t="271722" x="1765300" y="3740150"/>
          <p14:tracePt t="271730" x="1771650" y="3740150"/>
          <p14:tracePt t="271751" x="1771650" y="3733800"/>
          <p14:tracePt t="271779" x="1778000" y="3727450"/>
          <p14:tracePt t="271800" x="1784350" y="3727450"/>
          <p14:tracePt t="271821" x="1790700" y="3721100"/>
          <p14:tracePt t="271828" x="1797050" y="3714750"/>
          <p14:tracePt t="271850" x="1803400" y="3714750"/>
          <p14:tracePt t="271891" x="1809750" y="3708400"/>
          <p14:tracePt t="271899" x="1816100" y="3708400"/>
          <p14:tracePt t="271919" x="1822450" y="3702050"/>
          <p14:tracePt t="271934" x="1822450" y="3695700"/>
          <p14:tracePt t="271940" x="1828800" y="3695700"/>
          <p14:tracePt t="271954" x="1835150" y="3689350"/>
          <p14:tracePt t="271969" x="1847850" y="3676650"/>
          <p14:tracePt t="271985" x="1860550" y="3670300"/>
          <p14:tracePt t="272000" x="1879600" y="3663950"/>
          <p14:tracePt t="272016" x="1911350" y="3644900"/>
          <p14:tracePt t="272033" x="1943100" y="3625850"/>
          <p14:tracePt t="272049" x="1968500" y="3619500"/>
          <p14:tracePt t="272066" x="2000250" y="3594100"/>
          <p14:tracePt t="272082" x="2032000" y="3587750"/>
          <p14:tracePt t="272099" x="2044700" y="3587750"/>
          <p14:tracePt t="272116" x="2057400" y="3587750"/>
          <p14:tracePt t="272132" x="2063750" y="3581400"/>
          <p14:tracePt t="272149" x="2070100" y="3581400"/>
          <p14:tracePt t="272186" x="2076450" y="3581400"/>
          <p14:tracePt t="272250" x="2070100" y="3581400"/>
          <p14:tracePt t="272292" x="2063750" y="3587750"/>
          <p14:tracePt t="272320" x="2057400" y="3587750"/>
          <p14:tracePt t="272341" x="2051050" y="3600450"/>
          <p14:tracePt t="272362" x="2051050" y="3606800"/>
          <p14:tracePt t="272376" x="2044700" y="3606800"/>
          <p14:tracePt t="272384" x="2044700" y="3613150"/>
          <p14:tracePt t="272404" x="2044700" y="3619500"/>
          <p14:tracePt t="272414" x="2044700" y="3625850"/>
          <p14:tracePt t="272434" x="2038350" y="3625850"/>
          <p14:tracePt t="272448" x="2038350" y="3632200"/>
          <p14:tracePt t="272464" x="2038350" y="3638550"/>
          <p14:tracePt t="272483" x="2038350" y="3644900"/>
          <p14:tracePt t="272497" x="2032000" y="3644900"/>
          <p14:tracePt t="272514" x="2025650" y="3644900"/>
          <p14:tracePt t="272531" x="2006600" y="3644900"/>
          <p14:tracePt t="272547" x="1987550" y="3638550"/>
          <p14:tracePt t="272564" x="1936750" y="3619500"/>
          <p14:tracePt t="272581" x="1905000" y="3600450"/>
          <p14:tracePt t="272597" x="1828800" y="3543300"/>
          <p14:tracePt t="272614" x="1790700" y="3492500"/>
          <p14:tracePt t="272630" x="1714500" y="3378200"/>
          <p14:tracePt t="272647" x="1644650" y="3257550"/>
          <p14:tracePt t="272664" x="1600200" y="3130550"/>
          <p14:tracePt t="272680" x="1581150" y="3086100"/>
          <p14:tracePt t="272696" x="1568450" y="2990850"/>
          <p14:tracePt t="272714" x="1555750" y="2901950"/>
          <p14:tracePt t="272730" x="1549400" y="2857500"/>
          <p14:tracePt t="272746" x="1543050" y="2768600"/>
          <p14:tracePt t="272763" x="1543050" y="2698750"/>
          <p14:tracePt t="272779" x="1543050" y="2667000"/>
          <p14:tracePt t="272796" x="1543050" y="2641600"/>
          <p14:tracePt t="272813" x="1549400" y="2578100"/>
          <p14:tracePt t="272829" x="1555750" y="2559050"/>
          <p14:tracePt t="272847" x="1562100" y="2527300"/>
          <p14:tracePt t="272863" x="1562100" y="2520950"/>
          <p14:tracePt t="272879" x="1568450" y="2508250"/>
          <p14:tracePt t="272896" x="1568450" y="2501900"/>
          <p14:tracePt t="272912" x="1568450" y="2495550"/>
          <p14:tracePt t="273008" x="1574800" y="2495550"/>
          <p14:tracePt t="273057" x="1581150" y="2495550"/>
          <p14:tracePt t="273078" x="1581150" y="2501900"/>
          <p14:tracePt t="273085" x="1581150" y="2508250"/>
          <p14:tracePt t="273095" x="1581150" y="2514600"/>
          <p14:tracePt t="273112" x="1581150" y="2520950"/>
          <p14:tracePt t="273129" x="1581150" y="2527300"/>
          <p14:tracePt t="273145" x="1581150" y="2533650"/>
          <p14:tracePt t="273162" x="1587500" y="2578100"/>
          <p14:tracePt t="273178" x="1612900" y="2673350"/>
          <p14:tracePt t="273194" x="1644650" y="2743200"/>
          <p14:tracePt t="273213" x="1701800" y="2927350"/>
          <p14:tracePt t="273228" x="1746250" y="3028950"/>
          <p14:tracePt t="273245" x="1784350" y="3136900"/>
          <p14:tracePt t="273262" x="1828800" y="3238500"/>
          <p14:tracePt t="273278" x="1885950" y="3397250"/>
          <p14:tracePt t="273294" x="1917700" y="3454400"/>
          <p14:tracePt t="273311" x="1949450" y="3530600"/>
          <p14:tracePt t="273328" x="1962150" y="3543300"/>
          <p14:tracePt t="273344" x="1968500" y="3562350"/>
          <p14:tracePt t="273361" x="1974850" y="3575050"/>
          <p14:tracePt t="273409" x="1981200" y="3581400"/>
          <p14:tracePt t="273542" x="1974850" y="3581400"/>
          <p14:tracePt t="273634" x="1968500" y="3581400"/>
          <p14:tracePt t="273703" x="1955800" y="3581400"/>
          <p14:tracePt t="273718" x="1949450" y="3581400"/>
          <p14:tracePt t="273725" x="1943100" y="3581400"/>
          <p14:tracePt t="273732" x="1936750" y="3581400"/>
          <p14:tracePt t="273743" x="1924050" y="3581400"/>
          <p14:tracePt t="273761" x="1892300" y="3587750"/>
          <p14:tracePt t="273776" x="1860550" y="3594100"/>
          <p14:tracePt t="273793" x="1822450" y="3619500"/>
          <p14:tracePt t="273810" x="1778000" y="3632200"/>
          <p14:tracePt t="273826" x="1758950" y="3632200"/>
          <p14:tracePt t="273843" x="1714500" y="3651250"/>
          <p14:tracePt t="273859" x="1682750" y="3663950"/>
          <p14:tracePt t="273876" x="1676400" y="3670300"/>
          <p14:tracePt t="273893" x="1663700" y="3676650"/>
          <p14:tracePt t="273909" x="1657350" y="3676650"/>
          <p14:tracePt t="273985" x="1657350" y="3670300"/>
          <p14:tracePt t="274006" x="1663700" y="3663950"/>
          <p14:tracePt t="274658" x="1670050" y="3663950"/>
          <p14:tracePt t="274672" x="1682750" y="3663950"/>
          <p14:tracePt t="274679" x="1701800" y="3657600"/>
          <p14:tracePt t="274693" x="1720850" y="3651250"/>
          <p14:tracePt t="274709" x="1752600" y="3651250"/>
          <p14:tracePt t="274723" x="1797050" y="3651250"/>
          <p14:tracePt t="274739" x="1854200" y="3651250"/>
          <p14:tracePt t="274757" x="1993900" y="3651250"/>
          <p14:tracePt t="274772" x="2095500" y="3651250"/>
          <p14:tracePt t="274790" x="2184400" y="3663950"/>
          <p14:tracePt t="274806" x="2387600" y="3663950"/>
          <p14:tracePt t="274825" x="2476500" y="3670300"/>
          <p14:tracePt t="274840" x="2565400" y="3683000"/>
          <p14:tracePt t="274842" x="2628900" y="3683000"/>
          <p14:tracePt t="274856" x="2686050" y="3689350"/>
          <p14:tracePt t="274873" x="2711450" y="3689350"/>
          <p14:tracePt t="274890" x="2736850" y="3689350"/>
          <p14:tracePt t="274905" x="2743200" y="3689350"/>
          <p14:tracePt t="274960" x="2736850" y="3689350"/>
          <p14:tracePt t="274974" x="2730500" y="3689350"/>
          <p14:tracePt t="274995" x="2724150" y="3689350"/>
          <p14:tracePt t="275002" x="2717800" y="3689350"/>
          <p14:tracePt t="275016" x="2717800" y="3683000"/>
          <p14:tracePt t="275030" x="2724150" y="3683000"/>
          <p14:tracePt t="275044" x="2724150" y="3676650"/>
          <p14:tracePt t="275664" x="2736850" y="3676650"/>
          <p14:tracePt t="275678" x="2743200" y="3683000"/>
          <p14:tracePt t="275684" x="2749550" y="3683000"/>
          <p14:tracePt t="275691" x="2762250" y="3689350"/>
          <p14:tracePt t="275706" x="2768600" y="3689350"/>
          <p14:tracePt t="275720" x="2781300" y="3695700"/>
          <p14:tracePt t="275736" x="2794000" y="3702050"/>
          <p14:tracePt t="275753" x="2800350" y="3702050"/>
          <p14:tracePt t="275770" x="2819400" y="3708400"/>
          <p14:tracePt t="275786" x="2832100" y="3708400"/>
          <p14:tracePt t="275803" x="2838450" y="3708400"/>
          <p14:tracePt t="275819" x="2857500" y="3708400"/>
          <p14:tracePt t="275836" x="2895600" y="3708400"/>
          <p14:tracePt t="275853" x="2959100" y="3708400"/>
          <p14:tracePt t="275869" x="3003550" y="3702050"/>
          <p14:tracePt t="275885" x="3067050" y="3702050"/>
          <p14:tracePt t="275903" x="3295650" y="3702050"/>
          <p14:tracePt t="275919" x="3384550" y="3702050"/>
          <p14:tracePt t="275936" x="3473450" y="3702050"/>
          <p14:tracePt t="275953" x="3663950" y="3689350"/>
          <p14:tracePt t="275968" x="3854450" y="3683000"/>
          <p14:tracePt t="275985" x="3930650" y="3670300"/>
          <p14:tracePt t="276002" x="4076700" y="3651250"/>
          <p14:tracePt t="276019" x="4203700" y="3644900"/>
          <p14:tracePt t="276036" x="4349750" y="3613150"/>
          <p14:tracePt t="276052" x="4425950" y="3606800"/>
          <p14:tracePt t="276068" x="4635500" y="3575050"/>
          <p14:tracePt t="276085" x="4826000" y="3530600"/>
          <p14:tracePt t="276101" x="4927600" y="3511550"/>
          <p14:tracePt t="276118" x="5086350" y="3486150"/>
          <p14:tracePt t="276135" x="5219700" y="3454400"/>
          <p14:tracePt t="276151" x="5283200" y="3448050"/>
          <p14:tracePt t="276170" x="5403850" y="3416300"/>
          <p14:tracePt t="276185" x="5511800" y="3397250"/>
          <p14:tracePt t="276201" x="5562600" y="3397250"/>
          <p14:tracePt t="276218" x="5670550" y="3378200"/>
          <p14:tracePt t="276235" x="5727700" y="3365500"/>
          <p14:tracePt t="276251" x="5803900" y="3365500"/>
          <p14:tracePt t="276268" x="5937250" y="3333750"/>
          <p14:tracePt t="276284" x="6000750" y="3333750"/>
          <p14:tracePt t="276301" x="6064250" y="3333750"/>
          <p14:tracePt t="276318" x="6178550" y="3346450"/>
          <p14:tracePt t="276334" x="6292850" y="3384550"/>
          <p14:tracePt t="276351" x="6356350" y="3409950"/>
          <p14:tracePt t="276367" x="6546850" y="3492500"/>
          <p14:tracePt t="276384" x="6756400" y="3613150"/>
          <p14:tracePt t="276402" x="6921500" y="3702050"/>
          <p14:tracePt t="276417" x="7023100" y="3765550"/>
          <p14:tracePt t="276433" x="7035800" y="3771900"/>
          <p14:tracePt t="276451" x="7042150" y="3771900"/>
          <p14:tracePt t="276591" x="7048500" y="3765550"/>
          <p14:tracePt t="276626" x="7048500" y="3759200"/>
          <p14:tracePt t="276647" x="7048500" y="3752850"/>
          <p14:tracePt t="276661" x="7054850" y="3746500"/>
          <p14:tracePt t="276669" x="7061200" y="3746500"/>
          <p14:tracePt t="276683" x="7061200" y="3740150"/>
          <p14:tracePt t="276699" x="7073900" y="3740150"/>
          <p14:tracePt t="276717" x="7080250" y="3727450"/>
          <p14:tracePt t="276732" x="7099300" y="3721100"/>
          <p14:tracePt t="276750" x="7118350" y="3714750"/>
          <p14:tracePt t="276767" x="7169150" y="3689350"/>
          <p14:tracePt t="276783" x="7194550" y="3676650"/>
          <p14:tracePt t="276799" x="7232650" y="3670300"/>
          <p14:tracePt t="276816" x="7372350" y="3625850"/>
          <p14:tracePt t="276833" x="7429500" y="3606800"/>
          <p14:tracePt t="276849" x="7480300" y="3600450"/>
          <p14:tracePt t="276866" x="7613650" y="3581400"/>
          <p14:tracePt t="276883" x="7658100" y="3575050"/>
          <p14:tracePt t="276900" x="7747000" y="3575050"/>
          <p14:tracePt t="276916" x="7785100" y="3575050"/>
          <p14:tracePt t="276932" x="7842250" y="3568700"/>
          <p14:tracePt t="276950" x="7899400" y="3568700"/>
          <p14:tracePt t="276965" x="7931150" y="3556000"/>
          <p14:tracePt t="276982" x="7988300" y="3556000"/>
          <p14:tracePt t="276999" x="8020050" y="3549650"/>
          <p14:tracePt t="277015" x="8045450" y="3543300"/>
          <p14:tracePt t="277032" x="8051800" y="3543300"/>
          <p14:tracePt t="277048" x="8064500" y="3543300"/>
          <p14:tracePt t="277065" x="8070850" y="3543300"/>
          <p14:tracePt t="277082" x="8077200" y="3543300"/>
          <p14:tracePt t="277160" x="8077200" y="3549650"/>
          <p14:tracePt t="277209" x="8070850" y="3549650"/>
          <p14:tracePt t="277237" x="8064500" y="3549650"/>
          <p14:tracePt t="277258" x="8058150" y="3549650"/>
          <p14:tracePt t="277279" x="8045450" y="3549650"/>
          <p14:tracePt t="277300" x="8032750" y="3549650"/>
          <p14:tracePt t="277307" x="8007350" y="3549650"/>
          <p14:tracePt t="277321" x="7981950" y="3549650"/>
          <p14:tracePt t="277331" x="7943850" y="3556000"/>
          <p14:tracePt t="277348" x="7886700" y="3568700"/>
          <p14:tracePt t="277364" x="7759700" y="3575050"/>
          <p14:tracePt t="277381" x="7607300" y="3587750"/>
          <p14:tracePt t="277398" x="7524750" y="3594100"/>
          <p14:tracePt t="277413" x="7385050" y="3625850"/>
          <p14:tracePt t="277430" x="7327900" y="3632200"/>
          <p14:tracePt t="277448" x="7181850" y="3670300"/>
          <p14:tracePt t="277463" x="7137400" y="3676650"/>
          <p14:tracePt t="277480" x="7112000" y="3683000"/>
          <p14:tracePt t="277497" x="7067550" y="3702050"/>
          <p14:tracePt t="277513" x="7048500" y="3702050"/>
          <p14:tracePt t="277530" x="7042150" y="3702050"/>
          <p14:tracePt t="277533" x="7035800" y="3702050"/>
          <p14:tracePt t="277560" x="7029450" y="3708400"/>
          <p14:tracePt t="277609" x="7023100" y="3708400"/>
          <p14:tracePt t="277623" x="7010400" y="3708400"/>
          <p14:tracePt t="277631" x="6997700" y="3708400"/>
          <p14:tracePt t="277644" x="6978650" y="3708400"/>
          <p14:tracePt t="277651" x="6940550" y="3702050"/>
          <p14:tracePt t="277662" x="6889750" y="3702050"/>
          <p14:tracePt t="277680" x="6699250" y="3702050"/>
          <p14:tracePt t="277696" x="6559550" y="3702050"/>
          <p14:tracePt t="277712" x="6381750" y="3708400"/>
          <p14:tracePt t="277729" x="5575300" y="3721100"/>
          <p14:tracePt t="277746" x="5257800" y="3740150"/>
          <p14:tracePt t="277764" x="4552950" y="3752850"/>
          <p14:tracePt t="277779" x="4241800" y="3771900"/>
          <p14:tracePt t="277796" x="3600450" y="3822700"/>
          <p14:tracePt t="277813" x="3200400" y="3848100"/>
          <p14:tracePt t="277829" x="3073400" y="3848100"/>
          <p14:tracePt t="277845" x="2882900" y="3873500"/>
          <p14:tracePt t="277863" x="2774950" y="3886200"/>
          <p14:tracePt t="277879" x="2749550" y="3886200"/>
          <p14:tracePt t="277896" x="2711450" y="3892550"/>
          <p14:tracePt t="277912" x="2686050" y="3905250"/>
          <p14:tracePt t="277929" x="2679700" y="3911600"/>
          <p14:tracePt t="277946" x="2660650" y="3911600"/>
          <p14:tracePt t="277963" x="2635250" y="3917950"/>
          <p14:tracePt t="277978" x="2609850" y="3924300"/>
          <p14:tracePt t="277996" x="2571750" y="3930650"/>
          <p14:tracePt t="278011" x="2514600" y="3943350"/>
          <p14:tracePt t="278028" x="2482850" y="3949700"/>
          <p14:tracePt t="278031" x="2438400" y="3968750"/>
          <p14:tracePt t="278047" x="2400300" y="3975100"/>
          <p14:tracePt t="278062" x="2355850" y="3987800"/>
          <p14:tracePt t="278078" x="2266950" y="3994150"/>
          <p14:tracePt t="278095" x="2184400" y="4000500"/>
          <p14:tracePt t="278111" x="2146300" y="4000500"/>
          <p14:tracePt t="278128" x="2089150" y="4000500"/>
          <p14:tracePt t="278144" x="2038350" y="4000500"/>
          <p14:tracePt t="278161" x="2025650" y="4000500"/>
          <p14:tracePt t="278178" x="1993900" y="4000500"/>
          <p14:tracePt t="278194" x="1968500" y="4000500"/>
          <p14:tracePt t="278211" x="1955800" y="4000500"/>
          <p14:tracePt t="278228" x="1936750" y="3994150"/>
          <p14:tracePt t="278244" x="1924050" y="3994150"/>
          <p14:tracePt t="278277" x="1911350" y="3994150"/>
          <p14:tracePt t="278333" x="1905000" y="3994150"/>
          <p14:tracePt t="278360" x="1898650" y="4000500"/>
          <p14:tracePt t="278396" x="1892300" y="4000500"/>
          <p14:tracePt t="278424" x="1885950" y="4000500"/>
          <p14:tracePt t="278431" x="1885950" y="4006850"/>
          <p14:tracePt t="278446" x="1879600" y="4006850"/>
          <p14:tracePt t="278461" x="1879600" y="4013200"/>
          <p14:tracePt t="278477" x="1873250" y="4013200"/>
          <p14:tracePt t="278494" x="1860550" y="4019550"/>
          <p14:tracePt t="278526" x="1847850" y="4025900"/>
          <p14:tracePt t="278546" x="1847850" y="4032250"/>
          <p14:tracePt t="278559" x="1841500" y="4032250"/>
          <p14:tracePt t="278577" x="1835150" y="4044950"/>
          <p14:tracePt t="278593" x="1822450" y="4057650"/>
          <p14:tracePt t="278609" x="1816100" y="4064000"/>
          <p14:tracePt t="278626" x="1803400" y="4070350"/>
          <p14:tracePt t="278643" x="1771650" y="4114800"/>
          <p14:tracePt t="278659" x="1765300" y="4133850"/>
          <p14:tracePt t="278677" x="1752600" y="4152900"/>
          <p14:tracePt t="278693" x="1746250" y="4165600"/>
          <p14:tracePt t="278709" x="1733550" y="4178300"/>
          <p14:tracePt t="278742" x="1733550" y="4184650"/>
          <p14:tracePt t="278768" x="1733550" y="4191000"/>
          <p14:tracePt t="278853" x="1727200" y="4191000"/>
          <p14:tracePt t="278873" x="1720850" y="4197350"/>
          <p14:tracePt t="278895" x="1714500" y="4203700"/>
          <p14:tracePt t="278910" x="1708150" y="4203700"/>
          <p14:tracePt t="278923" x="1701800" y="4210050"/>
          <p14:tracePt t="278944" x="1695450" y="4210050"/>
          <p14:tracePt t="278964" x="1695450" y="4216400"/>
          <p14:tracePt t="278985" x="1689100" y="4216400"/>
          <p14:tracePt t="279056" x="1682750" y="4216400"/>
          <p14:tracePt t="279397" x="1682750" y="4222750"/>
          <p14:tracePt t="279410" x="1682750" y="4248150"/>
          <p14:tracePt t="279418" x="1682750" y="4273550"/>
          <p14:tracePt t="279426" x="1682750" y="4292600"/>
          <p14:tracePt t="279440" x="1682750" y="4324350"/>
          <p14:tracePt t="279457" x="1682750" y="4343400"/>
          <p14:tracePt t="279474" x="1676400" y="4400550"/>
          <p14:tracePt t="279490" x="1670050" y="4451350"/>
          <p14:tracePt t="279507" x="1670050" y="4476750"/>
          <p14:tracePt t="279524" x="1657350" y="4521200"/>
          <p14:tracePt t="279540" x="1644650" y="4559300"/>
          <p14:tracePt t="279557" x="1638300" y="4572000"/>
          <p14:tracePt t="279573" x="1631950" y="4610100"/>
          <p14:tracePt t="279589" x="1625600" y="4622800"/>
          <p14:tracePt t="279607" x="1625600" y="4629150"/>
          <p14:tracePt t="279622" x="1625600" y="4641850"/>
          <p14:tracePt t="279639" x="1619250" y="4654550"/>
          <p14:tracePt t="279656" x="1619250" y="4660900"/>
          <p14:tracePt t="279689" x="1612900" y="4660900"/>
          <p14:tracePt t="279706" x="1612900" y="4667250"/>
          <p14:tracePt t="279740" x="1612900" y="4673600"/>
          <p14:tracePt t="279811" x="1606550" y="4679950"/>
          <p14:tracePt t="280092" x="1612900" y="4679950"/>
          <p14:tracePt t="280099" x="1625600" y="4679950"/>
          <p14:tracePt t="280113" x="1638300" y="4673600"/>
          <p14:tracePt t="280122" x="1651000" y="4673600"/>
          <p14:tracePt t="280137" x="1670050" y="4667250"/>
          <p14:tracePt t="280155" x="1720850" y="4654550"/>
          <p14:tracePt t="280171" x="1790700" y="4635500"/>
          <p14:tracePt t="280188" x="1835150" y="4629150"/>
          <p14:tracePt t="280204" x="1911350" y="4622800"/>
          <p14:tracePt t="280220" x="2006600" y="4610100"/>
          <p14:tracePt t="280237" x="2044700" y="4610100"/>
          <p14:tracePt t="280254" x="2159000" y="4610100"/>
          <p14:tracePt t="280270" x="2241550" y="4616450"/>
          <p14:tracePt t="280287" x="2286000" y="4622800"/>
          <p14:tracePt t="280303" x="2324100" y="4629150"/>
          <p14:tracePt t="280320" x="2343150" y="4629150"/>
          <p14:tracePt t="280338" x="2374900" y="4635500"/>
          <p14:tracePt t="280353" x="2381250" y="4635500"/>
          <p14:tracePt t="280370" x="2387600" y="4635500"/>
          <p14:tracePt t="280387" x="2393950" y="4635500"/>
          <p14:tracePt t="280403" x="2406650" y="4635500"/>
          <p14:tracePt t="280420" x="2413000" y="4635500"/>
          <p14:tracePt t="280436" x="2425700" y="4635500"/>
          <p14:tracePt t="280453" x="2432050" y="4635500"/>
          <p14:tracePt t="280470" x="2432050" y="4641850"/>
          <p14:tracePt t="280486" x="2438400" y="4641850"/>
          <p14:tracePt t="280503" x="2444750" y="4641850"/>
          <p14:tracePt t="280521" x="2451100" y="4641850"/>
          <p14:tracePt t="280537" x="2457450" y="4641850"/>
          <p14:tracePt t="280553" x="2463800" y="4641850"/>
          <p14:tracePt t="280572" x="2470150" y="4641850"/>
          <p14:tracePt t="280586" x="2476500" y="4648200"/>
          <p14:tracePt t="280603" x="2489200" y="4648200"/>
          <p14:tracePt t="280620" x="2552700" y="4660900"/>
          <p14:tracePt t="280636" x="2571750" y="4667250"/>
          <p14:tracePt t="280653" x="2590800" y="4673600"/>
          <p14:tracePt t="280669" x="2635250" y="4686300"/>
          <p14:tracePt t="280686" x="2667000" y="4692650"/>
          <p14:tracePt t="280703" x="2679700" y="4699000"/>
          <p14:tracePt t="280719" x="2686050" y="4699000"/>
          <p14:tracePt t="280759" x="2673350" y="4699000"/>
          <p14:tracePt t="280773" x="2667000" y="4699000"/>
          <p14:tracePt t="280785" x="2647950" y="4705350"/>
          <p14:tracePt t="280801" x="2590800" y="4730750"/>
          <p14:tracePt t="280819" x="2546350" y="4737100"/>
          <p14:tracePt t="280835" x="2438400" y="4762500"/>
          <p14:tracePt t="280852" x="2330450" y="4781550"/>
          <p14:tracePt t="280868" x="2279650" y="4800600"/>
          <p14:tracePt t="280886" x="2159000" y="4819650"/>
          <p14:tracePt t="280902" x="2051050" y="4838700"/>
          <p14:tracePt t="280918" x="2012950" y="4845050"/>
          <p14:tracePt t="280935" x="1943100" y="4851400"/>
          <p14:tracePt t="280951" x="1898650" y="4864100"/>
          <p14:tracePt t="280967" x="1860550" y="4864100"/>
          <p14:tracePt t="280985" x="1828800" y="4857750"/>
          <p14:tracePt t="281002" x="1816100" y="4857750"/>
          <p14:tracePt t="281018" x="1797050" y="4851400"/>
          <p14:tracePt t="281035" x="1784350" y="4851400"/>
          <p14:tracePt t="281052" x="1778000" y="4851400"/>
          <p14:tracePt t="281125" x="1778000" y="4845050"/>
          <p14:tracePt t="281131" x="1790700" y="4845050"/>
          <p14:tracePt t="281146" x="1803400" y="4838700"/>
          <p14:tracePt t="281154" x="1816100" y="4838700"/>
          <p14:tracePt t="281168" x="1835150" y="4832350"/>
          <p14:tracePt t="281184" x="1898650" y="4813300"/>
          <p14:tracePt t="281201" x="1936750" y="4806950"/>
          <p14:tracePt t="281217" x="2019300" y="4787900"/>
          <p14:tracePt t="281234" x="2063750" y="4781550"/>
          <p14:tracePt t="281251" x="2178050" y="4737100"/>
          <p14:tracePt t="281267" x="2209800" y="4730750"/>
          <p14:tracePt t="281283" x="2235200" y="4724400"/>
          <p14:tracePt t="281301" x="2298700" y="4711700"/>
          <p14:tracePt t="281316" x="2355850" y="4692650"/>
          <p14:tracePt t="281333" x="2381250" y="4692650"/>
          <p14:tracePt t="281351" x="2419350" y="4686300"/>
          <p14:tracePt t="281368" x="2451100" y="4679950"/>
          <p14:tracePt t="281383" x="2463800" y="4673600"/>
          <p14:tracePt t="281400" x="2482850" y="4667250"/>
          <p14:tracePt t="281416" x="2495550" y="4667250"/>
          <p14:tracePt t="281433" x="2501900" y="4667250"/>
          <p14:tracePt t="281539" x="2495550" y="4667250"/>
          <p14:tracePt t="281560" x="2489200" y="4667250"/>
          <p14:tracePt t="282042" x="2508250" y="4667250"/>
          <p14:tracePt t="282049" x="2540000" y="4667250"/>
          <p14:tracePt t="282064" x="2584450" y="4667250"/>
          <p14:tracePt t="282069" x="2641600" y="4673600"/>
          <p14:tracePt t="282084" x="2705100" y="4673600"/>
          <p14:tracePt t="282099" x="2832100" y="4679950"/>
          <p14:tracePt t="282115" x="2895600" y="4692650"/>
          <p14:tracePt t="282131" x="2965450" y="4699000"/>
          <p14:tracePt t="282148" x="3054350" y="4711700"/>
          <p14:tracePt t="282164" x="3124200" y="4705350"/>
          <p14:tracePt t="282181" x="3149600" y="4699000"/>
          <p14:tracePt t="282198" x="3206750" y="4692650"/>
          <p14:tracePt t="282214" x="3276600" y="4673600"/>
          <p14:tracePt t="282232" x="3359150" y="4660900"/>
          <p14:tracePt t="282247" x="3409950" y="4648200"/>
          <p14:tracePt t="282263" x="3530600" y="4622800"/>
          <p14:tracePt t="282281" x="3689350" y="4584700"/>
          <p14:tracePt t="282297" x="3778250" y="4572000"/>
          <p14:tracePt t="282313" x="3962400" y="4533900"/>
          <p14:tracePt t="282331" x="4146550" y="4483100"/>
          <p14:tracePt t="282346" x="4222750" y="4464050"/>
          <p14:tracePt t="282363" x="4305300" y="4432300"/>
          <p14:tracePt t="282380" x="4546600" y="4324350"/>
          <p14:tracePt t="282396" x="4629150" y="4279900"/>
          <p14:tracePt t="282413" x="4699000" y="4241800"/>
          <p14:tracePt t="282430" x="4826000" y="4165600"/>
          <p14:tracePt t="282446" x="4914900" y="4102100"/>
          <p14:tracePt t="282464" x="5003800" y="4038600"/>
          <p14:tracePt t="282479" x="5048250" y="4013200"/>
          <p14:tracePt t="282496" x="5149850" y="3962400"/>
          <p14:tracePt t="282513" x="5200650" y="3917950"/>
          <p14:tracePt t="282529" x="5232400" y="3892550"/>
          <p14:tracePt t="282546" x="5289550" y="3835400"/>
          <p14:tracePt t="282562" x="5359400" y="3797300"/>
          <p14:tracePt t="282579" x="5384800" y="3778250"/>
          <p14:tracePt t="282582" x="5410200" y="3759200"/>
          <p14:tracePt t="282596" x="5441950" y="3740150"/>
          <p14:tracePt t="282613" x="5505450" y="3695700"/>
          <p14:tracePt t="282629" x="5549900" y="3676650"/>
          <p14:tracePt t="282646" x="5626100" y="3625850"/>
          <p14:tracePt t="282663" x="5727700" y="3581400"/>
          <p14:tracePt t="282679" x="5784850" y="3543300"/>
          <p14:tracePt t="282696" x="5911850" y="3460750"/>
          <p14:tracePt t="282712" x="5956300" y="3429000"/>
          <p14:tracePt t="282729" x="6083300" y="3359150"/>
          <p14:tracePt t="282746" x="6191250" y="3314700"/>
          <p14:tracePt t="282762" x="6248400" y="3295650"/>
          <p14:tracePt t="282779" x="6337300" y="3251200"/>
          <p14:tracePt t="282795" x="6413500" y="3219450"/>
          <p14:tracePt t="282812" x="6457950" y="3194050"/>
          <p14:tracePt t="282829" x="6496050" y="3168650"/>
          <p14:tracePt t="282845" x="6540500" y="3155950"/>
          <p14:tracePt t="282861" x="6553200" y="3143250"/>
          <p14:tracePt t="282878" x="6572250" y="3136900"/>
          <p14:tracePt t="282895" x="6584950" y="3124200"/>
          <p14:tracePt t="282911" x="6591300" y="3117850"/>
          <p14:tracePt t="282928" x="6597650" y="3117850"/>
          <p14:tracePt t="282944" x="6604000" y="3111500"/>
          <p14:tracePt t="283047" x="6604000" y="3117850"/>
          <p14:tracePt t="283145" x="6597650" y="3117850"/>
          <p14:tracePt t="283159" x="6591300" y="3117850"/>
          <p14:tracePt t="283173" x="6584950" y="3117850"/>
          <p14:tracePt t="283544" x="6591300" y="3117850"/>
          <p14:tracePt t="283565" x="6610350" y="3117850"/>
          <p14:tracePt t="283579" x="6629400" y="3111500"/>
          <p14:tracePt t="283586" x="6667500" y="3111500"/>
          <p14:tracePt t="283600" x="6718300" y="3111500"/>
          <p14:tracePt t="283609" x="6775450" y="3105150"/>
          <p14:tracePt t="283625" x="6838950" y="3105150"/>
          <p14:tracePt t="283643" x="6959600" y="3073400"/>
          <p14:tracePt t="283659" x="7067550" y="3054350"/>
          <p14:tracePt t="283676" x="7118350" y="3048000"/>
          <p14:tracePt t="283693" x="7175500" y="3035300"/>
          <p14:tracePt t="283709" x="7213600" y="3028950"/>
          <p14:tracePt t="283726" x="7226300" y="3028950"/>
          <p14:tracePt t="283742" x="7258050" y="3022600"/>
          <p14:tracePt t="283759" x="7289800" y="3016250"/>
          <p14:tracePt t="283776" x="7366000" y="3016250"/>
          <p14:tracePt t="283792" x="7410450" y="3003550"/>
          <p14:tracePt t="283808" x="7461250" y="3003550"/>
          <p14:tracePt t="283826" x="7632700" y="3009900"/>
          <p14:tracePt t="283842" x="7696200" y="3009900"/>
          <p14:tracePt t="283858" x="7734300" y="3016250"/>
          <p14:tracePt t="283874" x="7797800" y="3016250"/>
          <p14:tracePt t="283891" x="7829550" y="3016250"/>
          <p14:tracePt t="283924" x="7848600" y="3016250"/>
          <p14:tracePt t="283966" x="7854950" y="3016250"/>
          <p14:tracePt t="284099" x="7848600" y="3016250"/>
          <p14:tracePt t="284148" x="7842250" y="3022600"/>
          <p14:tracePt t="284162" x="7835900" y="3022600"/>
          <p14:tracePt t="284169" x="7823200" y="3022600"/>
          <p14:tracePt t="284177" x="7810500" y="3028950"/>
          <p14:tracePt t="284193" x="7791450" y="3035300"/>
          <p14:tracePt t="284207" x="7740650" y="3041650"/>
          <p14:tracePt t="284223" x="7594600" y="3060700"/>
          <p14:tracePt t="284241" x="7378700" y="3105150"/>
          <p14:tracePt t="284257" x="7264400" y="3111500"/>
          <p14:tracePt t="284274" x="6997700" y="3124200"/>
          <p14:tracePt t="284290" x="6781800" y="3143250"/>
          <p14:tracePt t="284307" x="6692900" y="3143250"/>
          <p14:tracePt t="284324" x="6565900" y="3155950"/>
          <p14:tracePt t="284340" x="6502400" y="3155950"/>
          <p14:tracePt t="284356" x="6483350" y="3155950"/>
          <p14:tracePt t="284373" x="6457950" y="3162300"/>
          <p14:tracePt t="284389" x="6451600" y="3162300"/>
          <p14:tracePt t="284423" x="6445250" y="3162300"/>
          <p14:tracePt t="284521" x="6451600" y="3162300"/>
          <p14:tracePt t="284528" x="6457950" y="3162300"/>
          <p14:tracePt t="284542" x="6470650" y="3162300"/>
          <p14:tracePt t="284556" x="6477000" y="3162300"/>
          <p14:tracePt t="284572" x="6521450" y="3162300"/>
          <p14:tracePt t="284589" x="6559550" y="3155950"/>
          <p14:tracePt t="284605" x="6686550" y="3143250"/>
          <p14:tracePt t="284622" x="6883400" y="3136900"/>
          <p14:tracePt t="284639" x="6991350" y="3136900"/>
          <p14:tracePt t="284655" x="7232650" y="3111500"/>
          <p14:tracePt t="284672" x="7473950" y="3092450"/>
          <p14:tracePt t="284689" x="7594600" y="3086100"/>
          <p14:tracePt t="284705" x="7772400" y="3073400"/>
          <p14:tracePt t="284722" x="7861300" y="3073400"/>
          <p14:tracePt t="284739" x="8001000" y="3073400"/>
          <p14:tracePt t="284755" x="8039100" y="3073400"/>
          <p14:tracePt t="284772" x="8070850" y="3073400"/>
          <p14:tracePt t="284789" x="8108950" y="3073400"/>
          <p14:tracePt t="284805" x="8153400" y="3086100"/>
          <p14:tracePt t="284822" x="8166100" y="3086100"/>
          <p14:tracePt t="284839" x="8185150" y="3092450"/>
          <p14:tracePt t="284855" x="8191500" y="3092450"/>
          <p14:tracePt t="284900" x="8185150" y="3092450"/>
          <p14:tracePt t="284914" x="8178800" y="3092450"/>
          <p14:tracePt t="284924" x="8166100" y="3092450"/>
          <p14:tracePt t="284937" x="8159750" y="3092450"/>
          <p14:tracePt t="284954" x="8153400" y="3092450"/>
          <p14:tracePt t="284971" x="8128000" y="3092450"/>
          <p14:tracePt t="284988" x="8108950" y="3092450"/>
          <p14:tracePt t="285004" x="8070850" y="3092450"/>
          <p14:tracePt t="285020" x="7861300" y="3092450"/>
          <p14:tracePt t="285037" x="7759700" y="3092450"/>
          <p14:tracePt t="285054" x="7518400" y="3067050"/>
          <p14:tracePt t="285071" x="7397750" y="3067050"/>
          <p14:tracePt t="285088" x="7156450" y="3048000"/>
          <p14:tracePt t="285104" x="6965950" y="3048000"/>
          <p14:tracePt t="285120" x="6896100" y="3048000"/>
          <p14:tracePt t="285137" x="6807200" y="3048000"/>
          <p14:tracePt t="285153" x="6750050" y="3048000"/>
          <p14:tracePt t="285170" x="6731000" y="3048000"/>
          <p14:tracePt t="285188" x="6711950" y="3048000"/>
          <p14:tracePt t="285203" x="6686550" y="3048000"/>
          <p14:tracePt t="285237" x="6667500" y="3054350"/>
          <p14:tracePt t="285254" x="6661150" y="3060700"/>
          <p14:tracePt t="285287" x="6661150" y="3067050"/>
          <p14:tracePt t="285303" x="6654800" y="3067050"/>
          <p14:tracePt t="285337" x="6648450" y="3073400"/>
          <p14:tracePt t="285364" x="6654800" y="3079750"/>
          <p14:tracePt t="285371" x="6661150" y="3079750"/>
          <p14:tracePt t="285386" x="6667500" y="3079750"/>
          <p14:tracePt t="285392" x="6673850" y="3079750"/>
          <p14:tracePt t="285406" x="6686550" y="3079750"/>
          <p14:tracePt t="285420" x="6711950" y="3079750"/>
          <p14:tracePt t="285436" x="6769100" y="3079750"/>
          <p14:tracePt t="285453" x="6819900" y="3067050"/>
          <p14:tracePt t="285470" x="6978650" y="3060700"/>
          <p14:tracePt t="285486" x="7181850" y="3035300"/>
          <p14:tracePt t="285502" x="7296150" y="3035300"/>
          <p14:tracePt t="285519" x="7512050" y="3016250"/>
          <p14:tracePt t="285536" x="7689850" y="2997200"/>
          <p14:tracePt t="285553" x="7753350" y="2990850"/>
          <p14:tracePt t="285569" x="7835900" y="2978150"/>
          <p14:tracePt t="285585" x="7867650" y="2971800"/>
          <p14:tracePt t="285604" x="7880350" y="2965450"/>
          <p14:tracePt t="285653" x="7874000" y="2965450"/>
          <p14:tracePt t="285687" x="7867650" y="2965450"/>
          <p14:tracePt t="285695" x="7861300" y="2965450"/>
          <p14:tracePt t="285708" x="7854950" y="2965450"/>
          <p14:tracePt t="285718" x="7848600" y="2965450"/>
          <p14:tracePt t="285735" x="7842250" y="2965450"/>
          <p14:tracePt t="285751" x="7835900" y="2965450"/>
          <p14:tracePt t="285768" x="7829550" y="2965450"/>
          <p14:tracePt t="285786" x="7810500" y="2965450"/>
          <p14:tracePt t="285802" x="7797800" y="2965450"/>
          <p14:tracePt t="285818" x="7740650" y="2965450"/>
          <p14:tracePt t="285835" x="7607300" y="2984500"/>
          <p14:tracePt t="285851" x="7505700" y="2984500"/>
          <p14:tracePt t="285868" x="7302500" y="2997200"/>
          <p14:tracePt t="285885" x="7061200" y="3003550"/>
          <p14:tracePt t="285901" x="6946900" y="3016250"/>
          <p14:tracePt t="285919" x="6743700" y="3048000"/>
          <p14:tracePt t="285935" x="6597650" y="3073400"/>
          <p14:tracePt t="285951" x="6559550" y="3073400"/>
          <p14:tracePt t="285969" x="6515100" y="3092450"/>
          <p14:tracePt t="285984" x="6508750" y="3092450"/>
          <p14:tracePt t="286001" x="6496050" y="3092450"/>
          <p14:tracePt t="286039" x="6489700" y="3092450"/>
          <p14:tracePt t="286929" x="6432550" y="3092450"/>
          <p14:tracePt t="286943" x="6375400" y="3092450"/>
          <p14:tracePt t="286951" x="6299200" y="3111500"/>
          <p14:tracePt t="286966" x="6223000" y="3111500"/>
          <p14:tracePt t="286981" x="6146800" y="3130550"/>
          <p14:tracePt t="286997" x="6038850" y="3149600"/>
          <p14:tracePt t="287014" x="5810250" y="3213100"/>
          <p14:tracePt t="287031" x="5664200" y="3244850"/>
          <p14:tracePt t="287048" x="5232400" y="3346450"/>
          <p14:tracePt t="287063" x="4699000" y="3549650"/>
          <p14:tracePt t="287080" x="4451350" y="3657600"/>
          <p14:tracePt t="287098" x="3778250" y="4013200"/>
          <p14:tracePt t="287113" x="3549650" y="4133850"/>
          <p14:tracePt t="287130" x="3333750" y="4235450"/>
          <p14:tracePt t="287147" x="2895600" y="4508500"/>
          <p14:tracePt t="287163" x="2584450" y="4718050"/>
          <p14:tracePt t="287179" x="2381250" y="4832350"/>
          <p14:tracePt t="287196" x="2114550" y="4972050"/>
          <p14:tracePt t="287213" x="1911350" y="5080000"/>
          <p14:tracePt t="287229" x="1854200" y="5118100"/>
          <p14:tracePt t="287246" x="1739900" y="5168900"/>
          <p14:tracePt t="288101" x="1746250" y="5168900"/>
          <p14:tracePt t="288115" x="1758950" y="5168900"/>
          <p14:tracePt t="288122" x="1765300" y="5156200"/>
          <p14:tracePt t="288136" x="1778000" y="5137150"/>
          <p14:tracePt t="288146" x="1784350" y="5137150"/>
          <p14:tracePt t="288160" x="1797050" y="5124450"/>
          <p14:tracePt t="288177" x="1809750" y="5105400"/>
          <p14:tracePt t="288193" x="1835150" y="5073650"/>
          <p14:tracePt t="288209" x="1873250" y="5035550"/>
          <p14:tracePt t="288226" x="1885950" y="5016500"/>
          <p14:tracePt t="288243" x="1955800" y="4940300"/>
          <p14:tracePt t="288259" x="1981200" y="4908550"/>
          <p14:tracePt t="288278" x="2025650" y="4851400"/>
          <p14:tracePt t="288293" x="2051050" y="4806950"/>
          <p14:tracePt t="288309" x="2089150" y="4775200"/>
          <p14:tracePt t="288326" x="2152650" y="4673600"/>
          <p14:tracePt t="288343" x="2203450" y="4616450"/>
          <p14:tracePt t="288359" x="2228850" y="4559300"/>
          <p14:tracePt t="288376" x="2305050" y="4457700"/>
          <p14:tracePt t="288392" x="2317750" y="4425950"/>
          <p14:tracePt t="288409" x="2336800" y="4400550"/>
          <p14:tracePt t="288425" x="2343150" y="4381500"/>
          <p14:tracePt t="288442" x="2349500" y="4375150"/>
          <p14:tracePt t="288530" x="2355850" y="4375150"/>
          <p14:tracePt t="288572" x="2355850" y="4362450"/>
          <p14:tracePt t="288586" x="2355850" y="4356100"/>
          <p14:tracePt t="288595" x="2355850" y="4349750"/>
          <p14:tracePt t="291170" x="2362200" y="4343400"/>
          <p14:tracePt t="291185" x="2368550" y="4330700"/>
          <p14:tracePt t="291191" x="2374900" y="4311650"/>
          <p14:tracePt t="291200" x="2387600" y="4298950"/>
          <p14:tracePt t="291216" x="2393950" y="4267200"/>
          <p14:tracePt t="291233" x="2438400" y="4191000"/>
          <p14:tracePt t="291249" x="2470150" y="4127500"/>
          <p14:tracePt t="291266" x="2514600" y="3975100"/>
          <p14:tracePt t="291284" x="2559050" y="3784600"/>
          <p14:tracePt t="291299" x="2565400" y="3670300"/>
          <p14:tracePt t="291316" x="2590800" y="3429000"/>
          <p14:tracePt t="291333" x="2609850" y="3244850"/>
          <p14:tracePt t="291349" x="2616200" y="3168650"/>
          <p14:tracePt t="291365" x="2628900" y="3067050"/>
          <p14:tracePt t="291382" x="2635250" y="3009900"/>
          <p14:tracePt t="291399" x="2635250" y="2997200"/>
          <p14:tracePt t="291415" x="2635250" y="2971800"/>
          <p14:tracePt t="291432" x="2628900" y="2952750"/>
          <p14:tracePt t="291448" x="2622550" y="2946400"/>
          <p14:tracePt t="291466" x="2622550" y="2927350"/>
          <p14:tracePt t="291482" x="2616200" y="2914650"/>
          <p14:tracePt t="291498" x="2616200" y="2908300"/>
          <p14:tracePt t="291515" x="2616200" y="2901950"/>
          <p14:tracePt t="291547" x="2616200" y="2895600"/>
          <p14:tracePt t="291565" x="2616200" y="2882900"/>
          <p14:tracePt t="291581" x="2616200" y="2876550"/>
          <p14:tracePt t="291598" x="2622550" y="2832100"/>
          <p14:tracePt t="291614" x="2628900" y="2813050"/>
          <p14:tracePt t="291631" x="2635250" y="2781300"/>
          <p14:tracePt t="291634" x="2647950" y="2730500"/>
          <p14:tracePt t="291648" x="2667000" y="2686050"/>
          <p14:tracePt t="291664" x="2679700" y="2628900"/>
          <p14:tracePt t="291681" x="2698750" y="2590800"/>
          <p14:tracePt t="291698" x="2724150" y="2501900"/>
          <p14:tracePt t="291714" x="2743200" y="2470150"/>
          <p14:tracePt t="291731" x="2749550" y="2432050"/>
          <p14:tracePt t="291748" x="2755900" y="2419350"/>
          <p14:tracePt t="291782" x="2755900" y="2413000"/>
          <p14:tracePt t="291824" x="2762250" y="2406650"/>
          <p14:tracePt t="291908" x="2768600" y="2406650"/>
          <p14:tracePt t="293969" x="2838450" y="2425700"/>
          <p14:tracePt t="293983" x="2927350" y="2463800"/>
          <p14:tracePt t="293991" x="3009900" y="2495550"/>
          <p14:tracePt t="294004" x="3060700" y="2514600"/>
          <p14:tracePt t="294011" x="3111500" y="2540000"/>
          <p14:tracePt t="294022" x="3130550" y="2552700"/>
          <p14:tracePt t="294040" x="3155950" y="2584450"/>
          <p14:tracePt t="294056" x="3168650" y="2597150"/>
          <p14:tracePt t="294073" x="3194050" y="2603500"/>
          <p14:tracePt t="294089" x="3276600" y="2654300"/>
          <p14:tracePt t="294106" x="3340100" y="2686050"/>
          <p14:tracePt t="294122" x="3422650" y="2724150"/>
          <p14:tracePt t="294139" x="3619500" y="2787650"/>
          <p14:tracePt t="294156" x="3822700" y="2806700"/>
          <p14:tracePt t="294173" x="4013200" y="2800350"/>
          <p14:tracePt t="294189" x="4114800" y="2800350"/>
          <p14:tracePt t="294205" x="4305300" y="2794000"/>
          <p14:tracePt t="294223" x="4514850" y="2768600"/>
          <p14:tracePt t="294238" x="4629150" y="2762250"/>
          <p14:tracePt t="294255" x="4914900" y="2774950"/>
          <p14:tracePt t="294272" x="5302250" y="2832100"/>
          <p14:tracePt t="294288" x="5562600" y="2889250"/>
          <p14:tracePt t="294305" x="6026150" y="3022600"/>
          <p14:tracePt t="294322" x="6457950" y="3194050"/>
          <p14:tracePt t="294338" x="6654800" y="3276600"/>
          <p14:tracePt t="294356" x="6972300" y="3390900"/>
          <p14:tracePt t="294372" x="7156450" y="3448050"/>
          <p14:tracePt t="294388" x="7200900" y="3448050"/>
          <p14:tracePt t="294406" x="7245350" y="3454400"/>
          <p14:tracePt t="294422" x="7251700" y="3454400"/>
          <p14:tracePt t="294438" x="7258050" y="3454400"/>
          <p14:tracePt t="294455" x="7264400" y="3454400"/>
          <p14:tracePt t="294475" x="7270750" y="3454400"/>
          <p14:tracePt t="294502" x="7277100" y="3448050"/>
          <p14:tracePt t="294510" x="7283450" y="3448050"/>
          <p14:tracePt t="294531" x="7296150" y="3454400"/>
          <p14:tracePt t="294545" x="7308850" y="3454400"/>
          <p14:tracePt t="294554" x="7321550" y="3454400"/>
          <p14:tracePt t="294570" x="7334250" y="3454400"/>
          <p14:tracePt t="294588" x="7353300" y="3460750"/>
          <p14:tracePt t="294604" x="7366000" y="3460750"/>
          <p14:tracePt t="294637" x="7366000" y="3473450"/>
          <p14:tracePt t="294654" x="7366000" y="3479800"/>
          <p14:tracePt t="297402" x="7359650" y="3479800"/>
          <p14:tracePt t="297416" x="7340600" y="3479800"/>
          <p14:tracePt t="297423" x="7308850" y="3479800"/>
          <p14:tracePt t="297431" x="7270750" y="3473450"/>
          <p14:tracePt t="297447" x="7213600" y="3454400"/>
          <p14:tracePt t="297461" x="7150100" y="3435350"/>
          <p14:tracePt t="297477" x="6997700" y="3346450"/>
          <p14:tracePt t="297494" x="6800850" y="3238500"/>
          <p14:tracePt t="297511" x="6705600" y="3187700"/>
          <p14:tracePt t="297527" x="6540500" y="3086100"/>
          <p14:tracePt t="297543" x="6426200" y="3016250"/>
          <p14:tracePt t="297561" x="6394450" y="3003550"/>
          <p14:tracePt t="297578" x="6356350" y="2990850"/>
          <p14:tracePt t="297594" x="6330950" y="2984500"/>
          <p14:tracePt t="297610" x="6318250" y="2984500"/>
          <p14:tracePt t="297628" x="6286500" y="2984500"/>
          <p14:tracePt t="297644" x="6235700" y="2984500"/>
          <p14:tracePt t="297661" x="6197600" y="2984500"/>
          <p14:tracePt t="297678" x="6076950" y="3009900"/>
          <p14:tracePt t="297694" x="6000750" y="3022600"/>
          <p14:tracePt t="297711" x="5816600" y="3073400"/>
          <p14:tracePt t="297727" x="5568950" y="3124200"/>
          <p14:tracePt t="297744" x="5422900" y="3155950"/>
          <p14:tracePt t="297760" x="5118100" y="3225800"/>
          <p14:tracePt t="297776" x="4826000" y="3321050"/>
          <p14:tracePt t="297793" x="4692650" y="3365500"/>
          <p14:tracePt t="297810" x="4470400" y="3460750"/>
          <p14:tracePt t="297826" x="4286250" y="3524250"/>
          <p14:tracePt t="297843" x="4229100" y="3543300"/>
          <p14:tracePt t="297860" x="4165600" y="3575050"/>
          <p14:tracePt t="297876" x="4140200" y="3587750"/>
          <p14:tracePt t="297893" x="4133850" y="3594100"/>
          <p14:tracePt t="297909" x="4127500" y="3606800"/>
          <p14:tracePt t="297926" x="4121150" y="3606800"/>
          <p14:tracePt t="298027" x="4114800" y="3606800"/>
          <p14:tracePt t="299001" x="4127500" y="3606800"/>
          <p14:tracePt t="299022" x="4140200" y="3606800"/>
          <p14:tracePt t="299029" x="4146550" y="3606800"/>
          <p14:tracePt t="299038" x="4152900" y="3606800"/>
          <p14:tracePt t="299058" x="4159250" y="3600450"/>
          <p14:tracePt t="299073" x="4171950" y="3594100"/>
          <p14:tracePt t="299089" x="4184650" y="3587750"/>
          <p14:tracePt t="299105" x="4210050" y="3568700"/>
          <p14:tracePt t="299122" x="4254500" y="3536950"/>
          <p14:tracePt t="299138" x="4286250" y="3524250"/>
          <p14:tracePt t="299156" x="4337050" y="3486150"/>
          <p14:tracePt t="299172" x="4406900" y="3435350"/>
          <p14:tracePt t="299189" x="4451350" y="3409950"/>
          <p14:tracePt t="299205" x="4540250" y="3346450"/>
          <p14:tracePt t="299222" x="4667250" y="3276600"/>
          <p14:tracePt t="299239" x="4756150" y="3251200"/>
          <p14:tracePt t="299255" x="4953000" y="3162300"/>
          <p14:tracePt t="299272" x="5175250" y="3079750"/>
          <p14:tracePt t="299290" x="5397500" y="3016250"/>
          <p14:tracePt t="299305" x="5499100" y="2978150"/>
          <p14:tracePt t="299322" x="5676900" y="2901950"/>
          <p14:tracePt t="299339" x="5784850" y="2857500"/>
          <p14:tracePt t="299354" x="5816600" y="2832100"/>
          <p14:tracePt t="299371" x="5842000" y="2813050"/>
          <p14:tracePt t="299388" x="5861050" y="2800350"/>
          <p14:tracePt t="299421" x="5861050" y="2794000"/>
          <p14:tracePt t="299444" x="5854700" y="2794000"/>
          <p14:tracePt t="299454" x="5842000" y="2800350"/>
          <p14:tracePt t="299473" x="5835650" y="2806700"/>
          <p14:tracePt t="299493" x="5829300" y="2806700"/>
          <p14:tracePt t="299504" x="5816600" y="2813050"/>
          <p14:tracePt t="299521" x="5797550" y="2813050"/>
          <p14:tracePt t="299537" x="5791200" y="2813050"/>
          <p14:tracePt t="299554" x="5778500" y="2819400"/>
          <p14:tracePt t="299571" x="5778500" y="2825750"/>
          <p14:tracePt t="299604" x="5772150" y="2825750"/>
          <p14:tracePt t="299633" x="5772150" y="2832100"/>
          <p14:tracePt t="299738" x="5759450" y="2832100"/>
          <p14:tracePt t="299752" x="5740400" y="2825750"/>
          <p14:tracePt t="299760" x="5708650" y="2825750"/>
          <p14:tracePt t="299774" x="5651500" y="2819400"/>
          <p14:tracePt t="299786" x="5575300" y="2806700"/>
          <p14:tracePt t="299803" x="5321300" y="2787650"/>
          <p14:tracePt t="299820" x="5137150" y="2762250"/>
          <p14:tracePt t="299837" x="4711700" y="2736850"/>
          <p14:tracePt t="299853" x="4273550" y="2698750"/>
          <p14:tracePt t="299869" x="4102100" y="2673350"/>
          <p14:tracePt t="299886" x="3860800" y="2628900"/>
          <p14:tracePt t="299902" x="3784600" y="2616200"/>
          <p14:tracePt t="299919" x="3663950" y="2584450"/>
          <p14:tracePt t="299936" x="3606800" y="2565400"/>
          <p14:tracePt t="299952" x="3562350" y="2546350"/>
          <p14:tracePt t="299969" x="3460750" y="2501900"/>
          <p14:tracePt t="299985" x="3409950" y="2482850"/>
          <p14:tracePt t="300002" x="3282950" y="2425700"/>
          <p14:tracePt t="300019" x="3206750" y="2387600"/>
          <p14:tracePt t="300036" x="3111500" y="2343150"/>
          <p14:tracePt t="300052" x="2927350" y="2273300"/>
          <p14:tracePt t="300069" x="2717800" y="2197100"/>
          <p14:tracePt t="300085" x="2520950" y="2139950"/>
          <p14:tracePt t="300102" x="2451100" y="2114550"/>
          <p14:tracePt t="300118" x="2368550" y="2089150"/>
          <p14:tracePt t="300135" x="2330450" y="2095500"/>
          <p14:tracePt t="300152" x="2317750" y="2101850"/>
          <p14:tracePt t="300185" x="2317750" y="2108200"/>
          <p14:tracePt t="300223" x="2317750" y="2114550"/>
          <p14:tracePt t="300364" x="2324100" y="2114550"/>
          <p14:tracePt t="300371" x="2330450" y="2120900"/>
          <p14:tracePt t="300413" x="2336800" y="2120900"/>
          <p14:tracePt t="300532" x="2336800" y="2127250"/>
          <p14:tracePt t="300568" x="2336800" y="2133600"/>
          <p14:tracePt t="300596" x="2336800" y="2139950"/>
          <p14:tracePt t="300617" x="2336800" y="2146300"/>
          <p14:tracePt t="300631" x="2336800" y="2152650"/>
          <p14:tracePt t="300652" x="2336800" y="2159000"/>
          <p14:tracePt t="300680" x="2336800" y="2165350"/>
          <p14:tracePt t="300687" x="2336800" y="2171700"/>
          <p14:tracePt t="300714" x="2336800" y="2178050"/>
          <p14:tracePt t="300750" x="2336800" y="2184400"/>
          <p14:tracePt t="301165" x="2336800" y="2190750"/>
          <p14:tracePt t="301172" x="2349500" y="2203450"/>
          <p14:tracePt t="301186" x="2355850" y="2216150"/>
          <p14:tracePt t="301207" x="2355850" y="2222500"/>
          <p14:tracePt t="301221" x="2355850" y="2228850"/>
          <p14:tracePt t="301235" x="2355850" y="2241550"/>
          <p14:tracePt t="301250" x="2355850" y="2254250"/>
          <p14:tracePt t="301264" x="2349500" y="2266950"/>
          <p14:tracePt t="301281" x="2343150" y="2286000"/>
          <p14:tracePt t="301298" x="2324100" y="2311400"/>
          <p14:tracePt t="301315" x="2324100" y="2324100"/>
          <p14:tracePt t="301331" x="2311400" y="2336800"/>
          <p14:tracePt t="301348" x="2305050" y="2362200"/>
          <p14:tracePt t="301364" x="2298700" y="2368550"/>
          <p14:tracePt t="301381" x="2298700" y="2381250"/>
          <p14:tracePt t="301414" x="2298700" y="2387600"/>
          <p14:tracePt t="301438" x="2292350" y="2387600"/>
          <p14:tracePt t="301488" x="2292350" y="2393950"/>
          <p14:tracePt t="301552" x="2292350" y="2400300"/>
          <p14:tracePt t="301657" x="2292350" y="2406650"/>
          <p14:tracePt t="301740" x="2298700" y="2406650"/>
          <p14:tracePt t="301755" x="2305050" y="2406650"/>
          <p14:tracePt t="301769" x="2311400" y="2406650"/>
          <p14:tracePt t="301776" x="2317750" y="2406650"/>
          <p14:tracePt t="301790" x="2324100" y="2406650"/>
          <p14:tracePt t="301804" x="2330450" y="2406650"/>
          <p14:tracePt t="301819" x="2343150" y="2406650"/>
          <p14:tracePt t="301829" x="2381250" y="2406650"/>
          <p14:tracePt t="301847" x="2457450" y="2406650"/>
          <p14:tracePt t="301863" x="2686050" y="2419350"/>
          <p14:tracePt t="301896" x="3092450" y="2419350"/>
          <p14:tracePt t="301913" x="3384550" y="2432050"/>
          <p14:tracePt t="301930" x="3695700" y="2432050"/>
          <p14:tracePt t="301946" x="4419600" y="2432050"/>
          <p14:tracePt t="301962" x="4806950" y="2432050"/>
          <p14:tracePt t="301980" x="5562600" y="2451100"/>
          <p14:tracePt t="301995" x="6324600" y="2514600"/>
          <p14:tracePt t="302012" x="6673850" y="2552700"/>
          <p14:tracePt t="302030" x="7499350" y="2686050"/>
          <p14:tracePt t="302045" x="7702550" y="2724150"/>
          <p14:tracePt t="302062" x="8007350" y="2794000"/>
          <p14:tracePt t="302079" x="8248650" y="2851150"/>
          <p14:tracePt t="302095" x="8337550" y="2870200"/>
          <p14:tracePt t="302112" x="8420100" y="2889250"/>
          <p14:tracePt t="302128" x="8566150" y="2914650"/>
          <p14:tracePt t="302145" x="8610600" y="2927350"/>
          <p14:tracePt t="302162" x="8629650" y="2927350"/>
          <p14:tracePt t="302178" x="8661400" y="2933700"/>
          <p14:tracePt t="302195" x="8680450" y="2933700"/>
          <p14:tracePt t="302212" x="8699500" y="2933700"/>
          <p14:tracePt t="302228" x="8712200" y="2933700"/>
          <p14:tracePt t="302244" x="8750300" y="2946400"/>
          <p14:tracePt t="302262" x="8801100" y="2965450"/>
          <p14:tracePt t="302277" x="8832850" y="2984500"/>
          <p14:tracePt t="302294" x="8883650" y="3022600"/>
          <p14:tracePt t="302311" x="8915400" y="3048000"/>
          <p14:tracePt t="302327" x="8928100" y="3054350"/>
          <p14:tracePt t="302344" x="8947150" y="3079750"/>
          <p14:tracePt t="302361" x="8947150" y="3105150"/>
          <p14:tracePt t="302377" x="8928100" y="3117850"/>
          <p14:tracePt t="302394" x="8877300" y="3143250"/>
          <p14:tracePt t="302411" x="8769350" y="3162300"/>
          <p14:tracePt t="302427" x="8705850" y="3162300"/>
          <p14:tracePt t="302444" x="8540750" y="3168650"/>
          <p14:tracePt t="302461" x="8451850" y="3168650"/>
          <p14:tracePt t="302477" x="8280400" y="3136900"/>
          <p14:tracePt t="302494" x="8108950" y="3098800"/>
          <p14:tracePt t="302511" x="8032750" y="3079750"/>
          <p14:tracePt t="302528" x="7912100" y="3048000"/>
          <p14:tracePt t="302544" x="7791450" y="3028950"/>
          <p14:tracePt t="302560" x="7753350" y="3028950"/>
          <p14:tracePt t="302577" x="7696200" y="3028950"/>
          <p14:tracePt t="302594" x="7664450" y="3041650"/>
          <p14:tracePt t="302610" x="7651750" y="3041650"/>
          <p14:tracePt t="302627" x="7639050" y="3041650"/>
          <p14:tracePt t="302643" x="7632700" y="3041650"/>
          <p14:tracePt t="303203" x="7639050" y="3048000"/>
          <p14:tracePt t="303209" x="7645400" y="3054350"/>
          <p14:tracePt t="303224" x="7651750" y="3060700"/>
          <p14:tracePt t="303238" x="7664450" y="3073400"/>
          <p14:tracePt t="303252" x="7677150" y="3079750"/>
          <p14:tracePt t="303260" x="7677150" y="3086100"/>
          <p14:tracePt t="303294" x="7683500" y="3092450"/>
          <p14:tracePt t="303322" x="7683500" y="3098800"/>
          <p14:tracePt t="303357" x="7683500" y="3105150"/>
          <p14:tracePt t="303455" x="7683500" y="3111500"/>
          <p14:tracePt t="303463" x="7677150" y="3117850"/>
          <p14:tracePt t="303491" x="7670800" y="3117850"/>
          <p14:tracePt t="303512" x="7664450" y="3124200"/>
          <p14:tracePt t="303533" x="7658100" y="3130550"/>
          <p14:tracePt t="303547" x="7651750" y="3130550"/>
          <p14:tracePt t="303956" x="7620000" y="3130550"/>
          <p14:tracePt t="303971" x="7550150" y="3111500"/>
          <p14:tracePt t="303977" x="7486650" y="3092450"/>
          <p14:tracePt t="303989" x="7410450" y="3079750"/>
          <p14:tracePt t="304006" x="7200900" y="3048000"/>
          <p14:tracePt t="304022" x="7086600" y="3041650"/>
          <p14:tracePt t="304039" x="6959600" y="3016250"/>
          <p14:tracePt t="304055" x="6692900" y="2984500"/>
          <p14:tracePt t="304072" x="6426200" y="2952750"/>
          <p14:tracePt t="304088" x="6286500" y="2940050"/>
          <p14:tracePt t="304105" x="6019800" y="2921000"/>
          <p14:tracePt t="304122" x="5765800" y="2908300"/>
          <p14:tracePt t="304139" x="5626100" y="2908300"/>
          <p14:tracePt t="304154" x="5384800" y="2908300"/>
          <p14:tracePt t="304171" x="5156200" y="2927350"/>
          <p14:tracePt t="304188" x="5041900" y="2933700"/>
          <p14:tracePt t="304204" x="4851400" y="2959100"/>
          <p14:tracePt t="304221" x="4673600" y="2978150"/>
          <p14:tracePt t="304238" x="4527550" y="2997200"/>
          <p14:tracePt t="304254" x="4457700" y="3022600"/>
          <p14:tracePt t="304271" x="4349750" y="3073400"/>
          <p14:tracePt t="304287" x="4267200" y="3117850"/>
          <p14:tracePt t="304304" x="4267200" y="3162300"/>
          <p14:tracePt t="304320" x="4267200" y="3175000"/>
          <p14:tracePt t="306781" x="4273550" y="3175000"/>
          <p14:tracePt t="306788" x="4298950" y="3168650"/>
          <p14:tracePt t="306798" x="4318000" y="3162300"/>
          <p14:tracePt t="306812" x="4337050" y="3155950"/>
          <p14:tracePt t="306829" x="4368800" y="3143250"/>
          <p14:tracePt t="306845" x="4445000" y="3098800"/>
          <p14:tracePt t="306862" x="4502150" y="3073400"/>
          <p14:tracePt t="306878" x="4559300" y="3041650"/>
          <p14:tracePt t="306895" x="4743450" y="2984500"/>
          <p14:tracePt t="306912" x="4876800" y="2940050"/>
          <p14:tracePt t="306929" x="5346700" y="2863850"/>
          <p14:tracePt t="306944" x="5689600" y="2832100"/>
          <p14:tracePt t="306962" x="6083300" y="2819400"/>
          <p14:tracePt t="306979" x="6972300" y="2762250"/>
          <p14:tracePt t="306995" x="7359650" y="2749550"/>
          <p14:tracePt t="307011" x="7702550" y="2730500"/>
          <p14:tracePt t="307028" x="8191500" y="2673350"/>
          <p14:tracePt t="307044" x="8401050" y="2641600"/>
          <p14:tracePt t="307061" x="8451850" y="2641600"/>
          <p14:tracePt t="307077" x="8477250" y="2641600"/>
          <p14:tracePt t="307125" x="8477250" y="2647950"/>
          <p14:tracePt t="307146" x="8477250" y="2660650"/>
          <p14:tracePt t="307162" x="8477250" y="2673350"/>
          <p14:tracePt t="307168" x="8477250" y="2686050"/>
          <p14:tracePt t="307182" x="8483600" y="2698750"/>
          <p14:tracePt t="307194" x="8483600" y="2711450"/>
          <p14:tracePt t="307211" x="8483600" y="2730500"/>
          <p14:tracePt t="307228" x="8483600" y="2743200"/>
          <p14:tracePt t="307245" x="8477250" y="2794000"/>
          <p14:tracePt t="307260" x="8470900" y="2813050"/>
          <p14:tracePt t="307277" x="8464550" y="2825750"/>
          <p14:tracePt t="307294" x="8439150" y="2857500"/>
          <p14:tracePt t="307310" x="8394700" y="2895600"/>
          <p14:tracePt t="307328" x="8369300" y="2921000"/>
          <p14:tracePt t="307344" x="8318500" y="2940050"/>
          <p14:tracePt t="307360" x="8255000" y="2971800"/>
          <p14:tracePt t="307377" x="8223250" y="2990850"/>
          <p14:tracePt t="307394" x="8166100" y="3003550"/>
          <p14:tracePt t="307410" x="8115300" y="3009900"/>
          <p14:tracePt t="307429" x="8077200" y="3009900"/>
          <p14:tracePt t="307443" x="8058150" y="3016250"/>
          <p14:tracePt t="307460" x="8045450" y="3016250"/>
          <p14:tracePt t="307477" x="8001000" y="3022600"/>
          <p14:tracePt t="307493" x="7981950" y="3028950"/>
          <p14:tracePt t="307509" x="7962900" y="3028950"/>
          <p14:tracePt t="307526" x="7937500" y="3041650"/>
          <p14:tracePt t="307543" x="7905750" y="3048000"/>
          <p14:tracePt t="307560" x="7893050" y="3054350"/>
          <p14:tracePt t="307576" x="7842250" y="3060700"/>
          <p14:tracePt t="307592" x="7810500" y="3060700"/>
          <p14:tracePt t="307609" x="7804150" y="3054350"/>
          <p14:tracePt t="308291" x="7766050" y="3054350"/>
          <p14:tracePt t="308305" x="7715250" y="3054350"/>
          <p14:tracePt t="308312" x="7651750" y="3060700"/>
          <p14:tracePt t="308323" x="7556500" y="3067050"/>
          <p14:tracePt t="308341" x="7442200" y="3079750"/>
          <p14:tracePt t="308357" x="7169150" y="3105150"/>
          <p14:tracePt t="308374" x="7023100" y="3124200"/>
          <p14:tracePt t="308391" x="6483350" y="3213100"/>
          <p14:tracePt t="308407" x="6280150" y="3251200"/>
          <p14:tracePt t="308423" x="6057900" y="3295650"/>
          <p14:tracePt t="308426" x="5803900" y="3352800"/>
          <p14:tracePt t="308440" x="5588000" y="3422650"/>
          <p14:tracePt t="308456" x="5156200" y="3600450"/>
          <p14:tracePt t="308473" x="4965700" y="3683000"/>
          <p14:tracePt t="308489" x="4622800" y="3854450"/>
          <p14:tracePt t="308505" x="4425950" y="3949700"/>
          <p14:tracePt t="308523" x="4095750" y="4146550"/>
          <p14:tracePt t="308539" x="3968750" y="4216400"/>
          <p14:tracePt t="308556" x="3676650" y="4362450"/>
          <p14:tracePt t="308573" x="3467100" y="4445000"/>
          <p14:tracePt t="308589" x="3409950" y="4476750"/>
          <p14:tracePt t="308606" x="3327400" y="4502150"/>
          <p14:tracePt t="308622" x="3282950" y="4502150"/>
          <p14:tracePt t="308639" x="3263900" y="4502150"/>
          <p14:tracePt t="308655" x="3263900" y="4514850"/>
          <p14:tracePt t="310864" x="3257550" y="4502150"/>
          <p14:tracePt t="310871" x="3225800" y="4483100"/>
          <p14:tracePt t="310881" x="3181350" y="4457700"/>
          <p14:tracePt t="310898" x="3124200" y="4406900"/>
          <p14:tracePt t="310915" x="3009900" y="4318000"/>
          <p14:tracePt t="310931" x="2940050" y="4267200"/>
          <p14:tracePt t="310949" x="2717800" y="4108450"/>
          <p14:tracePt t="310964" x="2647950" y="4070350"/>
          <p14:tracePt t="310981" x="2590800" y="4032250"/>
          <p14:tracePt t="310999" x="2476500" y="3975100"/>
          <p14:tracePt t="311014" x="2381250" y="3949700"/>
          <p14:tracePt t="311031" x="2336800" y="3930650"/>
          <p14:tracePt t="311048" x="2279650" y="3905250"/>
          <p14:tracePt t="311064" x="2209800" y="3898900"/>
          <p14:tracePt t="311081" x="2178050" y="3892550"/>
          <p14:tracePt t="311097" x="2108200" y="3873500"/>
          <p14:tracePt t="311114" x="2051050" y="3873500"/>
          <p14:tracePt t="311130" x="2038350" y="3873500"/>
          <p14:tracePt t="311147" x="2012950" y="3873500"/>
          <p14:tracePt t="311163" x="2000250" y="3873500"/>
          <p14:tracePt t="311181" x="1993900" y="3873500"/>
          <p14:tracePt t="311244" x="1987550" y="3879850"/>
          <p14:tracePt t="311265" x="1987550" y="3886200"/>
          <p14:tracePt t="311293" x="1981200" y="3892550"/>
          <p14:tracePt t="311335" x="1974850" y="3898900"/>
          <p14:tracePt t="311384" x="1968500" y="3905250"/>
          <p14:tracePt t="311511" x="1974850" y="3905250"/>
          <p14:tracePt t="311531" x="1981200" y="3905250"/>
          <p14:tracePt t="311567" x="1987550" y="3905250"/>
          <p14:tracePt t="311574" x="1993900" y="3905250"/>
          <p14:tracePt t="311602" x="1993900" y="3898900"/>
          <p14:tracePt t="311623" x="2006600" y="3898900"/>
          <p14:tracePt t="311644" x="2012950" y="3892550"/>
          <p14:tracePt t="311651" x="2019300" y="3892550"/>
          <p14:tracePt t="311665" x="2025650" y="3886200"/>
          <p14:tracePt t="311678" x="2032000" y="3886200"/>
          <p14:tracePt t="311695" x="2051050" y="3873500"/>
          <p14:tracePt t="311712" x="2063750" y="3867150"/>
          <p14:tracePt t="311729" x="2108200" y="3848100"/>
          <p14:tracePt t="311745" x="2152650" y="3816350"/>
          <p14:tracePt t="311761" x="2184400" y="3803650"/>
          <p14:tracePt t="311779" x="2235200" y="3771900"/>
          <p14:tracePt t="311794" x="2266950" y="3752850"/>
          <p14:tracePt t="311811" x="2279650" y="3740150"/>
          <p14:tracePt t="311828" x="2298700" y="3721100"/>
          <p14:tracePt t="311844" x="2305050" y="3714750"/>
          <p14:tracePt t="311862" x="2311400" y="3708400"/>
          <p14:tracePt t="311897" x="2311400" y="3702050"/>
          <p14:tracePt t="311911" x="2311400" y="3695700"/>
          <p14:tracePt t="311927" x="2305050" y="3683000"/>
          <p14:tracePt t="311944" x="2298700" y="3670300"/>
          <p14:tracePt t="311947" x="2292350" y="3657600"/>
          <p14:tracePt t="311961" x="2286000" y="3644900"/>
          <p14:tracePt t="311978" x="2273300" y="3625850"/>
          <p14:tracePt t="311994" x="2260600" y="3594100"/>
          <p14:tracePt t="312010" x="2216150" y="3505200"/>
          <p14:tracePt t="312028" x="2165350" y="3448050"/>
          <p14:tracePt t="312045" x="2025650" y="3200400"/>
          <p14:tracePt t="312061" x="1968500" y="3111500"/>
          <p14:tracePt t="312078" x="1892300" y="2959100"/>
          <p14:tracePt t="312094" x="1835150" y="2838450"/>
          <p14:tracePt t="312111" x="1816100" y="2794000"/>
          <p14:tracePt t="312127" x="1803400" y="2762250"/>
          <p14:tracePt t="312144" x="1765300" y="2692400"/>
          <p14:tracePt t="312160" x="1758950" y="2679700"/>
          <p14:tracePt t="312177" x="1746250" y="2667000"/>
          <p14:tracePt t="312193" x="1727200" y="2647950"/>
          <p14:tracePt t="312209" x="1727200" y="2635250"/>
          <p14:tracePt t="312227" x="1714500" y="2628900"/>
          <p14:tracePt t="312263" x="1708150" y="2628900"/>
          <p14:tracePt t="312347" x="1708150" y="2622550"/>
          <p14:tracePt t="312382" x="1708150" y="2616200"/>
          <p14:tracePt t="312417" x="1714500" y="2616200"/>
          <p14:tracePt t="312438" x="1720850" y="2609850"/>
          <p14:tracePt t="312466" x="1727200" y="2609850"/>
          <p14:tracePt t="312487" x="1733550" y="2609850"/>
          <p14:tracePt t="312494" x="1739900" y="2609850"/>
          <p14:tracePt t="312508" x="1746250" y="2609850"/>
          <p14:tracePt t="312515" x="1746250" y="2603500"/>
          <p14:tracePt t="312529" x="1752600" y="2603500"/>
          <p14:tracePt t="312542" x="1758950" y="2597150"/>
          <p14:tracePt t="312559" x="1765300" y="2590800"/>
          <p14:tracePt t="312576" x="1771650" y="2590800"/>
          <p14:tracePt t="312593" x="1803400" y="2565400"/>
          <p14:tracePt t="312609" x="1847850" y="2533650"/>
          <p14:tracePt t="312626" x="1873250" y="2508250"/>
          <p14:tracePt t="312642" x="1930400" y="2451100"/>
          <p14:tracePt t="312659" x="1987550" y="2387600"/>
          <p14:tracePt t="312675" x="2012950" y="2349500"/>
          <p14:tracePt t="312692" x="2044700" y="2311400"/>
          <p14:tracePt t="312708" x="2063750" y="2266950"/>
          <p14:tracePt t="312725" x="2070100" y="2260600"/>
          <p14:tracePt t="312741" x="2076450" y="2247900"/>
          <p14:tracePt t="312789" x="2070100" y="2247900"/>
          <p14:tracePt t="312796" x="2063750" y="2254250"/>
          <p14:tracePt t="312818" x="2063750" y="2260600"/>
          <p14:tracePt t="312831" x="2057400" y="2260600"/>
          <p14:tracePt t="312841" x="2051050" y="2266950"/>
          <p14:tracePt t="312857" x="2044700" y="2273300"/>
          <p14:tracePt t="312874" x="2025650" y="2286000"/>
          <p14:tracePt t="312891" x="1962150" y="2298700"/>
          <p14:tracePt t="312908" x="1924050" y="2317750"/>
          <p14:tracePt t="312924" x="1822450" y="2349500"/>
          <p14:tracePt t="312940" x="1701800" y="2381250"/>
          <p14:tracePt t="312958" x="1619250" y="2406650"/>
          <p14:tracePt t="312974" x="1587500" y="2419350"/>
          <p14:tracePt t="312990" x="1543050" y="2425700"/>
          <p14:tracePt t="313008" x="1530350" y="2438400"/>
          <p14:tracePt t="313024" x="1524000" y="2438400"/>
          <p14:tracePt t="313041" x="1517650" y="2438400"/>
          <p14:tracePt t="313112" x="1530350" y="2438400"/>
          <p14:tracePt t="313126" x="1530350" y="2432050"/>
          <p14:tracePt t="313142" x="1536700" y="2425700"/>
          <p14:tracePt t="313148" x="1543050" y="2419350"/>
          <p14:tracePt t="313157" x="1555750" y="2413000"/>
          <p14:tracePt t="313173" x="1574800" y="2406650"/>
          <p14:tracePt t="313190" x="1619250" y="2374900"/>
          <p14:tracePt t="313207" x="1701800" y="2336800"/>
          <p14:tracePt t="313224" x="1758950" y="2298700"/>
          <p14:tracePt t="313240" x="1917700" y="2197100"/>
          <p14:tracePt t="313256" x="1968500" y="2159000"/>
          <p14:tracePt t="313273" x="2032000" y="2101850"/>
          <p14:tracePt t="313289" x="2076450" y="2057400"/>
          <p14:tracePt t="313306" x="2082800" y="2051050"/>
          <p14:tracePt t="313323" x="2089150" y="2044700"/>
          <p14:tracePt t="313401" x="2089150" y="2051050"/>
          <p14:tracePt t="313492" x="2082800" y="2051050"/>
          <p14:tracePt t="313562" x="2076450" y="2051050"/>
          <p14:tracePt t="313986" x="2070100" y="2063750"/>
          <p14:tracePt t="313993" x="2051050" y="2089150"/>
          <p14:tracePt t="314003" x="2038350" y="2101850"/>
          <p14:tracePt t="314021" x="2006600" y="2146300"/>
          <p14:tracePt t="314037" x="1987550" y="2165350"/>
          <p14:tracePt t="314054" x="1974850" y="2184400"/>
          <p14:tracePt t="314071" x="1917700" y="2228850"/>
          <p14:tracePt t="314087" x="1905000" y="2247900"/>
          <p14:tracePt t="314104" x="1885950" y="2266950"/>
          <p14:tracePt t="314120" x="1854200" y="2298700"/>
          <p14:tracePt t="314137" x="1822450" y="2324100"/>
          <p14:tracePt t="314154" x="1809750" y="2343150"/>
          <p14:tracePt t="314170" x="1771650" y="2362200"/>
          <p14:tracePt t="314187" x="1752600" y="2387600"/>
          <p14:tracePt t="314205" x="1727200" y="2406650"/>
          <p14:tracePt t="314220" x="1714500" y="2419350"/>
          <p14:tracePt t="314237" x="1695450" y="2432050"/>
          <p14:tracePt t="314254" x="1682750" y="2451100"/>
          <p14:tracePt t="314270" x="1676400" y="2457450"/>
          <p14:tracePt t="314286" x="1670050" y="2463800"/>
          <p14:tracePt t="314303" x="1670050" y="2476500"/>
          <p14:tracePt t="314336" x="1670050" y="2482850"/>
          <p14:tracePt t="314353" x="1663700" y="2482850"/>
          <p14:tracePt t="314808" x="1708150" y="2520950"/>
          <p14:tracePt t="314815" x="1765300" y="2590800"/>
          <p14:tracePt t="314829" x="1847850" y="2673350"/>
          <p14:tracePt t="314837" x="1924050" y="2749550"/>
          <p14:tracePt t="314851" x="1993900" y="2819400"/>
          <p14:tracePt t="314867" x="2152650" y="2971800"/>
          <p14:tracePt t="314885" x="2209800" y="3048000"/>
          <p14:tracePt t="314900" x="2317750" y="3162300"/>
          <p14:tracePt t="314917" x="2374900" y="3206750"/>
          <p14:tracePt t="314935" x="2413000" y="3232150"/>
          <p14:tracePt t="314950" x="2432050" y="3244850"/>
          <p14:tracePt t="314967" x="2444750" y="3251200"/>
          <p14:tracePt t="314984" x="2463800" y="3257550"/>
          <p14:tracePt t="315000" x="2470150" y="3263900"/>
          <p14:tracePt t="315017" x="2476500" y="3263900"/>
          <p14:tracePt t="315033" x="2495550" y="3270250"/>
          <p14:tracePt t="315050" x="2508250" y="3270250"/>
          <p14:tracePt t="315083" x="2514600" y="3270250"/>
          <p14:tracePt t="315118" x="2533650" y="3276600"/>
          <p14:tracePt t="315124" x="2546350" y="3282950"/>
          <p14:tracePt t="315138" x="2578100" y="3302000"/>
          <p14:tracePt t="315149" x="2609850" y="3327400"/>
          <p14:tracePt t="315167" x="2679700" y="3378200"/>
          <p14:tracePt t="315183" x="2724150" y="3409950"/>
          <p14:tracePt t="315200" x="2781300" y="3460750"/>
          <p14:tracePt t="315217" x="2800350" y="3479800"/>
          <p14:tracePt t="315233" x="2800350" y="3486150"/>
          <p14:tracePt t="315250" x="2813050" y="3486150"/>
          <p14:tracePt t="315307" x="2806700" y="3486150"/>
          <p14:tracePt t="315321" x="2794000" y="3473450"/>
          <p14:tracePt t="315328" x="2781300" y="3448050"/>
          <p14:tracePt t="315336" x="2749550" y="3416300"/>
          <p14:tracePt t="315352" x="2711450" y="3371850"/>
          <p14:tracePt t="315366" x="2654300" y="3314700"/>
          <p14:tracePt t="315382" x="2514600" y="3181350"/>
          <p14:tracePt t="315399" x="2355850" y="3060700"/>
          <p14:tracePt t="315415" x="2286000" y="2997200"/>
          <p14:tracePt t="315432" x="2197100" y="2933700"/>
          <p14:tracePt t="315449" x="2165350" y="2914650"/>
          <p14:tracePt t="315465" x="2159000" y="2908300"/>
          <p14:tracePt t="315483" x="2152650" y="2908300"/>
          <p14:tracePt t="315498" x="2152650" y="2921000"/>
          <p14:tracePt t="315532" x="2165350" y="2946400"/>
          <p14:tracePt t="315548" x="2184400" y="2978150"/>
          <p14:tracePt t="315565" x="2203450" y="2990850"/>
          <p14:tracePt t="315582" x="2247900" y="3035300"/>
          <p14:tracePt t="315598" x="2292350" y="3067050"/>
          <p14:tracePt t="315615" x="2387600" y="3143250"/>
          <p14:tracePt t="315631" x="2501900" y="3219450"/>
          <p14:tracePt t="315647" x="2559050" y="3257550"/>
          <p14:tracePt t="315665" x="2647950" y="3333750"/>
          <p14:tracePt t="315681" x="2692400" y="3359150"/>
          <p14:tracePt t="315698" x="2705100" y="3365500"/>
          <p14:tracePt t="315715" x="2717800" y="3378200"/>
          <p14:tracePt t="315911" x="2711450" y="3371850"/>
          <p14:tracePt t="316002" x="2711450" y="3365500"/>
          <p14:tracePt t="316372" x="2705100" y="3371850"/>
          <p14:tracePt t="316380" x="2692400" y="3384550"/>
          <p14:tracePt t="316393" x="2686050" y="3397250"/>
          <p14:tracePt t="316400" x="2667000" y="3416300"/>
          <p14:tracePt t="316415" x="2654300" y="3429000"/>
          <p14:tracePt t="316430" x="2641600" y="3441700"/>
          <p14:tracePt t="316445" x="2622550" y="3467100"/>
          <p14:tracePt t="316462" x="2609850" y="3479800"/>
          <p14:tracePt t="316478" x="2584450" y="3498850"/>
          <p14:tracePt t="316495" x="2552700" y="3530600"/>
          <p14:tracePt t="316513" x="2533650" y="3562350"/>
          <p14:tracePt t="316528" x="2520950" y="3581400"/>
          <p14:tracePt t="316545" x="2508250" y="3625850"/>
          <p14:tracePt t="316562" x="2482850" y="3651250"/>
          <p14:tracePt t="316578" x="2482850" y="3657600"/>
          <p14:tracePt t="316595" x="2482850" y="3676650"/>
          <p14:tracePt t="316612" x="2482850" y="3689350"/>
          <p14:tracePt t="316628" x="2482850" y="3695700"/>
          <p14:tracePt t="316644" x="2482850" y="3702050"/>
          <p14:tracePt t="316662" x="2489200" y="3721100"/>
          <p14:tracePt t="316677" x="2495550" y="3727450"/>
          <p14:tracePt t="316696" x="2508250" y="3727450"/>
          <p14:tracePt t="316711" x="2514600" y="3727450"/>
          <p14:tracePt t="316727" x="2533650" y="3727450"/>
          <p14:tracePt t="316745" x="2565400" y="3727450"/>
          <p14:tracePt t="316761" x="2597150" y="3727450"/>
          <p14:tracePt t="316778" x="2647950" y="3727450"/>
          <p14:tracePt t="316794" x="2698750" y="3708400"/>
          <p14:tracePt t="316811" x="2736850" y="3702050"/>
          <p14:tracePt t="316828" x="2787650" y="3670300"/>
          <p14:tracePt t="316844" x="2832100" y="3625850"/>
          <p14:tracePt t="316861" x="2863850" y="3600450"/>
          <p14:tracePt t="316878" x="2901950" y="3549650"/>
          <p14:tracePt t="316894" x="2933700" y="3473450"/>
          <p14:tracePt t="316910" x="2952750" y="3441700"/>
          <p14:tracePt t="316928" x="2965450" y="3371850"/>
          <p14:tracePt t="316944" x="2965450" y="3282950"/>
          <p14:tracePt t="316960" x="2965450" y="3225800"/>
          <p14:tracePt t="316977" x="2946400" y="3117850"/>
          <p14:tracePt t="316994" x="2933700" y="3079750"/>
          <p14:tracePt t="317010" x="2901950" y="3022600"/>
          <p14:tracePt t="317026" x="2882900" y="2997200"/>
          <p14:tracePt t="317043" x="2870200" y="2990850"/>
          <p14:tracePt t="317060" x="2832100" y="2978150"/>
          <p14:tracePt t="317076" x="2800350" y="2971800"/>
          <p14:tracePt t="317093" x="2787650" y="2971800"/>
          <p14:tracePt t="317110" x="2736850" y="2978150"/>
          <p14:tracePt t="317126" x="2692400" y="2997200"/>
          <p14:tracePt t="317143" x="2660650" y="3022600"/>
          <p14:tracePt t="317159" x="2546350" y="3098800"/>
          <p14:tracePt t="317176" x="2425700" y="3206750"/>
          <p14:tracePt t="317192" x="2368550" y="3276600"/>
          <p14:tracePt t="317209" x="2260600" y="3422650"/>
          <p14:tracePt t="317226" x="2197100" y="3594100"/>
          <p14:tracePt t="317243" x="2178050" y="3721100"/>
          <p14:tracePt t="317259" x="2178050" y="3778250"/>
          <p14:tracePt t="317276" x="2197100" y="3822700"/>
          <p14:tracePt t="317293" x="2247900" y="3898900"/>
          <p14:tracePt t="317309" x="2273300" y="3905250"/>
          <p14:tracePt t="317325" x="2286000" y="3911600"/>
          <p14:tracePt t="317342" x="2324100" y="3911600"/>
          <p14:tracePt t="317360" x="2381250" y="3911600"/>
          <p14:tracePt t="317378" x="2457450" y="3911600"/>
          <p14:tracePt t="317392" x="2501900" y="3898900"/>
          <p14:tracePt t="317409" x="2584450" y="3892550"/>
          <p14:tracePt t="317426" x="2654300" y="3879850"/>
          <p14:tracePt t="317442" x="2686050" y="3860800"/>
          <p14:tracePt t="317459" x="2724150" y="3848100"/>
          <p14:tracePt t="317476" x="2762250" y="3835400"/>
          <p14:tracePt t="317508" x="2774950" y="3822700"/>
          <p14:tracePt t="317525" x="2781300" y="3816350"/>
          <p14:tracePt t="317558" x="2781300" y="3810000"/>
          <p14:tracePt t="317574" x="2787650" y="3797300"/>
          <p14:tracePt t="317592" x="2787650" y="3790950"/>
          <p14:tracePt t="317609" x="2787650" y="3784600"/>
          <p14:tracePt t="317624" x="2787650" y="3778250"/>
          <p14:tracePt t="317640" x="2787650" y="3759200"/>
          <p14:tracePt t="317659" x="2794000" y="3721100"/>
          <p14:tracePt t="317674" x="2794000" y="3702050"/>
          <p14:tracePt t="317691" x="2800350" y="3638550"/>
          <p14:tracePt t="317708" x="2800350" y="3556000"/>
          <p14:tracePt t="317724" x="2800350" y="3517900"/>
          <p14:tracePt t="317741" x="2781300" y="3441700"/>
          <p14:tracePt t="317757" x="2749550" y="3371850"/>
          <p14:tracePt t="317774" x="2736850" y="3346450"/>
          <p14:tracePt t="317791" x="2692400" y="3302000"/>
          <p14:tracePt t="317807" x="2641600" y="3282950"/>
          <p14:tracePt t="317824" x="2609850" y="3263900"/>
          <p14:tracePt t="317841" x="2552700" y="3257550"/>
          <p14:tracePt t="317857" x="2457450" y="3257550"/>
          <p14:tracePt t="317873" x="2406650" y="3270250"/>
          <p14:tracePt t="317891" x="2286000" y="3295650"/>
          <p14:tracePt t="317907" x="2228850" y="3327400"/>
          <p14:tracePt t="317924" x="2159000" y="3397250"/>
          <p14:tracePt t="317940" x="2095500" y="3498850"/>
          <p14:tracePt t="317957" x="2082800" y="3549650"/>
          <p14:tracePt t="317974" x="2089150" y="3689350"/>
          <p14:tracePt t="317990" x="2133600" y="3816350"/>
          <p14:tracePt t="318007" x="2152650" y="3860800"/>
          <p14:tracePt t="318024" x="2197100" y="3905250"/>
          <p14:tracePt t="318040" x="2209800" y="3924300"/>
          <p14:tracePt t="318056" x="2222500" y="3930650"/>
          <p14:tracePt t="318073" x="2235200" y="3930650"/>
          <p14:tracePt t="318090" x="2260600" y="3917950"/>
          <p14:tracePt t="318107" x="2266950" y="3911600"/>
          <p14:tracePt t="318123" x="2305050" y="3892550"/>
          <p14:tracePt t="318139" x="2355850" y="3860800"/>
          <p14:tracePt t="318157" x="2406650" y="3835400"/>
          <p14:tracePt t="318173" x="2438400" y="3816350"/>
          <p14:tracePt t="318189" x="2451100" y="3803650"/>
          <p14:tracePt t="318207" x="2495550" y="3790950"/>
          <p14:tracePt t="318222" x="2501900" y="3790950"/>
          <p14:tracePt t="318239" x="2552700" y="3765550"/>
          <p14:tracePt t="318256" x="2584450" y="3746500"/>
          <p14:tracePt t="318552" x="2584450" y="3797300"/>
          <p14:tracePt t="318559" x="2565400" y="3873500"/>
          <p14:tracePt t="318574" x="2565400" y="3949700"/>
          <p14:tracePt t="318588" x="2546350" y="4095750"/>
          <p14:tracePt t="318604" x="2540000" y="4171950"/>
          <p14:tracePt t="318623" x="2527300" y="4298950"/>
          <p14:tracePt t="318638" x="2520950" y="4356100"/>
          <p14:tracePt t="318654" x="2501900" y="4406900"/>
          <p14:tracePt t="318672" x="2476500" y="4483100"/>
          <p14:tracePt t="318687" x="2463800" y="4502150"/>
          <p14:tracePt t="318704" x="2457450" y="4521200"/>
          <p14:tracePt t="318721" x="2451100" y="4533900"/>
          <p14:tracePt t="318737" x="2444750" y="4540250"/>
          <p14:tracePt t="318757" x="2444750" y="4546600"/>
          <p14:tracePt t="318826" x="2451100" y="4546600"/>
          <p14:tracePt t="318847" x="2457450" y="4546600"/>
          <p14:tracePt t="318897" x="2463800" y="4546600"/>
          <p14:tracePt t="318911" x="2470150" y="4540250"/>
          <p14:tracePt t="318925" x="2476500" y="4540250"/>
          <p14:tracePt t="318946" x="2482850" y="4540250"/>
          <p14:tracePt t="318959" x="2495550" y="4533900"/>
          <p14:tracePt t="318974" x="2508250" y="4533900"/>
          <p14:tracePt t="318981" x="2527300" y="4527550"/>
          <p14:tracePt t="318995" x="2546350" y="4514850"/>
          <p14:tracePt t="319009" x="2590800" y="4502150"/>
          <p14:tracePt t="319023" x="2654300" y="4483100"/>
          <p14:tracePt t="319037" x="2736850" y="4464050"/>
          <p14:tracePt t="319053" x="2940050" y="4413250"/>
          <p14:tracePt t="319070" x="3149600" y="4362450"/>
          <p14:tracePt t="319087" x="3251200" y="4337050"/>
          <p14:tracePt t="319103" x="3486150" y="4286250"/>
          <p14:tracePt t="319120" x="3702050" y="4254500"/>
          <p14:tracePt t="319136" x="3879850" y="4235450"/>
          <p14:tracePt t="319153" x="4057650" y="4222750"/>
          <p14:tracePt t="319169" x="4152900" y="4216400"/>
          <p14:tracePt t="319186" x="4356100" y="4216400"/>
          <p14:tracePt t="319202" x="4438650" y="4216400"/>
          <p14:tracePt t="319220" x="4673600" y="4203700"/>
          <p14:tracePt t="319236" x="4711700" y="4203700"/>
          <p14:tracePt t="319252" x="4743450" y="4203700"/>
          <p14:tracePt t="319269" x="4768850" y="4197350"/>
          <p14:tracePt t="319285" x="4775200" y="4197350"/>
          <p14:tracePt t="319319" x="4762500" y="4203700"/>
          <p14:tracePt t="319335" x="4743450" y="4203700"/>
          <p14:tracePt t="319352" x="4730750" y="4210050"/>
          <p14:tracePt t="319368" x="4679950" y="4229100"/>
          <p14:tracePt t="319385" x="4572000" y="4267200"/>
          <p14:tracePt t="319403" x="4400550" y="4305300"/>
          <p14:tracePt t="319418" x="4298950" y="4318000"/>
          <p14:tracePt t="319435" x="4044950" y="4349750"/>
          <p14:tracePt t="319452" x="3917950" y="4368800"/>
          <p14:tracePt t="319468" x="3790950" y="4394200"/>
          <p14:tracePt t="319485" x="3536950" y="4425950"/>
          <p14:tracePt t="319502" x="3327400" y="4464050"/>
          <p14:tracePt t="319518" x="3263900" y="4483100"/>
          <p14:tracePt t="319535" x="3219450" y="4502150"/>
          <p14:tracePt t="319552" x="3187700" y="4514850"/>
          <p14:tracePt t="319568" x="3168650" y="4521200"/>
          <p14:tracePt t="319587" x="3168650" y="4527550"/>
          <p14:tracePt t="319613" x="3175000" y="4527550"/>
          <p14:tracePt t="319627" x="3200400" y="4521200"/>
          <p14:tracePt t="319641" x="3219450" y="4514850"/>
          <p14:tracePt t="319655" x="3251200" y="4508500"/>
          <p14:tracePt t="319667" x="3302000" y="4495800"/>
          <p14:tracePt t="319684" x="3390900" y="4495800"/>
          <p14:tracePt t="319701" x="3517900" y="4489450"/>
          <p14:tracePt t="319717" x="3898900" y="4489450"/>
          <p14:tracePt t="319734" x="4184650" y="4489450"/>
          <p14:tracePt t="319750" x="4806950" y="4489450"/>
          <p14:tracePt t="319768" x="5092700" y="4489450"/>
          <p14:tracePt t="319784" x="5353050" y="4489450"/>
          <p14:tracePt t="319800" x="5613400" y="4464050"/>
          <p14:tracePt t="319817" x="5670550" y="4457700"/>
          <p14:tracePt t="319834" x="5702300" y="4457700"/>
          <p14:tracePt t="319867" x="5702300" y="4464050"/>
          <p14:tracePt t="319883" x="5695950" y="4464050"/>
          <p14:tracePt t="319899" x="5689600" y="4464050"/>
          <p14:tracePt t="319916" x="5670550" y="4464050"/>
          <p14:tracePt t="319934" x="5651500" y="4464050"/>
          <p14:tracePt t="319950" x="5626100" y="4464050"/>
          <p14:tracePt t="319967" x="5499100" y="4464050"/>
          <p14:tracePt t="319983" x="5397500" y="4464050"/>
          <p14:tracePt t="320000" x="5270500" y="4464050"/>
          <p14:tracePt t="320017" x="4883150" y="4457700"/>
          <p14:tracePt t="320034" x="4622800" y="4438650"/>
          <p14:tracePt t="320050" x="4121150" y="4425950"/>
          <p14:tracePt t="320067" x="3911600" y="4425950"/>
          <p14:tracePt t="320070" x="3784600" y="4425950"/>
          <p14:tracePt t="320086" x="3670300" y="4425950"/>
          <p14:tracePt t="320099" x="3581400" y="4425950"/>
          <p14:tracePt t="320116" x="3530600" y="4425950"/>
          <p14:tracePt t="320133" x="3492500" y="4425950"/>
          <p14:tracePt t="320150" x="3486150" y="4432300"/>
          <p14:tracePt t="320166" x="3479800" y="4432300"/>
          <p14:tracePt t="320199" x="3486150" y="4438650"/>
          <p14:tracePt t="320216" x="3498850" y="4438650"/>
          <p14:tracePt t="320232" x="3549650" y="4432300"/>
          <p14:tracePt t="320249" x="3594100" y="4432300"/>
          <p14:tracePt t="320265" x="3676650" y="4432300"/>
          <p14:tracePt t="320282" x="3937000" y="4470400"/>
          <p14:tracePt t="320299" x="4159250" y="4495800"/>
          <p14:tracePt t="320316" x="4508500" y="4521200"/>
          <p14:tracePt t="320332" x="4622800" y="4521200"/>
          <p14:tracePt t="320349" x="4699000" y="4521200"/>
          <p14:tracePt t="320365" x="4775200" y="4521200"/>
          <p14:tracePt t="320382" x="4787900" y="4514850"/>
          <p14:tracePt t="320398" x="4794250" y="4514850"/>
          <p14:tracePt t="320449" x="4787900" y="4514850"/>
          <p14:tracePt t="320477" x="4781550" y="4514850"/>
          <p14:tracePt t="320491" x="4775200" y="4514850"/>
          <p14:tracePt t="320512" x="4768850" y="4514850"/>
          <p14:tracePt t="320547" x="4762500" y="4514850"/>
          <p14:tracePt t="320555" x="4756150" y="4514850"/>
          <p14:tracePt t="320583" x="4756150" y="4508500"/>
          <p14:tracePt t="320597" x="4762500" y="4502150"/>
          <p14:tracePt t="320939" x="4718050" y="4502150"/>
          <p14:tracePt t="320947" x="4654550" y="4483100"/>
          <p14:tracePt t="320960" x="4572000" y="4470400"/>
          <p14:tracePt t="320974" x="4470400" y="4438650"/>
          <p14:tracePt t="320983" x="4343400" y="4406900"/>
          <p14:tracePt t="320996" x="4152900" y="4343400"/>
          <p14:tracePt t="321013" x="3968750" y="4292600"/>
          <p14:tracePt t="321030" x="3422650" y="4121150"/>
          <p14:tracePt t="321046" x="3136900" y="4044950"/>
          <p14:tracePt t="321062" x="2851150" y="3949700"/>
          <p14:tracePt t="321080" x="2368550" y="3810000"/>
          <p14:tracePt t="321096" x="2292350" y="3790950"/>
          <p14:tracePt t="321113" x="2228850" y="3771900"/>
          <p14:tracePt t="321130" x="2197100" y="3771900"/>
          <p14:tracePt t="321146" x="2190750" y="3771900"/>
          <p14:tracePt t="321163" x="2171700" y="3771900"/>
          <p14:tracePt t="321179" x="2152650" y="3778250"/>
          <p14:tracePt t="321196" x="2152650" y="3784600"/>
          <p14:tracePt t="321213" x="2133600" y="3790950"/>
          <p14:tracePt t="321229" x="2127250" y="3790950"/>
          <p14:tracePt t="321245" x="2127250" y="3797300"/>
          <p14:tracePt t="321263" x="2120900" y="3797300"/>
          <p14:tracePt t="321319" x="2120900" y="3790950"/>
          <p14:tracePt t="321332" x="2127250" y="3784600"/>
          <p14:tracePt t="321339" x="2133600" y="3784600"/>
          <p14:tracePt t="321354" x="2146300" y="3778250"/>
          <p14:tracePt t="321362" x="2159000" y="3771900"/>
          <p14:tracePt t="321378" x="2171700" y="3765550"/>
          <p14:tracePt t="321395" x="2222500" y="3752850"/>
          <p14:tracePt t="321412" x="2298700" y="3746500"/>
          <p14:tracePt t="321428" x="2381250" y="3740150"/>
          <p14:tracePt t="321445" x="2520950" y="3721100"/>
          <p14:tracePt t="321461" x="2584450" y="3708400"/>
          <p14:tracePt t="321478" x="2660650" y="3689350"/>
          <p14:tracePt t="321495" x="2692400" y="3670300"/>
          <p14:tracePt t="321512" x="2698750" y="3657600"/>
          <p14:tracePt t="321544" x="2698750" y="3644900"/>
          <p14:tracePt t="321561" x="2692400" y="3632200"/>
          <p14:tracePt t="321579" x="2667000" y="3613150"/>
          <p14:tracePt t="321595" x="2654300" y="3606800"/>
          <p14:tracePt t="321611" x="2641600" y="3600450"/>
          <p14:tracePt t="321628" x="2616200" y="3600450"/>
          <p14:tracePt t="321644" x="2571750" y="3600450"/>
          <p14:tracePt t="321661" x="2546350" y="3600450"/>
          <p14:tracePt t="321678" x="2457450" y="3638550"/>
          <p14:tracePt t="321694" x="2374900" y="3670300"/>
          <p14:tracePt t="321711" x="2324100" y="3708400"/>
          <p14:tracePt t="321728" x="2260600" y="3759200"/>
          <p14:tracePt t="321744" x="2235200" y="3790950"/>
          <p14:tracePt t="321761" x="2209800" y="3860800"/>
          <p14:tracePt t="321777" x="2209800" y="3892550"/>
          <p14:tracePt t="321794" x="2209800" y="3917950"/>
          <p14:tracePt t="321811" x="2216150" y="3962400"/>
          <p14:tracePt t="321827" x="2222500" y="3968750"/>
          <p14:tracePt t="321843" x="2235200" y="3981450"/>
          <p14:tracePt t="321860" x="2254250" y="3981450"/>
          <p14:tracePt t="321876" x="2266950" y="3987800"/>
          <p14:tracePt t="321893" x="2279650" y="3987800"/>
          <p14:tracePt t="321910" x="2311400" y="3987800"/>
          <p14:tracePt t="321926" x="2330450" y="3981450"/>
          <p14:tracePt t="321944" x="2393950" y="3956050"/>
          <p14:tracePt t="321960" x="2438400" y="3924300"/>
          <p14:tracePt t="321976" x="2495550" y="3886200"/>
          <p14:tracePt t="321993" x="2597150" y="3803650"/>
          <p14:tracePt t="322009" x="2635250" y="3746500"/>
          <p14:tracePt t="322026" x="2667000" y="3702050"/>
          <p14:tracePt t="322043" x="2679700" y="3619500"/>
          <p14:tracePt t="322059" x="2673350" y="3556000"/>
          <p14:tracePt t="322076" x="2660650" y="3536950"/>
          <p14:tracePt t="322079" x="2647950" y="3517900"/>
          <p14:tracePt t="322092" x="2609850" y="3486150"/>
          <p14:tracePt t="322109" x="2571750" y="3473450"/>
          <p14:tracePt t="322126" x="2527300" y="3454400"/>
          <p14:tracePt t="322143" x="2254250" y="3403600"/>
          <p14:tracePt t="322159" x="2152650" y="3390900"/>
          <p14:tracePt t="322176" x="1962150" y="3397250"/>
          <p14:tracePt t="322192" x="1892300" y="3416300"/>
          <p14:tracePt t="322209" x="1784350" y="3454400"/>
          <p14:tracePt t="322226" x="1733550" y="3517900"/>
          <p14:tracePt t="322242" x="1714500" y="3562350"/>
          <p14:tracePt t="322259" x="1714500" y="3619500"/>
          <p14:tracePt t="322276" x="1739900" y="3683000"/>
          <p14:tracePt t="322292" x="1758950" y="3714750"/>
          <p14:tracePt t="322310" x="1784350" y="3759200"/>
          <p14:tracePt t="322325" x="1797050" y="3771900"/>
          <p14:tracePt t="322342" x="1822450" y="3784600"/>
          <p14:tracePt t="322359" x="1860550" y="3803650"/>
          <p14:tracePt t="322375" x="1892300" y="3822700"/>
          <p14:tracePt t="322391" x="1924050" y="3835400"/>
          <p14:tracePt t="322408" x="2038350" y="3873500"/>
          <p14:tracePt t="322425" x="2114550" y="3892550"/>
          <p14:tracePt t="322441" x="2203450" y="3905250"/>
          <p14:tracePt t="322458" x="2374900" y="3930650"/>
          <p14:tracePt t="322474" x="2451100" y="3930650"/>
          <p14:tracePt t="322492" x="2514600" y="3930650"/>
          <p14:tracePt t="322507" x="2559050" y="3911600"/>
          <p14:tracePt t="322524" x="2578100" y="3898900"/>
          <p14:tracePt t="322541" x="2616200" y="3848100"/>
          <p14:tracePt t="322557" x="2635250" y="3816350"/>
          <p14:tracePt t="322574" x="2635250" y="3790950"/>
          <p14:tracePt t="322577" x="2641600" y="3765550"/>
          <p14:tracePt t="322591" x="2641600" y="3740150"/>
          <p14:tracePt t="322607" x="2641600" y="3733800"/>
          <p14:tracePt t="322624" x="2641600" y="3727450"/>
          <p14:tracePt t="322640" x="2641600" y="3714750"/>
          <p14:tracePt t="322657" x="2641600" y="3702050"/>
          <p14:tracePt t="323049" x="2641600" y="3683000"/>
          <p14:tracePt t="323057" x="2641600" y="3644900"/>
          <p14:tracePt t="323070" x="2641600" y="3619500"/>
          <p14:tracePt t="323077" x="2641600" y="3581400"/>
          <p14:tracePt t="323088" x="2635250" y="3536950"/>
          <p14:tracePt t="323106" x="2628900" y="3467100"/>
          <p14:tracePt t="323123" x="2622550" y="3429000"/>
          <p14:tracePt t="323139" x="2616200" y="3390900"/>
          <p14:tracePt t="323155" x="2578100" y="3238500"/>
          <p14:tracePt t="323172" x="2559050" y="3181350"/>
          <p14:tracePt t="323190" x="2520950" y="3035300"/>
          <p14:tracePt t="323206" x="2489200" y="2971800"/>
          <p14:tracePt t="323222" x="2463800" y="2914650"/>
          <p14:tracePt t="323239" x="2406650" y="2787650"/>
          <p14:tracePt t="323255" x="2368550" y="2730500"/>
          <p14:tracePt t="323272" x="2311400" y="2622550"/>
          <p14:tracePt t="323289" x="2266950" y="2520950"/>
          <p14:tracePt t="323305" x="2241550" y="2476500"/>
          <p14:tracePt t="323322" x="2190750" y="2406650"/>
          <p14:tracePt t="323339" x="2178050" y="2368550"/>
          <p14:tracePt t="323355" x="2165350" y="2355850"/>
          <p14:tracePt t="323373" x="2152650" y="2317750"/>
          <p14:tracePt t="323388" x="2139950" y="2298700"/>
          <p14:tracePt t="323405" x="2139950" y="2292350"/>
          <p14:tracePt t="323422" x="2133600" y="2273300"/>
          <p14:tracePt t="323439" x="2127250" y="2266950"/>
          <p14:tracePt t="323455" x="2127250" y="2254250"/>
          <p14:tracePt t="323471" x="2127250" y="2241550"/>
          <p14:tracePt t="323487" x="2120900" y="2235200"/>
          <p14:tracePt t="323504" x="2120900" y="2222500"/>
          <p14:tracePt t="323520" x="2114550" y="2203450"/>
          <p14:tracePt t="323537" x="2114550" y="2197100"/>
          <p14:tracePt t="323555" x="2108200" y="2190750"/>
          <p14:tracePt t="323570" x="2108200" y="2184400"/>
          <p14:tracePt t="323587" x="2101850" y="2178050"/>
          <p14:tracePt t="323620" x="2101850" y="2171700"/>
          <p14:tracePt t="323654" x="2101850" y="2165350"/>
          <p14:tracePt t="323751" x="2095500" y="2159000"/>
          <p14:tracePt t="323927" x="2095500" y="2146300"/>
          <p14:tracePt t="323941" x="2095500" y="2139950"/>
          <p14:tracePt t="324269" x="2108200" y="2197100"/>
          <p14:tracePt t="324283" x="2127250" y="2286000"/>
          <p14:tracePt t="324290" x="2152650" y="2400300"/>
          <p14:tracePt t="324305" x="2171700" y="2514600"/>
          <p14:tracePt t="324319" x="2235200" y="2724150"/>
          <p14:tracePt t="324335" x="2266950" y="2819400"/>
          <p14:tracePt t="324352" x="2286000" y="2882900"/>
          <p14:tracePt t="324368" x="2324100" y="3003550"/>
          <p14:tracePt t="324384" x="2330450" y="3060700"/>
          <p14:tracePt t="324402" x="2336800" y="3098800"/>
          <p14:tracePt t="324418" x="2349500" y="3162300"/>
          <p14:tracePt t="324435" x="2349500" y="3175000"/>
          <p14:tracePt t="324452" x="2349500" y="3200400"/>
          <p14:tracePt t="324487" x="2349500" y="3213100"/>
          <p14:tracePt t="324501" x="2343150" y="3219450"/>
          <p14:tracePt t="324517" x="2336800" y="3232150"/>
          <p14:tracePt t="324534" x="2330450" y="3244850"/>
          <p14:tracePt t="324551" x="2311400" y="3282950"/>
          <p14:tracePt t="324567" x="2273300" y="3340100"/>
          <p14:tracePt t="324584" x="2254250" y="3371850"/>
          <p14:tracePt t="324587" x="2247900" y="3397250"/>
          <p14:tracePt t="324601" x="2228850" y="3435350"/>
          <p14:tracePt t="324617" x="2209800" y="3460750"/>
          <p14:tracePt t="324635" x="2197100" y="3492500"/>
          <p14:tracePt t="324650" x="2190750" y="3511550"/>
          <p14:tracePt t="324667" x="2184400" y="3536950"/>
          <p14:tracePt t="324685" x="2171700" y="3549650"/>
          <p14:tracePt t="324700" x="2171700" y="3562350"/>
          <p14:tracePt t="324717" x="2171700" y="3568700"/>
          <p14:tracePt t="324733" x="2171700" y="3575050"/>
          <p14:tracePt t="324866" x="2171700" y="3581400"/>
          <p14:tracePt t="325077" x="2178050" y="3587750"/>
          <p14:tracePt t="325084" x="2184400" y="3594100"/>
          <p14:tracePt t="325091" x="2190750" y="3594100"/>
          <p14:tracePt t="325105" x="2209800" y="3600450"/>
          <p14:tracePt t="325115" x="2228850" y="3613150"/>
          <p14:tracePt t="325132" x="2254250" y="3625850"/>
          <p14:tracePt t="325148" x="2324100" y="3676650"/>
          <p14:tracePt t="325165" x="2406650" y="3740150"/>
          <p14:tracePt t="325182" x="2438400" y="3771900"/>
          <p14:tracePt t="325198" x="2495550" y="3841750"/>
          <p14:tracePt t="325215" x="2514600" y="3873500"/>
          <p14:tracePt t="325232" x="2533650" y="3962400"/>
          <p14:tracePt t="325248" x="2533650" y="3981450"/>
          <p14:tracePt t="325265" x="2533650" y="4013200"/>
          <p14:tracePt t="325281" x="2533650" y="4051300"/>
          <p14:tracePt t="325298" x="2520950" y="4095750"/>
          <p14:tracePt t="325315" x="2514600" y="4108450"/>
          <p14:tracePt t="325331" x="2495550" y="4140200"/>
          <p14:tracePt t="325348" x="2476500" y="4178300"/>
          <p14:tracePt t="325365" x="2438400" y="4216400"/>
          <p14:tracePt t="325381" x="2425700" y="4241800"/>
          <p14:tracePt t="325398" x="2406650" y="4267200"/>
          <p14:tracePt t="325415" x="2381250" y="4292600"/>
          <p14:tracePt t="325431" x="2381250" y="4298950"/>
          <p14:tracePt t="325448" x="2374900" y="4311650"/>
          <p14:tracePt t="325465" x="2368550" y="4318000"/>
          <p14:tracePt t="325500" x="2362200" y="4318000"/>
          <p14:tracePt t="325625" x="2362200" y="4324350"/>
          <p14:tracePt t="325674" x="2368550" y="4330700"/>
          <p14:tracePt t="325695" x="2374900" y="4330700"/>
          <p14:tracePt t="325717" x="2381250" y="4330700"/>
          <p14:tracePt t="325724" x="2387600" y="4330700"/>
          <p14:tracePt t="325738" x="2393950" y="4330700"/>
          <p14:tracePt t="325746" x="2406650" y="4330700"/>
          <p14:tracePt t="325763" x="2419350" y="4330700"/>
          <p14:tracePt t="325780" x="2457450" y="4330700"/>
          <p14:tracePt t="325796" x="2501900" y="4330700"/>
          <p14:tracePt t="325813" x="2527300" y="4324350"/>
          <p14:tracePt t="325830" x="2578100" y="4324350"/>
          <p14:tracePt t="325846" x="2609850" y="4318000"/>
          <p14:tracePt t="325863" x="2654300" y="4318000"/>
          <p14:tracePt t="325880" x="2698750" y="4311650"/>
          <p14:tracePt t="325896" x="2717800" y="4311650"/>
          <p14:tracePt t="325914" x="2749550" y="4305300"/>
          <p14:tracePt t="325930" x="2774950" y="4298950"/>
          <p14:tracePt t="325946" x="2787650" y="4298950"/>
          <p14:tracePt t="325963" x="2806700" y="4292600"/>
          <p14:tracePt t="325979" x="2819400" y="4286250"/>
          <p14:tracePt t="325996" x="2825750" y="4273550"/>
          <p14:tracePt t="326013" x="2870200" y="4260850"/>
          <p14:tracePt t="326029" x="2921000" y="4229100"/>
          <p14:tracePt t="326046" x="2965450" y="4222750"/>
          <p14:tracePt t="326062" x="3054350" y="4178300"/>
          <p14:tracePt t="326079" x="3136900" y="4133850"/>
          <p14:tracePt t="326096" x="3232150" y="4070350"/>
          <p14:tracePt t="326112" x="3276600" y="4044950"/>
          <p14:tracePt t="326129" x="3321050" y="4006850"/>
          <p14:tracePt t="326146" x="3505200" y="3860800"/>
          <p14:tracePt t="326162" x="3562350" y="3797300"/>
          <p14:tracePt t="326178" x="3638550" y="3740150"/>
          <p14:tracePt t="326195" x="3778250" y="3619500"/>
          <p14:tracePt t="326211" x="3930650" y="3460750"/>
          <p14:tracePt t="326228" x="4019550" y="3378200"/>
          <p14:tracePt t="326244" x="4197350" y="3232150"/>
          <p14:tracePt t="326261" x="4279900" y="3155950"/>
          <p14:tracePt t="326279" x="4432300" y="3035300"/>
          <p14:tracePt t="326295" x="4502150" y="2965450"/>
          <p14:tracePt t="326311" x="4559300" y="2927350"/>
          <p14:tracePt t="326328" x="4629150" y="2863850"/>
          <p14:tracePt t="326345" x="4648200" y="2851150"/>
          <p14:tracePt t="326361" x="4660900" y="2838450"/>
          <p14:tracePt t="326378" x="4673600" y="2832100"/>
          <p14:tracePt t="326532" x="4660900" y="2838450"/>
          <p14:tracePt t="326552" x="4660900" y="2844800"/>
          <p14:tracePt t="326566" x="4654550" y="2844800"/>
          <p14:tracePt t="326581" x="4648200" y="2851150"/>
          <p14:tracePt t="326588" x="4641850" y="2863850"/>
          <p14:tracePt t="326602" x="4622800" y="2876550"/>
          <p14:tracePt t="326611" x="4584700" y="2908300"/>
          <p14:tracePt t="326626" x="4540250" y="2946400"/>
          <p14:tracePt t="326644" x="4413250" y="3054350"/>
          <p14:tracePt t="326660" x="4267200" y="3187700"/>
          <p14:tracePt t="326676" x="4184650" y="3257550"/>
          <p14:tracePt t="326694" x="4006850" y="3416300"/>
          <p14:tracePt t="326710" x="3841750" y="3575050"/>
          <p14:tracePt t="326726" x="3746500" y="3644900"/>
          <p14:tracePt t="326743" x="3575050" y="3803650"/>
          <p14:tracePt t="326759" x="3492500" y="3879850"/>
          <p14:tracePt t="326776" x="3352800" y="3975100"/>
          <p14:tracePt t="326792" x="3251200" y="4070350"/>
          <p14:tracePt t="326809" x="3213100" y="4108450"/>
          <p14:tracePt t="326827" x="3162300" y="4152900"/>
          <p14:tracePt t="326843" x="3117850" y="4184650"/>
          <p14:tracePt t="326859" x="3105150" y="4197350"/>
          <p14:tracePt t="326876" x="3086100" y="4210050"/>
          <p14:tracePt t="326892" x="3067050" y="4216400"/>
          <p14:tracePt t="326909" x="3060700" y="4222750"/>
          <p14:tracePt t="326974" x="3054350" y="4229100"/>
          <p14:tracePt t="327255" x="3054350" y="4235450"/>
          <p14:tracePt t="327262" x="3054350" y="4241800"/>
          <p14:tracePt t="327274" x="3041650" y="4248150"/>
          <p14:tracePt t="327291" x="3022600" y="4254500"/>
          <p14:tracePt t="327308" x="3016250" y="4279900"/>
          <p14:tracePt t="327324" x="2997200" y="4292600"/>
          <p14:tracePt t="327341" x="2889250" y="4394200"/>
          <p14:tracePt t="327358" x="2844800" y="4432300"/>
          <p14:tracePt t="327375" x="2749550" y="4527550"/>
          <p14:tracePt t="327391" x="2705100" y="4565650"/>
          <p14:tracePt t="327407" x="2616200" y="4635500"/>
          <p14:tracePt t="327426" x="2559050" y="4673600"/>
          <p14:tracePt t="327440" x="2546350" y="4679950"/>
          <p14:tracePt t="327457" x="2527300" y="4692650"/>
          <p14:tracePt t="327474" x="2520950" y="4692650"/>
          <p14:tracePt t="327508" x="2514600" y="4679950"/>
          <p14:tracePt t="327524" x="2514600" y="4660900"/>
          <p14:tracePt t="328137" x="2520950" y="4654550"/>
          <p14:tracePt t="328144" x="2540000" y="4648200"/>
          <p14:tracePt t="328158" x="2559050" y="4641850"/>
          <p14:tracePt t="328173" x="2584450" y="4629150"/>
          <p14:tracePt t="328188" x="2673350" y="4610100"/>
          <p14:tracePt t="328205" x="2755900" y="4603750"/>
          <p14:tracePt t="328223" x="2921000" y="4603750"/>
          <p14:tracePt t="328238" x="3155950" y="4603750"/>
          <p14:tracePt t="328254" x="3295650" y="4603750"/>
          <p14:tracePt t="328272" x="3663950" y="4616450"/>
          <p14:tracePt t="328288" x="4032250" y="4629150"/>
          <p14:tracePt t="328304" x="4191000" y="4629150"/>
          <p14:tracePt t="328321" x="4432300" y="4629150"/>
          <p14:tracePt t="328338" x="4648200" y="4629150"/>
          <p14:tracePt t="328355" x="4724400" y="4629150"/>
          <p14:tracePt t="328371" x="4876800" y="4610100"/>
          <p14:tracePt t="328387" x="5022850" y="4591050"/>
          <p14:tracePt t="328405" x="5137150" y="4578350"/>
          <p14:tracePt t="328421" x="5168900" y="4578350"/>
          <p14:tracePt t="328437" x="5187950" y="4578350"/>
          <p14:tracePt t="328454" x="5213350" y="4584700"/>
          <p14:tracePt t="328471" x="5213350" y="4591050"/>
          <p14:tracePt t="328517" x="5213350" y="4597400"/>
          <p14:tracePt t="328545" x="5207000" y="4597400"/>
          <p14:tracePt t="328559" x="5200650" y="4591050"/>
          <p14:tracePt t="328565" x="5194300" y="4591050"/>
          <p14:tracePt t="328573" x="5187950" y="4591050"/>
          <p14:tracePt t="328589" x="5187950" y="4584700"/>
          <p14:tracePt t="328603" x="5181600" y="4552950"/>
          <p14:tracePt t="329069" x="5130800" y="4565650"/>
          <p14:tracePt t="329082" x="5073650" y="4603750"/>
          <p14:tracePt t="329096" x="5010150" y="4641850"/>
          <p14:tracePt t="329105" x="4914900" y="4692650"/>
          <p14:tracePt t="329121" x="4819650" y="4743450"/>
          <p14:tracePt t="329135" x="4546600" y="4902200"/>
          <p14:tracePt t="329152" x="4394200" y="4991100"/>
          <p14:tracePt t="329168" x="4191000" y="5124450"/>
          <p14:tracePt t="329185" x="3962400" y="5270500"/>
          <p14:tracePt t="329202" x="3765550" y="5384800"/>
          <p14:tracePt t="329218" x="3587750" y="5511800"/>
          <p14:tracePt t="329235" x="3517900" y="5568950"/>
          <p14:tracePt t="329252" x="3384550" y="5689600"/>
          <p14:tracePt t="329268" x="3340100" y="5727700"/>
          <p14:tracePt t="329285" x="3232150" y="5835650"/>
          <p14:tracePt t="329301" x="3155950" y="5905500"/>
          <p14:tracePt t="329317" x="3105150" y="5943600"/>
          <p14:tracePt t="329335" x="3060700" y="5988050"/>
          <p14:tracePt t="329350" x="3028950" y="6019800"/>
          <p14:tracePt t="329367" x="3016250" y="6032500"/>
          <p14:tracePt t="329385" x="3009900" y="6032500"/>
          <p14:tracePt t="329417" x="3003550" y="6032500"/>
          <p14:tracePt t="329441" x="3009900" y="6032500"/>
          <p14:tracePt t="329462" x="3060700" y="5994400"/>
          <p14:tracePt t="330240" x="3073400" y="5994400"/>
          <p14:tracePt t="330254" x="3086100" y="5988050"/>
          <p14:tracePt t="330261" x="3105150" y="5975350"/>
          <p14:tracePt t="330275" x="3124200" y="5956300"/>
          <p14:tracePt t="330283" x="3168650" y="5943600"/>
          <p14:tracePt t="330298" x="3200400" y="5924550"/>
          <p14:tracePt t="330314" x="3308350" y="5880100"/>
          <p14:tracePt t="330332" x="3416300" y="5842000"/>
          <p14:tracePt t="330347" x="3473450" y="5835650"/>
          <p14:tracePt t="330364" x="3524250" y="5816600"/>
          <p14:tracePt t="330381" x="3670300" y="5765800"/>
          <p14:tracePt t="330397" x="3695700" y="5759450"/>
          <p14:tracePt t="330414" x="3740150" y="5746750"/>
          <p14:tracePt t="330430" x="3797300" y="5734050"/>
          <p14:tracePt t="330447" x="3879850" y="5715000"/>
          <p14:tracePt t="330464" x="3911600" y="5708650"/>
          <p14:tracePt t="330480" x="3981450" y="5683250"/>
          <p14:tracePt t="330497" x="4032250" y="5670550"/>
          <p14:tracePt t="330514" x="4051300" y="5664200"/>
          <p14:tracePt t="330530" x="4089400" y="5657850"/>
          <p14:tracePt t="330547" x="4102100" y="5651500"/>
          <p14:tracePt t="330563" x="4108450" y="5651500"/>
          <p14:tracePt t="330612" x="4114800" y="5638800"/>
          <p14:tracePt t="333030" x="4184650" y="5638800"/>
          <p14:tracePt t="333044" x="4260850" y="5638800"/>
          <p14:tracePt t="333051" x="4349750" y="5638800"/>
          <p14:tracePt t="333065" x="4438650" y="5645150"/>
          <p14:tracePt t="333074" x="4514850" y="5645150"/>
          <p14:tracePt t="333088" x="4603750" y="5645150"/>
          <p14:tracePt t="333104" x="4781550" y="5645150"/>
          <p14:tracePt t="333122" x="4953000" y="5664200"/>
          <p14:tracePt t="333137" x="5016500" y="5664200"/>
          <p14:tracePt t="333154" x="5105400" y="5670550"/>
          <p14:tracePt t="333171" x="5219700" y="5695950"/>
          <p14:tracePt t="333187" x="5257800" y="5695950"/>
          <p14:tracePt t="333204" x="5308600" y="5695950"/>
          <p14:tracePt t="333221" x="5518150" y="5683250"/>
          <p14:tracePt t="333237" x="5568950" y="5676900"/>
          <p14:tracePt t="333254" x="5632450" y="5664200"/>
          <p14:tracePt t="333271" x="5740400" y="5657850"/>
          <p14:tracePt t="333287" x="5765800" y="5651500"/>
          <p14:tracePt t="333304" x="5816600" y="5645150"/>
          <p14:tracePt t="333320" x="5829300" y="5638800"/>
          <p14:tracePt t="333337" x="5835650" y="5638800"/>
          <p14:tracePt t="333353" x="5842000" y="5638800"/>
          <p14:tracePt t="333570" x="5848350" y="5638800"/>
          <p14:tracePt t="333585" x="5854700" y="5632450"/>
          <p14:tracePt t="333599" x="5861050" y="5632450"/>
          <p14:tracePt t="333621" x="5867400" y="5626100"/>
          <p14:tracePt t="333640" x="5873750" y="5626100"/>
          <p14:tracePt t="333669" x="5880100" y="5619750"/>
          <p14:tracePt t="333704" x="5880100" y="5613400"/>
          <p14:tracePt t="333774" x="5873750" y="5607050"/>
          <p14:tracePt t="333789" x="5873750" y="5600700"/>
          <p14:tracePt t="333804" x="5873750" y="5594350"/>
          <p14:tracePt t="333817" x="5873750" y="5588000"/>
          <p14:tracePt t="334444" x="5848350" y="5594350"/>
          <p14:tracePt t="334458" x="5816600" y="5607050"/>
          <p14:tracePt t="334465" x="5759450" y="5638800"/>
          <p14:tracePt t="334472" x="5715000" y="5664200"/>
          <p14:tracePt t="334486" x="5664200" y="5683250"/>
          <p14:tracePt t="334500" x="5594350" y="5702300"/>
          <p14:tracePt t="334516" x="5454650" y="5721350"/>
          <p14:tracePt t="334533" x="5295900" y="5727700"/>
          <p14:tracePt t="334550" x="5130800" y="5734050"/>
          <p14:tracePt t="334566" x="5041900" y="5727700"/>
          <p14:tracePt t="334583" x="4813300" y="5715000"/>
          <p14:tracePt t="334600" x="4559300" y="5715000"/>
          <p14:tracePt t="334616" x="4419600" y="5715000"/>
          <p14:tracePt t="334634" x="4146550" y="5721350"/>
          <p14:tracePt t="334649" x="3879850" y="5734050"/>
          <p14:tracePt t="334665" x="3752850" y="5753100"/>
          <p14:tracePt t="334669" x="3657600" y="5772150"/>
          <p14:tracePt t="334683" x="3568700" y="5803900"/>
          <p14:tracePt t="334699" x="3441700" y="5880100"/>
          <p14:tracePt t="334716" x="3397250" y="5930900"/>
          <p14:tracePt t="334733" x="3314700" y="5988050"/>
          <p14:tracePt t="334749" x="3257550" y="6038850"/>
          <p14:tracePt t="334765" x="3238500" y="6038850"/>
          <p14:tracePt t="334782" x="3181350" y="6045200"/>
          <p14:tracePt t="334798" x="3111500" y="6051550"/>
          <p14:tracePt t="334816" x="3073400" y="6051550"/>
          <p14:tracePt t="334832" x="2990850" y="6051550"/>
          <p14:tracePt t="334848" x="2927350" y="6051550"/>
          <p14:tracePt t="334866" x="2711450" y="6051550"/>
          <p14:tracePt t="334882" x="2622550" y="6038850"/>
          <p14:tracePt t="334898" x="2520950" y="6038850"/>
          <p14:tracePt t="334915" x="2324100" y="6019800"/>
          <p14:tracePt t="334932" x="2114550" y="6019800"/>
          <p14:tracePt t="334948" x="2012950" y="6019800"/>
          <p14:tracePt t="334964" x="1854200" y="6007100"/>
          <p14:tracePt t="334981" x="1778000" y="6013450"/>
          <p14:tracePt t="334999" x="1752600" y="6013450"/>
          <p14:tracePt t="335015" x="1727200" y="6007100"/>
          <p14:tracePt t="335031" x="1720850" y="6007100"/>
          <p14:tracePt t="335259" x="1727200" y="6007100"/>
          <p14:tracePt t="335273" x="1733550" y="6007100"/>
          <p14:tracePt t="335280" x="1739900" y="6007100"/>
          <p14:tracePt t="335287" x="1746250" y="6007100"/>
          <p14:tracePt t="335301" x="1758950" y="6007100"/>
          <p14:tracePt t="335313" x="1765300" y="6007100"/>
          <p14:tracePt t="335330" x="1778000" y="6007100"/>
          <p14:tracePt t="335346" x="1784350" y="6007100"/>
          <p14:tracePt t="335364" x="1809750" y="6007100"/>
          <p14:tracePt t="335380" x="1841500" y="6007100"/>
          <p14:tracePt t="335396" x="1860550" y="6007100"/>
          <p14:tracePt t="335414" x="1943100" y="6013450"/>
          <p14:tracePt t="335430" x="2044700" y="6019800"/>
          <p14:tracePt t="335446" x="2101850" y="6032500"/>
          <p14:tracePt t="335463" x="2203450" y="6051550"/>
          <p14:tracePt t="335480" x="2254250" y="6051550"/>
          <p14:tracePt t="335496" x="2362200" y="6064250"/>
          <p14:tracePt t="335513" x="2470150" y="6083300"/>
          <p14:tracePt t="335529" x="2508250" y="6083300"/>
          <p14:tracePt t="335547" x="2565400" y="6089650"/>
          <p14:tracePt t="335563" x="2603500" y="6096000"/>
          <p14:tracePt t="335580" x="2616200" y="6096000"/>
          <p14:tracePt t="335596" x="2628900" y="6096000"/>
          <p14:tracePt t="335613" x="2641600" y="6096000"/>
          <p14:tracePt t="335646" x="2647950" y="6096000"/>
          <p14:tracePt t="335764" x="2654300" y="6096000"/>
          <p14:tracePt t="335793" x="2660650" y="6096000"/>
          <p14:tracePt t="335813" x="2667000" y="6096000"/>
          <p14:tracePt t="335821" x="2673350" y="6096000"/>
          <p14:tracePt t="335834" x="2679700" y="6096000"/>
          <p14:tracePt t="335845" x="2692400" y="6096000"/>
          <p14:tracePt t="335861" x="2711450" y="6102350"/>
          <p14:tracePt t="335878" x="2768600" y="6102350"/>
          <p14:tracePt t="335895" x="2851150" y="6115050"/>
          <p14:tracePt t="335912" x="2914650" y="6115050"/>
          <p14:tracePt t="335928" x="3028950" y="6115050"/>
          <p14:tracePt t="335945" x="3149600" y="6115050"/>
          <p14:tracePt t="335962" x="3263900" y="6115050"/>
          <p14:tracePt t="335978" x="3302000" y="6115050"/>
          <p14:tracePt t="335994" x="3371850" y="6108700"/>
          <p14:tracePt t="336011" x="3429000" y="6102350"/>
          <p14:tracePt t="336027" x="3441700" y="6102350"/>
          <p14:tracePt t="336044" x="3448050" y="6102350"/>
          <p14:tracePt t="336061" x="3460750" y="6096000"/>
          <p14:tracePt t="336080" x="3473450" y="6096000"/>
          <p14:tracePt t="336095" x="3479800" y="6102350"/>
          <p14:tracePt t="336111" x="3498850" y="6108700"/>
          <p14:tracePt t="337037" x="3511550" y="6108700"/>
          <p14:tracePt t="337044" x="3536950" y="6089650"/>
          <p14:tracePt t="337060" x="3556000" y="6064250"/>
          <p14:tracePt t="337074" x="3587750" y="6051550"/>
          <p14:tracePt t="337090" x="3644900" y="6000750"/>
          <p14:tracePt t="337108" x="3721100" y="5943600"/>
          <p14:tracePt t="337124" x="3759200" y="5905500"/>
          <p14:tracePt t="337141" x="3835400" y="5835650"/>
          <p14:tracePt t="337157" x="3943350" y="5753100"/>
          <p14:tracePt t="337174" x="4000500" y="5715000"/>
          <p14:tracePt t="337191" x="4127500" y="5613400"/>
          <p14:tracePt t="337207" x="4254500" y="5537200"/>
          <p14:tracePt t="337224" x="4311650" y="5505450"/>
          <p14:tracePt t="337241" x="4432300" y="5441950"/>
          <p14:tracePt t="337257" x="4533900" y="5384800"/>
          <p14:tracePt t="337273" x="4578350" y="5365750"/>
          <p14:tracePt t="337290" x="4667250" y="5321300"/>
          <p14:tracePt t="337307" x="4730750" y="5283200"/>
          <p14:tracePt t="337323" x="4768850" y="5276850"/>
          <p14:tracePt t="337340" x="4832350" y="5251450"/>
          <p14:tracePt t="337356" x="4864100" y="5238750"/>
          <p14:tracePt t="337373" x="4908550" y="5219700"/>
          <p14:tracePt t="337389" x="4933950" y="5213350"/>
          <p14:tracePt t="337409" x="4940300" y="5213350"/>
          <p14:tracePt t="337423" x="4946650" y="5213350"/>
          <p14:tracePt t="337444" x="4953000" y="5207000"/>
          <p14:tracePt t="340476" x="4953000" y="5219700"/>
          <p14:tracePt t="340489" x="4953000" y="5257800"/>
          <p14:tracePt t="340499" x="4959350" y="5276850"/>
          <p14:tracePt t="340512" x="4965700" y="5308600"/>
          <p14:tracePt t="340529" x="4978400" y="5346700"/>
          <p14:tracePt t="340546" x="4991100" y="5378450"/>
          <p14:tracePt t="340562" x="4997450" y="5391150"/>
          <p14:tracePt t="340578" x="4997450" y="5397500"/>
          <p14:tracePt t="340595" x="4997450" y="5410200"/>
          <p14:tracePt t="340628" x="4997450" y="5422900"/>
          <p14:tracePt t="340645" x="4997450" y="5435600"/>
          <p14:tracePt t="340661" x="4997450" y="5441950"/>
          <p14:tracePt t="340678" x="4997450" y="5454650"/>
          <p14:tracePt t="340695" x="4997450" y="5467350"/>
          <p14:tracePt t="340728" x="4997450" y="5480050"/>
          <p14:tracePt t="340760" x="4997450" y="5486400"/>
          <p14:tracePt t="340806" x="4997450" y="5492750"/>
          <p14:tracePt t="340834" x="4997450" y="5499100"/>
          <p14:tracePt t="340855" x="4997450" y="5505450"/>
          <p14:tracePt t="340862" x="4997450" y="5511800"/>
          <p14:tracePt t="340869" x="4997450" y="5518150"/>
          <p14:tracePt t="340883" x="4991100" y="5518150"/>
          <p14:tracePt t="340894" x="4984750" y="5530850"/>
          <p14:tracePt t="340911" x="4972050" y="5543550"/>
          <p14:tracePt t="340928" x="4965700" y="5556250"/>
          <p14:tracePt t="340944" x="4940300" y="5594350"/>
          <p14:tracePt t="340962" x="4895850" y="5638800"/>
          <p14:tracePt t="340978" x="4870450" y="5657850"/>
          <p14:tracePt t="340994" x="4826000" y="5702300"/>
          <p14:tracePt t="341011" x="4775200" y="5734050"/>
          <p14:tracePt t="341027" x="4730750" y="5753100"/>
          <p14:tracePt t="341046" x="4654550" y="5753100"/>
          <p14:tracePt t="341060" x="4578350" y="5753100"/>
          <p14:tracePt t="341077" x="4546600" y="5753100"/>
          <p14:tracePt t="341094" x="4502150" y="5746750"/>
          <p14:tracePt t="342005" x="4495800" y="5746750"/>
          <p14:tracePt t="342012" x="4489450" y="5746750"/>
          <p14:tracePt t="342027" x="4489450" y="5753100"/>
          <p14:tracePt t="342042" x="4457700" y="5772150"/>
          <p14:tracePt t="342057" x="4445000" y="5778500"/>
          <p14:tracePt t="342074" x="4419600" y="5784850"/>
          <p14:tracePt t="342090" x="4394200" y="5803900"/>
          <p14:tracePt t="342107" x="4362450" y="5835650"/>
          <p14:tracePt t="342124" x="4337050" y="5848350"/>
          <p14:tracePt t="342140" x="4305300" y="5873750"/>
          <p14:tracePt t="342156" x="4260850" y="5905500"/>
          <p14:tracePt t="342174" x="4248150" y="5911850"/>
          <p14:tracePt t="342189" x="4222750" y="5930900"/>
          <p14:tracePt t="342206" x="4203700" y="5949950"/>
          <p14:tracePt t="342223" x="4184650" y="5969000"/>
          <p14:tracePt t="342239" x="4178300" y="5975350"/>
          <p14:tracePt t="342256" x="4159250" y="5988050"/>
          <p14:tracePt t="342273" x="4152900" y="5994400"/>
          <p14:tracePt t="342289" x="4152900" y="6000750"/>
          <p14:tracePt t="342306" x="4146550" y="6007100"/>
          <p14:tracePt t="342322" x="4133850" y="6026150"/>
          <p14:tracePt t="342339" x="4127500" y="6026150"/>
          <p14:tracePt t="342357" x="4114800" y="6051550"/>
          <p14:tracePt t="342373" x="4108450" y="6064250"/>
          <p14:tracePt t="342389" x="4083050" y="6121400"/>
          <p14:tracePt t="342406" x="4064000" y="6140450"/>
          <p14:tracePt t="342422" x="4032250" y="6184900"/>
          <p14:tracePt t="342439" x="4025900" y="6203950"/>
          <p14:tracePt t="344905" x="4019550" y="6203950"/>
          <p14:tracePt t="344912" x="4013200" y="6203950"/>
          <p14:tracePt t="344933" x="4006850" y="6210300"/>
          <p14:tracePt t="344948" x="4000500" y="6210300"/>
          <p14:tracePt t="344954" x="3987800" y="6210300"/>
          <p14:tracePt t="344963" x="3975100" y="6210300"/>
          <p14:tracePt t="344979" x="3962400" y="6210300"/>
          <p14:tracePt t="344997" x="3943350" y="6210300"/>
          <p14:tracePt t="345013" x="3917950" y="6210300"/>
          <p14:tracePt t="345030" x="3879850" y="6197600"/>
          <p14:tracePt t="345046" x="3829050" y="6184900"/>
          <p14:tracePt t="345063" x="3797300" y="6178550"/>
          <p14:tracePt t="345079" x="3759200" y="6172200"/>
          <p14:tracePt t="345096" x="3727450" y="6165850"/>
          <p14:tracePt t="345113" x="3714750" y="6159500"/>
          <p14:tracePt t="345130" x="3689350" y="6153150"/>
          <p14:tracePt t="345146" x="3670300" y="6153150"/>
          <p14:tracePt t="345163" x="3663950" y="6153150"/>
          <p14:tracePt t="345180" x="3644900" y="6146800"/>
          <p14:tracePt t="345196" x="3632200" y="6140450"/>
          <p14:tracePt t="345213" x="3625850" y="6134100"/>
          <p14:tracePt t="345230" x="3606800" y="6127750"/>
          <p14:tracePt t="345246" x="3594100" y="6127750"/>
          <p14:tracePt t="345263" x="3587750" y="6127750"/>
          <p14:tracePt t="345279" x="3581400" y="6127750"/>
          <p14:tracePt t="345296" x="3568700" y="6121400"/>
          <p14:tracePt t="345299" x="3562350" y="6121400"/>
          <p14:tracePt t="345313" x="3543300" y="6115050"/>
          <p14:tracePt t="345329" x="3536950" y="6115050"/>
          <p14:tracePt t="345346" x="3536950" y="6108700"/>
          <p14:tracePt t="345362" x="3517900" y="6108700"/>
          <p14:tracePt t="345378" x="3505200" y="6102350"/>
          <p14:tracePt t="345395" x="3492500" y="6102350"/>
          <p14:tracePt t="345412" x="3486150" y="6096000"/>
          <p14:tracePt t="345428" x="3473450" y="6096000"/>
          <p14:tracePt t="345446" x="3454400" y="6089650"/>
          <p14:tracePt t="345462" x="3441700" y="6089650"/>
          <p14:tracePt t="345478" x="3422650" y="6089650"/>
          <p14:tracePt t="345496" x="3384550" y="6083300"/>
          <p14:tracePt t="345512" x="3365500" y="6083300"/>
          <p14:tracePt t="345528" x="3327400" y="6083300"/>
          <p14:tracePt t="345545" x="3289300" y="6076950"/>
          <p14:tracePt t="345561" x="3270250" y="6076950"/>
          <p14:tracePt t="345578" x="3244850" y="6076950"/>
          <p14:tracePt t="345594" x="3238500" y="6076950"/>
          <p14:tracePt t="345629" x="3232150" y="6076950"/>
          <p14:tracePt t="345645" x="3225800" y="6076950"/>
          <p14:tracePt t="345706" x="3219450" y="6076950"/>
          <p14:tracePt t="345966" x="3232150" y="6076950"/>
          <p14:tracePt t="345980" x="3244850" y="6076950"/>
          <p14:tracePt t="345987" x="3263900" y="6076950"/>
          <p14:tracePt t="346001" x="3282950" y="6076950"/>
          <p14:tracePt t="346009" x="3321050" y="6083300"/>
          <p14:tracePt t="346026" x="3352800" y="6089650"/>
          <p14:tracePt t="346043" x="3422650" y="6102350"/>
          <p14:tracePt t="346060" x="3505200" y="6115050"/>
          <p14:tracePt t="346076" x="3530600" y="6115050"/>
          <p14:tracePt t="346092" x="3594100" y="6121400"/>
          <p14:tracePt t="346109" x="3657600" y="6121400"/>
          <p14:tracePt t="346126" x="3695700" y="6121400"/>
          <p14:tracePt t="346142" x="3778250" y="6115050"/>
          <p14:tracePt t="346159" x="3854450" y="6115050"/>
          <p14:tracePt t="346177" x="3898900" y="6115050"/>
          <p14:tracePt t="346193" x="3962400" y="6115050"/>
          <p14:tracePt t="346209" x="3994150" y="6115050"/>
          <p14:tracePt t="346226" x="4051300" y="6115050"/>
          <p14:tracePt t="346242" x="4064000" y="6115050"/>
          <p14:tracePt t="346259" x="4076700" y="6121400"/>
          <p14:tracePt t="346276" x="4102100" y="6121400"/>
          <p14:tracePt t="346293" x="4121150" y="6121400"/>
          <p14:tracePt t="346309" x="4140200" y="6121400"/>
          <p14:tracePt t="346312" x="4152900" y="6121400"/>
          <p14:tracePt t="346326" x="4171950" y="6121400"/>
          <p14:tracePt t="346342" x="4229100" y="6121400"/>
          <p14:tracePt t="346359" x="4267200" y="6121400"/>
          <p14:tracePt t="346375" x="4330700" y="6121400"/>
          <p14:tracePt t="346392" x="4400550" y="6121400"/>
          <p14:tracePt t="346409" x="4476750" y="6121400"/>
          <p14:tracePt t="346425" x="4521200" y="6121400"/>
          <p14:tracePt t="346442" x="4584700" y="6121400"/>
          <p14:tracePt t="346458" x="4641850" y="6121400"/>
          <p14:tracePt t="346475" x="4673600" y="6121400"/>
          <p14:tracePt t="346492" x="4699000" y="6121400"/>
          <p14:tracePt t="346508" x="4787900" y="6121400"/>
          <p14:tracePt t="346524" x="4813300" y="6115050"/>
          <p14:tracePt t="346542" x="4870450" y="6115050"/>
          <p14:tracePt t="346558" x="4902200" y="6115050"/>
          <p14:tracePt t="346574" x="4959350" y="6115050"/>
          <p14:tracePt t="346592" x="5016500" y="6115050"/>
          <p14:tracePt t="346608" x="5041900" y="6115050"/>
          <p14:tracePt t="346624" x="5111750" y="6121400"/>
          <p14:tracePt t="346641" x="5181600" y="6121400"/>
          <p14:tracePt t="346657" x="5207000" y="6121400"/>
          <p14:tracePt t="346675" x="5270500" y="6121400"/>
          <p14:tracePt t="346690" x="5353050" y="6121400"/>
          <p14:tracePt t="346708" x="5391150" y="6121400"/>
          <p14:tracePt t="346724" x="5467350" y="6121400"/>
          <p14:tracePt t="346740" x="5549900" y="6121400"/>
          <p14:tracePt t="346757" x="5588000" y="6121400"/>
          <p14:tracePt t="346774" x="5664200" y="6121400"/>
          <p14:tracePt t="346791" x="5746750" y="6121400"/>
          <p14:tracePt t="346808" x="5784850" y="6121400"/>
          <p14:tracePt t="346810" x="5822950" y="6121400"/>
          <p14:tracePt t="346824" x="5854700" y="6121400"/>
          <p14:tracePt t="346840" x="5892800" y="6115050"/>
          <p14:tracePt t="346857" x="5962650" y="6115050"/>
          <p14:tracePt t="346873" x="6019800" y="6108700"/>
          <p14:tracePt t="346890" x="6045200" y="6108700"/>
          <p14:tracePt t="346907" x="6096000" y="6096000"/>
          <p14:tracePt t="346923" x="6146800" y="6096000"/>
          <p14:tracePt t="346940" x="6153150" y="6096000"/>
          <p14:tracePt t="346957" x="6191250" y="6102350"/>
          <p14:tracePt t="346973" x="6203950" y="6102350"/>
          <p14:tracePt t="346990" x="6216650" y="6102350"/>
          <p14:tracePt t="347132" x="6210300" y="6102350"/>
          <p14:tracePt t="347140" x="6203950" y="6108700"/>
          <p14:tracePt t="347152" x="6197600" y="6108700"/>
          <p14:tracePt t="347160" x="6191250" y="6108700"/>
          <p14:tracePt t="347175" x="6178550" y="6115050"/>
          <p14:tracePt t="347189" x="6165850" y="6115050"/>
          <p14:tracePt t="347205" x="6127750" y="6121400"/>
          <p14:tracePt t="347223" x="6057900" y="6140450"/>
          <p14:tracePt t="347239" x="6013450" y="6140450"/>
          <p14:tracePt t="347255" x="5899150" y="6146800"/>
          <p14:tracePt t="347273" x="5759450" y="6159500"/>
          <p14:tracePt t="347288" x="5695950" y="6159500"/>
          <p14:tracePt t="347305" x="5562600" y="6165850"/>
          <p14:tracePt t="347322" x="5422900" y="6178550"/>
          <p14:tracePt t="347339" x="5359400" y="6178550"/>
          <p14:tracePt t="347342" x="5289550" y="6184900"/>
          <p14:tracePt t="347356" x="5238750" y="6184900"/>
          <p14:tracePt t="347372" x="5149850" y="6184900"/>
          <p14:tracePt t="347389" x="5105400" y="6191250"/>
          <p14:tracePt t="347406" x="5048250" y="6203950"/>
          <p14:tracePt t="347422" x="4997450" y="6210300"/>
          <p14:tracePt t="347438" x="4978400" y="6210300"/>
          <p14:tracePt t="347455" x="4933950" y="6216650"/>
          <p14:tracePt t="347472" x="4921250" y="6223000"/>
          <p14:tracePt t="347488" x="4883150" y="6223000"/>
          <p14:tracePt t="347505" x="4857750" y="6223000"/>
          <p14:tracePt t="347521" x="4845050" y="6223000"/>
          <p14:tracePt t="347538" x="4819650" y="6223000"/>
          <p14:tracePt t="347554" x="4800600" y="6223000"/>
          <p14:tracePt t="347587" x="4794250" y="6223000"/>
          <p14:tracePt t="348033" x="4781550" y="6223000"/>
          <p14:tracePt t="348047" x="4768850" y="6223000"/>
          <p14:tracePt t="348056" x="4756150" y="6223000"/>
          <p14:tracePt t="348070" x="4737100" y="6223000"/>
          <p14:tracePt t="348086" x="4711700" y="6229350"/>
          <p14:tracePt t="348104" x="4692650" y="6235700"/>
          <p14:tracePt t="348119" x="4686300" y="6235700"/>
          <p14:tracePt t="348136" x="4679950" y="6242050"/>
          <p14:tracePt t="348153" x="4673600" y="6248400"/>
          <p14:tracePt t="348195" x="4660900" y="6235700"/>
          <p14:tracePt t="348216" x="4648200" y="6203950"/>
          <p14:tracePt t="348230" x="4641850" y="6178550"/>
          <p14:tracePt t="348244" x="4629150" y="6146800"/>
          <p14:tracePt t="348252" x="4610100" y="6089650"/>
          <p14:tracePt t="348269" x="4591050" y="6026150"/>
          <p14:tracePt t="348285" x="4572000" y="5930900"/>
          <p14:tracePt t="348302" x="4508500" y="5708650"/>
          <p14:tracePt t="348318" x="4445000" y="5448300"/>
          <p14:tracePt t="348336" x="4368800" y="5187950"/>
          <p14:tracePt t="348351" x="4318000" y="5029200"/>
          <p14:tracePt t="348368" x="4216400" y="4756150"/>
          <p14:tracePt t="348385" x="4133850" y="4552950"/>
          <p14:tracePt t="348402" x="4102100" y="4476750"/>
          <p14:tracePt t="348418" x="4064000" y="4406900"/>
          <p14:tracePt t="348435" x="4006850" y="4318000"/>
          <p14:tracePt t="348451" x="4000500" y="4305300"/>
          <p14:tracePt t="348469" x="3994150" y="4298950"/>
          <p14:tracePt t="348485" x="3994150" y="4292600"/>
          <p14:tracePt t="348574" x="3994150" y="4286250"/>
          <p14:tracePt t="348609" x="3994150" y="4279900"/>
          <p14:tracePt t="348659" x="3994150" y="4273550"/>
          <p14:tracePt t="348686" x="3987800" y="4267200"/>
          <p14:tracePt t="348701" x="3975100" y="4260850"/>
          <p14:tracePt t="348708" x="3962400" y="4248150"/>
          <p14:tracePt t="348716" x="3949700" y="4241800"/>
          <p14:tracePt t="348733" x="3930650" y="4216400"/>
          <p14:tracePt t="348750" x="3860800" y="4146550"/>
          <p14:tracePt t="348767" x="3803650" y="4108450"/>
          <p14:tracePt t="348783" x="3695700" y="4000500"/>
          <p14:tracePt t="348800" x="3613150" y="3911600"/>
          <p14:tracePt t="348816" x="3587750" y="3886200"/>
          <p14:tracePt t="348834" x="3556000" y="3854450"/>
          <p14:tracePt t="348850" x="3543300" y="3835400"/>
          <p14:tracePt t="348870" x="3536950" y="3829050"/>
          <p14:tracePt t="348897" x="3536950" y="3822700"/>
          <p14:tracePt t="348911" x="3543300" y="3816350"/>
          <p14:tracePt t="348925" x="3549650" y="3816350"/>
          <p14:tracePt t="348939" x="3562350" y="3816350"/>
          <p14:tracePt t="348950" x="3581400" y="3816350"/>
          <p14:tracePt t="348966" x="3606800" y="3816350"/>
          <p14:tracePt t="348983" x="3708400" y="3810000"/>
          <p14:tracePt t="349000" x="3873500" y="3810000"/>
          <p14:tracePt t="349017" x="4076700" y="3810000"/>
          <p14:tracePt t="349033" x="4203700" y="3822700"/>
          <p14:tracePt t="349050" x="4330700" y="3835400"/>
          <p14:tracePt t="349066" x="4572000" y="3854450"/>
          <p14:tracePt t="349083" x="4845050" y="3905250"/>
          <p14:tracePt t="349100" x="4972050" y="3930650"/>
          <p14:tracePt t="349116" x="5264150" y="3987800"/>
          <p14:tracePt t="349133" x="5537200" y="4032250"/>
          <p14:tracePt t="349151" x="5816600" y="4076700"/>
          <p14:tracePt t="349165" x="5943600" y="4095750"/>
          <p14:tracePt t="349182" x="6184900" y="4095750"/>
          <p14:tracePt t="349200" x="6375400" y="4083050"/>
          <p14:tracePt t="349215" x="6464300" y="4064000"/>
          <p14:tracePt t="349232" x="6623050" y="4013200"/>
          <p14:tracePt t="349249" x="6750050" y="3962400"/>
          <p14:tracePt t="349266" x="6807200" y="3937000"/>
          <p14:tracePt t="349283" x="6896100" y="3886200"/>
          <p14:tracePt t="349298" x="6972300" y="3829050"/>
          <p14:tracePt t="349315" x="6991350" y="3816350"/>
          <p14:tracePt t="349332" x="7023100" y="3790950"/>
          <p14:tracePt t="349348" x="7086600" y="3765550"/>
          <p14:tracePt t="349365" x="7105650" y="3759200"/>
          <p14:tracePt t="349368" x="7131050" y="3752850"/>
          <p14:tracePt t="349384" x="7143750" y="3746500"/>
          <p14:tracePt t="349398" x="7162800" y="3740150"/>
          <p14:tracePt t="349414" x="7188200" y="3733800"/>
          <p14:tracePt t="349432" x="7213600" y="3727450"/>
          <p14:tracePt t="349448" x="7226300" y="3721100"/>
          <p14:tracePt t="349465" x="7251700" y="3714750"/>
          <p14:tracePt t="349481" x="7296150" y="3695700"/>
          <p14:tracePt t="349499" x="7302500" y="3695700"/>
          <p14:tracePt t="349515" x="7340600" y="3683000"/>
          <p14:tracePt t="349531" x="7366000" y="3676650"/>
          <p14:tracePt t="349548" x="7378700" y="3676650"/>
          <p14:tracePt t="349565" x="7385050" y="3670300"/>
          <p14:tracePt t="349581" x="7397750" y="3670300"/>
          <p14:tracePt t="349614" x="7404100" y="3670300"/>
          <p14:tracePt t="349670" x="7404100" y="3663950"/>
          <p14:tracePt t="349691" x="7404100" y="3657600"/>
          <p14:tracePt t="349719" x="7404100" y="3651250"/>
          <p14:tracePt t="349761" x="7404100" y="3644900"/>
          <p14:tracePt t="350220" x="7346950" y="3644900"/>
          <p14:tracePt t="350234" x="7258050" y="3644900"/>
          <p14:tracePt t="350241" x="7169150" y="3644900"/>
          <p14:tracePt t="350255" x="7080250" y="3644900"/>
          <p14:tracePt t="350264" x="6978650" y="3644900"/>
          <p14:tracePt t="350278" x="6877050" y="3644900"/>
          <p14:tracePt t="350295" x="6623050" y="3644900"/>
          <p14:tracePt t="350312" x="6369050" y="3657600"/>
          <p14:tracePt t="350328" x="6248400" y="3657600"/>
          <p14:tracePt t="350345" x="6089650" y="3657600"/>
          <p14:tracePt t="350361" x="5695950" y="3651250"/>
          <p14:tracePt t="350378" x="5251450" y="3651250"/>
          <p14:tracePt t="350381" x="5010150" y="3632200"/>
          <p14:tracePt t="350411" x="4584700" y="3606800"/>
          <p14:tracePt t="350427" x="4102100" y="3581400"/>
          <p14:tracePt t="350445" x="3733800" y="3568700"/>
          <p14:tracePt t="350461" x="3568700" y="3568700"/>
          <p14:tracePt t="350484" x="3314700" y="3594100"/>
          <p14:tracePt t="350495" x="3073400" y="3600450"/>
          <p14:tracePt t="350511" x="2971800" y="3600450"/>
          <p14:tracePt t="350528" x="2832100" y="3600450"/>
          <p14:tracePt t="350544" x="2711450" y="3600450"/>
          <p14:tracePt t="350561" x="2660650" y="3613150"/>
          <p14:tracePt t="350578" x="2603500" y="3619500"/>
          <p14:tracePt t="350594" x="2559050" y="3632200"/>
          <p14:tracePt t="350611" x="2540000" y="3638550"/>
          <p14:tracePt t="350628" x="2514600" y="3644900"/>
          <p14:tracePt t="350644" x="2495550" y="3651250"/>
          <p14:tracePt t="350660" x="2482850" y="3651250"/>
          <p14:tracePt t="350677" x="2463800" y="3657600"/>
          <p14:tracePt t="350694" x="2463800" y="3663950"/>
          <p14:tracePt t="350710" x="2457450" y="3663950"/>
          <p14:tracePt t="350743" x="2457450" y="3670300"/>
          <p14:tracePt t="350782" x="2470150" y="3670300"/>
          <p14:tracePt t="350796" x="2495550" y="3663950"/>
          <p14:tracePt t="350803" x="2520950" y="3657600"/>
          <p14:tracePt t="350817" x="2565400" y="3644900"/>
          <p14:tracePt t="350826" x="2641600" y="3625850"/>
          <p14:tracePt t="350842" x="2730500" y="3606800"/>
          <p14:tracePt t="350859" x="2990850" y="3562350"/>
          <p14:tracePt t="350876" x="3409950" y="3511550"/>
          <p14:tracePt t="350892" x="3657600" y="3467100"/>
          <p14:tracePt t="350909" x="4229100" y="3390900"/>
          <p14:tracePt t="350926" x="4756150" y="3282950"/>
          <p14:tracePt t="350944" x="5295900" y="3238500"/>
          <p14:tracePt t="350959" x="5524500" y="3238500"/>
          <p14:tracePt t="350976" x="5746750" y="3213100"/>
          <p14:tracePt t="350993" x="6064250" y="3213100"/>
          <p14:tracePt t="351009" x="6267450" y="3200400"/>
          <p14:tracePt t="351026" x="6318250" y="3194050"/>
          <p14:tracePt t="351042" x="6369050" y="3181350"/>
          <p14:tracePt t="351060" x="6375400" y="3181350"/>
          <p14:tracePt t="351093" x="6369050" y="3181350"/>
          <p14:tracePt t="351109" x="6362700" y="3181350"/>
          <p14:tracePt t="351126" x="6356350" y="3181350"/>
          <p14:tracePt t="351142" x="6350000" y="3181350"/>
          <p14:tracePt t="351168" x="6343650" y="3181350"/>
          <p14:tracePt t="351178" x="6324600" y="3187700"/>
          <p14:tracePt t="351192" x="6299200" y="3194050"/>
          <p14:tracePt t="351209" x="6261100" y="3194050"/>
          <p14:tracePt t="351225" x="6057900" y="3213100"/>
          <p14:tracePt t="351242" x="5943600" y="3213100"/>
          <p14:tracePt t="351260" x="5664200" y="3225800"/>
          <p14:tracePt t="351275" x="5276850" y="3263900"/>
          <p14:tracePt t="351291" x="5035550" y="3295650"/>
          <p14:tracePt t="351309" x="4768850" y="3308350"/>
          <p14:tracePt t="351324" x="4222750" y="3384550"/>
          <p14:tracePt t="351341" x="3651250" y="3460750"/>
          <p14:tracePt t="351359" x="3175000" y="3549650"/>
          <p14:tracePt t="351375" x="2978150" y="3587750"/>
          <p14:tracePt t="351391" x="2673350" y="3695700"/>
          <p14:tracePt t="351407" x="2501900" y="3759200"/>
          <p14:tracePt t="351424" x="2457450" y="3784600"/>
          <p14:tracePt t="351441" x="2425700" y="3810000"/>
          <p14:tracePt t="351458" x="2406650" y="3816350"/>
          <p14:tracePt t="351492" x="2400300" y="3822700"/>
          <p14:tracePt t="351507" x="2400300" y="3829050"/>
          <p14:tracePt t="351653" x="2406650" y="3829050"/>
          <p14:tracePt t="351660" x="2413000" y="3829050"/>
          <p14:tracePt t="351677" x="2419350" y="3829050"/>
          <p14:tracePt t="351691" x="2432050" y="3835400"/>
          <p14:tracePt t="351707" x="2457450" y="3835400"/>
          <p14:tracePt t="351724" x="2527300" y="3879850"/>
          <p14:tracePt t="351740" x="2686050" y="3937000"/>
          <p14:tracePt t="351757" x="2781300" y="3981450"/>
          <p14:tracePt t="351774" x="3003550" y="4064000"/>
          <p14:tracePt t="351790" x="3270250" y="4152900"/>
          <p14:tracePt t="351807" x="3397250" y="4184650"/>
          <p14:tracePt t="351823" x="3619500" y="4216400"/>
          <p14:tracePt t="351839" x="3746500" y="4216400"/>
          <p14:tracePt t="351857" x="3822700" y="4184650"/>
          <p14:tracePt t="351873" x="3835400" y="4159250"/>
          <p14:tracePt t="351890" x="3848100" y="4140200"/>
          <p14:tracePt t="351907" x="3879850" y="4064000"/>
          <p14:tracePt t="351922" x="3886200" y="4044950"/>
          <p14:tracePt t="351939" x="3892550" y="4025900"/>
          <p14:tracePt t="351956" x="3898900" y="3994150"/>
          <p14:tracePt t="351972" x="3898900" y="3949700"/>
          <p14:tracePt t="351990" x="3898900" y="3930650"/>
          <p14:tracePt t="352006" x="3886200" y="3879850"/>
          <p14:tracePt t="352022" x="3854450" y="3835400"/>
          <p14:tracePt t="352040" x="3829050" y="3803650"/>
          <p14:tracePt t="352055" x="3803650" y="3771900"/>
          <p14:tracePt t="352072" x="3765550" y="3727450"/>
          <p14:tracePt t="352089" x="3676650" y="3670300"/>
          <p14:tracePt t="352105" x="3619500" y="3632200"/>
          <p14:tracePt t="352123" x="3473450" y="3556000"/>
          <p14:tracePt t="352139" x="3282950" y="3448050"/>
          <p14:tracePt t="352155" x="3194050" y="3416300"/>
          <p14:tracePt t="352173" x="3111500" y="3378200"/>
          <p14:tracePt t="352189" x="2863850" y="3321050"/>
          <p14:tracePt t="352205" x="2794000" y="3308350"/>
          <p14:tracePt t="352223" x="2717800" y="3302000"/>
          <p14:tracePt t="352238" x="2686050" y="3295650"/>
          <p14:tracePt t="352255" x="2647950" y="3295650"/>
          <p14:tracePt t="352272" x="2628900" y="3295650"/>
          <p14:tracePt t="352288" x="2622550" y="3295650"/>
          <p14:tracePt t="352305" x="2609850" y="3295650"/>
          <p14:tracePt t="352322" x="2590800" y="3295650"/>
          <p14:tracePt t="352338" x="2584450" y="3295650"/>
          <p14:tracePt t="352354" x="2565400" y="3289300"/>
          <p14:tracePt t="352371" x="2540000" y="3289300"/>
          <p14:tracePt t="352387" x="2533650" y="3289300"/>
          <p14:tracePt t="352405" x="2520950" y="3289300"/>
          <p14:tracePt t="352421" x="2508250" y="3289300"/>
          <p14:tracePt t="352454" x="2501900" y="3289300"/>
          <p14:tracePt t="352471" x="2495550" y="3289300"/>
          <p14:tracePt t="352491" x="2495550" y="3295650"/>
          <p14:tracePt t="352559" x="2495550" y="3302000"/>
          <p14:tracePt t="352581" x="2501900" y="3314700"/>
          <p14:tracePt t="352595" x="2508250" y="3314700"/>
          <p14:tracePt t="352601" x="2508250" y="3327400"/>
          <p14:tracePt t="352608" x="2514600" y="3333750"/>
          <p14:tracePt t="352623" x="2527300" y="3352800"/>
          <p14:tracePt t="352637" x="2533650" y="3365500"/>
          <p14:tracePt t="352653" x="2565400" y="3429000"/>
          <p14:tracePt t="352671" x="2590800" y="3479800"/>
          <p14:tracePt t="352687" x="2667000" y="3587750"/>
          <p14:tracePt t="352704" x="2755900" y="3702050"/>
          <p14:tracePt t="352721" x="2863850" y="3816350"/>
          <p14:tracePt t="352737" x="2908300" y="3873500"/>
          <p14:tracePt t="352754" x="2990850" y="3949700"/>
          <p14:tracePt t="352770" x="3048000" y="3994150"/>
          <p14:tracePt t="352787" x="3060700" y="4000500"/>
          <p14:tracePt t="352803" x="3073400" y="4013200"/>
          <p14:tracePt t="352820" x="3098800" y="4013200"/>
          <p14:tracePt t="352836" x="3105150" y="4013200"/>
          <p14:tracePt t="352853" x="3111500" y="4013200"/>
          <p14:tracePt t="352869" x="3143250" y="4006850"/>
          <p14:tracePt t="352886" x="3187700" y="3994150"/>
          <p14:tracePt t="352903" x="3206750" y="3981450"/>
          <p14:tracePt t="352919" x="3270250" y="3956050"/>
          <p14:tracePt t="352936" x="3340100" y="3924300"/>
          <p14:tracePt t="352953" x="3378200" y="3892550"/>
          <p14:tracePt t="352969" x="3390900" y="3867150"/>
          <p14:tracePt t="352986" x="3409950" y="3829050"/>
          <p14:tracePt t="353003" x="3429000" y="3765550"/>
          <p14:tracePt t="353019" x="3435350" y="3746500"/>
          <p14:tracePt t="353035" x="3435350" y="3657600"/>
          <p14:tracePt t="353053" x="3422650" y="3575050"/>
          <p14:tracePt t="353068" x="3416300" y="3536950"/>
          <p14:tracePt t="353086" x="3397250" y="3505200"/>
          <p14:tracePt t="353102" x="3333750" y="3403600"/>
          <p14:tracePt t="353118" x="3314700" y="3384550"/>
          <p14:tracePt t="353136" x="3276600" y="3359150"/>
          <p14:tracePt t="353152" x="3257550" y="3346450"/>
          <p14:tracePt t="353168" x="3225800" y="3340100"/>
          <p14:tracePt t="353185" x="3200400" y="3340100"/>
          <p14:tracePt t="353202" x="3155950" y="3340100"/>
          <p14:tracePt t="353219" x="3041650" y="3340100"/>
          <p14:tracePt t="353235" x="2901950" y="3346450"/>
          <p14:tracePt t="353252" x="2825750" y="3346450"/>
          <p14:tracePt t="353269" x="2679700" y="3365500"/>
          <p14:tracePt t="353284" x="2597150" y="3371850"/>
          <p14:tracePt t="353301" x="2571750" y="3371850"/>
          <p14:tracePt t="353318" x="2533650" y="3384550"/>
          <p14:tracePt t="353335" x="2527300" y="3384550"/>
          <p14:tracePt t="353351" x="2527300" y="3390900"/>
          <p14:tracePt t="353368" x="2520950" y="3390900"/>
          <p14:tracePt t="353384" x="2520950" y="3397250"/>
          <p14:tracePt t="353401" x="2520950" y="3403600"/>
          <p14:tracePt t="353444" x="2520950" y="3409950"/>
          <p14:tracePt t="353465" x="2520950" y="3416300"/>
          <p14:tracePt t="353487" x="2527300" y="3429000"/>
          <p14:tracePt t="353494" x="2533650" y="3435350"/>
          <p14:tracePt t="353508" x="2533650" y="3448050"/>
          <p14:tracePt t="353516" x="2546350" y="3467100"/>
          <p14:tracePt t="353533" x="2559050" y="3492500"/>
          <p14:tracePt t="353551" x="2578100" y="3549650"/>
          <p14:tracePt t="353567" x="2635250" y="3625850"/>
          <p14:tracePt t="353583" x="2660650" y="3670300"/>
          <p14:tracePt t="353600" x="2743200" y="3752850"/>
          <p14:tracePt t="353617" x="2857500" y="3854450"/>
          <p14:tracePt t="353635" x="3009900" y="3943350"/>
          <p14:tracePt t="353650" x="3086100" y="3981450"/>
          <p14:tracePt t="353666" x="3225800" y="4038600"/>
          <p14:tracePt t="353684" x="3321050" y="4076700"/>
          <p14:tracePt t="353700" x="3365500" y="4083050"/>
          <p14:tracePt t="353716" x="3384550" y="4089400"/>
          <p14:tracePt t="353733" x="3448050" y="4083050"/>
          <p14:tracePt t="353750" x="3460750" y="4076700"/>
          <p14:tracePt t="353767" x="3473450" y="4064000"/>
          <p14:tracePt t="353783" x="3492500" y="4038600"/>
          <p14:tracePt t="353800" x="3530600" y="4000500"/>
          <p14:tracePt t="353817" x="3562350" y="3949700"/>
          <p14:tracePt t="353833" x="3568700" y="3905250"/>
          <p14:tracePt t="353850" x="3581400" y="3848100"/>
          <p14:tracePt t="353867" x="3587750" y="3797300"/>
          <p14:tracePt t="353883" x="3587750" y="3778250"/>
          <p14:tracePt t="353899" x="3581400" y="3746500"/>
          <p14:tracePt t="353916" x="3562350" y="3721100"/>
          <p14:tracePt t="353932" x="3549650" y="3702050"/>
          <p14:tracePt t="353949" x="3492500" y="3657600"/>
          <p14:tracePt t="353965" x="3390900" y="3594100"/>
          <p14:tracePt t="353982" x="3333750" y="3556000"/>
          <p14:tracePt t="354000" x="3175000" y="3454400"/>
          <p14:tracePt t="354015" x="2997200" y="3371850"/>
          <p14:tracePt t="354032" x="2908300" y="3340100"/>
          <p14:tracePt t="354049" x="2749550" y="3308350"/>
          <p14:tracePt t="354065" x="2698750" y="3302000"/>
          <p14:tracePt t="354081" x="2628900" y="3302000"/>
          <p14:tracePt t="354098" x="2597150" y="3308350"/>
          <p14:tracePt t="354115" x="2571750" y="3314700"/>
          <p14:tracePt t="354132" x="2552700" y="3327400"/>
          <p14:tracePt t="354148" x="2540000" y="3333750"/>
          <p14:tracePt t="354165" x="2533650" y="3340100"/>
          <p14:tracePt t="354182" x="2527300" y="3346450"/>
          <p14:tracePt t="354763" x="2527300" y="3359150"/>
          <p14:tracePt t="354777" x="2540000" y="3403600"/>
          <p14:tracePt t="354784" x="2578100" y="3448050"/>
          <p14:tracePt t="354799" x="2628900" y="3505200"/>
          <p14:tracePt t="354813" x="2743200" y="3670300"/>
          <p14:tracePt t="354830" x="2813050" y="3778250"/>
          <p14:tracePt t="354847" x="2965450" y="3956050"/>
          <p14:tracePt t="354863" x="3092450" y="4095750"/>
          <p14:tracePt t="354880" x="3143250" y="4146550"/>
          <p14:tracePt t="354897" x="3187700" y="4184650"/>
          <p14:tracePt t="354913" x="3200400" y="4184650"/>
          <p14:tracePt t="354929" x="3206750" y="4184650"/>
          <p14:tracePt t="354946" x="3219450" y="4184650"/>
          <p14:tracePt t="354962" x="3225800" y="4184650"/>
          <p14:tracePt t="354979" x="3238500" y="4184650"/>
          <p14:tracePt t="354996" x="3270250" y="4178300"/>
          <p14:tracePt t="355012" x="3302000" y="4165600"/>
          <p14:tracePt t="355028" x="3321050" y="4159250"/>
          <p14:tracePt t="355045" x="3359150" y="4146550"/>
          <p14:tracePt t="355062" x="3384550" y="4133850"/>
          <p14:tracePt t="355080" x="3409950" y="4114800"/>
          <p14:tracePt t="355095" x="3422650" y="4108450"/>
          <p14:tracePt t="355112" x="3460750" y="4076700"/>
          <p14:tracePt t="355129" x="3492500" y="4051300"/>
          <p14:tracePt t="355145" x="3517900" y="4025900"/>
          <p14:tracePt t="355161" x="3536950" y="4006850"/>
          <p14:tracePt t="355178" x="3606800" y="3930650"/>
          <p14:tracePt t="355195" x="3638550" y="3905250"/>
          <p14:tracePt t="355212" x="3663950" y="3873500"/>
          <p14:tracePt t="355227" x="3721100" y="3822700"/>
          <p14:tracePt t="355244" x="3746500" y="3790950"/>
          <p14:tracePt t="355261" x="3765550" y="3771900"/>
          <p14:tracePt t="355277" x="3803650" y="3714750"/>
          <p14:tracePt t="355294" x="3816350" y="3695700"/>
          <p14:tracePt t="355312" x="3841750" y="3632200"/>
          <p14:tracePt t="355328" x="3860800" y="3600450"/>
          <p14:tracePt t="355345" x="3867150" y="3581400"/>
          <p14:tracePt t="355361" x="3879850" y="3536950"/>
          <p14:tracePt t="355378" x="3879850" y="3517900"/>
          <p14:tracePt t="355395" x="3886200" y="3505200"/>
          <p14:tracePt t="355411" x="3892550" y="3467100"/>
          <p14:tracePt t="355428" x="3892550" y="3454400"/>
          <p14:tracePt t="355445" x="3892550" y="3422650"/>
          <p14:tracePt t="355461" x="3898900" y="3409950"/>
          <p14:tracePt t="355477" x="3898900" y="3397250"/>
          <p14:tracePt t="355495" x="3898900" y="3371850"/>
          <p14:tracePt t="355511" x="3905250" y="3359150"/>
          <p14:tracePt t="355527" x="3905250" y="3346450"/>
          <p14:tracePt t="355544" x="3911600" y="3321050"/>
          <p14:tracePt t="355560" x="3911600" y="3302000"/>
          <p14:tracePt t="355576" x="3911600" y="3289300"/>
          <p14:tracePt t="355593" x="3911600" y="3244850"/>
          <p14:tracePt t="355610" x="3917950" y="3232150"/>
          <p14:tracePt t="355627" x="3924300" y="3200400"/>
          <p14:tracePt t="355643" x="3930650" y="3194050"/>
          <p14:tracePt t="355659" x="3937000" y="3181350"/>
          <p14:tracePt t="355677" x="3937000" y="3175000"/>
          <p14:tracePt t="355693" x="3949700" y="3155950"/>
          <p14:tracePt t="355709" x="3949700" y="3143250"/>
          <p14:tracePt t="355726" x="3994150" y="3105150"/>
          <p14:tracePt t="355743" x="4006850" y="3079750"/>
          <p14:tracePt t="355759" x="4051300" y="3041650"/>
          <p14:tracePt t="355776" x="4102100" y="3009900"/>
          <p14:tracePt t="355792" x="4133850" y="2984500"/>
          <p14:tracePt t="355810" x="4248150" y="2914650"/>
          <p14:tracePt t="355826" x="4267200" y="2901950"/>
          <p14:tracePt t="355843" x="4298950" y="2882900"/>
          <p14:tracePt t="355860" x="4349750" y="2863850"/>
          <p14:tracePt t="355876" x="4381500" y="2857500"/>
          <p14:tracePt t="355893" x="4394200" y="2857500"/>
          <p14:tracePt t="355909" x="4419600" y="2857500"/>
          <p14:tracePt t="355926" x="4445000" y="2870200"/>
          <p14:tracePt t="355943" x="4476750" y="2882900"/>
          <p14:tracePt t="355946" x="4508500" y="2908300"/>
          <p14:tracePt t="355959" x="4565650" y="2946400"/>
          <p14:tracePt t="355976" x="4730750" y="3048000"/>
          <p14:tracePt t="355993" x="4902200" y="3155950"/>
          <p14:tracePt t="356009" x="4959350" y="3181350"/>
          <p14:tracePt t="356026" x="5035550" y="3206750"/>
          <p14:tracePt t="356042" x="5060950" y="3213100"/>
          <p14:tracePt t="356058" x="5067300" y="3213100"/>
          <p14:tracePt t="356075" x="5067300" y="3206750"/>
          <p14:tracePt t="356092" x="5073650" y="3200400"/>
          <p14:tracePt t="356125" x="5080000" y="3194050"/>
          <p14:tracePt t="356141" x="5086350" y="3187700"/>
          <p14:tracePt t="356158" x="5099050" y="3175000"/>
          <p14:tracePt t="356175" x="5099050" y="3168650"/>
          <p14:tracePt t="356191" x="5118100" y="3149600"/>
          <p14:tracePt t="356208" x="5130800" y="3124200"/>
          <p14:tracePt t="356225" x="5156200" y="3086100"/>
          <p14:tracePt t="356241" x="5175250" y="3067050"/>
          <p14:tracePt t="356257" x="5219700" y="3003550"/>
          <p14:tracePt t="356274" x="5257800" y="2952750"/>
          <p14:tracePt t="356291" x="5264150" y="2921000"/>
          <p14:tracePt t="356308" x="5276850" y="2889250"/>
          <p14:tracePt t="356323" x="5276850" y="2863850"/>
          <p14:tracePt t="356341" x="5276850" y="2857500"/>
          <p14:tracePt t="356358" x="5276850" y="2844800"/>
          <p14:tracePt t="356374" x="5270500" y="2832100"/>
          <p14:tracePt t="356390" x="5264150" y="2819400"/>
          <p14:tracePt t="356408" x="5245100" y="2787650"/>
          <p14:tracePt t="356424" x="5232400" y="2755900"/>
          <p14:tracePt t="356441" x="5149850" y="2673350"/>
          <p14:tracePt t="356457" x="5041900" y="2552700"/>
          <p14:tracePt t="356474" x="4984750" y="2495550"/>
          <p14:tracePt t="356491" x="4889500" y="2400300"/>
          <p14:tracePt t="356507" x="4787900" y="2349500"/>
          <p14:tracePt t="356523" x="4730750" y="2330450"/>
          <p14:tracePt t="356541" x="4610100" y="2298700"/>
          <p14:tracePt t="356557" x="4470400" y="2279650"/>
          <p14:tracePt t="356574" x="4381500" y="2279650"/>
          <p14:tracePt t="356590" x="4191000" y="2279650"/>
          <p14:tracePt t="356606" x="4076700" y="2279650"/>
          <p14:tracePt t="356623" x="3848100" y="2279650"/>
          <p14:tracePt t="356640" x="3594100" y="2279650"/>
          <p14:tracePt t="356656" x="3365500" y="2273300"/>
          <p14:tracePt t="356673" x="3276600" y="2273300"/>
          <p14:tracePt t="356689" x="3098800" y="2241550"/>
          <p14:tracePt t="356706" x="3022600" y="2241550"/>
          <p14:tracePt t="356724" x="2882900" y="2266950"/>
          <p14:tracePt t="356739" x="2851150" y="2286000"/>
          <p14:tracePt t="356756" x="2819400" y="2298700"/>
          <p14:tracePt t="356773" x="2768600" y="2311400"/>
          <p14:tracePt t="356789" x="2730500" y="2324100"/>
          <p14:tracePt t="356806" x="2698750" y="2324100"/>
          <p14:tracePt t="356822" x="2641600" y="2324100"/>
          <p14:tracePt t="356839" x="2584450" y="2317750"/>
          <p14:tracePt t="356856" x="2559050" y="2311400"/>
          <p14:tracePt t="356872" x="2489200" y="2305050"/>
          <p14:tracePt t="356889" x="2463800" y="2298700"/>
          <p14:tracePt t="356906" x="2438400" y="2298700"/>
          <p14:tracePt t="356922" x="2432050" y="2298700"/>
          <p14:tracePt t="356939" x="2419350" y="2298700"/>
          <p14:tracePt t="356976" x="2419350" y="2305050"/>
          <p14:tracePt t="356991" x="2419350" y="2311400"/>
          <p14:tracePt t="357025" x="2432050" y="2311400"/>
          <p14:tracePt t="357040" x="2438400" y="2311400"/>
          <p14:tracePt t="357046" x="2444750" y="2311400"/>
          <p14:tracePt t="357061" x="2457450" y="2311400"/>
          <p14:tracePt t="357075" x="2470150" y="2311400"/>
          <p14:tracePt t="357091" x="2476500" y="2311400"/>
          <p14:tracePt t="357105" x="2501900" y="2311400"/>
          <p14:tracePt t="357121" x="2616200" y="2311400"/>
          <p14:tracePt t="357138" x="2844800" y="2343150"/>
          <p14:tracePt t="357154" x="3028950" y="2362200"/>
          <p14:tracePt t="357171" x="3244850" y="2393950"/>
          <p14:tracePt t="357188" x="3924300" y="2463800"/>
          <p14:tracePt t="357204" x="4051300" y="2463800"/>
          <p14:tracePt t="357221" x="4203700" y="2457450"/>
          <p14:tracePt t="357237" x="4273550" y="2425700"/>
          <p14:tracePt t="357254" x="4273550" y="2419350"/>
          <p14:tracePt t="357272" x="4279900" y="2406650"/>
          <p14:tracePt t="357304" x="4273550" y="2406650"/>
          <p14:tracePt t="357320" x="4260850" y="2406650"/>
          <p14:tracePt t="357337" x="4254500" y="2406650"/>
          <p14:tracePt t="357354" x="4235450" y="2413000"/>
          <p14:tracePt t="357370" x="4203700" y="2413000"/>
          <p14:tracePt t="357388" x="4127500" y="2413000"/>
          <p14:tracePt t="357404" x="3962400" y="2413000"/>
          <p14:tracePt t="357421" x="3848100" y="2406650"/>
          <p14:tracePt t="357437" x="3556000" y="2393950"/>
          <p14:tracePt t="357453" x="3333750" y="2368550"/>
          <p14:tracePt t="357472" x="2762250" y="2317750"/>
          <p14:tracePt t="357487" x="2635250" y="2317750"/>
          <p14:tracePt t="357504" x="2533650" y="2317750"/>
          <p14:tracePt t="357520" x="2406650" y="2317750"/>
          <p14:tracePt t="357536" x="2368550" y="2317750"/>
          <p14:tracePt t="357553" x="2349500" y="2324100"/>
          <p14:tracePt t="357572" x="2349500" y="2330450"/>
          <p14:tracePt t="357612" x="2349500" y="2336800"/>
          <p14:tracePt t="357627" x="2355850" y="2349500"/>
          <p14:tracePt t="357636" x="2368550" y="2355850"/>
          <p14:tracePt t="357653" x="2374900" y="2362200"/>
          <p14:tracePt t="357670" x="2406650" y="2368550"/>
          <p14:tracePt t="358004" x="2470150" y="2489200"/>
          <p14:tracePt t="358011" x="2584450" y="2692400"/>
          <p14:tracePt t="358020" x="2679700" y="2870200"/>
          <p14:tracePt t="358035" x="2749550" y="3016250"/>
          <p14:tracePt t="358052" x="2876550" y="3340100"/>
          <p14:tracePt t="358069" x="2997200" y="3714750"/>
          <p14:tracePt t="358085" x="3060700" y="3898900"/>
          <p14:tracePt t="358102" x="3130550" y="4089400"/>
          <p14:tracePt t="358118" x="3346450" y="4578350"/>
          <p14:tracePt t="358135" x="3568700" y="5022850"/>
          <p14:tracePt t="358152" x="3689350" y="5353050"/>
          <p14:tracePt t="358168" x="3746500" y="5505450"/>
          <p14:tracePt t="358185" x="3746500" y="5556250"/>
          <p14:tracePt t="358201" x="3759200" y="5613400"/>
          <p14:tracePt t="358217" x="3765550" y="5645150"/>
          <p14:tracePt t="358234" x="3771900" y="5657850"/>
          <p14:tracePt t="358251" x="3778250" y="5683250"/>
          <p14:tracePt t="358267" x="3778250" y="5695950"/>
          <p14:tracePt t="358284" x="3790950" y="5721350"/>
          <p14:tracePt t="358300" x="3797300" y="5740400"/>
          <p14:tracePt t="358317" x="3797300" y="5746750"/>
          <p14:tracePt t="358334" x="3797300" y="5753100"/>
          <p14:tracePt t="358350" x="3797300" y="5759450"/>
          <p14:tracePt t="358384" x="3803650" y="5765800"/>
          <p14:tracePt t="358400" x="3810000" y="5765800"/>
          <p14:tracePt t="358420" x="3822700" y="5765800"/>
          <p14:tracePt t="358434" x="3829050" y="5765800"/>
          <p14:tracePt t="358450" x="3860800" y="5778500"/>
          <p14:tracePt t="358468" x="3886200" y="5797550"/>
          <p14:tracePt t="358470" x="3911600" y="5803900"/>
          <p14:tracePt t="358484" x="3937000" y="5810250"/>
          <p14:tracePt t="358500" x="4000500" y="5842000"/>
          <p14:tracePt t="358517" x="4044950" y="5848350"/>
          <p14:tracePt t="358533" x="4114800" y="5886450"/>
          <p14:tracePt t="358550" x="4146550" y="5892800"/>
          <p14:tracePt t="358567" x="4248150" y="5930900"/>
          <p14:tracePt t="358583" x="4292600" y="5937250"/>
          <p14:tracePt t="358600" x="4324350" y="5943600"/>
          <p14:tracePt t="358617" x="4406900" y="5975350"/>
          <p14:tracePt t="358633" x="4489450" y="6000750"/>
          <p14:tracePt t="358650" x="4584700" y="6026150"/>
          <p14:tracePt t="358666" x="4641850" y="6045200"/>
          <p14:tracePt t="358683" x="4730750" y="6076950"/>
          <p14:tracePt t="358701" x="4800600" y="6089650"/>
          <p14:tracePt t="358716" x="4819650" y="6102350"/>
          <p14:tracePt t="358733" x="4851400" y="6115050"/>
          <p14:tracePt t="358749" x="4876800" y="6121400"/>
          <p14:tracePt t="358765" x="4889500" y="6127750"/>
          <p14:tracePt t="358782" x="4914900" y="6140450"/>
          <p14:tracePt t="358799" x="4940300" y="6140450"/>
          <p14:tracePt t="358816" x="4946650" y="6153150"/>
          <p14:tracePt t="358832" x="4959350" y="6153150"/>
          <p14:tracePt t="358848" x="4984750" y="6165850"/>
          <p14:tracePt t="358865" x="4991100" y="6172200"/>
          <p14:tracePt t="358883" x="5003800" y="6184900"/>
          <p14:tracePt t="358898" x="5016500" y="6191250"/>
          <p14:tracePt t="358915" x="5054600" y="6223000"/>
          <p14:tracePt t="358932" x="5105400" y="6254750"/>
          <p14:tracePt t="358948" x="5137150" y="6280150"/>
          <p14:tracePt t="358965" x="5219700" y="6337300"/>
          <p14:tracePt t="358982" x="5289550" y="6369050"/>
          <p14:tracePt t="358998" x="5321300" y="6381750"/>
          <p14:tracePt t="359016" x="5346700" y="6388100"/>
          <p14:tracePt t="359031" x="5353050" y="6388100"/>
          <p14:tracePt t="359065" x="5353050" y="6394450"/>
          <p14:tracePt t="359701" x="5295900" y="6394450"/>
          <p14:tracePt t="359715" x="5219700" y="6375400"/>
          <p14:tracePt t="359721" x="5118100" y="6356350"/>
          <p14:tracePt t="359736" x="5010150" y="6324600"/>
          <p14:tracePt t="359746" x="4883150" y="6292850"/>
          <p14:tracePt t="359763" x="4756150" y="6254750"/>
          <p14:tracePt t="359779" x="4495800" y="6191250"/>
          <p14:tracePt t="359796" x="4229100" y="6140450"/>
          <p14:tracePt t="359812" x="4095750" y="6096000"/>
          <p14:tracePt t="359828" x="3848100" y="6032500"/>
          <p14:tracePt t="359845" x="3594100" y="5975350"/>
          <p14:tracePt t="359863" x="3384550" y="5924550"/>
          <p14:tracePt t="359878" x="3282950" y="5905500"/>
          <p14:tracePt t="359895" x="3175000" y="5886450"/>
          <p14:tracePt t="359912" x="2971800" y="5842000"/>
          <p14:tracePt t="359928" x="2870200" y="5822950"/>
          <p14:tracePt t="359945" x="2768600" y="5822950"/>
          <p14:tracePt t="359962" x="2622550" y="5803900"/>
          <p14:tracePt t="359978" x="2571750" y="5803900"/>
          <p14:tracePt t="359995" x="2520950" y="5797550"/>
          <p14:tracePt t="360011" x="2438400" y="5797550"/>
          <p14:tracePt t="360028" x="2400300" y="5797550"/>
          <p14:tracePt t="360045" x="2330450" y="5797550"/>
          <p14:tracePt t="360061" x="2305050" y="5784850"/>
          <p14:tracePt t="360077" x="2273300" y="5784850"/>
          <p14:tracePt t="360095" x="2222500" y="5778500"/>
          <p14:tracePt t="360111" x="2216150" y="5778500"/>
          <p14:tracePt t="360127" x="2203450" y="5778500"/>
          <p14:tracePt t="360145" x="2190750" y="5778500"/>
          <p14:tracePt t="360178" x="2184400" y="5778500"/>
          <p14:tracePt t="360194" x="2184400" y="5784850"/>
          <p14:tracePt t="360211" x="2184400" y="5791200"/>
          <p14:tracePt t="360230" x="2190750" y="5791200"/>
          <p14:tracePt t="360249" x="2197100" y="5791200"/>
          <p14:tracePt t="360278" x="2203450" y="5791200"/>
          <p14:tracePt t="360284" x="2216150" y="5791200"/>
          <p14:tracePt t="360298" x="2222500" y="5791200"/>
          <p14:tracePt t="360313" x="2241550" y="5791200"/>
          <p14:tracePt t="360328" x="2260600" y="5791200"/>
          <p14:tracePt t="360344" x="2292350" y="5791200"/>
          <p14:tracePt t="360360" x="2336800" y="5784850"/>
          <p14:tracePt t="360376" x="2457450" y="5784850"/>
          <p14:tracePt t="360393" x="2520950" y="5784850"/>
          <p14:tracePt t="360411" x="2711450" y="5797550"/>
          <p14:tracePt t="360426" x="2813050" y="5816600"/>
          <p14:tracePt t="360443" x="2914650" y="5816600"/>
          <p14:tracePt t="360460" x="3130550" y="5848350"/>
          <p14:tracePt t="360477" x="3238500" y="5861050"/>
          <p14:tracePt t="360493" x="3314700" y="5861050"/>
          <p14:tracePt t="360510" x="3390900" y="5854700"/>
          <p14:tracePt t="360526" x="3403600" y="5854700"/>
          <p14:tracePt t="360543" x="3409950" y="5854700"/>
          <p14:tracePt t="360559" x="3416300" y="5854700"/>
          <p14:tracePt t="360635" x="3409950" y="5854700"/>
          <p14:tracePt t="360649" x="3409950" y="5861050"/>
          <p14:tracePt t="360664" x="3397250" y="5861050"/>
          <p14:tracePt t="360684" x="3390900" y="5861050"/>
          <p14:tracePt t="360698" x="3378200" y="5861050"/>
          <p14:tracePt t="360713" x="3346450" y="5861050"/>
          <p14:tracePt t="360719" x="3308350" y="5861050"/>
          <p14:tracePt t="360734" x="3257550" y="5861050"/>
          <p14:tracePt t="360743" x="3168650" y="5861050"/>
          <p14:tracePt t="360759" x="3079750" y="5861050"/>
          <p14:tracePt t="360776" x="2857500" y="5861050"/>
          <p14:tracePt t="360792" x="2628900" y="5873750"/>
          <p14:tracePt t="360809" x="2438400" y="5880100"/>
          <p14:tracePt t="360826" x="2266950" y="5899150"/>
          <p14:tracePt t="360842" x="2216150" y="5899150"/>
          <p14:tracePt t="360859" x="2146300" y="5899150"/>
          <p14:tracePt t="360875" x="2120900" y="5899150"/>
          <p14:tracePt t="360930" x="2114550" y="5905500"/>
          <p14:tracePt t="360973" x="2114550" y="5911850"/>
          <p14:tracePt t="361021" x="2120900" y="5918200"/>
          <p14:tracePt t="361028" x="2127250" y="5918200"/>
          <p14:tracePt t="361044" x="2139950" y="5924550"/>
          <p14:tracePt t="361058" x="2171700" y="5930900"/>
          <p14:tracePt t="361074" x="2197100" y="5937250"/>
          <p14:tracePt t="361091" x="2311400" y="5962650"/>
          <p14:tracePt t="361107" x="2508250" y="6026150"/>
          <p14:tracePt t="361124" x="2654300" y="6057900"/>
          <p14:tracePt t="361141" x="3016250" y="6165850"/>
          <p14:tracePt t="361157" x="3333750" y="6261100"/>
          <p14:tracePt t="361174" x="3486150" y="6292850"/>
          <p14:tracePt t="361191" x="3683000" y="6350000"/>
          <p14:tracePt t="361207" x="3759200" y="6369050"/>
          <p14:tracePt t="361224" x="3867150" y="6394450"/>
          <p14:tracePt t="361241" x="3949700" y="6394450"/>
          <p14:tracePt t="361877" x="3892550" y="6394450"/>
          <p14:tracePt t="361892" x="3867150" y="6394450"/>
          <p14:tracePt t="361899" x="3829050" y="6394450"/>
          <p14:tracePt t="361913" x="3803650" y="6388100"/>
          <p14:tracePt t="361922" x="3790950" y="6388100"/>
          <p14:tracePt t="361983" x="3790950" y="6394450"/>
          <p14:tracePt t="362004" x="3797300" y="6394450"/>
          <p14:tracePt t="362011" x="3803650" y="6394450"/>
          <p14:tracePt t="362021" x="3810000" y="6394450"/>
          <p14:tracePt t="362038" x="3816350" y="6394450"/>
          <p14:tracePt t="362054" x="3829050" y="6388100"/>
          <p14:tracePt t="362071" x="3854450" y="6381750"/>
          <p14:tracePt t="362088" x="3867150" y="6375400"/>
          <p14:tracePt t="362104" x="3905250" y="6362700"/>
          <p14:tracePt t="362121" x="3917950" y="6350000"/>
          <p14:tracePt t="362138" x="3994150" y="6318250"/>
          <p14:tracePt t="362154" x="4038600" y="6292850"/>
          <p14:tracePt t="362170" x="4083050" y="6267450"/>
          <p14:tracePt t="362187" x="4184650" y="6203950"/>
          <p14:tracePt t="362204" x="4229100" y="6165850"/>
          <p14:tracePt t="362221" x="4273550" y="6140450"/>
          <p14:tracePt t="362237" x="4413250" y="6019800"/>
          <p14:tracePt t="362253" x="4457700" y="5975350"/>
          <p14:tracePt t="362271" x="4514850" y="5886450"/>
          <p14:tracePt t="362287" x="4546600" y="5822950"/>
          <p14:tracePt t="362304" x="4559300" y="5778500"/>
          <p14:tracePt t="362322" x="4559300" y="5695950"/>
          <p14:tracePt t="362337" x="4559300" y="5664200"/>
          <p14:tracePt t="362353" x="4552950" y="5632450"/>
          <p14:tracePt t="362370" x="4533900" y="5543550"/>
          <p14:tracePt t="362387" x="4521200" y="5518150"/>
          <p14:tracePt t="362404" x="4508500" y="5505450"/>
          <p14:tracePt t="362420" x="4489450" y="5461000"/>
          <p14:tracePt t="362436" x="4464050" y="5422900"/>
          <p14:tracePt t="362453" x="4406900" y="5359400"/>
          <p14:tracePt t="362470" x="4368800" y="5327650"/>
          <p14:tracePt t="362486" x="4298950" y="5245100"/>
          <p14:tracePt t="362503" x="4229100" y="5187950"/>
          <p14:tracePt t="362520" x="4216400" y="5175250"/>
          <p14:tracePt t="362537" x="4197350" y="5156200"/>
          <p14:tracePt t="362552" x="4191000" y="5149850"/>
          <p14:tracePt t="362594" x="4191000" y="5156200"/>
          <p14:tracePt t="362615" x="4184650" y="5156200"/>
          <p14:tracePt t="362622" x="4184650" y="5168900"/>
          <p14:tracePt t="362638" x="4178300" y="5194300"/>
          <p14:tracePt t="362652" x="4159250" y="5226050"/>
          <p14:tracePt t="362669" x="4146550" y="5245100"/>
          <p14:tracePt t="362686" x="4114800" y="5308600"/>
          <p14:tracePt t="362702" x="4089400" y="5353050"/>
          <p14:tracePt t="362718" x="4013200" y="5454650"/>
          <p14:tracePt t="362735" x="3917950" y="5562600"/>
          <p14:tracePt t="362752" x="3860800" y="5619750"/>
          <p14:tracePt t="362768" x="3733800" y="5727700"/>
          <p14:tracePt t="362785" x="3581400" y="5822950"/>
          <p14:tracePt t="362802" x="3511550" y="5848350"/>
          <p14:tracePt t="362819" x="3352800" y="5892800"/>
          <p14:tracePt t="362835" x="3219450" y="5918200"/>
          <p14:tracePt t="362852" x="3143250" y="5918200"/>
          <p14:tracePt t="362869" x="3054350" y="5918200"/>
          <p14:tracePt t="362885" x="2997200" y="5918200"/>
          <p14:tracePt t="362902" x="2971800" y="5918200"/>
          <p14:tracePt t="362918" x="2946400" y="5918200"/>
          <p14:tracePt t="362935" x="2940050" y="5918200"/>
          <p14:tracePt t="363001" x="2933700" y="5924550"/>
          <p14:tracePt t="363086" x="2933700" y="5930900"/>
          <p14:tracePt t="363093" x="2940050" y="5930900"/>
          <p14:tracePt t="363107" x="2946400" y="5930900"/>
          <p14:tracePt t="363116" x="2952750" y="5930900"/>
          <p14:tracePt t="363134" x="2959100" y="5930900"/>
          <p14:tracePt t="363150" x="2978150" y="5930900"/>
          <p14:tracePt t="363167" x="3003550" y="5918200"/>
          <p14:tracePt t="363184" x="3028950" y="5911850"/>
          <p14:tracePt t="363200" x="3035300" y="5899150"/>
          <p14:tracePt t="363216" x="3060700" y="5892800"/>
          <p14:tracePt t="363234" x="3067050" y="5880100"/>
          <p14:tracePt t="363250" x="3073400" y="5880100"/>
          <p14:tracePt t="363283" x="3079750" y="5880100"/>
          <p14:tracePt t="363318" x="3086100" y="5873750"/>
          <p14:tracePt t="363353" x="3092450" y="5873750"/>
          <p14:tracePt t="363536" x="3105150" y="5880100"/>
          <p14:tracePt t="363551" x="3105150" y="5886450"/>
          <p14:tracePt t="363557" x="3117850" y="5886450"/>
          <p14:tracePt t="363571" x="3130550" y="5899150"/>
          <p14:tracePt t="363585" x="3162300" y="5911850"/>
          <p14:tracePt t="363601" x="3206750" y="5937250"/>
          <p14:tracePt t="363615" x="3276600" y="5969000"/>
          <p14:tracePt t="363632" x="3365500" y="6013450"/>
          <p14:tracePt t="363649" x="3587750" y="6096000"/>
          <p14:tracePt t="363665" x="3727450" y="6153150"/>
          <p14:tracePt t="363682" x="3879850" y="6184900"/>
          <p14:tracePt t="363698" x="4140200" y="6254750"/>
          <p14:tracePt t="363715" x="4267200" y="6273800"/>
          <p14:tracePt t="363733" x="4521200" y="6292850"/>
          <p14:tracePt t="363748" x="4648200" y="6305550"/>
          <p14:tracePt t="363765" x="4775200" y="6318250"/>
          <p14:tracePt t="363782" x="5003800" y="6324600"/>
          <p14:tracePt t="363798" x="5105400" y="6324600"/>
          <p14:tracePt t="363815" x="5181600" y="6337300"/>
          <p14:tracePt t="363831" x="5340350" y="6356350"/>
          <p14:tracePt t="363848" x="5416550" y="6375400"/>
          <p14:tracePt t="363866" x="5499100" y="6394450"/>
          <p14:tracePt t="363881" x="5695950" y="6464300"/>
          <p14:tracePt t="363898" x="5810250" y="6508750"/>
          <p14:tracePt t="363915" x="6064250" y="6610350"/>
          <p14:tracePt t="363931" x="6197600" y="6667500"/>
          <p14:tracePt t="363948" x="6305550" y="6692900"/>
          <p14:tracePt t="363965" x="6426200" y="6731000"/>
          <p14:tracePt t="363981" x="6451600" y="6731000"/>
          <p14:tracePt t="363998" x="6470650" y="6731000"/>
          <p14:tracePt t="364015" x="6489700" y="6731000"/>
          <p14:tracePt t="364031" x="6496050" y="6731000"/>
          <p14:tracePt t="364048" x="6502400" y="6724650"/>
          <p14:tracePt t="364064" x="6515100" y="6705600"/>
          <p14:tracePt t="364081" x="6527800" y="6699250"/>
          <p14:tracePt t="364098" x="6546850" y="6680200"/>
          <p14:tracePt t="364114" x="6553200" y="6673850"/>
          <p14:tracePt t="364130" x="6553200" y="6667500"/>
          <p14:tracePt t="364148" x="6559550" y="6661150"/>
          <p14:tracePt t="364163" x="6565900" y="6654800"/>
          <p14:tracePt t="364180" x="6565900" y="6648450"/>
          <p14:tracePt t="364197" x="6572250" y="6642100"/>
          <p14:tracePt t="364230" x="6578600" y="6635750"/>
          <p14:tracePt t="364246" x="6584950" y="6629400"/>
          <p14:tracePt t="364263" x="6584950" y="6623050"/>
          <p14:tracePt t="364281" x="6597650" y="6610350"/>
          <p14:tracePt t="364296" x="6610350" y="6604000"/>
          <p14:tracePt t="364313" x="6629400" y="6591300"/>
          <p14:tracePt t="364330" x="6673850" y="6534150"/>
          <p14:tracePt t="364346" x="6699250" y="6502400"/>
          <p14:tracePt t="364363" x="6756400" y="6445250"/>
          <p14:tracePt t="364379" x="6826250" y="6362700"/>
          <p14:tracePt t="364396" x="6883400" y="6299200"/>
          <p14:tracePt t="364412" x="6908800" y="6261100"/>
          <p14:tracePt t="364429" x="6965950" y="6203950"/>
          <p14:tracePt t="364446" x="7010400" y="6172200"/>
          <p14:tracePt t="364463" x="7042150" y="6140450"/>
          <p14:tracePt t="364479" x="7054850" y="6134100"/>
          <p14:tracePt t="364496" x="7092950" y="6108700"/>
          <p14:tracePt t="364513" x="7112000" y="6089650"/>
          <p14:tracePt t="364529" x="7118350" y="6083300"/>
          <p14:tracePt t="364611" x="7112000" y="6083300"/>
          <p14:tracePt t="364618" x="7099300" y="6089650"/>
          <p14:tracePt t="364632" x="7086600" y="6096000"/>
          <p14:tracePt t="364646" x="7073900" y="6102350"/>
          <p14:tracePt t="364662" x="7004050" y="6121400"/>
          <p14:tracePt t="364679" x="6946900" y="6134100"/>
          <p14:tracePt t="364695" x="6800850" y="6184900"/>
          <p14:tracePt t="364712" x="6604000" y="6248400"/>
          <p14:tracePt t="364728" x="6489700" y="6280150"/>
          <p14:tracePt t="364745" x="6369050" y="6311900"/>
          <p14:tracePt t="364761" x="6140450" y="6388100"/>
          <p14:tracePt t="364779" x="6019800" y="6419850"/>
          <p14:tracePt t="364795" x="5791200" y="6489700"/>
          <p14:tracePt t="364812" x="5683250" y="6534150"/>
          <p14:tracePt t="364828" x="5581650" y="6565900"/>
          <p14:tracePt t="364844" x="5410200" y="6635750"/>
          <p14:tracePt t="364861" x="5327650" y="6654800"/>
          <p14:tracePt t="364879" x="5207000" y="6692900"/>
          <p14:tracePt t="364894" x="5175250" y="6699250"/>
          <p14:tracePt t="364912" x="5137150" y="6711950"/>
          <p14:tracePt t="364927" x="5086350" y="6705600"/>
          <p14:tracePt t="364944" x="5054600" y="6699250"/>
          <p14:tracePt t="364962" x="5041900" y="6692900"/>
          <p14:tracePt t="364978" x="5016500" y="6686550"/>
          <p14:tracePt t="364994" x="5003800" y="6686550"/>
          <p14:tracePt t="365025" x="4997450" y="6673850"/>
          <p14:tracePt t="365039" x="4972050" y="6667500"/>
          <p14:tracePt t="365053" x="4940300" y="6648450"/>
          <p14:tracePt t="365063" x="4895850" y="6597650"/>
          <p14:tracePt t="365078" x="4838700" y="6553200"/>
          <p14:tracePt t="365094" x="4705350" y="6432550"/>
          <p14:tracePt t="365110" x="4540250" y="6318250"/>
          <p14:tracePt t="365127" x="4406900" y="6229350"/>
          <p14:tracePt t="365144" x="4324350" y="6178550"/>
          <p14:tracePt t="365160" x="4210050" y="6102350"/>
          <p14:tracePt t="365177" x="4114800" y="6038850"/>
          <p14:tracePt t="365194" x="4057650" y="5969000"/>
          <p14:tracePt t="365210" x="4044950" y="5949950"/>
          <p14:tracePt t="365227" x="4032250" y="5905500"/>
          <p14:tracePt t="365244" x="4025900" y="5867400"/>
          <p14:tracePt t="365260" x="4025900" y="5835650"/>
          <p14:tracePt t="365276" x="4038600" y="5740400"/>
          <p14:tracePt t="365293" x="4057650" y="5632450"/>
          <p14:tracePt t="365310" x="4076700" y="5568950"/>
          <p14:tracePt t="365327" x="4095750" y="5384800"/>
          <p14:tracePt t="365343" x="4121150" y="5156200"/>
          <p14:tracePt t="365359" x="4121150" y="5029200"/>
          <p14:tracePt t="365377" x="4102100" y="4749800"/>
          <p14:tracePt t="365393" x="4038600" y="4527550"/>
          <p14:tracePt t="365409" x="4013200" y="4451350"/>
          <p14:tracePt t="365426" x="3898900" y="4311650"/>
          <p14:tracePt t="365443" x="3841750" y="4248150"/>
          <p14:tracePt t="365459" x="3702050" y="4184650"/>
          <p14:tracePt t="365476" x="3638550" y="4159250"/>
          <p14:tracePt t="365493" x="3625850" y="4159250"/>
          <p14:tracePt t="365517" x="3619500" y="4152900"/>
          <p14:tracePt t="365531" x="3613150" y="4152900"/>
          <p14:tracePt t="365546" x="3606800" y="4152900"/>
          <p14:tracePt t="365560" x="3600450" y="4152900"/>
          <p14:tracePt t="365576" x="3581400" y="4159250"/>
          <p14:tracePt t="366074" x="3581400" y="4146550"/>
          <p14:tracePt t="366096" x="3587750" y="4095750"/>
          <p14:tracePt t="366103" x="3600450" y="4076700"/>
          <p14:tracePt t="366117" x="3606800" y="4057650"/>
          <p14:tracePt t="366126" x="3613150" y="4025900"/>
          <p14:tracePt t="366140" x="3625850" y="4006850"/>
          <p14:tracePt t="366157" x="3632200" y="3962400"/>
          <p14:tracePt t="366174" x="3657600" y="3829050"/>
          <p14:tracePt t="366190" x="3670300" y="3778250"/>
          <p14:tracePt t="366207" x="3670300" y="3708400"/>
          <p14:tracePt t="366223" x="3644900" y="3568700"/>
          <p14:tracePt t="366240" x="3625850" y="3473450"/>
          <p14:tracePt t="366257" x="3530600" y="3289300"/>
          <p14:tracePt t="366273" x="3467100" y="3181350"/>
          <p14:tracePt t="366289" x="3390900" y="3086100"/>
          <p14:tracePt t="366307" x="3200400" y="2914650"/>
          <p14:tracePt t="366322" x="3105150" y="2844800"/>
          <p14:tracePt t="366339" x="2908300" y="2736850"/>
          <p14:tracePt t="366356" x="2825750" y="2717800"/>
          <p14:tracePt t="366372" x="2749550" y="2698750"/>
          <p14:tracePt t="366389" x="2590800" y="2667000"/>
          <p14:tracePt t="366406" x="2514600" y="2660650"/>
          <p14:tracePt t="366422" x="2343150" y="2622550"/>
          <p14:tracePt t="366440" x="2171700" y="2578100"/>
          <p14:tracePt t="366455" x="2108200" y="2559050"/>
          <p14:tracePt t="366472" x="2025650" y="2546350"/>
          <p14:tracePt t="366489" x="1993900" y="2546350"/>
          <p14:tracePt t="366505" x="1974850" y="2546350"/>
          <p14:tracePt t="366522" x="1968500" y="2546350"/>
          <p14:tracePt t="366538" x="1962150" y="2546350"/>
          <p14:tracePt t="366555" x="1955800" y="2552700"/>
          <p14:tracePt t="366853" x="1962150" y="2559050"/>
          <p14:tracePt t="366889" x="1968500" y="2565400"/>
          <p14:tracePt t="366903" x="1968500" y="2571750"/>
          <p14:tracePt t="366910" x="1974850" y="2578100"/>
          <p14:tracePt t="366924" x="1987550" y="2590800"/>
          <p14:tracePt t="366940" x="2012950" y="2609850"/>
          <p14:tracePt t="366954" x="2120900" y="2736850"/>
          <p14:tracePt t="366971" x="2203450" y="2832100"/>
          <p14:tracePt t="366988" x="2444750" y="3111500"/>
          <p14:tracePt t="367004" x="2673350" y="3390900"/>
          <p14:tracePt t="367021" x="2774950" y="3549650"/>
          <p14:tracePt t="367037" x="2940050" y="3778250"/>
          <p14:tracePt t="367054" x="2965450" y="3822700"/>
          <p14:tracePt t="367070" x="2984500" y="3848100"/>
          <p14:tracePt t="367087" x="3009900" y="3886200"/>
          <p14:tracePt t="367104" x="3016250" y="3892550"/>
          <p14:tracePt t="367121" x="3016250" y="3898900"/>
          <p14:tracePt t="367591" x="3016250" y="3905250"/>
          <p14:tracePt t="367647" x="3022600" y="3911600"/>
          <p14:tracePt t="367669" x="3022600" y="3917950"/>
          <p14:tracePt t="367683" x="3028950" y="3924300"/>
          <p14:tracePt t="367690" x="3035300" y="3937000"/>
          <p14:tracePt t="367704" x="3041650" y="3956050"/>
          <p14:tracePt t="367719" x="3073400" y="4019550"/>
          <p14:tracePt t="367735" x="3092450" y="4064000"/>
          <p14:tracePt t="367751" x="3117850" y="4108450"/>
          <p14:tracePt t="367768" x="3175000" y="4222750"/>
          <p14:tracePt t="367785" x="3219450" y="4298950"/>
          <p14:tracePt t="367801" x="3232150" y="4318000"/>
          <p14:tracePt t="367818" x="3251200" y="4362450"/>
          <p14:tracePt t="367834" x="3263900" y="4381500"/>
          <p14:tracePt t="367868" x="3270250" y="4381500"/>
          <p14:tracePt t="367885" x="3276600" y="4381500"/>
          <p14:tracePt t="367914" x="3282950" y="4381500"/>
          <p14:tracePt t="367963" x="3282950" y="4375150"/>
          <p14:tracePt t="367970" x="3282950" y="4368800"/>
          <p14:tracePt t="367992" x="3282950" y="4362450"/>
          <p14:tracePt t="368013" x="3282950" y="4356100"/>
          <p14:tracePt t="368020" x="3282950" y="4349750"/>
          <p14:tracePt t="368036" x="3282950" y="4343400"/>
          <p14:tracePt t="368050" x="3282950" y="4330700"/>
          <p14:tracePt t="368067" x="3276600" y="4305300"/>
          <p14:tracePt t="368084" x="3263900" y="4254500"/>
          <p14:tracePt t="368100" x="3251200" y="4216400"/>
          <p14:tracePt t="368117" x="3213100" y="4127500"/>
          <p14:tracePt t="368133" x="3149600" y="4000500"/>
          <p14:tracePt t="368150" x="3117850" y="3956050"/>
          <p14:tracePt t="368167" x="3048000" y="3867150"/>
          <p14:tracePt t="368184" x="3009900" y="3810000"/>
          <p14:tracePt t="368200" x="2997200" y="3797300"/>
          <p14:tracePt t="368217" x="2984500" y="3784600"/>
          <p14:tracePt t="368234" x="2978150" y="3784600"/>
          <p14:tracePt t="368267" x="2971800" y="3778250"/>
          <p14:tracePt t="368294" x="2971800" y="3771900"/>
          <p14:tracePt t="368818" x="2978150" y="3771900"/>
          <p14:tracePt t="368824" x="3009900" y="3771900"/>
          <p14:tracePt t="368834" x="3028950" y="3771900"/>
          <p14:tracePt t="368848" x="3054350" y="3771900"/>
          <p14:tracePt t="368864" x="3073400" y="3771900"/>
          <p14:tracePt t="368881" x="3117850" y="3765550"/>
          <p14:tracePt t="368898" x="3149600" y="3740150"/>
          <p14:tracePt t="368914" x="3168650" y="3721100"/>
          <p14:tracePt t="368931" x="3187700" y="3676650"/>
          <p14:tracePt t="368947" x="3206750" y="3625850"/>
          <p14:tracePt t="368964" x="3219450" y="3606800"/>
          <p14:tracePt t="368981" x="3219450" y="3587750"/>
          <p14:tracePt t="368997" x="3225800" y="3587750"/>
          <p14:tracePt t="369030" x="3238500" y="3613150"/>
          <p14:tracePt t="369047" x="3270250" y="3663950"/>
          <p14:tracePt t="369065" x="3327400" y="3803650"/>
          <p14:tracePt t="369080" x="3390900" y="3911600"/>
          <p14:tracePt t="369097" x="3479800" y="4083050"/>
          <p14:tracePt t="369114" x="3911600" y="4864100"/>
          <p14:tracePt t="369130" x="4051300" y="5092700"/>
          <p14:tracePt t="369147" x="4184650" y="5321300"/>
          <p14:tracePt t="369163" x="4362450" y="5607050"/>
          <p14:tracePt t="369180" x="4438650" y="5734050"/>
          <p14:tracePt t="369197" x="4451350" y="5759450"/>
          <p14:tracePt t="369213" x="4457700" y="5778500"/>
          <p14:tracePt t="369229" x="4464050" y="5778500"/>
          <p14:tracePt t="369247" x="4464050" y="5784850"/>
          <p14:tracePt t="369263" x="4464050" y="5797550"/>
          <p14:tracePt t="369280" x="4470400" y="5822950"/>
          <p14:tracePt t="369296" x="4470400" y="5835650"/>
          <p14:tracePt t="369313" x="4470400" y="5892800"/>
          <p14:tracePt t="369329" x="4476750" y="5949950"/>
          <p14:tracePt t="369346" x="4495800" y="6045200"/>
          <p14:tracePt t="369363" x="4514850" y="6102350"/>
          <p14:tracePt t="369380" x="4546600" y="6210300"/>
          <p14:tracePt t="369396" x="4603750" y="6324600"/>
          <p14:tracePt t="369413" x="4622800" y="6375400"/>
          <p14:tracePt t="369430" x="4673600" y="6432550"/>
          <p14:tracePt t="369445" x="4711700" y="6451600"/>
          <p14:tracePt t="369462" x="4724400" y="6457950"/>
          <p14:tracePt t="369479" x="4756150" y="6464300"/>
          <p14:tracePt t="369495" x="4781550" y="6470650"/>
          <p14:tracePt t="369512" x="4813300" y="6470650"/>
          <p14:tracePt t="369529" x="4851400" y="6470650"/>
          <p14:tracePt t="369545" x="4876800" y="6470650"/>
          <p14:tracePt t="369548" x="4895850" y="6470650"/>
          <p14:tracePt t="369561" x="4914900" y="6464300"/>
          <p14:tracePt t="369578" x="4959350" y="6451600"/>
          <p14:tracePt t="369595" x="4972050" y="6438900"/>
          <p14:tracePt t="369612" x="5010150" y="6432550"/>
          <p14:tracePt t="369628" x="5060950" y="6426200"/>
          <p14:tracePt t="369644" x="5086350" y="6432550"/>
          <p14:tracePt t="369661" x="5118100" y="6483350"/>
          <p14:tracePt t="370193" x="5162550" y="6489700"/>
          <p14:tracePt t="370199" x="5207000" y="6502400"/>
          <p14:tracePt t="370213" x="5257800" y="6508750"/>
          <p14:tracePt t="370226" x="5321300" y="6508750"/>
          <p14:tracePt t="370243" x="5435600" y="6508750"/>
          <p14:tracePt t="370259" x="5505450" y="6521450"/>
          <p14:tracePt t="370276" x="5632450" y="6515100"/>
          <p14:tracePt t="370292" x="5753100" y="6489700"/>
          <p14:tracePt t="370309" x="5803900" y="6489700"/>
          <p14:tracePt t="370326" x="5892800" y="6489700"/>
          <p14:tracePt t="370343" x="5962650" y="6477000"/>
          <p14:tracePt t="370359" x="5994400" y="6483350"/>
          <p14:tracePt t="370376" x="6070600" y="6483350"/>
          <p14:tracePt t="370392" x="6153150" y="6489700"/>
          <p14:tracePt t="370409" x="6203950" y="6496050"/>
          <p14:tracePt t="370425" x="6311900" y="6508750"/>
          <p14:tracePt t="370442" x="6407150" y="6521450"/>
          <p14:tracePt t="370460" x="6457950" y="6534150"/>
          <p14:tracePt t="370475" x="6483350" y="6540500"/>
          <p14:tracePt t="370492" x="6489700" y="6540500"/>
          <p14:tracePt t="370509" x="6508750" y="6540500"/>
          <p14:tracePt t="370525" x="6515100" y="6540500"/>
          <p14:tracePt t="370558" x="6521450" y="6540500"/>
          <p14:tracePt t="370663" x="6527800" y="6540500"/>
          <p14:tracePt t="370904" x="6508750" y="6489700"/>
          <p14:tracePt t="370911" x="6457950" y="6394450"/>
          <p14:tracePt t="370926" x="6388100" y="6273800"/>
          <p14:tracePt t="370941" x="6299200" y="6096000"/>
          <p14:tracePt t="370957" x="6076950" y="5651500"/>
          <p14:tracePt t="370974" x="5943600" y="5378450"/>
          <p14:tracePt t="370990" x="5797550" y="5105400"/>
          <p14:tracePt t="371007" x="5441950" y="4495800"/>
          <p14:tracePt t="371024" x="5118100" y="4025900"/>
          <p14:tracePt t="371040" x="4959350" y="3835400"/>
          <p14:tracePt t="371059" x="4838700" y="3727450"/>
          <p14:tracePt t="371072" x="4730750" y="3676650"/>
          <p14:tracePt t="371090" x="4686300" y="3670300"/>
          <p14:tracePt t="371106" x="4578350" y="3651250"/>
          <p14:tracePt t="371123" x="4476750" y="3651250"/>
          <p14:tracePt t="371140" x="4425950" y="3651250"/>
          <p14:tracePt t="371157" x="4349750" y="3651250"/>
          <p14:tracePt t="371173" x="4298950" y="3651250"/>
          <p14:tracePt t="371189" x="4286250" y="3651250"/>
          <p14:tracePt t="371206" x="4279900" y="3651250"/>
          <p14:tracePt t="371223" x="4267200" y="3663950"/>
          <p14:tracePt t="371239" x="4260850" y="3676650"/>
          <p14:tracePt t="371256" x="4273550" y="3689350"/>
          <p14:tracePt t="371272" x="4286250" y="3689350"/>
          <p14:tracePt t="371289" x="4298950" y="3689350"/>
          <p14:tracePt t="371305" x="4311650" y="3689350"/>
          <p14:tracePt t="371322" x="4337050" y="3683000"/>
          <p14:tracePt t="371339" x="4349750" y="3683000"/>
          <p14:tracePt t="371355" x="4400550" y="3657600"/>
          <p14:tracePt t="371373" x="4445000" y="3644900"/>
          <p14:tracePt t="371389" x="4565650" y="3562350"/>
          <p14:tracePt t="371406" x="4597400" y="3536950"/>
          <p14:tracePt t="371422" x="4635500" y="3486150"/>
          <p14:tracePt t="371439" x="4641850" y="3441700"/>
          <p14:tracePt t="371455" x="4635500" y="3384550"/>
          <p14:tracePt t="371473" x="4622800" y="3352800"/>
          <p14:tracePt t="371488" x="4546600" y="3276600"/>
          <p14:tracePt t="371505" x="4514850" y="3251200"/>
          <p14:tracePt t="371522" x="4400550" y="3194050"/>
          <p14:tracePt t="371539" x="4279900" y="3155950"/>
          <p14:tracePt t="371555" x="4229100" y="3155950"/>
          <p14:tracePt t="371558" x="4165600" y="3155950"/>
          <p14:tracePt t="371572" x="4108450" y="3168650"/>
          <p14:tracePt t="371588" x="3987800" y="3225800"/>
          <p14:tracePt t="371604" x="3930650" y="3263900"/>
          <p14:tracePt t="371621" x="3841750" y="3365500"/>
          <p14:tracePt t="371637" x="3778250" y="3479800"/>
          <p14:tracePt t="371655" x="3771900" y="3543300"/>
          <p14:tracePt t="371671" x="3803650" y="3714750"/>
          <p14:tracePt t="371687" x="3892550" y="3854450"/>
          <p14:tracePt t="371705" x="4019550" y="3943350"/>
          <p14:tracePt t="371721" x="4076700" y="3968750"/>
          <p14:tracePt t="371737" x="4178300" y="4019550"/>
          <p14:tracePt t="371754" x="4216400" y="4019550"/>
          <p14:tracePt t="371771" x="4279900" y="4019550"/>
          <p14:tracePt t="371787" x="4311650" y="4006850"/>
          <p14:tracePt t="371804" x="4375150" y="3975100"/>
          <p14:tracePt t="371820" x="4438650" y="3930650"/>
          <p14:tracePt t="371837" x="4476750" y="3886200"/>
          <p14:tracePt t="371853" x="4527550" y="3790950"/>
          <p14:tracePt t="371870" x="4565650" y="3670300"/>
          <p14:tracePt t="371888" x="4572000" y="3530600"/>
          <p14:tracePt t="371903" x="4565650" y="3441700"/>
          <p14:tracePt t="371920" x="4495800" y="3289300"/>
          <p14:tracePt t="371937" x="4457700" y="3232150"/>
          <p14:tracePt t="371954" x="4349750" y="3155950"/>
          <p14:tracePt t="371970" x="4235450" y="3130550"/>
          <p14:tracePt t="371987" x="4108450" y="3162300"/>
          <p14:tracePt t="372003" x="4070350" y="3175000"/>
          <p14:tracePt t="372020" x="3962400" y="3282950"/>
          <p14:tracePt t="372036" x="3879850" y="3422650"/>
          <p14:tracePt t="372053" x="3854450" y="3505200"/>
          <p14:tracePt t="372071" x="3822700" y="3670300"/>
          <p14:tracePt t="372087" x="3822700" y="3835400"/>
          <p14:tracePt t="372103" x="3822700" y="3905250"/>
          <p14:tracePt t="372120" x="3873500" y="4013200"/>
          <p14:tracePt t="372136" x="3911600" y="4070350"/>
          <p14:tracePt t="372152" x="3956050" y="4114800"/>
          <p14:tracePt t="372169" x="4089400" y="4235450"/>
          <p14:tracePt t="372186" x="4184650" y="4292600"/>
          <p14:tracePt t="372203" x="4260850" y="4343400"/>
          <p14:tracePt t="372219" x="4343400" y="4368800"/>
          <p14:tracePt t="372236" x="4464050" y="4400550"/>
          <p14:tracePt t="372253" x="4502150" y="4400550"/>
          <p14:tracePt t="372269" x="4546600" y="4400550"/>
          <p14:tracePt t="372285" x="4597400" y="4381500"/>
          <p14:tracePt t="372303" x="4616450" y="4375150"/>
          <p14:tracePt t="372319" x="4641850" y="4368800"/>
          <p14:tracePt t="372335" x="4648200" y="4368800"/>
          <p14:tracePt t="372379" x="4648200" y="4375150"/>
          <p14:tracePt t="372394" x="4648200" y="4387850"/>
          <p14:tracePt t="372402" x="4654550" y="4413250"/>
          <p14:tracePt t="372418" x="4686300" y="4470400"/>
          <p14:tracePt t="372436" x="4813300" y="4705350"/>
          <p14:tracePt t="372452" x="5003800" y="5054600"/>
          <p14:tracePt t="372469" x="5092700" y="5207000"/>
          <p14:tracePt t="372485" x="5238750" y="5441950"/>
          <p14:tracePt t="372502" x="5340350" y="5607050"/>
          <p14:tracePt t="372518" x="5391150" y="5664200"/>
          <p14:tracePt t="372535" x="5454650" y="5721350"/>
          <p14:tracePt t="372552" x="5524500" y="5753100"/>
          <p14:tracePt t="372569" x="5575300" y="5778500"/>
          <p14:tracePt t="372585" x="5600700" y="5778500"/>
          <p14:tracePt t="372601" x="5670550" y="5778500"/>
          <p14:tracePt t="372619" x="5746750" y="5784850"/>
          <p14:tracePt t="372635" x="5797550" y="5791200"/>
          <p14:tracePt t="372651" x="5930900" y="5791200"/>
          <p14:tracePt t="372668" x="6070600" y="5778500"/>
          <p14:tracePt t="372684" x="6134100" y="5772150"/>
          <p14:tracePt t="372701" x="6203950" y="5753100"/>
          <p14:tracePt t="372717" x="6356350" y="5695950"/>
          <p14:tracePt t="372734" x="6388100" y="5670550"/>
          <p14:tracePt t="372751" x="6445250" y="5632450"/>
          <p14:tracePt t="372767" x="6572250" y="5549900"/>
          <p14:tracePt t="372784" x="6737350" y="5435600"/>
          <p14:tracePt t="372801" x="6883400" y="5289550"/>
          <p14:tracePt t="372817" x="6946900" y="5207000"/>
          <p14:tracePt t="372833" x="6997700" y="5124450"/>
          <p14:tracePt t="372851" x="7048500" y="4940300"/>
          <p14:tracePt t="372867" x="7067550" y="4838700"/>
          <p14:tracePt t="372883" x="7073900" y="4762500"/>
          <p14:tracePt t="372900" x="7086600" y="4654550"/>
          <p14:tracePt t="372916" x="7092950" y="4603750"/>
          <p14:tracePt t="372933" x="7105650" y="4495800"/>
          <p14:tracePt t="372950" x="7118350" y="4387850"/>
          <p14:tracePt t="372967" x="7137400" y="4298950"/>
          <p14:tracePt t="372984" x="7137400" y="4241800"/>
          <p14:tracePt t="373000" x="7169150" y="4152900"/>
          <p14:tracePt t="373017" x="7175500" y="4140200"/>
          <p14:tracePt t="373034" x="7188200" y="4102100"/>
          <p14:tracePt t="373050" x="7194550" y="4089400"/>
          <p14:tracePt t="373067" x="7207250" y="4064000"/>
          <p14:tracePt t="373083" x="7213600" y="4044950"/>
          <p14:tracePt t="373100" x="7219950" y="4038600"/>
          <p14:tracePt t="373131" x="7219950" y="4025900"/>
          <p14:tracePt t="373152" x="7226300" y="4019550"/>
          <p14:tracePt t="373159" x="7226300" y="4013200"/>
          <p14:tracePt t="373173" x="7232650" y="4000500"/>
          <p14:tracePt t="373182" x="7232650" y="3994150"/>
          <p14:tracePt t="373199" x="7239000" y="3981450"/>
          <p14:tracePt t="373216" x="7245350" y="3975100"/>
          <p14:tracePt t="373232" x="7251700" y="3956050"/>
          <p14:tracePt t="373249" x="7258050" y="3943350"/>
          <p14:tracePt t="373265" x="7264400" y="3924300"/>
          <p14:tracePt t="373282" x="7277100" y="3911600"/>
          <p14:tracePt t="373299" x="7283450" y="3905250"/>
          <p14:tracePt t="373315" x="7283450" y="3892550"/>
          <p14:tracePt t="373332" x="7289800" y="3879850"/>
          <p14:tracePt t="373349" x="7296150" y="3873500"/>
          <p14:tracePt t="373419" x="7296150" y="3867150"/>
          <p14:tracePt t="373482" x="7296150" y="3860800"/>
          <p14:tracePt t="373531" x="7296150" y="3854450"/>
          <p14:tracePt t="373616" x="7296150" y="3848100"/>
          <p14:tracePt t="373651" x="7296150" y="3841750"/>
          <p14:tracePt t="373666" x="7296150" y="3835400"/>
          <p14:tracePt t="373693" x="7296150" y="3822700"/>
          <p14:tracePt t="373700" x="7296150" y="3816350"/>
          <p14:tracePt t="373717" x="7289800" y="3803650"/>
          <p14:tracePt t="373730" x="7270750" y="3784600"/>
          <p14:tracePt t="373747" x="7226300" y="3721100"/>
          <p14:tracePt t="373764" x="7112000" y="3632200"/>
          <p14:tracePt t="373780" x="7029450" y="3581400"/>
          <p14:tracePt t="373797" x="6838950" y="3486150"/>
          <p14:tracePt t="373813" x="6591300" y="3403600"/>
          <p14:tracePt t="373830" x="6413500" y="3365500"/>
          <p14:tracePt t="373847" x="5988050" y="3282950"/>
          <p14:tracePt t="373863" x="5518150" y="3206750"/>
          <p14:tracePt t="373880" x="5251450" y="3194050"/>
          <p14:tracePt t="373897" x="4749800" y="3162300"/>
          <p14:tracePt t="373913" x="4273550" y="3149600"/>
          <p14:tracePt t="373930" x="4095750" y="3149600"/>
          <p14:tracePt t="373947" x="3752850" y="3194050"/>
          <p14:tracePt t="373963" x="3625850" y="3200400"/>
          <p14:tracePt t="373979" x="3429000" y="3257550"/>
          <p14:tracePt t="373996" x="3308350" y="3302000"/>
          <p14:tracePt t="374013" x="3251200" y="3340100"/>
          <p14:tracePt t="374031" x="3136900" y="3409950"/>
          <p14:tracePt t="374046" x="3028950" y="3441700"/>
          <p14:tracePt t="374063" x="2959100" y="3460750"/>
          <p14:tracePt t="374080" x="2813050" y="3479800"/>
          <p14:tracePt t="374096" x="2679700" y="3517900"/>
          <p14:tracePt t="374113" x="2628900" y="3536950"/>
          <p14:tracePt t="374116" x="2571750" y="3556000"/>
          <p14:tracePt t="374130" x="2533650" y="3562350"/>
          <p14:tracePt t="374146" x="2470150" y="3581400"/>
          <p14:tracePt t="374163" x="2451100" y="3587750"/>
          <p14:tracePt t="374179" x="2432050" y="3587750"/>
          <p14:tracePt t="374196" x="2425700" y="3587750"/>
          <p14:tracePt t="374213" x="2419350" y="3581400"/>
          <p14:tracePt t="374263" x="2419350" y="3575050"/>
          <p14:tracePt t="374396" x="2425700" y="3575050"/>
          <p14:tracePt t="374438" x="2432050" y="3568700"/>
          <p14:tracePt t="374473" x="2438400" y="3568700"/>
          <p14:tracePt t="374557" x="2438400" y="3562350"/>
          <p14:tracePt t="374564" x="2444750" y="3562350"/>
          <p14:tracePt t="374599" x="2444750" y="3556000"/>
          <p14:tracePt t="374628" x="2451100" y="3549650"/>
          <p14:tracePt t="374670" x="2451100" y="3543300"/>
          <p14:tracePt t="374677" x="2457450" y="3543300"/>
          <p14:tracePt t="374684" x="2463800" y="3536950"/>
          <p14:tracePt t="374698" x="2470150" y="3536950"/>
          <p14:tracePt t="374711" x="2476500" y="3536950"/>
          <p14:tracePt t="374727" x="2501900" y="3530600"/>
          <p14:tracePt t="374744" x="2527300" y="3530600"/>
          <p14:tracePt t="374761" x="2578100" y="3517900"/>
          <p14:tracePt t="374777" x="2940050" y="3479800"/>
          <p14:tracePt t="374794" x="3155950" y="3467100"/>
          <p14:tracePt t="374811" x="3765550" y="3416300"/>
          <p14:tracePt t="374827" x="4476750" y="3384550"/>
          <p14:tracePt t="374844" x="4838700" y="3371850"/>
          <p14:tracePt t="374860" x="5588000" y="3371850"/>
          <p14:tracePt t="374877" x="5899150" y="3371850"/>
          <p14:tracePt t="374893" x="6400800" y="3378200"/>
          <p14:tracePt t="374909" x="6724650" y="3403600"/>
          <p14:tracePt t="374927" x="6838950" y="3409950"/>
          <p14:tracePt t="374944" x="7048500" y="3441700"/>
          <p14:tracePt t="374959" x="7207250" y="3479800"/>
          <p14:tracePt t="374976" x="7264400" y="3511550"/>
          <p14:tracePt t="374993" x="7385050" y="3556000"/>
          <p14:tracePt t="375009" x="7518400" y="3606800"/>
          <p14:tracePt t="375026" x="7575550" y="3632200"/>
          <p14:tracePt t="375043" x="7677150" y="3689350"/>
          <p14:tracePt t="375058" x="7734300" y="3714750"/>
          <p14:tracePt t="375078" x="7747000" y="3721100"/>
          <p14:tracePt t="375092" x="7785100" y="3740150"/>
          <p14:tracePt t="375109" x="7804150" y="3752850"/>
          <p14:tracePt t="375128" x="7810500" y="3752850"/>
          <p14:tracePt t="375143" x="7823200" y="3759200"/>
          <p14:tracePt t="375159" x="7861300" y="3778250"/>
          <p14:tracePt t="375176" x="7899400" y="3790950"/>
          <p14:tracePt t="375192" x="7912100" y="3797300"/>
          <p14:tracePt t="375209" x="7931150" y="3803650"/>
          <p14:tracePt t="375226" x="7950200" y="3816350"/>
          <p14:tracePt t="375242" x="7956550" y="3816350"/>
          <p14:tracePt t="375259" x="7962900" y="3816350"/>
          <p14:tracePt t="375292" x="7969250" y="3816350"/>
          <p14:tracePt t="375436" x="7962900" y="3810000"/>
          <p14:tracePt t="375499" x="7962900" y="3803650"/>
          <p14:tracePt t="375562" x="7956550" y="3797300"/>
          <p14:tracePt t="375688" x="7950200" y="3790950"/>
          <p14:tracePt t="375717" x="7943850" y="3784600"/>
          <p14:tracePt t="375941" x="7937500" y="3784600"/>
          <p14:tracePt t="375948" x="7924800" y="3784600"/>
          <p14:tracePt t="375962" x="7918450" y="3784600"/>
          <p14:tracePt t="375972" x="7899400" y="3778250"/>
          <p14:tracePt t="375989" x="7874000" y="3765550"/>
          <p14:tracePt t="376005" x="7727950" y="3740150"/>
          <p14:tracePt t="376022" x="7416800" y="3683000"/>
          <p14:tracePt t="376041" x="6819900" y="3587750"/>
          <p14:tracePt t="376056" x="6445250" y="3536950"/>
          <p14:tracePt t="376072" x="6019800" y="3498850"/>
          <p14:tracePt t="376089" x="5105400" y="3429000"/>
          <p14:tracePt t="376106" x="4165600" y="3371850"/>
          <p14:tracePt t="376122" x="3752850" y="3371850"/>
          <p14:tracePt t="376125" x="3308350" y="3352800"/>
          <p14:tracePt t="376139" x="2914650" y="3365500"/>
          <p14:tracePt t="376155" x="2260600" y="3384550"/>
          <p14:tracePt t="376174" x="1835150" y="3409950"/>
          <p14:tracePt t="376189" x="1670050" y="3422650"/>
          <p14:tracePt t="376206" x="1428750" y="3441700"/>
          <p14:tracePt t="376223" x="1250950" y="3473450"/>
          <p14:tracePt t="376238" x="1193800" y="3479800"/>
          <p14:tracePt t="376255" x="1117600" y="3486150"/>
          <p14:tracePt t="376272" x="1104900" y="3498850"/>
          <p14:tracePt t="376289" x="1098550" y="3498850"/>
          <p14:tracePt t="376305" x="1092200" y="3505200"/>
          <p14:tracePt t="376322" x="1085850" y="3505200"/>
          <p14:tracePt t="376363" x="1098550" y="3505200"/>
          <p14:tracePt t="376371" x="1111250" y="3505200"/>
          <p14:tracePt t="376388" x="1130300" y="3498850"/>
          <p14:tracePt t="376405" x="1206500" y="3492500"/>
          <p14:tracePt t="376421" x="1295400" y="3492500"/>
          <p14:tracePt t="376438" x="1606550" y="3549650"/>
          <p14:tracePt t="376455" x="2222500" y="3695700"/>
          <p14:tracePt t="376471" x="2673350" y="3771900"/>
          <p14:tracePt t="376487" x="3613150" y="3956050"/>
          <p14:tracePt t="376504" x="4445000" y="4076700"/>
          <p14:tracePt t="376520" x="4813300" y="4108450"/>
          <p14:tracePt t="376538" x="5365750" y="4127500"/>
          <p14:tracePt t="376554" x="5715000" y="4108450"/>
          <p14:tracePt t="376571" x="5861050" y="4089400"/>
          <p14:tracePt t="376588" x="6108700" y="4044950"/>
          <p14:tracePt t="376604" x="6362700" y="3981450"/>
          <p14:tracePt t="376621" x="6489700" y="3962400"/>
          <p14:tracePt t="376624" x="6635750" y="3937000"/>
          <p14:tracePt t="376639" x="6781800" y="3917950"/>
          <p14:tracePt t="376654" x="7080250" y="3879850"/>
          <p14:tracePt t="376671" x="7219950" y="3860800"/>
          <p14:tracePt t="376687" x="7442200" y="3803650"/>
          <p14:tracePt t="376703" x="7575550" y="3765550"/>
          <p14:tracePt t="376721" x="7620000" y="3752850"/>
          <p14:tracePt t="376736" x="7645400" y="3733800"/>
          <p14:tracePt t="376753" x="7651750" y="3733800"/>
          <p14:tracePt t="376771" x="7651750" y="3721100"/>
          <p14:tracePt t="376787" x="7651750" y="3714750"/>
          <p14:tracePt t="376804" x="7645400" y="3714750"/>
          <p14:tracePt t="376820" x="7626350" y="3702050"/>
          <p14:tracePt t="376837" x="7620000" y="3695700"/>
          <p14:tracePt t="376853" x="7594600" y="3689350"/>
          <p14:tracePt t="376870" x="7435850" y="3670300"/>
          <p14:tracePt t="376887" x="7118350" y="3613150"/>
          <p14:tracePt t="376904" x="6534150" y="3486150"/>
          <p14:tracePt t="376920" x="6178550" y="3403600"/>
          <p14:tracePt t="376936" x="5346700" y="3263900"/>
          <p14:tracePt t="376954" x="4540250" y="3136900"/>
          <p14:tracePt t="376969" x="4121150" y="3105150"/>
          <p14:tracePt t="376986" x="3702050" y="3067050"/>
          <p14:tracePt t="377003" x="2673350" y="3092450"/>
          <p14:tracePt t="377019" x="2406650" y="3111500"/>
          <p14:tracePt t="377036" x="2190750" y="3124200"/>
          <p14:tracePt t="377052" x="1987550" y="3175000"/>
          <p14:tracePt t="377069" x="1898650" y="3219450"/>
          <p14:tracePt t="377086" x="1873250" y="3251200"/>
          <p14:tracePt t="377102" x="1860550" y="3276600"/>
          <p14:tracePt t="377119" x="1879600" y="3302000"/>
          <p14:tracePt t="377136" x="1911350" y="3302000"/>
          <p14:tracePt t="377152" x="2012950" y="3302000"/>
          <p14:tracePt t="377169" x="2266950" y="3352800"/>
          <p14:tracePt t="377186" x="2825750" y="3473450"/>
          <p14:tracePt t="377202" x="3187700" y="3575050"/>
          <p14:tracePt t="377218" x="4006850" y="3771900"/>
          <p14:tracePt t="377235" x="4876800" y="3975100"/>
          <p14:tracePt t="377252" x="5175250" y="4019550"/>
          <p14:tracePt t="377269" x="5651500" y="4025900"/>
          <p14:tracePt t="377285" x="5943600" y="3968750"/>
          <p14:tracePt t="377302" x="6064250" y="3937000"/>
          <p14:tracePt t="377319" x="6235700" y="3841750"/>
          <p14:tracePt t="377335" x="6318250" y="3790950"/>
          <p14:tracePt t="377352" x="6457950" y="3702050"/>
          <p14:tracePt t="377369" x="6584950" y="3594100"/>
          <p14:tracePt t="377385" x="6648450" y="3543300"/>
          <p14:tracePt t="377403" x="6718300" y="3460750"/>
          <p14:tracePt t="377418" x="6724650" y="3429000"/>
          <p14:tracePt t="377435" x="6724650" y="3422650"/>
          <p14:tracePt t="377452" x="6724650" y="3416300"/>
          <p14:tracePt t="377467" x="6692900" y="3409950"/>
          <p14:tracePt t="377484" x="6635750" y="3403600"/>
          <p14:tracePt t="377501" x="6375400" y="3359150"/>
          <p14:tracePt t="377517" x="5848350" y="3346450"/>
          <p14:tracePt t="377534" x="5543550" y="3346450"/>
          <p14:tracePt t="377551" x="4756150" y="3340100"/>
          <p14:tracePt t="377567" x="3924300" y="3352800"/>
          <p14:tracePt t="377584" x="3460750" y="3371850"/>
          <p14:tracePt t="377601" x="2590800" y="3441700"/>
          <p14:tracePt t="377617" x="2216150" y="3492500"/>
          <p14:tracePt t="377635" x="1485900" y="3638550"/>
          <p14:tracePt t="377650" x="1365250" y="3689350"/>
          <p14:tracePt t="377667" x="1282700" y="3740150"/>
          <p14:tracePt t="377684" x="1212850" y="3810000"/>
          <p14:tracePt t="377700" x="1219200" y="3848100"/>
          <p14:tracePt t="377717" x="1276350" y="3892550"/>
          <p14:tracePt t="377733" x="1473200" y="3994150"/>
          <p14:tracePt t="377751" x="2019300" y="4254500"/>
          <p14:tracePt t="377767" x="2387600" y="4394200"/>
          <p14:tracePt t="377784" x="3092450" y="4635500"/>
          <p14:tracePt t="377801" x="3822700" y="4876800"/>
          <p14:tracePt t="377817" x="4629150" y="5124450"/>
          <p14:tracePt t="377833" x="5041900" y="5251450"/>
          <p14:tracePt t="377850" x="5638800" y="5346700"/>
          <p14:tracePt t="377867" x="5930900" y="5359400"/>
          <p14:tracePt t="377883" x="6026150" y="5334000"/>
          <p14:tracePt t="377900" x="6102350" y="5314950"/>
          <p14:tracePt t="377917" x="6223000" y="5187950"/>
          <p14:tracePt t="377933" x="6248400" y="5156200"/>
          <p14:tracePt t="377950" x="6273800" y="5099050"/>
          <p14:tracePt t="377966" x="6324600" y="4978400"/>
          <p14:tracePt t="377983" x="6350000" y="4876800"/>
          <p14:tracePt t="378000" x="6356350" y="4787900"/>
          <p14:tracePt t="378016" x="6356350" y="4737100"/>
          <p14:tracePt t="378032" x="6350000" y="4641850"/>
          <p14:tracePt t="378049" x="6261100" y="4546600"/>
          <p14:tracePt t="378065" x="6191250" y="4476750"/>
          <p14:tracePt t="378082" x="5930900" y="4330700"/>
          <p14:tracePt t="378099" x="5499100" y="4171950"/>
          <p14:tracePt t="378115" x="5219700" y="4095750"/>
          <p14:tracePt t="378133" x="4610100" y="3962400"/>
          <p14:tracePt t="378148" x="4070350" y="3905250"/>
          <p14:tracePt t="378165" x="3803650" y="3892550"/>
          <p14:tracePt t="378183" x="3422650" y="3911600"/>
          <p14:tracePt t="378198" x="3168650" y="3975100"/>
          <p14:tracePt t="378215" x="3073400" y="4025900"/>
          <p14:tracePt t="378232" x="2965450" y="4133850"/>
          <p14:tracePt t="378248" x="2921000" y="4191000"/>
          <p14:tracePt t="378265" x="2882900" y="4267200"/>
          <p14:tracePt t="378282" x="2870200" y="4298950"/>
          <p14:tracePt t="378298" x="2870200" y="4305300"/>
          <p14:tracePt t="378315" x="2882900" y="4318000"/>
          <p14:tracePt t="378331" x="2914650" y="4324350"/>
          <p14:tracePt t="378348" x="2946400" y="4324350"/>
          <p14:tracePt t="378365" x="3041650" y="4305300"/>
          <p14:tracePt t="378381" x="3257550" y="4292600"/>
          <p14:tracePt t="378398" x="3429000" y="4292600"/>
          <p14:tracePt t="378415" x="4038600" y="4337050"/>
          <p14:tracePt t="378431" x="4737100" y="4438650"/>
          <p14:tracePt t="378448" x="5118100" y="4502150"/>
          <p14:tracePt t="378465" x="5556250" y="4559300"/>
          <p14:tracePt t="378481" x="5721350" y="4552950"/>
          <p14:tracePt t="378499" x="5753100" y="4540250"/>
          <p14:tracePt t="378514" x="5784850" y="4514850"/>
          <p14:tracePt t="378531" x="5791200" y="4489450"/>
          <p14:tracePt t="378548" x="5810250" y="4445000"/>
          <p14:tracePt t="378564" x="5822950" y="4432300"/>
          <p14:tracePt t="378580" x="5842000" y="4419600"/>
          <p14:tracePt t="378598" x="5981700" y="4279900"/>
          <p14:tracePt t="378613" x="6019800" y="4235450"/>
          <p14:tracePt t="378630" x="6051550" y="4197350"/>
          <p14:tracePt t="378633" x="6070600" y="4184650"/>
          <p14:tracePt t="378647" x="6076950" y="4171950"/>
          <p14:tracePt t="378663" x="6076950" y="4165600"/>
          <p14:tracePt t="378683" x="6076950" y="4159250"/>
          <p14:tracePt t="378696" x="6076950" y="4146550"/>
          <p14:tracePt t="379019" x="6159500" y="4146550"/>
          <p14:tracePt t="379026" x="6273800" y="4114800"/>
          <p14:tracePt t="379033" x="6369050" y="4083050"/>
          <p14:tracePt t="379049" x="6445250" y="4070350"/>
          <p14:tracePt t="379062" x="6540500" y="4038600"/>
          <p14:tracePt t="379079" x="6565900" y="4032250"/>
          <p14:tracePt t="379095" x="6629400" y="3987800"/>
          <p14:tracePt t="379112" x="6718300" y="3924300"/>
          <p14:tracePt t="379128" x="6775450" y="3886200"/>
          <p14:tracePt t="379146" x="6889750" y="3790950"/>
          <p14:tracePt t="379161" x="6997700" y="3676650"/>
          <p14:tracePt t="379178" x="7048500" y="3613150"/>
          <p14:tracePt t="379195" x="7131050" y="3524250"/>
          <p14:tracePt t="379211" x="7162800" y="3486150"/>
          <p14:tracePt t="379228" x="7207250" y="3422650"/>
          <p14:tracePt t="379244" x="7232650" y="3378200"/>
          <p14:tracePt t="379262" x="7239000" y="3365500"/>
          <p14:tracePt t="379279" x="7251700" y="3352800"/>
          <p14:tracePt t="379321" x="7251700" y="3359150"/>
          <p14:tracePt t="379342" x="7251700" y="3365500"/>
          <p14:tracePt t="379363" x="7251700" y="3371850"/>
          <p14:tracePt t="379413" x="7258050" y="3378200"/>
          <p14:tracePt t="379525" x="7258050" y="3384550"/>
          <p14:tracePt t="379553" x="7251700" y="3384550"/>
          <p14:tracePt t="379574" x="7245350" y="3384550"/>
          <p14:tracePt t="379602" x="7239000" y="3384550"/>
          <p14:tracePt t="379616" x="7232650" y="3384550"/>
          <p14:tracePt t="379624" x="7219950" y="3378200"/>
          <p14:tracePt t="379638" x="7188200" y="3371850"/>
          <p14:tracePt t="379647" x="7137400" y="3352800"/>
          <p14:tracePt t="379660" x="7054850" y="3333750"/>
          <p14:tracePt t="379677" x="6750050" y="3251200"/>
          <p14:tracePt t="379694" x="6464300" y="3175000"/>
          <p14:tracePt t="379709" x="5695950" y="2984500"/>
          <p14:tracePt t="379726" x="4800600" y="2781300"/>
          <p14:tracePt t="379744" x="3810000" y="2578100"/>
          <p14:tracePt t="379760" x="3359150" y="2501900"/>
          <p14:tracePt t="379777" x="2952750" y="2432050"/>
          <p14:tracePt t="379793" x="2114550" y="2324100"/>
          <p14:tracePt t="379809" x="1987550" y="2311400"/>
          <p14:tracePt t="379827" x="1898650" y="2305050"/>
          <p14:tracePt t="379842" x="1803400" y="2305050"/>
          <p14:tracePt t="379859" x="1771650" y="2311400"/>
          <p14:tracePt t="379877" x="1758950" y="2311400"/>
          <p14:tracePt t="379893" x="1752600" y="2317750"/>
          <p14:tracePt t="379953" x="1746250" y="2317750"/>
          <p14:tracePt t="379975" x="1739900" y="2317750"/>
          <p14:tracePt t="379989" x="1733550" y="2317750"/>
          <p14:tracePt t="379996" x="1727200" y="2317750"/>
          <p14:tracePt t="380009" x="1720850" y="2317750"/>
          <p14:tracePt t="380026" x="1708150" y="2317750"/>
          <p14:tracePt t="380043" x="1701800" y="2317750"/>
          <p14:tracePt t="380059" x="1701800" y="2324100"/>
          <p14:tracePt t="380164" x="1695450" y="2324100"/>
          <p14:tracePt t="380235" x="1701800" y="2317750"/>
          <p14:tracePt t="380827" x="1739900" y="2317750"/>
          <p14:tracePt t="380841" x="1816100" y="2317750"/>
          <p14:tracePt t="380848" x="1917700" y="2330450"/>
          <p14:tracePt t="380862" x="2057400" y="2349500"/>
          <p14:tracePt t="380872" x="2292350" y="2406650"/>
          <p14:tracePt t="380889" x="2559050" y="2438400"/>
          <p14:tracePt t="380906" x="3257550" y="2540000"/>
          <p14:tracePt t="380922" x="3619500" y="2622550"/>
          <p14:tracePt t="380939" x="4356100" y="2711450"/>
          <p14:tracePt t="380955" x="4445000" y="2711450"/>
          <p14:tracePt t="380972" x="4527550" y="2711450"/>
          <p14:tracePt t="380989" x="4533900" y="2711450"/>
          <p14:tracePt t="381022" x="4521200" y="2717800"/>
          <p14:tracePt t="381039" x="4514850" y="2724150"/>
          <p14:tracePt t="381056" x="4502150" y="2724150"/>
          <p14:tracePt t="381074" x="4495800" y="2724150"/>
          <p14:tracePt t="381088" x="4483100" y="2724150"/>
          <p14:tracePt t="381105" x="4470400" y="2730500"/>
          <p14:tracePt t="381122" x="4349750" y="2794000"/>
          <p14:tracePt t="381138" x="4292600" y="2819400"/>
          <p14:tracePt t="381155" x="4146550" y="2882900"/>
          <p14:tracePt t="381172" x="3962400" y="2940050"/>
          <p14:tracePt t="381188" x="3860800" y="2971800"/>
          <p14:tracePt t="381205" x="3676650" y="3041650"/>
          <p14:tracePt t="381222" x="3479800" y="3105150"/>
          <p14:tracePt t="381238" x="3371850" y="3136900"/>
          <p14:tracePt t="381255" x="3181350" y="3187700"/>
          <p14:tracePt t="381271" x="3009900" y="3238500"/>
          <p14:tracePt t="381287" x="2952750" y="3270250"/>
          <p14:tracePt t="381305" x="2876550" y="3302000"/>
          <p14:tracePt t="381320" x="2832100" y="3321050"/>
          <p14:tracePt t="381337" x="2819400" y="3327400"/>
          <p14:tracePt t="381354" x="2794000" y="3333750"/>
          <p14:tracePt t="381371" x="2787650" y="3333750"/>
          <p14:tracePt t="381387" x="2781300" y="3333750"/>
          <p14:tracePt t="381404" x="2768600" y="3340100"/>
          <p14:tracePt t="381420" x="2762250" y="3340100"/>
          <p14:tracePt t="381438" x="2762250" y="3346450"/>
          <p14:tracePt t="381473" x="2755900" y="3346450"/>
          <p14:tracePt t="381501" x="2749550" y="3346450"/>
          <p14:tracePt t="381508" x="2743200" y="3352800"/>
          <p14:tracePt t="381523" x="2736850" y="3352800"/>
          <p14:tracePt t="381537" x="2730500" y="3352800"/>
          <p14:tracePt t="381554" x="2705100" y="3359150"/>
          <p14:tracePt t="381570" x="2692400" y="3359150"/>
          <p14:tracePt t="381587" x="2660650" y="3365500"/>
          <p14:tracePt t="381603" x="2609850" y="3378200"/>
          <p14:tracePt t="381621" x="2565400" y="3384550"/>
          <p14:tracePt t="381637" x="2533650" y="3390900"/>
          <p14:tracePt t="381653" x="2482850" y="3397250"/>
          <p14:tracePt t="381670" x="2432050" y="3416300"/>
          <p14:tracePt t="381687" x="2419350" y="3422650"/>
          <p14:tracePt t="381703" x="2400300" y="3429000"/>
          <p14:tracePt t="381720" x="2343150" y="3441700"/>
          <p14:tracePt t="381736" x="2330450" y="3448050"/>
          <p14:tracePt t="381753" x="2311400" y="3454400"/>
          <p14:tracePt t="381769" x="2279650" y="3467100"/>
          <p14:tracePt t="381786" x="2254250" y="3479800"/>
          <p14:tracePt t="381803" x="2241550" y="3492500"/>
          <p14:tracePt t="381819" x="2235200" y="3492500"/>
          <p14:tracePt t="381836" x="2235200" y="3498850"/>
          <p14:tracePt t="381874" x="2228850" y="3505200"/>
          <p14:tracePt t="381944" x="2235200" y="3505200"/>
          <p14:tracePt t="381950" x="2241550" y="3505200"/>
          <p14:tracePt t="381972" x="2254250" y="3498850"/>
          <p14:tracePt t="381986" x="2266950" y="3498850"/>
          <p14:tracePt t="381993" x="2279650" y="3492500"/>
          <p14:tracePt t="382002" x="2298700" y="3486150"/>
          <p14:tracePt t="382018" x="2336800" y="3479800"/>
          <p14:tracePt t="382036" x="2482850" y="3435350"/>
          <p14:tracePt t="382052" x="2584450" y="3416300"/>
          <p14:tracePt t="382068" x="2851150" y="3352800"/>
          <p14:tracePt t="382086" x="3187700" y="3270250"/>
          <p14:tracePt t="382102" x="3397250" y="3194050"/>
          <p14:tracePt t="382119" x="3759200" y="3092450"/>
          <p14:tracePt t="382135" x="4083050" y="2978150"/>
          <p14:tracePt t="382152" x="4222750" y="2921000"/>
          <p14:tracePt t="382169" x="4425950" y="2825750"/>
          <p14:tracePt t="382185" x="4597400" y="2774950"/>
          <p14:tracePt t="382202" x="4648200" y="2762250"/>
          <p14:tracePt t="382219" x="4749800" y="2724150"/>
          <p14:tracePt t="382235" x="4813300" y="2698750"/>
          <p14:tracePt t="382251" x="4838700" y="2692400"/>
          <p14:tracePt t="382268" x="4883150" y="2673350"/>
          <p14:tracePt t="382284" x="4902200" y="2667000"/>
          <p14:tracePt t="382301" x="4953000" y="2641600"/>
          <p14:tracePt t="382318" x="5010150" y="2628900"/>
          <p14:tracePt t="382334" x="5054600" y="2609850"/>
          <p14:tracePt t="382352" x="5162550" y="2571750"/>
          <p14:tracePt t="382367" x="5194300" y="2552700"/>
          <p14:tracePt t="382384" x="5219700" y="2540000"/>
          <p14:tracePt t="382401" x="5264150" y="2533650"/>
          <p14:tracePt t="382417" x="5289550" y="2527300"/>
          <p14:tracePt t="382434" x="5295900" y="2527300"/>
          <p14:tracePt t="382450" x="5302250" y="2540000"/>
          <p14:tracePt t="382467" x="5302250" y="2546350"/>
          <p14:tracePt t="382483" x="5302250" y="2559050"/>
          <p14:tracePt t="382500" x="5302250" y="2571750"/>
          <p14:tracePt t="382517" x="5302250" y="2590800"/>
          <p14:tracePt t="382534" x="5302250" y="2628900"/>
          <p14:tracePt t="382549" x="5308600" y="2647950"/>
          <p14:tracePt t="382566" x="5314950" y="2705100"/>
          <p14:tracePt t="382584" x="5327650" y="2768600"/>
          <p14:tracePt t="382600" x="5340350" y="2794000"/>
          <p14:tracePt t="382617" x="5346700" y="2806700"/>
          <p14:tracePt t="382633" x="5372100" y="2851150"/>
          <p14:tracePt t="382650" x="5378450" y="2851150"/>
          <p14:tracePt t="382683" x="5391150" y="2851150"/>
          <p14:tracePt t="382700" x="5403850" y="2844800"/>
          <p14:tracePt t="382717" x="5403850" y="2838450"/>
          <p14:tracePt t="382733" x="5410200" y="2832100"/>
          <p14:tracePt t="382750" x="5410200" y="2825750"/>
          <p14:tracePt t="382783" x="5403850" y="2819400"/>
          <p14:tracePt t="382800" x="5397500" y="2819400"/>
          <p14:tracePt t="382816" x="5384800" y="2819400"/>
          <p14:tracePt t="382849" x="5372100" y="2813050"/>
          <p14:tracePt t="382865" x="5264150" y="2787650"/>
          <p14:tracePt t="382882" x="5187950" y="2774950"/>
          <p14:tracePt t="382900" x="4946650" y="2724150"/>
          <p14:tracePt t="382915" x="4584700" y="2673350"/>
          <p14:tracePt t="382933" x="4343400" y="2641600"/>
          <p14:tracePt t="382949" x="3854450" y="2603500"/>
          <p14:tracePt t="382965" x="3651250" y="2603500"/>
          <p14:tracePt t="382982" x="3340100" y="2616200"/>
          <p14:tracePt t="382998" x="3117850" y="2660650"/>
          <p14:tracePt t="383015" x="3054350" y="2686050"/>
          <p14:tracePt t="383032" x="2965450" y="2724150"/>
          <p14:tracePt t="383048" x="2921000" y="2749550"/>
          <p14:tracePt t="383065" x="2908300" y="2749550"/>
          <p14:tracePt t="383082" x="2901950" y="2762250"/>
          <p14:tracePt t="383124" x="2895600" y="2768600"/>
          <p14:tracePt t="383160" x="2889250" y="2768600"/>
          <p14:tracePt t="384159" x="2895600" y="2768600"/>
          <p14:tracePt t="384201" x="2901950" y="2768600"/>
          <p14:tracePt t="384209" x="2901950" y="2774950"/>
          <p14:tracePt t="384243" x="2908300" y="2774950"/>
          <p14:tracePt t="384264" x="2914650" y="2781300"/>
          <p14:tracePt t="384271" x="2914650" y="2787650"/>
          <p14:tracePt t="384280" x="2927350" y="2794000"/>
          <p14:tracePt t="384295" x="2940050" y="2806700"/>
          <p14:tracePt t="384312" x="2952750" y="2825750"/>
          <p14:tracePt t="384328" x="3009900" y="2882900"/>
          <p14:tracePt t="384344" x="3130550" y="3003550"/>
          <p14:tracePt t="384361" x="3187700" y="3073400"/>
          <p14:tracePt t="384378" x="3333750" y="3238500"/>
          <p14:tracePt t="384394" x="3473450" y="3416300"/>
          <p14:tracePt t="384411" x="3530600" y="3492500"/>
          <p14:tracePt t="384427" x="3644900" y="3663950"/>
          <p14:tracePt t="384443" x="3759200" y="3816350"/>
          <p14:tracePt t="384461" x="3810000" y="3886200"/>
          <p14:tracePt t="384477" x="3924300" y="4051300"/>
          <p14:tracePt t="384493" x="4044950" y="4229100"/>
          <p14:tracePt t="384511" x="4095750" y="4298950"/>
          <p14:tracePt t="384527" x="4127500" y="4381500"/>
          <p14:tracePt t="384543" x="4152900" y="4438650"/>
          <p14:tracePt t="384560" x="4171950" y="4476750"/>
          <p14:tracePt t="384577" x="4178300" y="4546600"/>
          <p14:tracePt t="384593" x="4191000" y="4584700"/>
          <p14:tracePt t="384610" x="4184650" y="4667250"/>
          <p14:tracePt t="384626" x="4178300" y="4686300"/>
          <p14:tracePt t="384644" x="4171950" y="4699000"/>
          <p14:tracePt t="384659" x="4165600" y="4718050"/>
          <p14:tracePt t="384676" x="4159250" y="4718050"/>
          <p14:tracePt t="384694" x="4159250" y="4724400"/>
          <p14:tracePt t="384709" x="4159250" y="4730750"/>
          <p14:tracePt t="384744" x="4146550" y="4737100"/>
          <p14:tracePt t="384759" x="4133850" y="4737100"/>
          <p14:tracePt t="384776" x="4114800" y="4737100"/>
          <p14:tracePt t="384793" x="4006850" y="4718050"/>
          <p14:tracePt t="384809" x="3917950" y="4699000"/>
          <p14:tracePt t="384826" x="3657600" y="4641850"/>
          <p14:tracePt t="384842" x="3314700" y="4578350"/>
          <p14:tracePt t="384859" x="3143250" y="4559300"/>
          <p14:tracePt t="384876" x="2863850" y="4489450"/>
          <p14:tracePt t="384893" x="2774950" y="4445000"/>
          <p14:tracePt t="384909" x="2609850" y="4368800"/>
          <p14:tracePt t="384927" x="2470150" y="4279900"/>
          <p14:tracePt t="384943" x="2438400" y="4241800"/>
          <p14:tracePt t="384959" x="2400300" y="4210050"/>
          <p14:tracePt t="384975" x="2393950" y="4171950"/>
          <p14:tracePt t="384991" x="2393950" y="4159250"/>
          <p14:tracePt t="385008" x="2393950" y="4121150"/>
          <p14:tracePt t="385024" x="2381250" y="4070350"/>
          <p14:tracePt t="385041" x="2381250" y="4044950"/>
          <p14:tracePt t="385059" x="2362200" y="3981450"/>
          <p14:tracePt t="385074" x="2362200" y="3937000"/>
          <p14:tracePt t="385091" x="2362200" y="3924300"/>
          <p14:tracePt t="385108" x="2362200" y="3911600"/>
          <p14:tracePt t="385124" x="2400300" y="3886200"/>
          <p14:tracePt t="385141" x="2413000" y="3873500"/>
          <p14:tracePt t="385158" x="2451100" y="3854450"/>
          <p14:tracePt t="385174" x="2476500" y="3848100"/>
          <p14:tracePt t="385193" x="2641600" y="3835400"/>
          <p14:tracePt t="385207" x="2717800" y="3835400"/>
          <p14:tracePt t="385224" x="2857500" y="3835400"/>
          <p14:tracePt t="385241" x="3238500" y="3873500"/>
          <p14:tracePt t="385257" x="3803650" y="3956050"/>
          <p14:tracePt t="385274" x="4076700" y="3981450"/>
          <p14:tracePt t="385292" x="4584700" y="4025900"/>
          <p14:tracePt t="385307" x="4984750" y="4019550"/>
          <p14:tracePt t="385324" x="5099050" y="4000500"/>
          <p14:tracePt t="385341" x="5295900" y="3956050"/>
          <p14:tracePt t="385357" x="5403850" y="3924300"/>
          <p14:tracePt t="385374" x="5435600" y="3905250"/>
          <p14:tracePt t="385390" x="5486400" y="3892550"/>
          <p14:tracePt t="385407" x="5499100" y="3886200"/>
          <p14:tracePt t="385459" x="5492750" y="3892550"/>
          <p14:tracePt t="385466" x="5480050" y="3892550"/>
          <p14:tracePt t="385476" x="5473700" y="3892550"/>
          <p14:tracePt t="385490" x="5461000" y="3892550"/>
          <p14:tracePt t="385507" x="5454650" y="3892550"/>
          <p14:tracePt t="385523" x="5410200" y="3892550"/>
          <p14:tracePt t="385539" x="5283200" y="3892550"/>
          <p14:tracePt t="385557" x="5181600" y="3892550"/>
          <p14:tracePt t="385573" x="4883150" y="3892550"/>
          <p14:tracePt t="385589" x="4381500" y="3873500"/>
          <p14:tracePt t="385607" x="3797300" y="3829050"/>
          <p14:tracePt t="385623" x="3486150" y="3829050"/>
          <p14:tracePt t="385639" x="2940050" y="3816350"/>
          <p14:tracePt t="385656" x="2540000" y="3822700"/>
          <p14:tracePt t="385672" x="2425700" y="3835400"/>
          <p14:tracePt t="385689" x="2247900" y="3860800"/>
          <p14:tracePt t="385706" x="2197100" y="3879850"/>
          <p14:tracePt t="385722" x="2184400" y="3879850"/>
          <p14:tracePt t="385740" x="2178050" y="3879850"/>
          <p14:tracePt t="385756" x="2235200" y="3873500"/>
          <p14:tracePt t="385772" x="2266950" y="3854450"/>
          <p14:tracePt t="385789" x="2349500" y="3810000"/>
          <p14:tracePt t="385806" x="2406650" y="3797300"/>
          <p14:tracePt t="385822" x="2603500" y="3765550"/>
          <p14:tracePt t="385839" x="3009900" y="3752850"/>
          <p14:tracePt t="385856" x="3327400" y="3733800"/>
          <p14:tracePt t="385872" x="3663950" y="3733800"/>
          <p14:tracePt t="385889" x="4832350" y="3721100"/>
          <p14:tracePt t="385905" x="5232400" y="3663950"/>
          <p14:tracePt t="385922" x="5607050" y="3600450"/>
          <p14:tracePt t="385938" x="6438900" y="3441700"/>
          <p14:tracePt t="385955" x="6623050" y="3390900"/>
          <p14:tracePt t="385972" x="6864350" y="3352800"/>
          <p14:tracePt t="385988" x="7054850" y="3327400"/>
          <p14:tracePt t="386005" x="7131050" y="3321050"/>
          <p14:tracePt t="386023" x="7289800" y="3314700"/>
          <p14:tracePt t="386038" x="7442200" y="3333750"/>
          <p14:tracePt t="386055" x="7524750" y="3340100"/>
          <p14:tracePt t="386071" x="7664450" y="3371850"/>
          <p14:tracePt t="386088" x="7708900" y="3371850"/>
          <p14:tracePt t="386105" x="7766050" y="3384550"/>
          <p14:tracePt t="386121" x="7791450" y="3384550"/>
          <p14:tracePt t="386137" x="7797800" y="3390900"/>
          <p14:tracePt t="386260" x="7791450" y="3390900"/>
          <p14:tracePt t="386267" x="7778750" y="3390900"/>
          <p14:tracePt t="386281" x="7766050" y="3384550"/>
          <p14:tracePt t="386290" x="7747000" y="3384550"/>
          <p14:tracePt t="386303" x="7708900" y="3384550"/>
          <p14:tracePt t="386321" x="7562850" y="3390900"/>
          <p14:tracePt t="386337" x="7372350" y="3422650"/>
          <p14:tracePt t="386353" x="7245350" y="3435350"/>
          <p14:tracePt t="386370" x="7105650" y="3441700"/>
          <p14:tracePt t="386387" x="6578600" y="3454400"/>
          <p14:tracePt t="386403" x="6375400" y="3454400"/>
          <p14:tracePt t="386423" x="5924550" y="3448050"/>
          <p14:tracePt t="386437" x="5657850" y="3454400"/>
          <p14:tracePt t="386453" x="5219700" y="3454400"/>
          <p14:tracePt t="386470" x="4838700" y="3479800"/>
          <p14:tracePt t="386487" x="4673600" y="3492500"/>
          <p14:tracePt t="386503" x="4381500" y="3517900"/>
          <p14:tracePt t="386520" x="4165600" y="3549650"/>
          <p14:tracePt t="386537" x="4089400" y="3568700"/>
          <p14:tracePt t="386553" x="4000500" y="3600450"/>
          <p14:tracePt t="386570" x="3968750" y="3606800"/>
          <p14:tracePt t="386586" x="3962400" y="3613150"/>
          <p14:tracePt t="386603" x="3956050" y="3619500"/>
          <p14:tracePt t="386619" x="3962400" y="3625850"/>
          <p14:tracePt t="386636" x="3975100" y="3625850"/>
          <p14:tracePt t="386653" x="4019550" y="3613150"/>
          <p14:tracePt t="386669" x="4057650" y="3587750"/>
          <p14:tracePt t="386685" x="4095750" y="3581400"/>
          <p14:tracePt t="386703" x="4241800" y="3575050"/>
          <p14:tracePt t="386719" x="4381500" y="3575050"/>
          <p14:tracePt t="386736" x="4870450" y="3625850"/>
          <p14:tracePt t="386752" x="5651500" y="3746500"/>
          <p14:tracePt t="386769" x="6102350" y="3816350"/>
          <p14:tracePt t="386785" x="6965950" y="4000500"/>
          <p14:tracePt t="386802" x="7594600" y="4095750"/>
          <p14:tracePt t="386819" x="7778750" y="4108450"/>
          <p14:tracePt t="386836" x="7988300" y="4095750"/>
          <p14:tracePt t="386851" x="8051800" y="4064000"/>
          <p14:tracePt t="386868" x="8064500" y="4064000"/>
          <p14:tracePt t="386885" x="8083550" y="4051300"/>
          <p14:tracePt t="386921" x="8089900" y="4044950"/>
          <p14:tracePt t="386962" x="8089900" y="4038600"/>
          <p14:tracePt t="386969" x="8089900" y="4032250"/>
          <p14:tracePt t="386983" x="8089900" y="4025900"/>
          <p14:tracePt t="387018" x="8083550" y="4025900"/>
          <p14:tracePt t="387032" x="8077200" y="4025900"/>
          <p14:tracePt t="387040" x="8070850" y="4025900"/>
          <p14:tracePt t="387054" x="8064500" y="4025900"/>
          <p14:tracePt t="387068" x="8058150" y="4025900"/>
          <p14:tracePt t="387085" x="8051800" y="4025900"/>
          <p14:tracePt t="387104" x="8039100" y="4025900"/>
          <p14:tracePt t="387118" x="8026400" y="4025900"/>
          <p14:tracePt t="387134" x="7975600" y="4032250"/>
          <p14:tracePt t="387152" x="7924800" y="4032250"/>
          <p14:tracePt t="387167" x="7747000" y="4032250"/>
          <p14:tracePt t="387184" x="7512050" y="4025900"/>
          <p14:tracePt t="387201" x="7200900" y="4025900"/>
          <p14:tracePt t="387217" x="7016750" y="4025900"/>
          <p14:tracePt t="387234" x="6699250" y="4025900"/>
          <p14:tracePt t="387251" x="6445250" y="4064000"/>
          <p14:tracePt t="387267" x="6330950" y="4070350"/>
          <p14:tracePt t="387284" x="6242050" y="4083050"/>
          <p14:tracePt t="387287" x="6184900" y="4089400"/>
          <p14:tracePt t="387301" x="6134100" y="4108450"/>
          <p14:tracePt t="387316" x="6102350" y="4108450"/>
          <p14:tracePt t="387333" x="6089650" y="4114800"/>
          <p14:tracePt t="387350" x="6070600" y="4114800"/>
          <p14:tracePt t="387384" x="6070600" y="4121150"/>
          <p14:tracePt t="387399" x="6076950" y="4121150"/>
          <p14:tracePt t="387416" x="6089650" y="4121150"/>
          <p14:tracePt t="387433" x="6134100" y="4108450"/>
          <p14:tracePt t="387450" x="6178550" y="4095750"/>
          <p14:tracePt t="387467" x="6223000" y="4083050"/>
          <p14:tracePt t="387483" x="6305550" y="4051300"/>
          <p14:tracePt t="387500" x="6362700" y="4032250"/>
          <p14:tracePt t="387517" x="6496050" y="3987800"/>
          <p14:tracePt t="387533" x="6692900" y="3937000"/>
          <p14:tracePt t="387550" x="6838950" y="3898900"/>
          <p14:tracePt t="387567" x="7175500" y="3816350"/>
          <p14:tracePt t="387583" x="7569200" y="3746500"/>
          <p14:tracePt t="387600" x="7721600" y="3714750"/>
          <p14:tracePt t="387616" x="7918450" y="3651250"/>
          <p14:tracePt t="387633" x="7975600" y="3632200"/>
          <p14:tracePt t="387650" x="8026400" y="3606800"/>
          <p14:tracePt t="387666" x="8039100" y="3600450"/>
          <p14:tracePt t="387714" x="8039100" y="3606800"/>
          <p14:tracePt t="387742" x="8039100" y="3613150"/>
          <p14:tracePt t="387763" x="8032750" y="3613150"/>
          <p14:tracePt t="387812" x="8026400" y="3613150"/>
          <p14:tracePt t="387833" x="8020050" y="3613150"/>
          <p14:tracePt t="387854" x="8007350" y="3613150"/>
          <p14:tracePt t="387876" x="8001000" y="3613150"/>
          <p14:tracePt t="387883" x="8001000" y="3606800"/>
          <p14:tracePt t="387896" x="7994650" y="3606800"/>
          <p14:tracePt t="387903" x="7988300" y="3606800"/>
          <p14:tracePt t="387925" x="7975600" y="3606800"/>
          <p14:tracePt t="387934" x="7962900" y="3606800"/>
          <p14:tracePt t="387948" x="7950200" y="3606800"/>
          <p14:tracePt t="387964" x="7912100" y="3606800"/>
          <p14:tracePt t="387982" x="7804150" y="3600450"/>
          <p14:tracePt t="387997" x="7588250" y="3600450"/>
          <p14:tracePt t="388015" x="7448550" y="3613150"/>
          <p14:tracePt t="388032" x="7035800" y="3625850"/>
          <p14:tracePt t="388048" x="6781800" y="3625850"/>
          <p14:tracePt t="388066" x="5937250" y="3657600"/>
          <p14:tracePt t="388081" x="5676900" y="3670300"/>
          <p14:tracePt t="388098" x="5289550" y="3714750"/>
          <p14:tracePt t="388115" x="5086350" y="3721100"/>
          <p14:tracePt t="388131" x="5022850" y="3733800"/>
          <p14:tracePt t="388148" x="4959350" y="3740150"/>
          <p14:tracePt t="388164" x="4940300" y="3752850"/>
          <p14:tracePt t="388181" x="4933950" y="3752850"/>
          <p14:tracePt t="388197" x="4927600" y="3759200"/>
          <p14:tracePt t="388230" x="4927600" y="3765550"/>
          <p14:tracePt t="388346" x="4933950" y="3765550"/>
          <p14:tracePt t="388374" x="4940300" y="3765550"/>
          <p14:tracePt t="388396" x="4946650" y="3765550"/>
          <p14:tracePt t="388735" x="4946650" y="3771900"/>
          <p14:tracePt t="388750" x="4940300" y="3784600"/>
          <p14:tracePt t="388756" x="4940300" y="3790950"/>
          <p14:tracePt t="388771" x="4940300" y="3797300"/>
          <p14:tracePt t="388779" x="4933950" y="3803650"/>
          <p14:tracePt t="388795" x="4927600" y="3816350"/>
          <p14:tracePt t="388811" x="4914900" y="3841750"/>
          <p14:tracePt t="388828" x="4902200" y="3892550"/>
          <p14:tracePt t="388845" x="4895850" y="3924300"/>
          <p14:tracePt t="388862" x="4864100" y="4032250"/>
          <p14:tracePt t="388878" x="4845050" y="4171950"/>
          <p14:tracePt t="388895" x="4838700" y="4241800"/>
          <p14:tracePt t="388912" x="4819650" y="4381500"/>
          <p14:tracePt t="388928" x="4800600" y="4476750"/>
          <p14:tracePt t="388944" x="4794250" y="4508500"/>
          <p14:tracePt t="388961" x="4781550" y="4540250"/>
          <p14:tracePt t="388978" x="4781550" y="4552950"/>
          <p14:tracePt t="388994" x="4775200" y="4559300"/>
          <p14:tracePt t="389011" x="4768850" y="4565650"/>
          <p14:tracePt t="389073" x="4762500" y="4572000"/>
          <p14:tracePt t="389212" x="4756150" y="4572000"/>
          <p14:tracePt t="389248" x="4749800" y="4572000"/>
          <p14:tracePt t="389269" x="4743450" y="4572000"/>
          <p14:tracePt t="389277" x="4737100" y="4572000"/>
          <p14:tracePt t="389283" x="4730750" y="4572000"/>
          <p14:tracePt t="389297" x="4718050" y="4572000"/>
          <p14:tracePt t="389311" x="4692650" y="4572000"/>
          <p14:tracePt t="389326" x="4603750" y="4559300"/>
          <p14:tracePt t="389343" x="4425950" y="4559300"/>
          <p14:tracePt t="389360" x="4298950" y="4559300"/>
          <p14:tracePt t="389376" x="4006850" y="4559300"/>
          <p14:tracePt t="389393" x="3702050" y="4565650"/>
          <p14:tracePt t="389410" x="3429000" y="4584700"/>
          <p14:tracePt t="389426" x="3314700" y="4597400"/>
          <p14:tracePt t="389443" x="3162300" y="4616450"/>
          <p14:tracePt t="389460" x="3079750" y="4635500"/>
          <p14:tracePt t="389476" x="3054350" y="4641850"/>
          <p14:tracePt t="389492" x="3022600" y="4654550"/>
          <p14:tracePt t="389509" x="3009900" y="4654550"/>
          <p14:tracePt t="389545" x="3016250" y="4660900"/>
          <p14:tracePt t="389559" x="3035300" y="4660900"/>
          <p14:tracePt t="389576" x="3048000" y="4660900"/>
          <p14:tracePt t="389593" x="3079750" y="4648200"/>
          <p14:tracePt t="389609" x="3098800" y="4648200"/>
          <p14:tracePt t="389626" x="3181350" y="4635500"/>
          <p14:tracePt t="389643" x="3327400" y="4616450"/>
          <p14:tracePt t="389659" x="3435350" y="4616450"/>
          <p14:tracePt t="389676" x="3702050" y="4591050"/>
          <p14:tracePt t="389693" x="4019550" y="4572000"/>
          <p14:tracePt t="389709" x="4210050" y="4578350"/>
          <p14:tracePt t="389726" x="4489450" y="4572000"/>
          <p14:tracePt t="389742" x="4603750" y="4559300"/>
          <p14:tracePt t="389759" x="4768850" y="4552950"/>
          <p14:tracePt t="389777" x="4845050" y="4533900"/>
          <p14:tracePt t="389792" x="4870450" y="4527550"/>
          <p14:tracePt t="389808" x="4876800" y="4521200"/>
          <p14:tracePt t="389852" x="4870450" y="4521200"/>
          <p14:tracePt t="389874" x="4864100" y="4527550"/>
          <p14:tracePt t="389881" x="4857750" y="4527550"/>
          <p14:tracePt t="389895" x="4851400" y="4527550"/>
          <p14:tracePt t="389911" x="4845050" y="4527550"/>
          <p14:tracePt t="389930" x="4832350" y="4527550"/>
          <p14:tracePt t="389941" x="4819650" y="4527550"/>
          <p14:tracePt t="389958" x="4768850" y="4521200"/>
          <p14:tracePt t="389974" x="4718050" y="4521200"/>
          <p14:tracePt t="389991" x="4514850" y="4521200"/>
          <p14:tracePt t="390008" x="4229100" y="4508500"/>
          <p14:tracePt t="390024" x="3835400" y="4495800"/>
          <p14:tracePt t="390041" x="3594100" y="4483100"/>
          <p14:tracePt t="390057" x="3225800" y="4483100"/>
          <p14:tracePt t="390074" x="2959100" y="4483100"/>
          <p14:tracePt t="390092" x="2755900" y="4489450"/>
          <p14:tracePt t="390107" x="2698750" y="4489450"/>
          <p14:tracePt t="390124" x="2641600" y="4502150"/>
          <p14:tracePt t="390141" x="2622550" y="4508500"/>
          <p14:tracePt t="390157" x="2622550" y="4514850"/>
          <p14:tracePt t="390174" x="2616200" y="4514850"/>
          <p14:tracePt t="390191" x="2616200" y="4521200"/>
          <p14:tracePt t="390224" x="2622550" y="4521200"/>
          <p14:tracePt t="390323" x="2628900" y="4521200"/>
          <p14:tracePt t="390344" x="2635250" y="4521200"/>
          <p14:tracePt t="390351" x="2641600" y="4521200"/>
          <p14:tracePt t="390366" x="2647950" y="4521200"/>
          <p14:tracePt t="390375" x="2660650" y="4521200"/>
          <p14:tracePt t="390389" x="2673350" y="4514850"/>
          <p14:tracePt t="390406" x="2724150" y="4508500"/>
          <p14:tracePt t="390423" x="2825750" y="4489450"/>
          <p14:tracePt t="390439" x="2901950" y="4476750"/>
          <p14:tracePt t="390457" x="3143250" y="4445000"/>
          <p14:tracePt t="390473" x="3448050" y="4413250"/>
          <p14:tracePt t="390490" x="3613150" y="4400550"/>
          <p14:tracePt t="390507" x="3943350" y="4362450"/>
          <p14:tracePt t="390522" x="4083050" y="4356100"/>
          <p14:tracePt t="390539" x="4279900" y="4330700"/>
          <p14:tracePt t="390555" x="4419600" y="4311650"/>
          <p14:tracePt t="390572" x="4464050" y="4305300"/>
          <p14:tracePt t="390588" x="4502150" y="4305300"/>
          <p14:tracePt t="390605" x="4540250" y="4305300"/>
          <p14:tracePt t="390622" x="4578350" y="4311650"/>
          <p14:tracePt t="390639" x="4584700" y="4311650"/>
          <p14:tracePt t="390672" x="4591050" y="4311650"/>
          <p14:tracePt t="390689" x="4597400" y="4311650"/>
          <p14:tracePt t="390766" x="4597400" y="4305300"/>
          <p14:tracePt t="390773" x="4591050" y="4305300"/>
          <p14:tracePt t="390815" x="4584700" y="4305300"/>
          <p14:tracePt t="391759" x="4546600" y="4222750"/>
          <p14:tracePt t="391766" x="4464050" y="4083050"/>
          <p14:tracePt t="391780" x="4394200" y="3937000"/>
          <p14:tracePt t="391788" x="4273550" y="3778250"/>
          <p14:tracePt t="391804" x="4159250" y="3594100"/>
          <p14:tracePt t="391818" x="4013200" y="3384550"/>
          <p14:tracePt t="391835" x="3873500" y="3155950"/>
          <p14:tracePt t="391851" x="3530600" y="2501900"/>
          <p14:tracePt t="391868" x="3352800" y="2152650"/>
          <p14:tracePt t="391885" x="3073400" y="1670050"/>
          <p14:tracePt t="391901" x="2914650" y="1371600"/>
          <p14:tracePt t="391918" x="2825750" y="1219200"/>
          <p14:tracePt t="391935" x="2686050" y="952500"/>
          <p14:tracePt t="391951" x="2520950" y="628650"/>
          <p14:tracePt t="391967" x="2419350" y="495300"/>
          <p14:tracePt t="391985" x="2228850" y="228600"/>
          <p14:tracePt t="392001" x="2019300" y="0"/>
          <p14:tracePt t="392018" x="1949450" y="0"/>
          <p14:tracePt t="392034" x="1854200" y="0"/>
          <p14:tracePt t="392051" x="1828800" y="0"/>
          <p14:tracePt t="392067" x="1822450" y="0"/>
          <p14:tracePt t="392111" x="1822450" y="6350"/>
          <p14:tracePt t="392153" x="1822450" y="12700"/>
          <p14:tracePt t="392167" x="1828800" y="12700"/>
          <p14:tracePt t="392181" x="1835150" y="12700"/>
          <p14:tracePt t="392188" x="1847850" y="12700"/>
          <p14:tracePt t="392203" x="1873250" y="12700"/>
          <p14:tracePt t="392217" x="1892300" y="19050"/>
          <p14:tracePt t="392233" x="1968500" y="25400"/>
          <p14:tracePt t="392250" x="2038350" y="38100"/>
          <p14:tracePt t="392267" x="2190750" y="63500"/>
          <p14:tracePt t="392283" x="2362200" y="76200"/>
          <p14:tracePt t="392300" x="2501900" y="69850"/>
          <p14:tracePt t="392317" x="2552700" y="63500"/>
          <p14:tracePt t="392333" x="2635250" y="63500"/>
          <p14:tracePt t="392350" x="2724150" y="63500"/>
          <p14:tracePt t="392366" x="2794000" y="76200"/>
          <p14:tracePt t="392382" x="2882900" y="76200"/>
          <p14:tracePt t="392400" x="3384550" y="88900"/>
          <p14:tracePt t="392416" x="3625850" y="101600"/>
          <p14:tracePt t="392433" x="3937000" y="101600"/>
          <p14:tracePt t="392449" x="4813300" y="139700"/>
          <p14:tracePt t="392466" x="5022850" y="139700"/>
          <p14:tracePt t="392483" x="5238750" y="88900"/>
          <p14:tracePt t="392499" x="5295900" y="69850"/>
          <p14:tracePt t="392515" x="5334000" y="44450"/>
          <p14:tracePt t="392533" x="5340350" y="44450"/>
          <p14:tracePt t="392588" x="5334000" y="44450"/>
          <p14:tracePt t="392630" x="5327650" y="50800"/>
          <p14:tracePt t="392652" x="5321300" y="50800"/>
          <p14:tracePt t="392701" x="5321300" y="44450"/>
          <p14:tracePt t="392742" x="5321300" y="38100"/>
          <p14:tracePt t="392749" x="5321300" y="31750"/>
          <p14:tracePt t="392764" x="5321300" y="25400"/>
          <p14:tracePt t="392771" x="5321300" y="19050"/>
          <p14:tracePt t="392785" x="5308600" y="19050"/>
          <p14:tracePt t="392798" x="5283200" y="12700"/>
          <p14:tracePt t="392815" x="5194300" y="0"/>
          <p14:tracePt t="393186" x="5200650" y="0"/>
          <p14:tracePt t="393193" x="5238750" y="0"/>
          <p14:tracePt t="393207" x="5314950" y="6350"/>
          <p14:tracePt t="393215" x="5403850" y="25400"/>
          <p14:tracePt t="393229" x="5537200" y="69850"/>
          <p14:tracePt t="393246" x="6026150" y="203200"/>
          <p14:tracePt t="393263" x="6692900" y="368300"/>
          <p14:tracePt t="393279" x="7048500" y="438150"/>
          <p14:tracePt t="393296" x="7346950" y="488950"/>
          <p14:tracePt t="393313" x="7766050" y="482600"/>
          <p14:tracePt t="393330" x="7810500" y="469900"/>
          <p14:tracePt t="393347" x="7835900" y="450850"/>
          <p14:tracePt t="393363" x="7848600" y="450850"/>
          <p14:tracePt t="393403" x="7842250" y="457200"/>
          <p14:tracePt t="393431" x="7835900" y="463550"/>
          <p14:tracePt t="393452" x="7829550" y="463550"/>
          <p14:tracePt t="393474" x="7829550" y="469900"/>
          <p14:tracePt t="393502" x="7823200" y="469900"/>
          <p14:tracePt t="393523" x="7816850" y="476250"/>
          <p14:tracePt t="393565" x="7816850" y="482600"/>
          <p14:tracePt t="393607" x="7810500" y="488950"/>
          <p14:tracePt t="393698" x="7804150" y="495300"/>
          <p14:tracePt t="393733" x="7804150" y="501650"/>
          <p14:tracePt t="393761" x="7797800" y="501650"/>
          <p14:tracePt t="393775" x="7791450" y="508000"/>
          <p14:tracePt t="393782" x="7785100" y="514350"/>
          <p14:tracePt t="393798" x="7772400" y="520700"/>
          <p14:tracePt t="393812" x="7753350" y="533400"/>
          <p14:tracePt t="393827" x="7715250" y="558800"/>
          <p14:tracePt t="393844" x="7550150" y="628650"/>
          <p14:tracePt t="393861" x="7226300" y="768350"/>
          <p14:tracePt t="393878" x="7010400" y="857250"/>
          <p14:tracePt t="393896" x="6134100" y="1174750"/>
          <p14:tracePt t="393911" x="5822950" y="1276350"/>
          <p14:tracePt t="393927" x="5251450" y="1435100"/>
          <p14:tracePt t="393945" x="4743450" y="1555750"/>
          <p14:tracePt t="393961" x="4540250" y="1593850"/>
          <p14:tracePt t="393977" x="4349750" y="1619250"/>
          <p14:tracePt t="393994" x="3981450" y="1651000"/>
          <p14:tracePt t="394011" x="3892550" y="1651000"/>
          <p14:tracePt t="394027" x="3841750" y="1651000"/>
          <p14:tracePt t="394044" x="3746500" y="1651000"/>
          <p14:tracePt t="394062" x="3695700" y="1651000"/>
          <p14:tracePt t="394077" x="3689350" y="1651000"/>
          <p14:tracePt t="394093" x="3695700" y="1644650"/>
          <p14:tracePt t="394665" x="3657600" y="1644650"/>
          <p14:tracePt t="394672" x="3600450" y="1625600"/>
          <p14:tracePt t="394686" x="3536950" y="1606550"/>
          <p14:tracePt t="394700" x="3441700" y="1587500"/>
          <p14:tracePt t="394714" x="3365500" y="1568450"/>
          <p14:tracePt t="394725" x="3270250" y="1536700"/>
          <p14:tracePt t="394742" x="3168650" y="1517650"/>
          <p14:tracePt t="394757" x="3092450" y="1498600"/>
          <p14:tracePt t="394774" x="2933700" y="1479550"/>
          <p14:tracePt t="394791" x="2876550" y="1460500"/>
          <p14:tracePt t="394808" x="2806700" y="1447800"/>
          <p14:tracePt t="394824" x="2781300" y="1447800"/>
          <p14:tracePt t="394841" x="2762250" y="1447800"/>
          <p14:tracePt t="394858" x="2736850" y="1447800"/>
          <p14:tracePt t="394874" x="2717800" y="1447800"/>
          <p14:tracePt t="394891" x="2679700" y="1447800"/>
          <p14:tracePt t="394924" x="2673350" y="1447800"/>
          <p14:tracePt t="394941" x="2667000" y="1447800"/>
          <p14:tracePt t="394988" x="2673350" y="1447800"/>
          <p14:tracePt t="395002" x="2679700" y="1447800"/>
          <p14:tracePt t="395016" x="2698750" y="1447800"/>
          <p14:tracePt t="395025" x="2711450" y="1441450"/>
          <p14:tracePt t="395041" x="2730500" y="1441450"/>
          <p14:tracePt t="395058" x="2755900" y="1441450"/>
          <p14:tracePt t="395074" x="2825750" y="1435100"/>
          <p14:tracePt t="395090" x="2876550" y="1435100"/>
          <p14:tracePt t="395108" x="3009900" y="1428750"/>
          <p14:tracePt t="395123" x="3098800" y="1428750"/>
          <p14:tracePt t="395140" x="3200400" y="1416050"/>
          <p14:tracePt t="395157" x="3390900" y="1397000"/>
          <p14:tracePt t="395173" x="3467100" y="1377950"/>
          <p14:tracePt t="395190" x="3549650" y="1358900"/>
          <p14:tracePt t="395206" x="3689350" y="1339850"/>
          <p14:tracePt t="395222" x="3733800" y="1333500"/>
          <p14:tracePt t="395239" x="3797300" y="1333500"/>
          <p14:tracePt t="395256" x="3917950" y="1333500"/>
          <p14:tracePt t="395273" x="3956050" y="1333500"/>
          <p14:tracePt t="395290" x="4025900" y="1333500"/>
          <p14:tracePt t="395305" x="4044950" y="1333500"/>
          <p14:tracePt t="395322" x="4064000" y="1327150"/>
          <p14:tracePt t="395339" x="4076700" y="1327150"/>
          <p14:tracePt t="395355" x="4089400" y="1327150"/>
          <p14:tracePt t="395372" x="4102100" y="1327150"/>
          <p14:tracePt t="395389" x="4114800" y="1327150"/>
          <p14:tracePt t="395406" x="4165600" y="1333500"/>
          <p14:tracePt t="395422" x="4203700" y="1333500"/>
          <p14:tracePt t="395439" x="4311650" y="1352550"/>
          <p14:tracePt t="395455" x="4362450" y="1352550"/>
          <p14:tracePt t="395473" x="4438650" y="1352550"/>
          <p14:tracePt t="395489" x="4591050" y="1352550"/>
          <p14:tracePt t="395506" x="4667250" y="1346200"/>
          <p14:tracePt t="395523" x="4743450" y="1339850"/>
          <p14:tracePt t="395539" x="4851400" y="1308100"/>
          <p14:tracePt t="395555" x="4895850" y="1301750"/>
          <p14:tracePt t="395572" x="4933950" y="1295400"/>
          <p14:tracePt t="395589" x="4959350" y="1289050"/>
          <p14:tracePt t="395607" x="4978400" y="1289050"/>
          <p14:tracePt t="395622" x="4997450" y="1289050"/>
          <p14:tracePt t="395638" x="5010150" y="1289050"/>
          <p14:tracePt t="395656" x="5048250" y="1289050"/>
          <p14:tracePt t="395671" x="5080000" y="1289050"/>
          <p14:tracePt t="395688" x="5118100" y="1295400"/>
          <p14:tracePt t="395705" x="5181600" y="1295400"/>
          <p14:tracePt t="395721" x="5372100" y="1308100"/>
          <p14:tracePt t="395738" x="5499100" y="1308100"/>
          <p14:tracePt t="395754" x="5778500" y="1301750"/>
          <p14:tracePt t="395771" x="6019800" y="1263650"/>
          <p14:tracePt t="395788" x="6121400" y="1238250"/>
          <p14:tracePt t="395804" x="6343650" y="1193800"/>
          <p14:tracePt t="395821" x="6413500" y="1181100"/>
          <p14:tracePt t="395838" x="6489700" y="1174750"/>
          <p14:tracePt t="395854" x="6553200" y="1155700"/>
          <p14:tracePt t="395870" x="6584950" y="1149350"/>
          <p14:tracePt t="395888" x="6616700" y="1143000"/>
          <p14:tracePt t="395904" x="6642100" y="1143000"/>
          <p14:tracePt t="395920" x="6654800" y="1136650"/>
          <p14:tracePt t="395937" x="6680200" y="1130300"/>
          <p14:tracePt t="395953" x="6699250" y="1123950"/>
          <p14:tracePt t="395970" x="6705600" y="1123950"/>
          <p14:tracePt t="395987" x="6711950" y="1123950"/>
          <p14:tracePt t="396035" x="6699250" y="1123950"/>
          <p14:tracePt t="396056" x="6680200" y="1123950"/>
          <p14:tracePt t="396063" x="6648450" y="1130300"/>
          <p14:tracePt t="396077" x="6597650" y="1143000"/>
          <p14:tracePt t="396086" x="6527800" y="1149350"/>
          <p14:tracePt t="396103" x="6426200" y="1149350"/>
          <p14:tracePt t="396120" x="6184900" y="1193800"/>
          <p14:tracePt t="396137" x="5816600" y="1244600"/>
          <p14:tracePt t="396154" x="5568950" y="1276350"/>
          <p14:tracePt t="396170" x="5054600" y="1333500"/>
          <p14:tracePt t="396186" x="4813300" y="1358900"/>
          <p14:tracePt t="396204" x="4248150" y="1422400"/>
          <p14:tracePt t="396219" x="3949700" y="1454150"/>
          <p14:tracePt t="396236" x="3708400" y="1479550"/>
          <p14:tracePt t="396253" x="3321050" y="1517650"/>
          <p14:tracePt t="396269" x="3194050" y="1530350"/>
          <p14:tracePt t="396286" x="3092450" y="1549400"/>
          <p14:tracePt t="396303" x="2946400" y="1581150"/>
          <p14:tracePt t="396319" x="2914650" y="1587500"/>
          <p14:tracePt t="396336" x="2876550" y="1606550"/>
          <p14:tracePt t="396353" x="2851150" y="1606550"/>
          <p14:tracePt t="396369" x="2838450" y="1606550"/>
          <p14:tracePt t="396386" x="2819400" y="1606550"/>
          <p14:tracePt t="396402" x="2813050" y="1606550"/>
          <p14:tracePt t="396418" x="2800350" y="1606550"/>
          <p14:tracePt t="396436" x="2768600" y="1606550"/>
          <p14:tracePt t="396452" x="2749550" y="1606550"/>
          <p14:tracePt t="396468" x="2724150" y="1612900"/>
          <p14:tracePt t="396485" x="2673350" y="1619250"/>
          <p14:tracePt t="396502" x="2641600" y="1619250"/>
          <p14:tracePt t="396518" x="2603500" y="1619250"/>
          <p14:tracePt t="396534" x="2540000" y="1587500"/>
          <p14:tracePt t="397099" x="2527300" y="1587500"/>
          <p14:tracePt t="397106" x="2514600" y="1587500"/>
          <p14:tracePt t="397120" x="2501900" y="1587500"/>
          <p14:tracePt t="397133" x="2482850" y="1587500"/>
          <p14:tracePt t="397150" x="2432050" y="1600200"/>
          <p14:tracePt t="397166" x="2400300" y="1606550"/>
          <p14:tracePt t="397183" x="2343150" y="1612900"/>
          <p14:tracePt t="397200" x="2260600" y="1625600"/>
          <p14:tracePt t="397216" x="2209800" y="1625600"/>
          <p14:tracePt t="397233" x="2114550" y="1644650"/>
          <p14:tracePt t="397249" x="2025650" y="1663700"/>
          <p14:tracePt t="397266" x="1968500" y="1663700"/>
          <p14:tracePt t="397282" x="1866900" y="1682750"/>
          <p14:tracePt t="397299" x="1809750" y="1689100"/>
          <p14:tracePt t="397316" x="1752600" y="1695450"/>
          <p14:tracePt t="397332" x="1739900" y="1701800"/>
          <p14:tracePt t="397348" x="1727200" y="1701800"/>
          <p14:tracePt t="397366" x="1714500" y="1708150"/>
          <p14:tracePt t="397716" x="1720850" y="1708150"/>
          <p14:tracePt t="397732" x="1727200" y="1708150"/>
          <p14:tracePt t="397745" x="1733550" y="1708150"/>
          <p14:tracePt t="397752" x="1739900" y="1708150"/>
          <p14:tracePt t="397767" x="1746250" y="1708150"/>
          <p14:tracePt t="397782" x="1758950" y="1708150"/>
          <p14:tracePt t="397797" x="1784350" y="1714500"/>
          <p14:tracePt t="397815" x="1809750" y="1714500"/>
          <p14:tracePt t="397830" x="1892300" y="1714500"/>
          <p14:tracePt t="397847" x="1930400" y="1714500"/>
          <p14:tracePt t="397865" x="2057400" y="1708150"/>
          <p14:tracePt t="397880" x="2120900" y="1708150"/>
          <p14:tracePt t="397897" x="2190750" y="1695450"/>
          <p14:tracePt t="397914" x="2317750" y="1695450"/>
          <p14:tracePt t="397930" x="2381250" y="1689100"/>
          <p14:tracePt t="397950" x="2489200" y="1676400"/>
          <p14:tracePt t="397963" x="2527300" y="1676400"/>
          <p14:tracePt t="397980" x="2565400" y="1676400"/>
          <p14:tracePt t="397996" x="2584450" y="1670050"/>
          <p14:tracePt t="398013" x="2641600" y="1670050"/>
          <p14:tracePt t="398029" x="2673350" y="1676400"/>
          <p14:tracePt t="398047" x="2717800" y="1682750"/>
          <p14:tracePt t="398063" x="2736850" y="1682750"/>
          <p14:tracePt t="398080" x="2755900" y="1695450"/>
          <p14:tracePt t="398097" x="2781300" y="1695450"/>
          <p14:tracePt t="398113" x="2794000" y="1695450"/>
          <p14:tracePt t="398129" x="2800350" y="1701800"/>
          <p14:tracePt t="398147" x="2806700" y="1701800"/>
          <p14:tracePt t="398202" x="2813050" y="1708150"/>
          <p14:tracePt t="398286" x="2813050" y="1701800"/>
          <p14:tracePt t="398419" x="2813050" y="1708150"/>
          <p14:tracePt t="398539" x="2825750" y="1708150"/>
          <p14:tracePt t="398553" x="2832100" y="1708150"/>
          <p14:tracePt t="398567" x="2844800" y="1714500"/>
          <p14:tracePt t="398588" x="2863850" y="1714500"/>
          <p14:tracePt t="398595" x="2901950" y="1714500"/>
          <p14:tracePt t="398609" x="2965450" y="1720850"/>
          <p14:tracePt t="398623" x="3054350" y="1720850"/>
          <p14:tracePt t="398631" x="3155950" y="1720850"/>
          <p14:tracePt t="398647" x="3302000" y="1695450"/>
          <p14:tracePt t="398661" x="3454400" y="1663700"/>
          <p14:tracePt t="398678" x="3835400" y="1568450"/>
          <p14:tracePt t="398694" x="4229100" y="1447800"/>
          <p14:tracePt t="398711" x="4413250" y="1397000"/>
          <p14:tracePt t="398729" x="4768850" y="1263650"/>
          <p14:tracePt t="398744" x="5016500" y="1181100"/>
          <p14:tracePt t="398761" x="5124450" y="1149350"/>
          <p14:tracePt t="398778" x="5295900" y="1098550"/>
          <p14:tracePt t="398794" x="5403850" y="1066800"/>
          <p14:tracePt t="398811" x="5429250" y="1060450"/>
          <p14:tracePt t="398827" x="5461000" y="1054100"/>
          <p14:tracePt t="398844" x="5473700" y="1054100"/>
          <p14:tracePt t="398861" x="5480050" y="1054100"/>
          <p14:tracePt t="398933" x="5473700" y="1054100"/>
          <p14:tracePt t="399016" x="5467350" y="1060450"/>
          <p14:tracePt t="399072" x="5473700" y="1060450"/>
          <p14:tracePt t="399086" x="5480050" y="1060450"/>
          <p14:tracePt t="399095" x="5486400" y="1060450"/>
          <p14:tracePt t="399109" x="5492750" y="1060450"/>
          <p14:tracePt t="399126" x="5511800" y="1060450"/>
          <p14:tracePt t="399143" x="5537200" y="1060450"/>
          <p14:tracePt t="399159" x="5626100" y="1060450"/>
          <p14:tracePt t="399176" x="5715000" y="1060450"/>
          <p14:tracePt t="399193" x="6026150" y="1060450"/>
          <p14:tracePt t="399209" x="6153150" y="1054100"/>
          <p14:tracePt t="399226" x="6280150" y="1047750"/>
          <p14:tracePt t="399242" x="6502400" y="1022350"/>
          <p14:tracePt t="399259" x="6654800" y="1003300"/>
          <p14:tracePt t="399277" x="6762750" y="990600"/>
          <p14:tracePt t="399293" x="6800850" y="977900"/>
          <p14:tracePt t="399309" x="6845300" y="977900"/>
          <p14:tracePt t="399326" x="6858000" y="977900"/>
          <p14:tracePt t="399342" x="6864350" y="977900"/>
          <p14:tracePt t="399376" x="6858000" y="971550"/>
          <p14:tracePt t="399389" x="6851650" y="971550"/>
          <p14:tracePt t="399396" x="6845300" y="971550"/>
          <p14:tracePt t="399409" x="6826250" y="971550"/>
          <p14:tracePt t="399425" x="6756400" y="984250"/>
          <p14:tracePt t="399442" x="6692900" y="990600"/>
          <p14:tracePt t="399459" x="6457950" y="1035050"/>
          <p14:tracePt t="399475" x="6311900" y="1066800"/>
          <p14:tracePt t="399491" x="5867400" y="1136650"/>
          <p14:tracePt t="399509" x="5314950" y="1231900"/>
          <p14:tracePt t="399524" x="5041900" y="1276350"/>
          <p14:tracePt t="399541" x="4495800" y="1352550"/>
          <p14:tracePt t="399558" x="3975100" y="1441450"/>
          <p14:tracePt t="399574" x="3752850" y="1466850"/>
          <p14:tracePt t="399592" x="3327400" y="1549400"/>
          <p14:tracePt t="399607" x="3028950" y="1606550"/>
          <p14:tracePt t="399624" x="2914650" y="1619250"/>
          <p14:tracePt t="399641" x="2806700" y="1638300"/>
          <p14:tracePt t="399657" x="2647950" y="1689100"/>
          <p14:tracePt t="399674" x="2571750" y="1701800"/>
          <p14:tracePt t="399692" x="2476500" y="1727200"/>
          <p14:tracePt t="399707" x="2444750" y="1733550"/>
          <p14:tracePt t="399724" x="2419350" y="1739900"/>
          <p14:tracePt t="399741" x="2381250" y="1746250"/>
          <p14:tracePt t="399757" x="2381250" y="1752600"/>
          <p14:tracePt t="399774" x="2368550" y="1752600"/>
          <p14:tracePt t="399791" x="2355850" y="1752600"/>
          <p14:tracePt t="399807" x="2349500" y="1752600"/>
          <p14:tracePt t="399866" x="2355850" y="1752600"/>
          <p14:tracePt t="399875" x="2374900" y="1752600"/>
          <p14:tracePt t="399887" x="2393950" y="1752600"/>
          <p14:tracePt t="399902" x="2406650" y="1752600"/>
          <p14:tracePt t="399915" x="2438400" y="1746250"/>
          <p14:tracePt t="399930" x="2476500" y="1746250"/>
          <p14:tracePt t="399940" x="2527300" y="1739900"/>
          <p14:tracePt t="399956" x="2616200" y="1739900"/>
          <p14:tracePt t="399973" x="2717800" y="1739900"/>
          <p14:tracePt t="399990" x="2997200" y="1739900"/>
          <p14:tracePt t="400007" x="3168650" y="1727200"/>
          <p14:tracePt t="400023" x="3467100" y="1714500"/>
          <p14:tracePt t="400039" x="3581400" y="1714500"/>
          <p14:tracePt t="400056" x="3670300" y="1701800"/>
          <p14:tracePt t="400072" x="3778250" y="1695450"/>
          <p14:tracePt t="400089" x="3803650" y="1695450"/>
          <p14:tracePt t="400106" x="3873500" y="1695450"/>
          <p14:tracePt t="400122" x="3911600" y="1708150"/>
          <p14:tracePt t="400139" x="3956050" y="1714500"/>
          <p14:tracePt t="400156" x="4025900" y="1720850"/>
          <p14:tracePt t="400172" x="4051300" y="1720850"/>
          <p14:tracePt t="400190" x="4076700" y="1720850"/>
          <p14:tracePt t="400205" x="4114800" y="1727200"/>
          <p14:tracePt t="400222" x="4127500" y="1727200"/>
          <p14:tracePt t="400239" x="4140200" y="1727200"/>
          <p14:tracePt t="400255" x="4171950" y="1727200"/>
          <p14:tracePt t="400272" x="4184650" y="1727200"/>
          <p14:tracePt t="400288" x="4210050" y="1739900"/>
          <p14:tracePt t="400306" x="4241800" y="1746250"/>
          <p14:tracePt t="400322" x="4254500" y="1746250"/>
          <p14:tracePt t="400780" x="4260850" y="1746250"/>
          <p14:tracePt t="400794" x="4273550" y="1758950"/>
          <p14:tracePt t="400801" x="4286250" y="1765300"/>
          <p14:tracePt t="400808" x="4305300" y="1771650"/>
          <p14:tracePt t="400823" x="4318000" y="1778000"/>
          <p14:tracePt t="400837" x="4330700" y="1784350"/>
          <p14:tracePt t="400854" x="4375150" y="1797050"/>
          <p14:tracePt t="400871" x="4400550" y="1803400"/>
          <p14:tracePt t="400887" x="4489450" y="1841500"/>
          <p14:tracePt t="400903" x="4635500" y="1866900"/>
          <p14:tracePt t="400921" x="4826000" y="1898650"/>
          <p14:tracePt t="400937" x="4927600" y="1911350"/>
          <p14:tracePt t="400953" x="5080000" y="1911350"/>
          <p14:tracePt t="400971" x="5187950" y="1898650"/>
          <p14:tracePt t="400987" x="5219700" y="1898650"/>
          <p14:tracePt t="401003" x="5238750" y="1892300"/>
          <p14:tracePt t="401020" x="5289550" y="1892300"/>
          <p14:tracePt t="401036" x="5308600" y="1892300"/>
          <p14:tracePt t="401054" x="5372100" y="1892300"/>
          <p14:tracePt t="401069" x="5410200" y="1892300"/>
          <p14:tracePt t="401086" x="5486400" y="1898650"/>
          <p14:tracePt t="401103" x="5556250" y="1898650"/>
          <p14:tracePt t="401119" x="5575300" y="1898650"/>
          <p14:tracePt t="401136" x="5600700" y="1898650"/>
          <p14:tracePt t="401153" x="5613400" y="1898650"/>
          <p14:tracePt t="401194" x="5613400" y="1905000"/>
          <p14:tracePt t="401222" x="5600700" y="1905000"/>
          <p14:tracePt t="401243" x="5594350" y="1911350"/>
          <p14:tracePt t="401265" x="5588000" y="1911350"/>
          <p14:tracePt t="401286" x="5575300" y="1917700"/>
          <p14:tracePt t="401292" x="5568950" y="1924050"/>
          <p14:tracePt t="401301" x="5556250" y="1924050"/>
          <p14:tracePt t="401318" x="5543550" y="1936750"/>
          <p14:tracePt t="401335" x="5492750" y="1955800"/>
          <p14:tracePt t="401352" x="5461000" y="1968500"/>
          <p14:tracePt t="401370" x="5334000" y="2019300"/>
          <p14:tracePt t="401386" x="5289550" y="2038350"/>
          <p14:tracePt t="401402" x="5251450" y="2044700"/>
          <p14:tracePt t="401419" x="5187950" y="2063750"/>
          <p14:tracePt t="401435" x="5149850" y="2082800"/>
          <p14:tracePt t="401452" x="5137150" y="2089150"/>
          <p14:tracePt t="401469" x="5105400" y="2101850"/>
          <p14:tracePt t="401485" x="5092700" y="2108200"/>
          <p14:tracePt t="401501" x="5073650" y="2108200"/>
          <p14:tracePt t="401518" x="5035550" y="2120900"/>
          <p14:tracePt t="401535" x="4965700" y="2133600"/>
          <p14:tracePt t="401551" x="4921250" y="2152650"/>
          <p14:tracePt t="401568" x="4826000" y="2190750"/>
          <p14:tracePt t="401585" x="4705350" y="2197100"/>
          <p14:tracePt t="401602" x="4641850" y="2197100"/>
          <p14:tracePt t="401618" x="4540250" y="2197100"/>
          <p14:tracePt t="401634" x="4489450" y="2197100"/>
          <p14:tracePt t="401924" x="4457700" y="2203450"/>
          <p14:tracePt t="401938" x="4425950" y="2222500"/>
          <p14:tracePt t="401945" x="4368800" y="2247900"/>
          <p14:tracePt t="401953" x="4324350" y="2273300"/>
          <p14:tracePt t="401969" x="4279900" y="2292350"/>
          <p14:tracePt t="401983" x="4222750" y="2317750"/>
          <p14:tracePt t="402000" x="4114800" y="2374900"/>
          <p14:tracePt t="402016" x="3981450" y="2463800"/>
          <p14:tracePt t="402033" x="3905250" y="2514600"/>
          <p14:tracePt t="402050" x="3822700" y="2578100"/>
          <p14:tracePt t="402066" x="3619500" y="2724150"/>
          <p14:tracePt t="402082" x="3511550" y="2800350"/>
          <p14:tracePt t="402100" x="3302000" y="2971800"/>
          <p14:tracePt t="402115" x="3098800" y="3162300"/>
          <p14:tracePt t="402132" x="3022600" y="3257550"/>
          <p14:tracePt t="402149" x="2952750" y="3327400"/>
          <p14:tracePt t="402165" x="2781300" y="3505200"/>
          <p14:tracePt t="402182" x="2724150" y="3556000"/>
          <p14:tracePt t="402199" x="2667000" y="3619500"/>
          <p14:tracePt t="402215" x="2641600" y="3638550"/>
          <p14:tracePt t="402233" x="2609850" y="3683000"/>
          <p14:tracePt t="402248" x="2597150" y="3689350"/>
          <p14:tracePt t="402265" x="2590800" y="3695700"/>
          <p14:tracePt t="402282" x="2578100" y="3702050"/>
          <p14:tracePt t="402298" x="2578100" y="3708400"/>
          <p14:tracePt t="402315" x="2571750" y="3708400"/>
          <p14:tracePt t="402332" x="2565400" y="3714750"/>
          <p14:tracePt t="402348" x="2552700" y="3714750"/>
          <p14:tracePt t="402365" x="2546350" y="3714750"/>
          <p14:tracePt t="402381" x="2533650" y="3714750"/>
          <p14:tracePt t="402398" x="2514600" y="3714750"/>
          <p14:tracePt t="402416" x="2489200" y="3708400"/>
          <p14:tracePt t="402431" x="2476500" y="3708400"/>
          <p14:tracePt t="402448" x="2444750" y="3695700"/>
          <p14:tracePt t="402466" x="2425700" y="3689350"/>
          <p14:tracePt t="402481" x="2406650" y="3683000"/>
          <p14:tracePt t="402498" x="2393950" y="3676650"/>
          <p14:tracePt t="402515" x="2343150" y="3670300"/>
          <p14:tracePt t="402531" x="2317750" y="3663950"/>
          <p14:tracePt t="402547" x="2298700" y="3663950"/>
          <p14:tracePt t="402564" x="2273300" y="3663950"/>
          <p14:tracePt t="402581" x="2266950" y="3663950"/>
          <p14:tracePt t="402598" x="2254250" y="3663950"/>
          <p14:tracePt t="402640" x="2254250" y="3676650"/>
          <p14:tracePt t="403688" x="2241550" y="3676650"/>
          <p14:tracePt t="403703" x="2228850" y="3683000"/>
          <p14:tracePt t="403711" x="2209800" y="3683000"/>
          <p14:tracePt t="403724" x="2184400" y="3689350"/>
          <p14:tracePt t="403730" x="2165350" y="3695700"/>
          <p14:tracePt t="403743" x="2146300" y="3702050"/>
          <p14:tracePt t="403760" x="2095500" y="3714750"/>
          <p14:tracePt t="403776" x="2070100" y="3714750"/>
          <p14:tracePt t="403793" x="2038350" y="3714750"/>
          <p14:tracePt t="403810" x="1962150" y="3714750"/>
          <p14:tracePt t="403826" x="1930400" y="3714750"/>
          <p14:tracePt t="403843" x="1905000" y="3721100"/>
          <p14:tracePt t="403859" x="1854200" y="3727450"/>
          <p14:tracePt t="403876" x="1809750" y="3746500"/>
          <p14:tracePt t="403893" x="1790700" y="3759200"/>
          <p14:tracePt t="403909" x="1778000" y="3765550"/>
          <p14:tracePt t="403926" x="1771650" y="376555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Overriding to Add More</a:t>
            </a:r>
          </a:p>
        </p:txBody>
      </p:sp>
      <p:sp>
        <p:nvSpPr>
          <p:cNvPr id="27651" name="Rectangle 1027"/>
          <p:cNvSpPr>
            <a:spLocks noGrp="1" noChangeArrowheads="1"/>
          </p:cNvSpPr>
          <p:nvPr>
            <p:ph idx="1"/>
          </p:nvPr>
        </p:nvSpPr>
        <p:spPr>
          <a:xfrm>
            <a:off x="152400" y="895350"/>
            <a:ext cx="8991600" cy="5962650"/>
          </a:xfrm>
        </p:spPr>
        <p:txBody>
          <a:bodyPr/>
          <a:lstStyle/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1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latin typeface="Lucida Console" panose="020B0609040504020204" pitchFamily="49" charset="0"/>
              </a:rPr>
              <a:t>class </a:t>
            </a:r>
            <a:r>
              <a:rPr lang="en-US" altLang="en-US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pc="-100" dirty="0">
                <a:latin typeface="Lucida Console" panose="020B0609040504020204" pitchFamily="49" charset="0"/>
              </a:rPr>
              <a:t>():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pc="-1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latin typeface="Lucida Console" panose="020B0609040504020204" pitchFamily="49" charset="0"/>
              </a:rPr>
              <a:t>  def</a:t>
            </a:r>
            <a:r>
              <a:rPr lang="en-US" altLang="en-US" sz="1800" spc="-100" dirty="0">
                <a:latin typeface="Lucida Console" panose="020B0609040504020204" pitchFamily="49" charset="0"/>
              </a:rPr>
              <a:t> </a:t>
            </a:r>
            <a:r>
              <a:rPr lang="en-US" altLang="en-US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latin typeface="Lucida Console" panose="020B0609040504020204" pitchFamily="49" charset="0"/>
              </a:rPr>
              <a:t>(</a:t>
            </a:r>
            <a:r>
              <a:rPr lang="en-US" altLang="en-US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dirty="0" err="1">
                <a:latin typeface="Lucida Console" panose="020B0609040504020204" pitchFamily="49" charset="0"/>
              </a:rPr>
              <a:t>,x</a:t>
            </a:r>
            <a:r>
              <a:rPr lang="en-US" altLang="en-US" dirty="0">
                <a:latin typeface="Lucida Console" panose="020B0609040504020204" pitchFamily="49" charset="0"/>
              </a:rPr>
              <a:t>): </a:t>
            </a:r>
            <a:r>
              <a:rPr lang="en-US" altLang="en-US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dirty="0" err="1">
                <a:latin typeface="Lucida Console" panose="020B0609040504020204" pitchFamily="49" charset="0"/>
              </a:rPr>
              <a:t>.x</a:t>
            </a:r>
            <a:r>
              <a:rPr lang="en-US" altLang="en-US" dirty="0">
                <a:latin typeface="Lucida Console" panose="020B0609040504020204" pitchFamily="49" charset="0"/>
              </a:rPr>
              <a:t>=x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1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latin typeface="Lucida Console" panose="020B0609040504020204" pitchFamily="49" charset="0"/>
              </a:rPr>
              <a:t>class </a:t>
            </a:r>
            <a:r>
              <a:rPr lang="en-US" altLang="en-US" b="1" spc="-100" dirty="0">
                <a:solidFill>
                  <a:srgbClr val="FF9900"/>
                </a:solidFill>
                <a:latin typeface="Lucida Console" panose="020B0609040504020204" pitchFamily="49" charset="0"/>
              </a:rPr>
              <a:t>B</a:t>
            </a:r>
            <a:r>
              <a:rPr lang="en-US" altLang="en-US" spc="-100" dirty="0">
                <a:latin typeface="Lucida Console" panose="020B0609040504020204" pitchFamily="49" charset="0"/>
              </a:rPr>
              <a:t>(</a:t>
            </a:r>
            <a:r>
              <a:rPr lang="en-US" altLang="en-US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pc="-100" dirty="0">
                <a:latin typeface="Lucida Console" panose="020B0609040504020204" pitchFamily="49" charset="0"/>
              </a:rPr>
              <a:t>):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pc="-1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latin typeface="Lucida Console" panose="020B0609040504020204" pitchFamily="49" charset="0"/>
              </a:rPr>
              <a:t>  def</a:t>
            </a:r>
            <a:r>
              <a:rPr lang="en-US" altLang="en-US" sz="1800" spc="-100" dirty="0">
                <a:latin typeface="Lucida Console" panose="020B0609040504020204" pitchFamily="49" charset="0"/>
              </a:rPr>
              <a:t> </a:t>
            </a:r>
            <a:r>
              <a:rPr lang="en-US" altLang="en-US" spc="-500" dirty="0">
                <a:solidFill>
                  <a:srgbClr val="FF99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solidFill>
                  <a:srgbClr val="FF99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>
                <a:solidFill>
                  <a:srgbClr val="FF99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pc="-500" dirty="0">
                <a:solidFill>
                  <a:srgbClr val="FF99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solidFill>
                  <a:srgbClr val="FF99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latin typeface="Lucida Console" panose="020B0609040504020204" pitchFamily="49" charset="0"/>
              </a:rPr>
              <a:t>(</a:t>
            </a:r>
            <a:r>
              <a:rPr lang="en-US" altLang="en-US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dirty="0">
                <a:latin typeface="Lucida Console" panose="020B0609040504020204" pitchFamily="49" charset="0"/>
              </a:rPr>
              <a:t>):return </a:t>
            </a:r>
            <a:r>
              <a:rPr lang="en-US" altLang="en-US" dirty="0" err="1">
                <a:latin typeface="Lucida Console" panose="020B0609040504020204" pitchFamily="49" charset="0"/>
              </a:rPr>
              <a:t>str</a:t>
            </a:r>
            <a:r>
              <a:rPr lang="en-US" altLang="en-US" dirty="0">
                <a:latin typeface="Lucida Console" panose="020B0609040504020204" pitchFamily="49" charset="0"/>
              </a:rPr>
              <a:t>(</a:t>
            </a:r>
            <a:r>
              <a:rPr lang="en-US" altLang="en-US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dirty="0" err="1">
                <a:latin typeface="Lucida Console" panose="020B0609040504020204" pitchFamily="49" charset="0"/>
              </a:rPr>
              <a:t>.x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1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latin typeface="Lucida Console" panose="020B0609040504020204" pitchFamily="49" charset="0"/>
              </a:rPr>
              <a:t>class </a:t>
            </a:r>
            <a:r>
              <a:rPr lang="en-US" altLang="en-US" b="1" spc="-100" dirty="0">
                <a:solidFill>
                  <a:srgbClr val="0066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pc="-100" dirty="0">
                <a:latin typeface="Lucida Console" panose="020B0609040504020204" pitchFamily="49" charset="0"/>
              </a:rPr>
              <a:t>(</a:t>
            </a:r>
            <a:r>
              <a:rPr lang="en-US" altLang="en-US" b="1" spc="-100" dirty="0">
                <a:solidFill>
                  <a:srgbClr val="FF9900"/>
                </a:solidFill>
                <a:latin typeface="Lucida Console" panose="020B0609040504020204" pitchFamily="49" charset="0"/>
              </a:rPr>
              <a:t>B</a:t>
            </a:r>
            <a:r>
              <a:rPr lang="en-US" altLang="en-US" spc="-100" dirty="0">
                <a:latin typeface="Lucida Console" panose="020B0609040504020204" pitchFamily="49" charset="0"/>
              </a:rPr>
              <a:t>): </a:t>
            </a:r>
            <a:r>
              <a:rPr lang="en-US" altLang="en-US" spc="-100" dirty="0">
                <a:solidFill>
                  <a:srgbClr val="FFB7B7"/>
                </a:solidFill>
                <a:latin typeface="Lucida Console" panose="020B0609040504020204" pitchFamily="49" charset="0"/>
              </a:rPr>
              <a:t>#wrong way: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pc="-1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latin typeface="Lucida Console" panose="020B0609040504020204" pitchFamily="49" charset="0"/>
              </a:rPr>
              <a:t>  def</a:t>
            </a:r>
            <a:r>
              <a:rPr lang="en-US" altLang="en-US" sz="1800" spc="-100" dirty="0">
                <a:latin typeface="Lucida Console" panose="020B0609040504020204" pitchFamily="49" charset="0"/>
              </a:rPr>
              <a:t> </a:t>
            </a:r>
            <a:r>
              <a:rPr lang="en-US" altLang="en-US" spc="-5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pc="-2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pc="-200" dirty="0">
                <a:latin typeface="Lucida Console" panose="020B0609040504020204" pitchFamily="49" charset="0"/>
              </a:rPr>
              <a:t>(</a:t>
            </a:r>
            <a:r>
              <a:rPr lang="en-US" altLang="en-US" spc="-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</a:t>
            </a:r>
            <a:r>
              <a:rPr lang="en-US" altLang="en-US" spc="-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pc="-200" dirty="0" err="1">
                <a:latin typeface="Lucida Console" panose="020B0609040504020204" pitchFamily="49" charset="0"/>
              </a:rPr>
              <a:t>,z</a:t>
            </a:r>
            <a:r>
              <a:rPr lang="en-US" altLang="en-US" spc="-200" dirty="0">
                <a:latin typeface="Lucida Console" panose="020B0609040504020204" pitchFamily="49" charset="0"/>
              </a:rPr>
              <a:t>):</a:t>
            </a:r>
            <a:r>
              <a:rPr lang="en-US" altLang="en-US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sup</a:t>
            </a:r>
            <a:r>
              <a:rPr lang="en-US" altLang="en-US" b="1" spc="-200" dirty="0">
                <a:solidFill>
                  <a:schemeClr val="accent2"/>
                </a:solidFill>
                <a:latin typeface="Lucida Console" panose="020B0609040504020204" pitchFamily="49" charset="0"/>
              </a:rPr>
              <a:t>er</a:t>
            </a:r>
            <a:r>
              <a:rPr lang="en-US" altLang="en-US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pc="-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pc="-5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ini</a:t>
            </a:r>
            <a:r>
              <a:rPr lang="en-US" altLang="en-US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t</a:t>
            </a:r>
            <a:r>
              <a:rPr lang="en-US" altLang="en-US" spc="-5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(z))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spc="-100" dirty="0">
                <a:solidFill>
                  <a:srgbClr val="006600"/>
                </a:solidFill>
                <a:latin typeface="Lucida Console" panose="020B0609040504020204" pitchFamily="49" charset="0"/>
              </a:rPr>
              <a:t>d</a:t>
            </a:r>
            <a:r>
              <a:rPr lang="en-US" altLang="en-US" spc="-100" dirty="0">
                <a:latin typeface="Lucida Console" panose="020B0609040504020204" pitchFamily="49" charset="0"/>
              </a:rPr>
              <a:t>=</a:t>
            </a:r>
            <a:r>
              <a:rPr lang="en-US" altLang="en-US" b="1" spc="-100" dirty="0">
                <a:solidFill>
                  <a:srgbClr val="0066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pc="-100" dirty="0">
                <a:latin typeface="Lucida Console" panose="020B0609040504020204" pitchFamily="49" charset="0"/>
              </a:rPr>
              <a:t>(5)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400" dirty="0">
                <a:solidFill>
                  <a:srgbClr val="FF979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979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dirty="0">
                <a:solidFill>
                  <a:srgbClr val="FF979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979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dirty="0">
                <a:solidFill>
                  <a:srgbClr val="FF9797"/>
                </a:solidFill>
                <a:latin typeface="Lucida Console" panose="020B0609040504020204" pitchFamily="49" charset="0"/>
              </a:rPr>
              <a:t>&gt;", line 3, in 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979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dirty="0">
                <a:solidFill>
                  <a:srgbClr val="FF9797"/>
                </a:solidFill>
                <a:latin typeface="Lucida Console" panose="020B0609040504020204" pitchFamily="49" charset="0"/>
              </a:rPr>
              <a:t>&gt;", line 3, in 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979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dirty="0">
                <a:solidFill>
                  <a:srgbClr val="FF9797"/>
                </a:solidFill>
                <a:latin typeface="Lucida Console" panose="020B0609040504020204" pitchFamily="49" charset="0"/>
              </a:rPr>
              <a:t>&gt;", line 3, in 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9797"/>
                </a:solidFill>
                <a:latin typeface="Lucida Console" panose="020B0609040504020204" pitchFamily="49" charset="0"/>
              </a:rPr>
              <a:t>  [Previous line repeated 992 more times]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spc="-10" dirty="0" err="1">
                <a:solidFill>
                  <a:srgbClr val="FF9797"/>
                </a:solidFill>
                <a:latin typeface="Lucida Console" panose="020B0609040504020204" pitchFamily="49" charset="0"/>
              </a:rPr>
              <a:t>RecursionError</a:t>
            </a:r>
            <a:r>
              <a:rPr lang="en-US" altLang="en-US" sz="2400" spc="-10" dirty="0">
                <a:solidFill>
                  <a:srgbClr val="FF9797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400" spc="-10" dirty="0">
                <a:solidFill>
                  <a:srgbClr val="FF0000"/>
                </a:solidFill>
                <a:latin typeface="Lucida Console" panose="020B0609040504020204" pitchFamily="49" charset="0"/>
              </a:rPr>
              <a:t>maximum recursion depth exceeded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pc="-100" dirty="0">
              <a:latin typeface="Lucida Console" panose="020B0609040504020204" pitchFamily="49" charset="0"/>
            </a:endParaRPr>
          </a:p>
        </p:txBody>
      </p:sp>
      <p:sp>
        <p:nvSpPr>
          <p:cNvPr id="7" name="Rectangle 1027"/>
          <p:cNvSpPr txBox="1">
            <a:spLocks noChangeArrowheads="1"/>
          </p:cNvSpPr>
          <p:nvPr/>
        </p:nvSpPr>
        <p:spPr bwMode="auto">
          <a:xfrm>
            <a:off x="152400" y="895350"/>
            <a:ext cx="838200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spc="-100" dirty="0">
              <a:latin typeface="Lucida Console" panose="020B0609040504020204" pitchFamily="49" charset="0"/>
            </a:endParaRP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kern="0" dirty="0">
              <a:latin typeface="Lucida Console" panose="020B0609040504020204" pitchFamily="49" charset="0"/>
            </a:endParaRP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kern="0" spc="-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spc="-100" dirty="0">
              <a:latin typeface="Lucida Console" panose="020B0609040504020204" pitchFamily="49" charset="0"/>
            </a:endParaRP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kern="0" dirty="0">
              <a:latin typeface="Lucida Console" panose="020B0609040504020204" pitchFamily="49" charset="0"/>
            </a:endParaRP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kern="0" spc="-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spc="-100" dirty="0">
              <a:latin typeface="Lucida Console" panose="020B0609040504020204" pitchFamily="49" charset="0"/>
            </a:endParaRP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kern="0" spc="-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kern="0" spc="-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kern="0" spc="-100" dirty="0">
              <a:latin typeface="Lucida Console" panose="020B060904050402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6634" y="3867150"/>
            <a:ext cx="70884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60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021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852"/>
    </mc:Choice>
    <mc:Fallback xmlns="">
      <p:transition spd="slow" advTm="1778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27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276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276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500"/>
                                        <p:tgtEl>
                                          <p:spTgt spid="276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2" dur="500"/>
                                        <p:tgtEl>
                                          <p:spTgt spid="276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6" dur="500"/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0" dur="500"/>
                                        <p:tgtEl>
                                          <p:spTgt spid="27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4" dur="500"/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500"/>
                            </p:stCondLst>
                            <p:childTnLst>
                              <p:par>
                                <p:cTn id="12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8" dur="500"/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000"/>
                            </p:stCondLst>
                            <p:childTnLst>
                              <p:par>
                                <p:cTn id="13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500"/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500"/>
                            </p:stCondLst>
                            <p:childTnLst>
                              <p:par>
                                <p:cTn id="135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6" dur="500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000"/>
                            </p:stCondLst>
                            <p:childTnLst>
                              <p:par>
                                <p:cTn id="13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0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9" grpId="0"/>
    </p:bldLst>
  </p:timing>
  <p:extLst>
    <p:ext uri="{3A86A75C-4F4B-4683-9AE1-C65F6400EC91}">
      <p14:laserTraceLst xmlns:p14="http://schemas.microsoft.com/office/powerpoint/2010/main">
        <p14:tracePtLst>
          <p14:tracePt t="1286" x="3905250" y="1066800"/>
          <p14:tracePt t="1300" x="3892550" y="1060450"/>
          <p14:tracePt t="1315" x="3879850" y="1060450"/>
          <p14:tracePt t="1321" x="3867150" y="1054100"/>
          <p14:tracePt t="1335" x="3854450" y="1041400"/>
          <p14:tracePt t="1349" x="3829050" y="1035050"/>
          <p14:tracePt t="1366" x="3803650" y="1022350"/>
          <p14:tracePt t="1382" x="3784600" y="1016000"/>
          <p14:tracePt t="1399" x="3759200" y="996950"/>
          <p14:tracePt t="1415" x="3733800" y="990600"/>
          <p14:tracePt t="1432" x="3721100" y="984250"/>
          <p14:tracePt t="1448" x="3689350" y="977900"/>
          <p14:tracePt t="1465" x="3670300" y="977900"/>
          <p14:tracePt t="1483" x="3657600" y="971550"/>
          <p14:tracePt t="1498" x="3644900" y="971550"/>
          <p14:tracePt t="1515" x="3632200" y="965200"/>
          <p14:tracePt t="1532" x="3619500" y="952500"/>
          <p14:tracePt t="1548" x="3613150" y="952500"/>
          <p14:tracePt t="1565" x="3606800" y="952500"/>
          <p14:tracePt t="1582" x="3606800" y="939800"/>
          <p14:tracePt t="1623" x="3613150" y="939800"/>
          <p14:tracePt t="1644" x="3619500" y="939800"/>
          <p14:tracePt t="1651" x="3625850" y="939800"/>
          <p14:tracePt t="1667" x="3632200" y="939800"/>
          <p14:tracePt t="1681" x="3644900" y="939800"/>
          <p14:tracePt t="1698" x="3695700" y="939800"/>
          <p14:tracePt t="1715" x="3822700" y="939800"/>
          <p14:tracePt t="1731" x="3911600" y="939800"/>
          <p14:tracePt t="1747" x="4133850" y="939800"/>
          <p14:tracePt t="1764" x="4419600" y="927100"/>
          <p14:tracePt t="1780" x="4578350" y="927100"/>
          <p14:tracePt t="1797" x="4921250" y="920750"/>
          <p14:tracePt t="1814" x="5200650" y="908050"/>
          <p14:tracePt t="1831" x="5327650" y="895350"/>
          <p14:tracePt t="1848" x="5505450" y="895350"/>
          <p14:tracePt t="1863" x="5619750" y="895350"/>
          <p14:tracePt t="1880" x="5676900" y="889000"/>
          <p14:tracePt t="1898" x="5721350" y="889000"/>
          <p14:tracePt t="1913" x="5765800" y="882650"/>
          <p14:tracePt t="1930" x="5784850" y="876300"/>
          <p14:tracePt t="1947" x="5829300" y="876300"/>
          <p14:tracePt t="1963" x="5842000" y="876300"/>
          <p14:tracePt t="1981" x="5880100" y="876300"/>
          <p14:tracePt t="2013" x="5886450" y="876300"/>
          <p14:tracePt t="2030" x="5892800" y="876300"/>
          <p14:tracePt t="2065" x="5899150" y="869950"/>
          <p14:tracePt t="2072" x="5905500" y="869950"/>
          <p14:tracePt t="2082" x="5905500" y="863600"/>
          <p14:tracePt t="2100" x="5899150" y="863600"/>
          <p14:tracePt t="4030" x="5873750" y="863600"/>
          <p14:tracePt t="4037" x="5835650" y="857250"/>
          <p14:tracePt t="4051" x="5765800" y="838200"/>
          <p14:tracePt t="4059" x="5715000" y="819150"/>
          <p14:tracePt t="4074" x="5657850" y="806450"/>
          <p14:tracePt t="4089" x="5619750" y="806450"/>
          <p14:tracePt t="4106" x="5537200" y="800100"/>
          <p14:tracePt t="4122" x="5473700" y="793750"/>
          <p14:tracePt t="4139" x="5441950" y="793750"/>
          <p14:tracePt t="4157" x="5365750" y="793750"/>
          <p14:tracePt t="4172" x="5264150" y="793750"/>
          <p14:tracePt t="4189" x="5200650" y="793750"/>
          <p14:tracePt t="4206" x="5029200" y="800100"/>
          <p14:tracePt t="4222" x="4826000" y="806450"/>
          <p14:tracePt t="4238" x="4711700" y="806450"/>
          <p14:tracePt t="4256" x="4464050" y="825500"/>
          <p14:tracePt t="4272" x="4210050" y="838200"/>
          <p14:tracePt t="4289" x="4095750" y="838200"/>
          <p14:tracePt t="4305" x="3867150" y="831850"/>
          <p14:tracePt t="4321" x="3663950" y="812800"/>
          <p14:tracePt t="4339" x="3505200" y="838200"/>
          <p14:tracePt t="4355" x="3441700" y="844550"/>
          <p14:tracePt t="4371" x="3397250" y="863600"/>
          <p14:tracePt t="4389" x="3251200" y="889000"/>
          <p14:tracePt t="4405" x="3206750" y="908050"/>
          <p14:tracePt t="4421" x="3162300" y="933450"/>
          <p14:tracePt t="4438" x="3073400" y="984250"/>
          <p14:tracePt t="4455" x="2997200" y="1022350"/>
          <p14:tracePt t="4472" x="2965450" y="1028700"/>
          <p14:tracePt t="4488" x="2895600" y="1054100"/>
          <p14:tracePt t="4504" x="2844800" y="1066800"/>
          <p14:tracePt t="4522" x="2800350" y="1079500"/>
          <p14:tracePt t="4537" x="2781300" y="1085850"/>
          <p14:tracePt t="4554" x="2749550" y="1098550"/>
          <p14:tracePt t="4571" x="2717800" y="1111250"/>
          <p14:tracePt t="4588" x="2692400" y="1123950"/>
          <p14:tracePt t="4604" x="2673350" y="1123950"/>
          <p14:tracePt t="4621" x="2660650" y="1136650"/>
          <p14:tracePt t="4655" x="2660650" y="1143000"/>
          <p14:tracePt t="4671" x="2660650" y="1149350"/>
          <p14:tracePt t="4691" x="2660650" y="1155700"/>
          <p14:tracePt t="4706" x="2667000" y="1155700"/>
          <p14:tracePt t="4720" x="2673350" y="1162050"/>
          <p14:tracePt t="4737" x="2686050" y="1174750"/>
          <p14:tracePt t="4754" x="2705100" y="1187450"/>
          <p14:tracePt t="6383" x="2730500" y="1200150"/>
          <p14:tracePt t="6398" x="2762250" y="1206500"/>
          <p14:tracePt t="6404" x="2787650" y="1225550"/>
          <p14:tracePt t="6418" x="2806700" y="1250950"/>
          <p14:tracePt t="6431" x="2832100" y="1282700"/>
          <p14:tracePt t="6448" x="2870200" y="1333500"/>
          <p14:tracePt t="6464" x="2889250" y="1358900"/>
          <p14:tracePt t="6481" x="2914650" y="1397000"/>
          <p14:tracePt t="6497" x="2933700" y="1428750"/>
          <p14:tracePt t="6514" x="2940050" y="1441450"/>
          <p14:tracePt t="6531" x="2952750" y="1454150"/>
          <p14:tracePt t="6547" x="2959100" y="1466850"/>
          <p14:tracePt t="6564" x="2959100" y="1473200"/>
          <p14:tracePt t="6581" x="2965450" y="1485900"/>
          <p14:tracePt t="6597" x="2978150" y="1498600"/>
          <p14:tracePt t="6615" x="2997200" y="1517650"/>
          <p14:tracePt t="6630" x="3009900" y="1530350"/>
          <p14:tracePt t="6647" x="3022600" y="1543050"/>
          <p14:tracePt t="6664" x="3067050" y="1587500"/>
          <p14:tracePt t="6680" x="3079750" y="1600200"/>
          <p14:tracePt t="6697" x="3092450" y="1606550"/>
          <p14:tracePt t="6713" x="3117850" y="1625600"/>
          <p14:tracePt t="6730" x="3136900" y="1638300"/>
          <p14:tracePt t="6747" x="3149600" y="1644650"/>
          <p14:tracePt t="6763" x="3168650" y="1657350"/>
          <p14:tracePt t="6780" x="3175000" y="1657350"/>
          <p14:tracePt t="6797" x="3187700" y="1657350"/>
          <p14:tracePt t="7659" x="3213100" y="1657350"/>
          <p14:tracePt t="7666" x="3251200" y="1657350"/>
          <p14:tracePt t="7680" x="3289300" y="1657350"/>
          <p14:tracePt t="7695" x="3340100" y="1657350"/>
          <p14:tracePt t="7710" x="3435350" y="1657350"/>
          <p14:tracePt t="7726" x="3486150" y="1657350"/>
          <p14:tracePt t="7744" x="3587750" y="1657350"/>
          <p14:tracePt t="7760" x="3714750" y="1657350"/>
          <p14:tracePt t="7776" x="3790950" y="1657350"/>
          <p14:tracePt t="7793" x="3943350" y="1657350"/>
          <p14:tracePt t="7810" x="4095750" y="1657350"/>
          <p14:tracePt t="7826" x="4159250" y="1657350"/>
          <p14:tracePt t="7843" x="4267200" y="1651000"/>
          <p14:tracePt t="7860" x="4318000" y="1651000"/>
          <p14:tracePt t="7878" x="4425950" y="1644650"/>
          <p14:tracePt t="7892" x="4457700" y="1644650"/>
          <p14:tracePt t="7909" x="4483100" y="1638300"/>
          <p14:tracePt t="7926" x="4540250" y="1631950"/>
          <p14:tracePt t="7942" x="4584700" y="1606550"/>
          <p14:tracePt t="7960" x="4597400" y="1600200"/>
          <p14:tracePt t="7976" x="4622800" y="1593850"/>
          <p14:tracePt t="7993" x="4635500" y="1581150"/>
          <p14:tracePt t="8009" x="4629150" y="1581150"/>
          <p14:tracePt t="8528" x="4635500" y="1581150"/>
          <p14:tracePt t="8542" x="4641850" y="1581150"/>
          <p14:tracePt t="8563" x="4648200" y="1581150"/>
          <p14:tracePt t="8584" x="4654550" y="1581150"/>
          <p14:tracePt t="8592" x="4660900" y="1581150"/>
          <p14:tracePt t="8598" x="4667250" y="1581150"/>
          <p14:tracePt t="8612" x="4673600" y="1581150"/>
          <p14:tracePt t="8623" x="4679950" y="1581150"/>
          <p14:tracePt t="8643" x="4692650" y="1581150"/>
          <p14:tracePt t="8656" x="4699000" y="1587500"/>
          <p14:tracePt t="8674" x="4711700" y="1593850"/>
          <p14:tracePt t="8690" x="4724400" y="1593850"/>
          <p14:tracePt t="8706" x="4730750" y="1600200"/>
          <p14:tracePt t="8723" x="4749800" y="1606550"/>
          <p14:tracePt t="8740" x="4768850" y="1606550"/>
          <p14:tracePt t="8756" x="4775200" y="1612900"/>
          <p14:tracePt t="8773" x="4787900" y="1612900"/>
          <p14:tracePt t="8789" x="4794250" y="1619250"/>
          <p14:tracePt t="8806" x="4800600" y="1619250"/>
          <p14:tracePt t="11450" x="4851400" y="1619250"/>
          <p14:tracePt t="11458" x="4914900" y="1612900"/>
          <p14:tracePt t="11471" x="4991100" y="1606550"/>
          <p14:tracePt t="11480" x="5073650" y="1581150"/>
          <p14:tracePt t="11497" x="5162550" y="1581150"/>
          <p14:tracePt t="11515" x="5365750" y="1581150"/>
          <p14:tracePt t="11530" x="5530850" y="1574800"/>
          <p14:tracePt t="11547" x="5600700" y="1587500"/>
          <p14:tracePt t="11563" x="5740400" y="1612900"/>
          <p14:tracePt t="11580" x="5899150" y="1638300"/>
          <p14:tracePt t="11597" x="5975350" y="1638300"/>
          <p14:tracePt t="11613" x="6083300" y="1663700"/>
          <p14:tracePt t="11630" x="6184900" y="1670050"/>
          <p14:tracePt t="11647" x="6261100" y="1689100"/>
          <p14:tracePt t="11663" x="6286500" y="1689100"/>
          <p14:tracePt t="11679" x="6318250" y="1695450"/>
          <p14:tracePt t="11697" x="6400800" y="1708150"/>
          <p14:tracePt t="11712" x="6413500" y="1708150"/>
          <p14:tracePt t="11730" x="6426200" y="1708150"/>
          <p14:tracePt t="11746" x="6445250" y="1714500"/>
          <p14:tracePt t="11763" x="6457950" y="1714500"/>
          <p14:tracePt t="11779" x="6464300" y="1714500"/>
          <p14:tracePt t="11796" x="6470650" y="1714500"/>
          <p14:tracePt t="11813" x="6477000" y="1714500"/>
          <p14:tracePt t="11832" x="6483350" y="1720850"/>
          <p14:tracePt t="11845" x="6489700" y="1720850"/>
          <p14:tracePt t="11862" x="6515100" y="1727200"/>
          <p14:tracePt t="11879" x="6534150" y="1727200"/>
          <p14:tracePt t="11895" x="6546850" y="1727200"/>
          <p14:tracePt t="11913" x="6572250" y="1727200"/>
          <p14:tracePt t="11929" x="6591300" y="1727200"/>
          <p14:tracePt t="11945" x="6604000" y="1727200"/>
          <p14:tracePt t="11963" x="6648450" y="1727200"/>
          <p14:tracePt t="11979" x="6680200" y="1733550"/>
          <p14:tracePt t="11996" x="6692900" y="1733550"/>
          <p14:tracePt t="12012" x="6718300" y="1733550"/>
          <p14:tracePt t="12045" x="6724650" y="1733550"/>
          <p14:tracePt t="12068" x="6724650" y="1727200"/>
          <p14:tracePt t="12089" x="6724650" y="1720850"/>
          <p14:tracePt t="13145" x="6718300" y="1720850"/>
          <p14:tracePt t="13215" x="6718300" y="1727200"/>
          <p14:tracePt t="13636" x="6711950" y="1727200"/>
          <p14:tracePt t="13664" x="6705600" y="1727200"/>
          <p14:tracePt t="13706" x="6705600" y="1720850"/>
          <p14:tracePt t="13713" x="6705600" y="1714500"/>
          <p14:tracePt t="13741" x="6711950" y="1714500"/>
          <p14:tracePt t="13762" x="6718300" y="1708150"/>
          <p14:tracePt t="13776" x="6724650" y="1708150"/>
          <p14:tracePt t="13825" x="6731000" y="1708150"/>
          <p14:tracePt t="13846" x="6737350" y="1708150"/>
          <p14:tracePt t="13853" x="6743700" y="1708150"/>
          <p14:tracePt t="13867" x="6756400" y="1708150"/>
          <p14:tracePt t="13875" x="6769100" y="1708150"/>
          <p14:tracePt t="13889" x="6781800" y="1708150"/>
          <p14:tracePt t="13905" x="6813550" y="1701800"/>
          <p14:tracePt t="13922" x="6838950" y="1695450"/>
          <p14:tracePt t="13939" x="6889750" y="1689100"/>
          <p14:tracePt t="13955" x="6940550" y="1676400"/>
          <p14:tracePt t="13972" x="6959600" y="1676400"/>
          <p14:tracePt t="13988" x="7004050" y="1657350"/>
          <p14:tracePt t="14005" x="7016750" y="1657350"/>
          <p14:tracePt t="14023" x="7061200" y="1638300"/>
          <p14:tracePt t="14039" x="7067550" y="1638300"/>
          <p14:tracePt t="14055" x="7073900" y="1638300"/>
          <p14:tracePt t="14071" x="7080250" y="1638300"/>
          <p14:tracePt t="14088" x="7086600" y="1631950"/>
          <p14:tracePt t="14121" x="7099300" y="1631950"/>
          <p14:tracePt t="14138" x="7105650" y="1631950"/>
          <p14:tracePt t="14556" x="7067550" y="1631950"/>
          <p14:tracePt t="14563" x="6991350" y="1631950"/>
          <p14:tracePt t="14577" x="6902450" y="1631950"/>
          <p14:tracePt t="14586" x="6800850" y="1631950"/>
          <p14:tracePt t="14603" x="6699250" y="1625600"/>
          <p14:tracePt t="14620" x="6508750" y="1625600"/>
          <p14:tracePt t="14636" x="6375400" y="1587500"/>
          <p14:tracePt t="14653" x="6292850" y="1555750"/>
          <p14:tracePt t="14670" x="6140450" y="1517650"/>
          <p14:tracePt t="14686" x="6070600" y="1498600"/>
          <p14:tracePt t="14702" x="5949950" y="1473200"/>
          <p14:tracePt t="14719" x="5867400" y="1447800"/>
          <p14:tracePt t="14736" x="5848350" y="1447800"/>
          <p14:tracePt t="14753" x="5778500" y="1447800"/>
          <p14:tracePt t="14769" x="5727700" y="1447800"/>
          <p14:tracePt t="14785" x="5702300" y="1447800"/>
          <p14:tracePt t="14803" x="5651500" y="1447800"/>
          <p14:tracePt t="14819" x="5613400" y="1447800"/>
          <p14:tracePt t="14835" x="5581650" y="1441450"/>
          <p14:tracePt t="14852" x="5530850" y="1409700"/>
          <p14:tracePt t="14868" x="5480050" y="1409700"/>
          <p14:tracePt t="14886" x="5454650" y="1409700"/>
          <p14:tracePt t="14902" x="5403850" y="1403350"/>
          <p14:tracePt t="14918" x="5378450" y="1403350"/>
          <p14:tracePt t="14935" x="5353050" y="1403350"/>
          <p14:tracePt t="14952" x="5346700" y="1403350"/>
          <p14:tracePt t="14968" x="5340350" y="1403350"/>
          <p14:tracePt t="14985" x="5308600" y="1416050"/>
          <p14:tracePt t="15001" x="5302250" y="1422400"/>
          <p14:tracePt t="15018" x="5283200" y="1428750"/>
          <p14:tracePt t="15035" x="5251450" y="1447800"/>
          <p14:tracePt t="15051" x="5207000" y="1466850"/>
          <p14:tracePt t="15069" x="5156200" y="1492250"/>
          <p14:tracePt t="15084" x="5137150" y="1498600"/>
          <p14:tracePt t="15101" x="5080000" y="1517650"/>
          <p14:tracePt t="15118" x="5041900" y="1530350"/>
          <p14:tracePt t="15134" x="5029200" y="1536700"/>
          <p14:tracePt t="15151" x="4991100" y="1555750"/>
          <p14:tracePt t="15168" x="4978400" y="1562100"/>
          <p14:tracePt t="15184" x="4965700" y="1568450"/>
          <p14:tracePt t="15201" x="4953000" y="1581150"/>
          <p14:tracePt t="15217" x="4946650" y="1600200"/>
          <p14:tracePt t="15234" x="4940300" y="1619250"/>
          <p14:tracePt t="15253" x="4914900" y="1701800"/>
          <p14:tracePt t="15267" x="4889500" y="1758950"/>
          <p14:tracePt t="17367" x="4876800" y="1758950"/>
          <p14:tracePt t="17381" x="4864100" y="1758950"/>
          <p14:tracePt t="17388" x="4832350" y="1758950"/>
          <p14:tracePt t="17396" x="4819650" y="1758950"/>
          <p14:tracePt t="17410" x="4781550" y="1758950"/>
          <p14:tracePt t="17426" x="4711700" y="1784350"/>
          <p14:tracePt t="17444" x="4641850" y="1803400"/>
          <p14:tracePt t="17460" x="4546600" y="1822450"/>
          <p14:tracePt t="17476" x="4489450" y="1841500"/>
          <p14:tracePt t="17494" x="4368800" y="1879600"/>
          <p14:tracePt t="17509" x="4184650" y="1911350"/>
          <p14:tracePt t="17526" x="4095750" y="1936750"/>
          <p14:tracePt t="17543" x="3873500" y="1993900"/>
          <p14:tracePt t="17560" x="3771900" y="2032000"/>
          <p14:tracePt t="17576" x="3536950" y="2089150"/>
          <p14:tracePt t="17592" x="3308350" y="2127250"/>
          <p14:tracePt t="17609" x="3206750" y="2146300"/>
          <p14:tracePt t="17626" x="3022600" y="2178050"/>
          <p14:tracePt t="17643" x="2870200" y="2190750"/>
          <p14:tracePt t="17659" x="2787650" y="2197100"/>
          <p14:tracePt t="17676" x="2635250" y="2197100"/>
          <p14:tracePt t="17692" x="2546350" y="2197100"/>
          <p14:tracePt t="17709" x="2514600" y="2190750"/>
          <p14:tracePt t="17726" x="2463800" y="2171700"/>
          <p14:tracePt t="17742" x="2451100" y="2165350"/>
          <p14:tracePt t="17759" x="2432050" y="2159000"/>
          <p14:tracePt t="17775" x="2406650" y="2159000"/>
          <p14:tracePt t="17792" x="2374900" y="2184400"/>
          <p14:tracePt t="17809" x="2298700" y="2209800"/>
          <p14:tracePt t="18555" x="2292350" y="2209800"/>
          <p14:tracePt t="18562" x="2286000" y="2209800"/>
          <p14:tracePt t="18583" x="2279650" y="2209800"/>
          <p14:tracePt t="18592" x="2279650" y="2216150"/>
          <p14:tracePt t="18605" x="2273300" y="2216150"/>
          <p14:tracePt t="18622" x="2273300" y="2222500"/>
          <p14:tracePt t="18646" x="2266950" y="2228850"/>
          <p14:tracePt t="18723" x="2260600" y="2235200"/>
          <p14:tracePt t="18821" x="2260600" y="2241550"/>
          <p14:tracePt t="18885" x="2266950" y="2241550"/>
          <p14:tracePt t="20124" x="2266950" y="2247900"/>
          <p14:tracePt t="20138" x="2273300" y="2254250"/>
          <p14:tracePt t="20145" x="2279650" y="2254250"/>
          <p14:tracePt t="20187" x="2286000" y="2254250"/>
          <p14:tracePt t="20194" x="2292350" y="2260600"/>
          <p14:tracePt t="20215" x="2298700" y="2260600"/>
          <p14:tracePt t="20235" x="2305050" y="2266950"/>
          <p14:tracePt t="20251" x="2311400" y="2266950"/>
          <p14:tracePt t="20257" x="2317750" y="2266950"/>
          <p14:tracePt t="20278" x="2324100" y="2266950"/>
          <p14:tracePt t="20286" x="2336800" y="2266950"/>
          <p14:tracePt t="20302" x="2349500" y="2266950"/>
          <p14:tracePt t="20316" x="2362200" y="2273300"/>
          <p14:tracePt t="20333" x="2413000" y="2273300"/>
          <p14:tracePt t="20336" x="2438400" y="2273300"/>
          <p14:tracePt t="20350" x="2470150" y="2279650"/>
          <p14:tracePt t="20366" x="2495550" y="2279650"/>
          <p14:tracePt t="20383" x="2552700" y="2279650"/>
          <p14:tracePt t="20400" x="2597150" y="2279650"/>
          <p14:tracePt t="20416" x="2609850" y="2279650"/>
          <p14:tracePt t="20433" x="2635250" y="2279650"/>
          <p14:tracePt t="20449" x="2641600" y="2279650"/>
          <p14:tracePt t="20483" x="2647950" y="2279650"/>
          <p14:tracePt t="26208" x="2641600" y="2279650"/>
          <p14:tracePt t="26215" x="2635250" y="2279650"/>
          <p14:tracePt t="26230" x="2622550" y="2279650"/>
          <p14:tracePt t="26246" x="2603500" y="2273300"/>
          <p14:tracePt t="26262" x="2578100" y="2273300"/>
          <p14:tracePt t="26280" x="2559050" y="2279650"/>
          <p14:tracePt t="26296" x="2540000" y="2286000"/>
          <p14:tracePt t="26313" x="2508250" y="2286000"/>
          <p14:tracePt t="26329" x="2489200" y="2286000"/>
          <p14:tracePt t="26346" x="2451100" y="2286000"/>
          <p14:tracePt t="26363" x="2406650" y="2286000"/>
          <p14:tracePt t="26379" x="2374900" y="2279650"/>
          <p14:tracePt t="26395" x="2336800" y="2273300"/>
          <p14:tracePt t="26412" x="2298700" y="2273300"/>
          <p14:tracePt t="26429" x="2266950" y="2273300"/>
          <p14:tracePt t="26446" x="2228850" y="2279650"/>
          <p14:tracePt t="26461" x="2184400" y="2298700"/>
          <p14:tracePt t="26478" x="2152650" y="2305050"/>
          <p14:tracePt t="26497" x="2114550" y="2311400"/>
          <p14:tracePt t="26511" x="2095500" y="2317750"/>
          <p14:tracePt t="26528" x="2082800" y="2317750"/>
          <p14:tracePt t="26545" x="2076450" y="2317750"/>
          <p14:tracePt t="26643" x="2076450" y="2311400"/>
          <p14:tracePt t="26671" x="2076450" y="2305050"/>
          <p14:tracePt t="26692" x="2076450" y="2298700"/>
          <p14:tracePt t="26720" x="2082800" y="2292350"/>
          <p14:tracePt t="26776" x="2089150" y="2286000"/>
          <p14:tracePt t="26805" x="2095500" y="2279650"/>
          <p14:tracePt t="26832" x="2101850" y="2279650"/>
          <p14:tracePt t="26860" x="2108200" y="2279650"/>
          <p14:tracePt t="26952" x="2114550" y="2279650"/>
          <p14:tracePt t="26987" x="2120900" y="2279650"/>
          <p14:tracePt t="26995" x="2127250" y="2279650"/>
          <p14:tracePt t="27057" x="2133600" y="2279650"/>
          <p14:tracePt t="27092" x="2139950" y="2279650"/>
          <p14:tracePt t="27212" x="2139950" y="2286000"/>
          <p14:tracePt t="27233" x="2146300" y="2292350"/>
          <p14:tracePt t="27247" x="2146300" y="2298700"/>
          <p14:tracePt t="27254" x="2146300" y="2305050"/>
          <p14:tracePt t="27268" x="2152650" y="2311400"/>
          <p14:tracePt t="27282" x="2159000" y="2317750"/>
          <p14:tracePt t="27292" x="2159000" y="2330450"/>
          <p14:tracePt t="27309" x="2171700" y="2349500"/>
          <p14:tracePt t="27325" x="2184400" y="2393950"/>
          <p14:tracePt t="27342" x="2203450" y="2432050"/>
          <p14:tracePt t="27359" x="2216150" y="2463800"/>
          <p14:tracePt t="27375" x="2247900" y="2501900"/>
          <p14:tracePt t="27392" x="2266950" y="2520950"/>
          <p14:tracePt t="27409" x="2292350" y="2552700"/>
          <p14:tracePt t="27425" x="2311400" y="2571750"/>
          <p14:tracePt t="27428" x="2317750" y="2584450"/>
          <p14:tracePt t="27442" x="2330450" y="2603500"/>
          <p14:tracePt t="27459" x="2349500" y="2616200"/>
          <p14:tracePt t="27475" x="2355850" y="2622550"/>
          <p14:tracePt t="27492" x="2374900" y="2628900"/>
          <p14:tracePt t="27508" x="2381250" y="2635250"/>
          <p14:tracePt t="27525" x="2387600" y="2641600"/>
          <p14:tracePt t="27542" x="2406650" y="2641600"/>
          <p14:tracePt t="27558" x="2413000" y="2654300"/>
          <p14:tracePt t="27575" x="2425700" y="2654300"/>
          <p14:tracePt t="27591" x="2425700" y="2660650"/>
          <p14:tracePt t="27608" x="2438400" y="2667000"/>
          <p14:tracePt t="27624" x="2438400" y="2673350"/>
          <p14:tracePt t="27641" x="2444750" y="2673350"/>
          <p14:tracePt t="27675" x="2451100" y="2679700"/>
          <p14:tracePt t="27691" x="2457450" y="2679700"/>
          <p14:tracePt t="27711" x="2457450" y="2686050"/>
          <p14:tracePt t="27738" x="2463800" y="2692400"/>
          <p14:tracePt t="29819" x="2476500" y="2692400"/>
          <p14:tracePt t="29834" x="2508250" y="2679700"/>
          <p14:tracePt t="29840" x="2540000" y="2673350"/>
          <p14:tracePt t="29849" x="2559050" y="2660650"/>
          <p14:tracePt t="29867" x="2590800" y="2654300"/>
          <p14:tracePt t="29883" x="2641600" y="2641600"/>
          <p14:tracePt t="29899" x="2660650" y="2635250"/>
          <p14:tracePt t="29918" x="2705100" y="2616200"/>
          <p14:tracePt t="29933" x="2755900" y="2597150"/>
          <p14:tracePt t="29950" x="2774950" y="2590800"/>
          <p14:tracePt t="29967" x="2825750" y="2578100"/>
          <p14:tracePt t="29983" x="2882900" y="2552700"/>
          <p14:tracePt t="30000" x="2914650" y="2546350"/>
          <p14:tracePt t="30016" x="2952750" y="2540000"/>
          <p14:tracePt t="30033" x="2997200" y="2533650"/>
          <p14:tracePt t="30050" x="3009900" y="2533650"/>
          <p14:tracePt t="30066" x="3028950" y="2527300"/>
          <p14:tracePt t="30083" x="3035300" y="2527300"/>
          <p14:tracePt t="30116" x="3048000" y="2527300"/>
          <p14:tracePt t="30150" x="3060700" y="2527300"/>
          <p14:tracePt t="30184" x="3067050" y="2527300"/>
          <p14:tracePt t="30240" x="3067050" y="2533650"/>
          <p14:tracePt t="30793" x="3067050" y="2520950"/>
          <p14:tracePt t="30800" x="3060700" y="2501900"/>
          <p14:tracePt t="30816" x="3054350" y="2482850"/>
          <p14:tracePt t="30830" x="3041650" y="2457450"/>
          <p14:tracePt t="30847" x="3016250" y="2400300"/>
          <p14:tracePt t="30864" x="2978150" y="2279650"/>
          <p14:tracePt t="30879" x="2952750" y="2197100"/>
          <p14:tracePt t="30897" x="2851150" y="1943100"/>
          <p14:tracePt t="30913" x="2724150" y="1612900"/>
          <p14:tracePt t="30930" x="2686050" y="1524000"/>
          <p14:tracePt t="30947" x="2622550" y="1435100"/>
          <p14:tracePt t="30963" x="2584450" y="1384300"/>
          <p14:tracePt t="30980" x="2578100" y="1371600"/>
          <p14:tracePt t="30982" x="2571750" y="1365250"/>
          <p14:tracePt t="30999" x="2559050" y="1365250"/>
          <p14:tracePt t="31013" x="2552700" y="1352550"/>
          <p14:tracePt t="31029" x="2533650" y="1333500"/>
          <p14:tracePt t="31046" x="2514600" y="1327150"/>
          <p14:tracePt t="31063" x="2508250" y="1320800"/>
          <p14:tracePt t="31080" x="2495550" y="1314450"/>
          <p14:tracePt t="31095" x="2476500" y="1295400"/>
          <p14:tracePt t="31113" x="2470150" y="1282700"/>
          <p14:tracePt t="31129" x="2451100" y="1276350"/>
          <p14:tracePt t="31145" x="2444750" y="1270000"/>
          <p14:tracePt t="31162" x="2432050" y="1263650"/>
          <p14:tracePt t="31179" x="2413000" y="1257300"/>
          <p14:tracePt t="31195" x="2393950" y="1250950"/>
          <p14:tracePt t="31212" x="2393950" y="1244600"/>
          <p14:tracePt t="31229" x="2374900" y="1238250"/>
          <p14:tracePt t="31245" x="2362200" y="1225550"/>
          <p14:tracePt t="31263" x="2349500" y="1225550"/>
          <p14:tracePt t="31278" x="2343150" y="1219200"/>
          <p14:tracePt t="31298" x="2336800" y="1212850"/>
          <p14:tracePt t="31312" x="2330450" y="1212850"/>
          <p14:tracePt t="31333" x="2324100" y="1206500"/>
          <p14:tracePt t="31375" x="2317750" y="1206500"/>
          <p14:tracePt t="31382" x="2317750" y="1200150"/>
          <p14:tracePt t="31417" x="2311400" y="1200150"/>
          <p14:tracePt t="31424" x="2311400" y="1193800"/>
          <p14:tracePt t="31452" x="2305050" y="1193800"/>
          <p14:tracePt t="31537" x="2305050" y="1187450"/>
          <p14:tracePt t="32217" x="2305050" y="1193800"/>
          <p14:tracePt t="32245" x="2305050" y="1200150"/>
          <p14:tracePt t="32260" x="2305050" y="1206500"/>
          <p14:tracePt t="32267" x="2305050" y="1212850"/>
          <p14:tracePt t="32288" x="2305050" y="1231900"/>
          <p14:tracePt t="32295" x="2305050" y="1257300"/>
          <p14:tracePt t="32311" x="2305050" y="1276350"/>
          <p14:tracePt t="32325" x="2317750" y="1314450"/>
          <p14:tracePt t="32341" x="2324100" y="1428750"/>
          <p14:tracePt t="32358" x="2330450" y="1562100"/>
          <p14:tracePt t="32375" x="2330450" y="1625600"/>
          <p14:tracePt t="32392" x="2343150" y="1765300"/>
          <p14:tracePt t="32408" x="2349500" y="1885950"/>
          <p14:tracePt t="32425" x="2349500" y="1924050"/>
          <p14:tracePt t="32442" x="2349500" y="2012950"/>
          <p14:tracePt t="32458" x="2362200" y="2070100"/>
          <p14:tracePt t="32474" x="2362200" y="2089150"/>
          <p14:tracePt t="32491" x="2368550" y="2139950"/>
          <p14:tracePt t="32508" x="2374900" y="2178050"/>
          <p14:tracePt t="32526" x="2387600" y="2190750"/>
          <p14:tracePt t="32541" x="2393950" y="2222500"/>
          <p14:tracePt t="32557" x="2400300" y="2235200"/>
          <p14:tracePt t="32574" x="2413000" y="2266950"/>
          <p14:tracePt t="32590" x="2419350" y="2292350"/>
          <p14:tracePt t="32608" x="2419350" y="2311400"/>
          <p14:tracePt t="32624" x="2425700" y="2336800"/>
          <p14:tracePt t="32641" x="2438400" y="2381250"/>
          <p14:tracePt t="32657" x="2438400" y="2393950"/>
          <p14:tracePt t="32674" x="2444750" y="2432050"/>
          <p14:tracePt t="32690" x="2457450" y="2470150"/>
          <p14:tracePt t="32707" x="2457450" y="2489200"/>
          <p14:tracePt t="32724" x="2457450" y="2514600"/>
          <p14:tracePt t="32740" x="2457450" y="2546350"/>
          <p14:tracePt t="32757" x="2457450" y="2559050"/>
          <p14:tracePt t="32773" x="2463800" y="2584450"/>
          <p14:tracePt t="32790" x="2463800" y="2622550"/>
          <p14:tracePt t="32807" x="2463800" y="2635250"/>
          <p14:tracePt t="33488" x="2463800" y="2641600"/>
          <p14:tracePt t="33502" x="2482850" y="2641600"/>
          <p14:tracePt t="33509" x="2501900" y="2641600"/>
          <p14:tracePt t="33524" x="2514600" y="2641600"/>
          <p14:tracePt t="33538" x="2533650" y="2641600"/>
          <p14:tracePt t="33555" x="2578100" y="2647950"/>
          <p14:tracePt t="33570" x="2597150" y="2647950"/>
          <p14:tracePt t="33587" x="2628900" y="2647950"/>
          <p14:tracePt t="33604" x="2660650" y="2647950"/>
          <p14:tracePt t="33620" x="2686050" y="2647950"/>
          <p14:tracePt t="33637" x="2724150" y="2647950"/>
          <p14:tracePt t="33653" x="2762250" y="2647950"/>
          <p14:tracePt t="33671" x="2813050" y="2647950"/>
          <p14:tracePt t="33687" x="2832100" y="2647950"/>
          <p14:tracePt t="33703" x="2863850" y="2647950"/>
          <p14:tracePt t="33721" x="2901950" y="2647950"/>
          <p14:tracePt t="33737" x="2908300" y="2647950"/>
          <p14:tracePt t="33753" x="2927350" y="2647950"/>
          <p14:tracePt t="33770" x="2946400" y="2647950"/>
          <p14:tracePt t="33786" x="2952750" y="2647950"/>
          <p14:tracePt t="33803" x="2965450" y="2647950"/>
          <p14:tracePt t="33819" x="2971800" y="2641600"/>
          <p14:tracePt t="33854" x="2978150" y="2641600"/>
          <p14:tracePt t="33881" x="2984500" y="2641600"/>
          <p14:tracePt t="33938" x="2990850" y="2641600"/>
          <p14:tracePt t="37148" x="2984500" y="2635250"/>
          <p14:tracePt t="37162" x="2971800" y="2635250"/>
          <p14:tracePt t="37169" x="2959100" y="2616200"/>
          <p14:tracePt t="37177" x="2946400" y="2603500"/>
          <p14:tracePt t="37192" x="2933700" y="2590800"/>
          <p14:tracePt t="37208" x="2908300" y="2578100"/>
          <p14:tracePt t="37225" x="2882900" y="2552700"/>
          <p14:tracePt t="37241" x="2851150" y="2527300"/>
          <p14:tracePt t="37258" x="2838450" y="2514600"/>
          <p14:tracePt t="37275" x="2787650" y="2495550"/>
          <p14:tracePt t="37291" x="2743200" y="2470150"/>
          <p14:tracePt t="37308" x="2711450" y="2463800"/>
          <p14:tracePt t="37324" x="2660650" y="2451100"/>
          <p14:tracePt t="37341" x="2622550" y="2432050"/>
          <p14:tracePt t="37357" x="2609850" y="2419350"/>
          <p14:tracePt t="37374" x="2578100" y="2393950"/>
          <p14:tracePt t="37391" x="2546350" y="2381250"/>
          <p14:tracePt t="37408" x="2527300" y="2368550"/>
          <p14:tracePt t="37424" x="2520950" y="2368550"/>
          <p14:tracePt t="37440" x="2514600" y="2362200"/>
          <p14:tracePt t="37458" x="2501900" y="2355850"/>
          <p14:tracePt t="37474" x="2495550" y="2355850"/>
          <p14:tracePt t="37507" x="2489200" y="2349500"/>
          <p14:tracePt t="37527" x="2482850" y="2349500"/>
          <p14:tracePt t="37562" x="2476500" y="2349500"/>
          <p14:tracePt t="37632" x="2470150" y="2343150"/>
          <p14:tracePt t="37640" x="2463800" y="2343150"/>
          <p14:tracePt t="37667" x="2457450" y="2336800"/>
          <p14:tracePt t="37681" x="2451100" y="2336800"/>
          <p14:tracePt t="37710" x="2438400" y="2330450"/>
          <p14:tracePt t="37724" x="2432050" y="2330450"/>
          <p14:tracePt t="37751" x="2425700" y="2330450"/>
          <p14:tracePt t="37758" x="2419350" y="2324100"/>
          <p14:tracePt t="37774" x="2406650" y="2324100"/>
          <p14:tracePt t="37780" x="2393950" y="2317750"/>
          <p14:tracePt t="37794" x="2381250" y="2311400"/>
          <p14:tracePt t="37806" x="2368550" y="2311400"/>
          <p14:tracePt t="37822" x="2336800" y="2298700"/>
          <p14:tracePt t="37839" x="2311400" y="2292350"/>
          <p14:tracePt t="37856" x="2286000" y="2279650"/>
          <p14:tracePt t="37872" x="2260600" y="2273300"/>
          <p14:tracePt t="37889" x="2260600" y="2266950"/>
          <p14:tracePt t="37906" x="2241550" y="2260600"/>
          <p14:tracePt t="37922" x="2235200" y="2260600"/>
          <p14:tracePt t="37956" x="2228850" y="2254250"/>
          <p14:tracePt t="37983" x="2222500" y="2247900"/>
          <p14:tracePt t="38019" x="2216150" y="2247900"/>
          <p14:tracePt t="38040" x="2216150" y="2241550"/>
          <p14:tracePt t="38061" x="2209800" y="2241550"/>
          <p14:tracePt t="38082" x="2203450" y="2241550"/>
          <p14:tracePt t="38130" x="2197100" y="2241550"/>
          <p14:tracePt t="40237" x="2203450" y="2247900"/>
          <p14:tracePt t="40245" x="2222500" y="2260600"/>
          <p14:tracePt t="40259" x="2254250" y="2279650"/>
          <p14:tracePt t="40267" x="2286000" y="2292350"/>
          <p14:tracePt t="40283" x="2305050" y="2305050"/>
          <p14:tracePt t="40297" x="2381250" y="2336800"/>
          <p14:tracePt t="40314" x="2419350" y="2355850"/>
          <p14:tracePt t="40330" x="2495550" y="2381250"/>
          <p14:tracePt t="40347" x="2533650" y="2387600"/>
          <p14:tracePt t="40365" x="2616200" y="2432050"/>
          <p14:tracePt t="40380" x="2641600" y="2451100"/>
          <p14:tracePt t="40397" x="2660650" y="2463800"/>
          <p14:tracePt t="40414" x="2698750" y="2508250"/>
          <p14:tracePt t="40430" x="2730500" y="2533650"/>
          <p14:tracePt t="40447" x="2755900" y="2546350"/>
          <p14:tracePt t="40463" x="2774950" y="2571750"/>
          <p14:tracePt t="40480" x="2787650" y="2584450"/>
          <p14:tracePt t="40497" x="2794000" y="2590800"/>
          <p14:tracePt t="40513" x="2800350" y="2603500"/>
          <p14:tracePt t="40530" x="2813050" y="2616200"/>
          <p14:tracePt t="40547" x="2819400" y="2622550"/>
          <p14:tracePt t="40579" x="2832100" y="2628900"/>
          <p14:tracePt t="40597" x="2838450" y="2641600"/>
          <p14:tracePt t="40638" x="2838450" y="2647950"/>
          <p14:tracePt t="40659" x="2844800" y="2647950"/>
          <p14:tracePt t="40687" x="2851150" y="2654300"/>
          <p14:tracePt t="41130" x="2901950" y="2654300"/>
          <p14:tracePt t="41137" x="2978150" y="2654300"/>
          <p14:tracePt t="41151" x="3073400" y="2641600"/>
          <p14:tracePt t="41161" x="3162300" y="2641600"/>
          <p14:tracePt t="41177" x="3251200" y="2609850"/>
          <p14:tracePt t="41194" x="3409950" y="2584450"/>
          <p14:tracePt t="41211" x="3587750" y="2565400"/>
          <p14:tracePt t="41227" x="3676650" y="2540000"/>
          <p14:tracePt t="41244" x="3860800" y="2501900"/>
          <p14:tracePt t="41260" x="4019550" y="2482850"/>
          <p14:tracePt t="41278" x="4133850" y="2463800"/>
          <p14:tracePt t="41294" x="4203700" y="2444750"/>
          <p14:tracePt t="41310" x="4279900" y="2444750"/>
          <p14:tracePt t="41328" x="4464050" y="2425700"/>
          <p14:tracePt t="41344" x="4527550" y="2425700"/>
          <p14:tracePt t="41360" x="4591050" y="2425700"/>
          <p14:tracePt t="41377" x="4711700" y="2438400"/>
          <p14:tracePt t="41393" x="4851400" y="2451100"/>
          <p14:tracePt t="41412" x="4997450" y="2470150"/>
          <p14:tracePt t="41427" x="5060950" y="2470150"/>
          <p14:tracePt t="41443" x="5194300" y="2495550"/>
          <p14:tracePt t="41460" x="5295900" y="2514600"/>
          <p14:tracePt t="41476" x="5340350" y="2533650"/>
          <p14:tracePt t="41493" x="5397500" y="2546350"/>
          <p14:tracePt t="41510" x="5473700" y="2571750"/>
          <p14:tracePt t="41526" x="5511800" y="2578100"/>
          <p14:tracePt t="41543" x="5581650" y="2584450"/>
          <p14:tracePt t="41560" x="5702300" y="2597150"/>
          <p14:tracePt t="41576" x="5753100" y="2590800"/>
          <p14:tracePt t="41593" x="5861050" y="2584450"/>
          <p14:tracePt t="41609" x="5962650" y="2565400"/>
          <p14:tracePt t="41625" x="6007100" y="2546350"/>
          <p14:tracePt t="41644" x="6076950" y="2540000"/>
          <p14:tracePt t="41659" x="6096000" y="2540000"/>
          <p14:tracePt t="41676" x="6121400" y="2533650"/>
          <p14:tracePt t="41693" x="6127750" y="2520950"/>
          <p14:tracePt t="42091" x="6146800" y="2520950"/>
          <p14:tracePt t="42099" x="6184900" y="2520950"/>
          <p14:tracePt t="42113" x="6235700" y="2520950"/>
          <p14:tracePt t="42124" x="6286500" y="2520950"/>
          <p14:tracePt t="42141" x="6388100" y="2520950"/>
          <p14:tracePt t="42157" x="6445250" y="2508250"/>
          <p14:tracePt t="42174" x="6546850" y="2501900"/>
          <p14:tracePt t="42191" x="6667500" y="2489200"/>
          <p14:tracePt t="42207" x="6731000" y="2489200"/>
          <p14:tracePt t="42224" x="6781800" y="2489200"/>
          <p14:tracePt t="42240" x="6940550" y="2514600"/>
          <p14:tracePt t="42257" x="6972300" y="2514600"/>
          <p14:tracePt t="42274" x="7010400" y="2520950"/>
          <p14:tracePt t="42291" x="7023100" y="2527300"/>
          <p14:tracePt t="42307" x="7042150" y="2527300"/>
          <p14:tracePt t="42324" x="7054850" y="2533650"/>
          <p14:tracePt t="42340" x="7061200" y="2533650"/>
          <p14:tracePt t="42374" x="7067550" y="2533650"/>
          <p14:tracePt t="42422" x="7073900" y="2533650"/>
          <p14:tracePt t="42491" x="7086600" y="2533650"/>
          <p14:tracePt t="42507" x="7092950" y="2533650"/>
          <p14:tracePt t="42513" x="7099300" y="2533650"/>
          <p14:tracePt t="42522" x="7105650" y="2533650"/>
          <p14:tracePt t="42543" x="7112000" y="2533650"/>
          <p14:tracePt t="42557" x="7124700" y="2540000"/>
          <p14:tracePt t="42573" x="7137400" y="2540000"/>
          <p14:tracePt t="42591" x="7181850" y="2552700"/>
          <p14:tracePt t="42606" x="7239000" y="2565400"/>
          <p14:tracePt t="42623" x="7277100" y="2571750"/>
          <p14:tracePt t="42626" x="7308850" y="2571750"/>
          <p14:tracePt t="42640" x="7346950" y="2584450"/>
          <p14:tracePt t="42656" x="7442200" y="2597150"/>
          <p14:tracePt t="42672" x="7493000" y="2597150"/>
          <p14:tracePt t="42689" x="7664450" y="2616200"/>
          <p14:tracePt t="42706" x="7740650" y="2616200"/>
          <p14:tracePt t="42723" x="7791450" y="2616200"/>
          <p14:tracePt t="42739" x="7886700" y="2597150"/>
          <p14:tracePt t="43790" x="7912100" y="2597150"/>
          <p14:tracePt t="43796" x="7931150" y="2603500"/>
          <p14:tracePt t="43804" x="7950200" y="2616200"/>
          <p14:tracePt t="43819" x="7962900" y="2628900"/>
          <p14:tracePt t="43835" x="7988300" y="2635250"/>
          <p14:tracePt t="43853" x="8013700" y="2647950"/>
          <p14:tracePt t="43868" x="8039100" y="2654300"/>
          <p14:tracePt t="43885" x="8045450" y="2654300"/>
          <p14:tracePt t="43902" x="8058150" y="2660650"/>
          <p14:tracePt t="43918" x="8064500" y="2660650"/>
          <p14:tracePt t="43935" x="8070850" y="2660650"/>
          <p14:tracePt t="44437" x="8045450" y="2660650"/>
          <p14:tracePt t="44451" x="8007350" y="2660650"/>
          <p14:tracePt t="44458" x="7956550" y="2660650"/>
          <p14:tracePt t="44466" x="7905750" y="2660650"/>
          <p14:tracePt t="44482" x="7874000" y="2660650"/>
          <p14:tracePt t="44500" x="7797800" y="2679700"/>
          <p14:tracePt t="44516" x="7753350" y="2686050"/>
          <p14:tracePt t="44533" x="7702550" y="2692400"/>
          <p14:tracePt t="44550" x="7645400" y="2698750"/>
          <p14:tracePt t="44566" x="7626350" y="2698750"/>
          <p14:tracePt t="44582" x="7588250" y="2711450"/>
          <p14:tracePt t="44599" x="7543800" y="2711450"/>
          <p14:tracePt t="44616" x="7524750" y="2711450"/>
          <p14:tracePt t="44632" x="7486650" y="2717800"/>
          <p14:tracePt t="44649" x="7448550" y="2724150"/>
          <p14:tracePt t="44665" x="7435850" y="2730500"/>
          <p14:tracePt t="44683" x="7410450" y="2730500"/>
          <p14:tracePt t="44699" x="7391400" y="2743200"/>
          <p14:tracePt t="44715" x="7378700" y="2743200"/>
          <p14:tracePt t="44732" x="7359650" y="2749550"/>
          <p14:tracePt t="44749" x="7340600" y="2749550"/>
          <p14:tracePt t="44765" x="7327900" y="2749550"/>
          <p14:tracePt t="44782" x="7302500" y="2749550"/>
          <p14:tracePt t="44798" x="7289800" y="2749550"/>
          <p14:tracePt t="44816" x="7283450" y="2749550"/>
          <p14:tracePt t="44831" x="7270750" y="2743200"/>
          <p14:tracePt t="44848" x="7264400" y="2743200"/>
          <p14:tracePt t="44900" x="7264400" y="2736850"/>
          <p14:tracePt t="44936" x="7270750" y="2736850"/>
          <p14:tracePt t="44956" x="7277100" y="2736850"/>
          <p14:tracePt t="44977" x="7283450" y="2736850"/>
          <p14:tracePt t="44998" x="7283450" y="2743200"/>
          <p14:tracePt t="45019" x="7289800" y="2743200"/>
          <p14:tracePt t="45026" x="7302500" y="2743200"/>
          <p14:tracePt t="45041" x="7308850" y="2743200"/>
          <p14:tracePt t="45050" x="7321550" y="2743200"/>
          <p14:tracePt t="45064" x="7340600" y="2743200"/>
          <p14:tracePt t="45081" x="7359650" y="2743200"/>
          <p14:tracePt t="45098" x="7454900" y="2743200"/>
          <p14:tracePt t="45114" x="7486650" y="2736850"/>
          <p14:tracePt t="45130" x="7524750" y="2730500"/>
          <p14:tracePt t="45147" x="7594600" y="2717800"/>
          <p14:tracePt t="45164" x="7651750" y="2686050"/>
          <p14:tracePt t="45181" x="7689850" y="2667000"/>
          <p14:tracePt t="45197" x="7702550" y="2667000"/>
          <p14:tracePt t="45213" x="7727950" y="2641600"/>
          <p14:tracePt t="45231" x="7740650" y="2622550"/>
          <p14:tracePt t="45247" x="7747000" y="2622550"/>
          <p14:tracePt t="45263" x="7759700" y="2603500"/>
          <p14:tracePt t="45280" x="7785100" y="2578100"/>
          <p14:tracePt t="45297" x="7797800" y="2552700"/>
          <p14:tracePt t="45313" x="7842250" y="2520950"/>
          <p14:tracePt t="45329" x="7874000" y="2476500"/>
          <p14:tracePt t="45346" x="7905750" y="2444750"/>
          <p14:tracePt t="46112" x="7899400" y="2444750"/>
          <p14:tracePt t="46126" x="7893050" y="2444750"/>
          <p14:tracePt t="46133" x="7886700" y="2444750"/>
          <p14:tracePt t="46143" x="7886700" y="2451100"/>
          <p14:tracePt t="46161" x="7867650" y="2463800"/>
          <p14:tracePt t="46177" x="7861300" y="2463800"/>
          <p14:tracePt t="46194" x="7848600" y="2470150"/>
          <p14:tracePt t="46210" x="7835900" y="2476500"/>
          <p14:tracePt t="46227" x="7823200" y="2476500"/>
          <p14:tracePt t="46243" x="7823200" y="2482850"/>
          <p14:tracePt t="46260" x="7804150" y="2482850"/>
          <p14:tracePt t="46277" x="7791450" y="2482850"/>
          <p14:tracePt t="46310" x="7778750" y="2489200"/>
          <p14:tracePt t="46326" x="7759700" y="2489200"/>
          <p14:tracePt t="46344" x="7747000" y="2489200"/>
          <p14:tracePt t="46359" x="7740650" y="2489200"/>
          <p14:tracePt t="46376" x="7721600" y="2489200"/>
          <p14:tracePt t="46393" x="7689850" y="2489200"/>
          <p14:tracePt t="46410" x="7664450" y="2489200"/>
          <p14:tracePt t="46427" x="7613650" y="2489200"/>
          <p14:tracePt t="46443" x="7543800" y="2482850"/>
          <p14:tracePt t="46459" x="7505700" y="2470150"/>
          <p14:tracePt t="46476" x="7423150" y="2451100"/>
          <p14:tracePt t="46492" x="7321550" y="2413000"/>
          <p14:tracePt t="46510" x="7270750" y="2406650"/>
          <p14:tracePt t="46526" x="7156450" y="2349500"/>
          <p14:tracePt t="46543" x="7099300" y="2311400"/>
          <p14:tracePt t="46559" x="6997700" y="2260600"/>
          <p14:tracePt t="46576" x="6908800" y="2197100"/>
          <p14:tracePt t="46592" x="6877050" y="2178050"/>
          <p14:tracePt t="46609" x="6845300" y="2152650"/>
          <p14:tracePt t="46625" x="6813550" y="2120900"/>
          <p14:tracePt t="46642" x="6807200" y="2108200"/>
          <p14:tracePt t="46645" x="6794500" y="2095500"/>
          <p14:tracePt t="46659" x="6788150" y="2089150"/>
          <p14:tracePt t="46675" x="6769100" y="2063750"/>
          <p14:tracePt t="46692" x="6756400" y="2051050"/>
          <p14:tracePt t="46709" x="6737350" y="2025650"/>
          <p14:tracePt t="46725" x="6711950" y="2000250"/>
          <p14:tracePt t="46742" x="6705600" y="1974850"/>
          <p14:tracePt t="46758" x="6692900" y="1968500"/>
          <p14:tracePt t="46775" x="6680200" y="1949450"/>
          <p14:tracePt t="46792" x="6673850" y="1943100"/>
          <p14:tracePt t="46808" x="6667500" y="1930400"/>
          <p14:tracePt t="46825" x="6661150" y="1924050"/>
          <p14:tracePt t="46842" x="6661150" y="1917700"/>
          <p14:tracePt t="46858" x="6654800" y="1898650"/>
          <p14:tracePt t="46874" x="6648450" y="1892300"/>
          <p14:tracePt t="46891" x="6648450" y="1879600"/>
          <p14:tracePt t="46908" x="6642100" y="1860550"/>
          <p14:tracePt t="46925" x="6642100" y="1854200"/>
          <p14:tracePt t="46941" x="6642100" y="1828800"/>
          <p14:tracePt t="46958" x="6648450" y="1797050"/>
          <p14:tracePt t="46975" x="6661150" y="1758950"/>
          <p14:tracePt t="46991" x="6667500" y="1739900"/>
          <p14:tracePt t="47007" x="6680200" y="1720850"/>
          <p14:tracePt t="47024" x="6686550" y="1714500"/>
          <p14:tracePt t="47041" x="6699250" y="1708150"/>
          <p14:tracePt t="47058" x="6705600" y="1695450"/>
          <p14:tracePt t="47074" x="6718300" y="1676400"/>
          <p14:tracePt t="47090" x="6718300" y="1670050"/>
          <p14:tracePt t="47107" x="6731000" y="1663700"/>
          <p14:tracePt t="47123" x="6750050" y="1625600"/>
          <p14:tracePt t="47141" x="6762750" y="1619250"/>
          <p14:tracePt t="47144" x="6769100" y="1612900"/>
          <p14:tracePt t="47160" x="6775450" y="1600200"/>
          <p14:tracePt t="47174" x="6788150" y="1593850"/>
          <p14:tracePt t="47190" x="6794500" y="1587500"/>
          <p14:tracePt t="47207" x="6800850" y="1581150"/>
          <p14:tracePt t="47223" x="6807200" y="1581150"/>
          <p14:tracePt t="47249" x="6813550" y="1574800"/>
          <p14:tracePt t="47389" x="6819900" y="1574800"/>
          <p14:tracePt t="47487" x="6826250" y="1574800"/>
          <p14:tracePt t="47494" x="6832600" y="1574800"/>
          <p14:tracePt t="47515" x="6838950" y="1574800"/>
          <p14:tracePt t="47537" x="6845300" y="1574800"/>
          <p14:tracePt t="47543" x="6851650" y="1574800"/>
          <p14:tracePt t="47579" x="6858000" y="1574800"/>
          <p14:tracePt t="47585" x="6864350" y="1574800"/>
          <p14:tracePt t="47606" x="6870700" y="1574800"/>
          <p14:tracePt t="47628" x="6877050" y="1574800"/>
          <p14:tracePt t="47656" x="6889750" y="1574800"/>
          <p14:tracePt t="47677" x="6896100" y="1568450"/>
          <p14:tracePt t="47698" x="6902450" y="1562100"/>
          <p14:tracePt t="47719" x="6908800" y="1562100"/>
          <p14:tracePt t="47726" x="6915150" y="1562100"/>
          <p14:tracePt t="47741" x="6921500" y="1562100"/>
          <p14:tracePt t="47754" x="6927850" y="1562100"/>
          <p14:tracePt t="47775" x="6934200" y="1555750"/>
          <p14:tracePt t="47791" x="6940550" y="1555750"/>
          <p14:tracePt t="47804" x="6946900" y="1555750"/>
          <p14:tracePt t="47822" x="6953250" y="1555750"/>
          <p14:tracePt t="48723" x="6915150" y="1543050"/>
          <p14:tracePt t="48729" x="6864350" y="1536700"/>
          <p14:tracePt t="48738" x="6794500" y="1530350"/>
          <p14:tracePt t="48752" x="6731000" y="1511300"/>
          <p14:tracePt t="48768" x="6667500" y="1498600"/>
          <p14:tracePt t="48785" x="6521450" y="1498600"/>
          <p14:tracePt t="48801" x="6318250" y="1504950"/>
          <p14:tracePt t="48818" x="6203950" y="1524000"/>
          <p14:tracePt t="48835" x="5988050" y="1555750"/>
          <p14:tracePt t="48851" x="5778500" y="1593850"/>
          <p14:tracePt t="48867" x="5689600" y="1619250"/>
          <p14:tracePt t="48884" x="5518150" y="1644650"/>
          <p14:tracePt t="48901" x="5391150" y="1663700"/>
          <p14:tracePt t="48917" x="5340350" y="1663700"/>
          <p14:tracePt t="48933" x="5219700" y="1676400"/>
          <p14:tracePt t="48951" x="5149850" y="1676400"/>
          <p14:tracePt t="48968" x="5105400" y="1670050"/>
          <p14:tracePt t="48984" x="5073650" y="1663700"/>
          <p14:tracePt t="49000" x="5048250" y="1663700"/>
          <p14:tracePt t="49018" x="4984750" y="1651000"/>
          <p14:tracePt t="49034" x="4965700" y="1651000"/>
          <p14:tracePt t="49050" x="4940300" y="1651000"/>
          <p14:tracePt t="49067" x="4914900" y="1638300"/>
          <p14:tracePt t="49084" x="4883150" y="1631950"/>
          <p14:tracePt t="49100" x="4870450" y="1631950"/>
          <p14:tracePt t="49117" x="4845050" y="1625600"/>
          <p14:tracePt t="49133" x="4826000" y="1625600"/>
          <p14:tracePt t="49151" x="4806950" y="1619250"/>
          <p14:tracePt t="49167" x="4794250" y="1612900"/>
          <p14:tracePt t="49183" x="4775200" y="1606550"/>
          <p14:tracePt t="49201" x="4762500" y="1600200"/>
          <p14:tracePt t="49216" x="4756150" y="1600200"/>
          <p14:tracePt t="49233" x="4749800" y="1593850"/>
          <p14:tracePt t="49249" x="4749800" y="1587500"/>
          <p14:tracePt t="49266" x="4749800" y="1581150"/>
          <p14:tracePt t="49283" x="4749800" y="1574800"/>
          <p14:tracePt t="49299" x="4749800" y="1568450"/>
          <p14:tracePt t="49334" x="4749800" y="1562100"/>
          <p14:tracePt t="49361" x="4749800" y="1555750"/>
          <p14:tracePt t="49473" x="4756150" y="1555750"/>
          <p14:tracePt t="49480" x="4762500" y="1562100"/>
          <p14:tracePt t="49494" x="4768850" y="1562100"/>
          <p14:tracePt t="49502" x="4787900" y="1562100"/>
          <p14:tracePt t="49516" x="4800600" y="1562100"/>
          <p14:tracePt t="49532" x="4876800" y="1581150"/>
          <p14:tracePt t="49549" x="4921250" y="1587500"/>
          <p14:tracePt t="49566" x="5060950" y="1606550"/>
          <p14:tracePt t="49582" x="5232400" y="1625600"/>
          <p14:tracePt t="49599" x="5321300" y="1638300"/>
          <p14:tracePt t="49615" x="5524500" y="1663700"/>
          <p14:tracePt t="49632" x="5632450" y="1689100"/>
          <p14:tracePt t="49650" x="5899150" y="1727200"/>
          <p14:tracePt t="49665" x="5981700" y="1739900"/>
          <p14:tracePt t="49681" x="6057900" y="1739900"/>
          <p14:tracePt t="49699" x="6184900" y="1746250"/>
          <p14:tracePt t="49715" x="6299200" y="1758950"/>
          <p14:tracePt t="49731" x="6356350" y="1758950"/>
          <p14:tracePt t="49748" x="6445250" y="1758950"/>
          <p14:tracePt t="49764" x="6527800" y="1765300"/>
          <p14:tracePt t="49781" x="6553200" y="1765300"/>
          <p14:tracePt t="49798" x="6623050" y="1771650"/>
          <p14:tracePt t="49814" x="6680200" y="1778000"/>
          <p14:tracePt t="49832" x="6737350" y="1784350"/>
          <p14:tracePt t="49847" x="6769100" y="1790700"/>
          <p14:tracePt t="49864" x="6826250" y="1803400"/>
          <p14:tracePt t="49881" x="6877050" y="1809750"/>
          <p14:tracePt t="49897" x="6896100" y="1809750"/>
          <p14:tracePt t="49914" x="6908800" y="1809750"/>
          <p14:tracePt t="49931" x="6940550" y="1816100"/>
          <p14:tracePt t="49948" x="6946900" y="1816100"/>
          <p14:tracePt t="49965" x="6953250" y="1816100"/>
          <p14:tracePt t="49980" x="6959600" y="1822450"/>
          <p14:tracePt t="49997" x="6972300" y="1828800"/>
          <p14:tracePt t="50014" x="6978650" y="1828800"/>
          <p14:tracePt t="50031" x="6985000" y="1828800"/>
          <p14:tracePt t="50047" x="6997700" y="1841500"/>
          <p14:tracePt t="50064" x="7010400" y="1847850"/>
          <p14:tracePt t="50080" x="7016750" y="1854200"/>
          <p14:tracePt t="50097" x="7023100" y="1866900"/>
          <p14:tracePt t="50113" x="7035800" y="1879600"/>
          <p14:tracePt t="50131" x="7042150" y="1892300"/>
          <p14:tracePt t="50146" x="7042150" y="1905000"/>
          <p14:tracePt t="50511" x="7073900" y="1917700"/>
          <p14:tracePt t="50525" x="7105650" y="1955800"/>
          <p14:tracePt t="50532" x="7150100" y="1981200"/>
          <p14:tracePt t="50548" x="7194550" y="2000250"/>
          <p14:tracePt t="50562" x="7270750" y="2032000"/>
          <p14:tracePt t="50579" x="7315200" y="2051050"/>
          <p14:tracePt t="50596" x="7366000" y="2070100"/>
          <p14:tracePt t="50612" x="7385050" y="2082800"/>
          <p14:tracePt t="50628" x="7429500" y="2114550"/>
          <p14:tracePt t="50645" x="7467600" y="2139950"/>
          <p14:tracePt t="50661" x="7486650" y="2152650"/>
          <p14:tracePt t="50680" x="7512050" y="2184400"/>
          <p14:tracePt t="50694" x="7537450" y="2203450"/>
          <p14:tracePt t="50711" x="7550150" y="2209800"/>
          <p14:tracePt t="50714" x="7556500" y="2216150"/>
          <p14:tracePt t="50728" x="7562850" y="2228850"/>
          <p14:tracePt t="50744" x="7581900" y="2235200"/>
          <p14:tracePt t="50761" x="7588250" y="2241550"/>
          <p14:tracePt t="50778" x="7594600" y="2254250"/>
          <p14:tracePt t="50794" x="7600950" y="2260600"/>
          <p14:tracePt t="50811" x="7607300" y="2266950"/>
          <p14:tracePt t="50827" x="7613650" y="2273300"/>
          <p14:tracePt t="50855" x="7620000" y="2273300"/>
          <p14:tracePt t="50863" x="7626350" y="2279650"/>
          <p14:tracePt t="50883" x="7626350" y="2286000"/>
          <p14:tracePt t="50904" x="7632700" y="2292350"/>
          <p14:tracePt t="50925" x="7639050" y="2292350"/>
          <p14:tracePt t="50932" x="7639050" y="2298700"/>
          <p14:tracePt t="50953" x="7651750" y="2305050"/>
          <p14:tracePt t="50974" x="7658100" y="2311400"/>
          <p14:tracePt t="50995" x="7664450" y="2317750"/>
          <p14:tracePt t="51002" x="7670800" y="2317750"/>
          <p14:tracePt t="51045" x="7677150" y="2324100"/>
          <p14:tracePt t="51066" x="7683500" y="2324100"/>
          <p14:tracePt t="51073" x="7683500" y="2330450"/>
          <p14:tracePt t="51094" x="7683500" y="2336800"/>
          <p14:tracePt t="51556" x="7683500" y="2343150"/>
          <p14:tracePt t="51570" x="7677150" y="2349500"/>
          <p14:tracePt t="51584" x="7670800" y="2349500"/>
          <p14:tracePt t="51598" x="7658100" y="2349500"/>
          <p14:tracePt t="51608" x="7645400" y="2349500"/>
          <p14:tracePt t="51624" x="7639050" y="2349500"/>
          <p14:tracePt t="51641" x="7607300" y="2349500"/>
          <p14:tracePt t="51658" x="7550150" y="2343150"/>
          <p14:tracePt t="51675" x="7467600" y="2336800"/>
          <p14:tracePt t="51691" x="7416800" y="2330450"/>
          <p14:tracePt t="51708" x="7308850" y="2298700"/>
          <p14:tracePt t="51725" x="7200900" y="2273300"/>
          <p14:tracePt t="51740" x="7143750" y="2266950"/>
          <p14:tracePt t="51758" x="7092950" y="2266950"/>
          <p14:tracePt t="51774" x="6965950" y="2266950"/>
          <p14:tracePt t="51791" x="6851650" y="2266950"/>
          <p14:tracePt t="51808" x="6807200" y="2266950"/>
          <p14:tracePt t="51824" x="6724650" y="2273300"/>
          <p14:tracePt t="51840" x="6680200" y="2286000"/>
          <p14:tracePt t="51858" x="6642100" y="2305050"/>
          <p14:tracePt t="51874" x="6629400" y="2305050"/>
          <p14:tracePt t="51890" x="6610350" y="2311400"/>
          <p14:tracePt t="51907" x="6597650" y="2311400"/>
          <p14:tracePt t="51924" x="6591300" y="2311400"/>
          <p14:tracePt t="51940" x="6572250" y="2311400"/>
          <p14:tracePt t="51957" x="6559550" y="2324100"/>
          <p14:tracePt t="51991" x="6546850" y="2330450"/>
          <p14:tracePt t="52007" x="6527800" y="2343150"/>
          <p14:tracePt t="52023" x="6521450" y="2349500"/>
          <p14:tracePt t="52040" x="6515100" y="2349500"/>
          <p14:tracePt t="52057" x="6502400" y="2355850"/>
          <p14:tracePt t="52073" x="6477000" y="2355850"/>
          <p14:tracePt t="52090" x="6457950" y="2368550"/>
          <p14:tracePt t="52106" x="6445250" y="2368550"/>
          <p14:tracePt t="52123" x="6419850" y="2374900"/>
          <p14:tracePt t="52140" x="6413500" y="2387600"/>
          <p14:tracePt t="52173" x="6407150" y="2393950"/>
          <p14:tracePt t="52189" x="6407150" y="2400300"/>
          <p14:tracePt t="52236" x="6400800" y="2406650"/>
          <p14:tracePt t="53042" x="6381750" y="2413000"/>
          <p14:tracePt t="53049" x="6362700" y="2419350"/>
          <p14:tracePt t="53064" x="6330950" y="2425700"/>
          <p14:tracePt t="53072" x="6299200" y="2438400"/>
          <p14:tracePt t="53086" x="6267450" y="2444750"/>
          <p14:tracePt t="53103" x="6197600" y="2482850"/>
          <p14:tracePt t="53120" x="6121400" y="2520950"/>
          <p14:tracePt t="53136" x="6076950" y="2533650"/>
          <p14:tracePt t="53153" x="6032500" y="2546350"/>
          <p14:tracePt t="53170" x="5930900" y="2578100"/>
          <p14:tracePt t="53186" x="5892800" y="2597150"/>
          <p14:tracePt t="53203" x="5861050" y="2603500"/>
          <p14:tracePt t="53219" x="5791200" y="2616200"/>
          <p14:tracePt t="53236" x="5759450" y="2616200"/>
          <p14:tracePt t="53253" x="5721350" y="2616200"/>
          <p14:tracePt t="53269" x="5702300" y="2616200"/>
          <p14:tracePt t="53286" x="5651500" y="2616200"/>
          <p14:tracePt t="53303" x="5600700" y="2616200"/>
          <p14:tracePt t="53319" x="5581650" y="2628900"/>
          <p14:tracePt t="53336" x="5549900" y="2628900"/>
          <p14:tracePt t="53352" x="5518150" y="2622550"/>
          <p14:tracePt t="53369" x="5505450" y="2616200"/>
          <p14:tracePt t="53385" x="5480050" y="2609850"/>
          <p14:tracePt t="53402" x="5467350" y="2609850"/>
          <p14:tracePt t="53419" x="5461000" y="2609850"/>
          <p14:tracePt t="53464" x="5454650" y="2609850"/>
          <p14:tracePt t="53520" x="5448300" y="2609850"/>
          <p14:tracePt t="53632" x="5448300" y="2603500"/>
          <p14:tracePt t="53695" x="5448300" y="2597150"/>
          <p14:tracePt t="53723" x="5441950" y="2597150"/>
          <p14:tracePt t="53751" x="5435600" y="2590800"/>
          <p14:tracePt t="53786" x="5429250" y="2590800"/>
          <p14:tracePt t="53794" x="5422900" y="2590800"/>
          <p14:tracePt t="53803" x="5416550" y="2590800"/>
          <p14:tracePt t="53817" x="5410200" y="2590800"/>
          <p14:tracePt t="53837" x="5403850" y="2590800"/>
          <p14:tracePt t="53857" x="5397500" y="2590800"/>
          <p14:tracePt t="53867" x="5391150" y="2590800"/>
          <p14:tracePt t="53886" x="5378450" y="2590800"/>
          <p14:tracePt t="53900" x="5365750" y="2590800"/>
          <p14:tracePt t="53917" x="5334000" y="2590800"/>
          <p14:tracePt t="53934" x="5276850" y="2590800"/>
          <p14:tracePt t="53950" x="5251450" y="2590800"/>
          <p14:tracePt t="53967" x="5168900" y="2590800"/>
          <p14:tracePt t="53984" x="5067300" y="2603500"/>
          <p14:tracePt t="54000" x="5010150" y="2609850"/>
          <p14:tracePt t="54016" x="4902200" y="2635250"/>
          <p14:tracePt t="54033" x="4806950" y="2660650"/>
          <p14:tracePt t="54050" x="4749800" y="2679700"/>
          <p14:tracePt t="54067" x="4705350" y="2705100"/>
          <p14:tracePt t="54083" x="4565650" y="2768600"/>
          <p14:tracePt t="54100" x="4521200" y="2794000"/>
          <p14:tracePt t="54117" x="4457700" y="2838450"/>
          <p14:tracePt t="54133" x="4413250" y="2876550"/>
          <p14:tracePt t="54149" x="4381500" y="2889250"/>
          <p14:tracePt t="54166" x="4343400" y="2933700"/>
          <p14:tracePt t="56933" x="4330700" y="2933700"/>
          <p14:tracePt t="56941" x="4311650" y="2933700"/>
          <p14:tracePt t="56954" x="4305300" y="2933700"/>
          <p14:tracePt t="56961" x="4286250" y="2933700"/>
          <p14:tracePt t="56976" x="4273550" y="2933700"/>
          <p14:tracePt t="56990" x="4229100" y="2927350"/>
          <p14:tracePt t="57007" x="4203700" y="2921000"/>
          <p14:tracePt t="57023" x="4184650" y="2921000"/>
          <p14:tracePt t="57039" x="4127500" y="2921000"/>
          <p14:tracePt t="57056" x="4070350" y="2908300"/>
          <p14:tracePt t="57074" x="3994150" y="2908300"/>
          <p14:tracePt t="57089" x="3943350" y="2908300"/>
          <p14:tracePt t="57106" x="3810000" y="2914650"/>
          <p14:tracePt t="57123" x="3670300" y="2933700"/>
          <p14:tracePt t="57138" x="3587750" y="2940050"/>
          <p14:tracePt t="57156" x="3409950" y="2971800"/>
          <p14:tracePt t="57172" x="3213100" y="3003550"/>
          <p14:tracePt t="57189" x="3124200" y="3022600"/>
          <p14:tracePt t="57206" x="2952750" y="3073400"/>
          <p14:tracePt t="57222" x="2806700" y="3124200"/>
          <p14:tracePt t="57239" x="2736850" y="3143250"/>
          <p14:tracePt t="57256" x="2603500" y="3181350"/>
          <p14:tracePt t="57272" x="2508250" y="3200400"/>
          <p14:tracePt t="57288" x="2482850" y="3206750"/>
          <p14:tracePt t="57306" x="2419350" y="3232150"/>
          <p14:tracePt t="57322" x="2387600" y="3244850"/>
          <p14:tracePt t="57340" x="2330450" y="3289300"/>
          <p14:tracePt t="57355" x="2311400" y="3302000"/>
          <p14:tracePt t="57371" x="2286000" y="3321050"/>
          <p14:tracePt t="57389" x="2254250" y="3352800"/>
          <p14:tracePt t="57404" x="2209800" y="3384550"/>
          <p14:tracePt t="57422" x="2178050" y="3403600"/>
          <p14:tracePt t="57439" x="2127250" y="3429000"/>
          <p14:tracePt t="57455" x="2076450" y="3448050"/>
          <p14:tracePt t="57471" x="2063750" y="3448050"/>
          <p14:tracePt t="57488" x="2032000" y="3454400"/>
          <p14:tracePt t="57504" x="2006600" y="3454400"/>
          <p14:tracePt t="57521" x="2000250" y="3454400"/>
          <p14:tracePt t="57538" x="1993900" y="3454400"/>
          <p14:tracePt t="57554" x="1987550" y="3454400"/>
          <p14:tracePt t="57572" x="1968500" y="3454400"/>
          <p14:tracePt t="58362" x="1981200" y="3454400"/>
          <p14:tracePt t="58377" x="1993900" y="3454400"/>
          <p14:tracePt t="58384" x="2006600" y="3454400"/>
          <p14:tracePt t="58397" x="2025650" y="3454400"/>
          <p14:tracePt t="58405" x="2044700" y="3454400"/>
          <p14:tracePt t="58421" x="2063750" y="3448050"/>
          <p14:tracePt t="58434" x="2108200" y="3448050"/>
          <p14:tracePt t="58451" x="2127250" y="3448050"/>
          <p14:tracePt t="58469" x="2165350" y="3441700"/>
          <p14:tracePt t="58484" x="2190750" y="3435350"/>
          <p14:tracePt t="58501" x="2228850" y="3422650"/>
          <p14:tracePt t="58517" x="2254250" y="3422650"/>
          <p14:tracePt t="58534" x="2266950" y="3422650"/>
          <p14:tracePt t="58551" x="2279650" y="3422650"/>
          <p14:tracePt t="58584" x="2286000" y="3422650"/>
          <p14:tracePt t="59782" x="2298700" y="3422650"/>
          <p14:tracePt t="59789" x="2317750" y="3409950"/>
          <p14:tracePt t="59798" x="2343150" y="3403600"/>
          <p14:tracePt t="59812" x="2362200" y="3403600"/>
          <p14:tracePt t="59830" x="2381250" y="3390900"/>
          <p14:tracePt t="59846" x="2419350" y="3378200"/>
          <p14:tracePt t="59863" x="2451100" y="3365500"/>
          <p14:tracePt t="59880" x="2463800" y="3359150"/>
          <p14:tracePt t="59896" x="2482850" y="3352800"/>
          <p14:tracePt t="59913" x="2495550" y="3340100"/>
          <p14:tracePt t="59930" x="2508250" y="3333750"/>
          <p14:tracePt t="59946" x="2514600" y="3333750"/>
          <p14:tracePt t="59962" x="2527300" y="3321050"/>
          <p14:tracePt t="59979" x="2533650" y="3314700"/>
          <p14:tracePt t="59996" x="2533650" y="3308350"/>
          <p14:tracePt t="60012" x="2540000" y="3302000"/>
          <p14:tracePt t="60029" x="2546350" y="3295650"/>
          <p14:tracePt t="60098" x="2552700" y="3289300"/>
          <p14:tracePt t="60119" x="2559050" y="3289300"/>
          <p14:tracePt t="60147" x="2565400" y="3289300"/>
          <p14:tracePt t="60175" x="2571750" y="3289300"/>
          <p14:tracePt t="61809" x="2571750" y="3238500"/>
          <p14:tracePt t="61816" x="2571750" y="3187700"/>
          <p14:tracePt t="61824" x="2571750" y="3105150"/>
          <p14:tracePt t="61839" x="2571750" y="3054350"/>
          <p14:tracePt t="61862" x="2571750" y="2940050"/>
          <p14:tracePt t="61873" x="2571750" y="2901950"/>
          <p14:tracePt t="61889" x="2571750" y="2819400"/>
          <p14:tracePt t="61906" x="2571750" y="2781300"/>
          <p14:tracePt t="61922" x="2571750" y="2711450"/>
          <p14:tracePt t="61939" x="2571750" y="2622550"/>
          <p14:tracePt t="61956" x="2565400" y="2552700"/>
          <p14:tracePt t="61972" x="2565400" y="2514600"/>
          <p14:tracePt t="61989" x="2546350" y="2444750"/>
          <p14:tracePt t="62006" x="2540000" y="2393950"/>
          <p14:tracePt t="62021" x="2540000" y="2374900"/>
          <p14:tracePt t="62039" x="2527300" y="2324100"/>
          <p14:tracePt t="62055" x="2520950" y="2273300"/>
          <p14:tracePt t="62072" x="2520950" y="2260600"/>
          <p14:tracePt t="62089" x="2514600" y="2241550"/>
          <p14:tracePt t="62105" x="2508250" y="2216150"/>
          <p14:tracePt t="62122" x="2508250" y="2209800"/>
          <p14:tracePt t="62155" x="2501900" y="2203450"/>
          <p14:tracePt t="62171" x="2501900" y="2190750"/>
          <p14:tracePt t="62189" x="2501900" y="2178050"/>
          <p14:tracePt t="62205" x="2501900" y="2171700"/>
          <p14:tracePt t="62222" x="2501900" y="2165350"/>
          <p14:tracePt t="62279" x="2501900" y="2159000"/>
          <p14:tracePt t="62307" x="2501900" y="2152650"/>
          <p14:tracePt t="62427" x="2501900" y="2159000"/>
          <p14:tracePt t="62468" x="2501900" y="2165350"/>
          <p14:tracePt t="62490" x="2501900" y="2171700"/>
          <p14:tracePt t="62511" x="2501900" y="2178050"/>
          <p14:tracePt t="62518" x="2501900" y="2184400"/>
          <p14:tracePt t="64054" x="2501900" y="2178050"/>
          <p14:tracePt t="64061" x="2495550" y="2139950"/>
          <p14:tracePt t="64075" x="2482850" y="2095500"/>
          <p14:tracePt t="64084" x="2476500" y="2044700"/>
          <p14:tracePt t="64098" x="2470150" y="1987550"/>
          <p14:tracePt t="64115" x="2438400" y="1860550"/>
          <p14:tracePt t="64132" x="2419350" y="1727200"/>
          <p14:tracePt t="64148" x="2413000" y="1676400"/>
          <p14:tracePt t="64165" x="2406650" y="1631950"/>
          <p14:tracePt t="64181" x="2393950" y="1549400"/>
          <p14:tracePt t="64198" x="2400300" y="1530350"/>
          <p14:tracePt t="64215" x="2400300" y="1473200"/>
          <p14:tracePt t="64231" x="2400300" y="1454150"/>
          <p14:tracePt t="64248" x="2413000" y="1390650"/>
          <p14:tracePt t="64265" x="2419350" y="1352550"/>
          <p14:tracePt t="64281" x="2425700" y="1327150"/>
          <p14:tracePt t="64298" x="2425700" y="1314450"/>
          <p14:tracePt t="64330" x="2425700" y="1308100"/>
          <p14:tracePt t="64364" x="2425700" y="1314450"/>
          <p14:tracePt t="64384" x="2432050" y="1314450"/>
          <p14:tracePt t="64391" x="2432050" y="1320800"/>
          <p14:tracePt t="64405" x="2438400" y="1320800"/>
          <p14:tracePt t="64414" x="2438400" y="1327150"/>
          <p14:tracePt t="64430" x="2438400" y="1333500"/>
          <p14:tracePt t="64448" x="2451100" y="1352550"/>
          <p14:tracePt t="64464" x="2457450" y="1371600"/>
          <p14:tracePt t="64480" x="2463800" y="1384300"/>
          <p14:tracePt t="64497" x="2470150" y="1435100"/>
          <p14:tracePt t="64513" x="2470150" y="1466850"/>
          <p14:tracePt t="64530" x="2476500" y="1536700"/>
          <p14:tracePt t="64547" x="2489200" y="1625600"/>
          <p14:tracePt t="64563" x="2489200" y="1676400"/>
          <p14:tracePt t="64580" x="2482850" y="1822450"/>
          <p14:tracePt t="64596" x="2476500" y="1974850"/>
          <p14:tracePt t="64613" x="2476500" y="2038350"/>
          <p14:tracePt t="64630" x="2457450" y="2171700"/>
          <p14:tracePt t="64646" x="2444750" y="2260600"/>
          <p14:tracePt t="64663" x="2438400" y="2305050"/>
          <p14:tracePt t="64680" x="2438400" y="2393950"/>
          <p14:tracePt t="64696" x="2432050" y="2451100"/>
          <p14:tracePt t="64713" x="2432050" y="2489200"/>
          <p14:tracePt t="64729" x="2432050" y="2559050"/>
          <p14:tracePt t="64746" x="2432050" y="2603500"/>
          <p14:tracePt t="64764" x="2432050" y="2647950"/>
          <p14:tracePt t="64779" x="2432050" y="2660650"/>
          <p14:tracePt t="64796" x="2432050" y="2692400"/>
          <p14:tracePt t="64813" x="2432050" y="2717800"/>
          <p14:tracePt t="64829" x="2432050" y="2724150"/>
          <p14:tracePt t="64845" x="2432050" y="2743200"/>
          <p14:tracePt t="64862" x="2432050" y="2755900"/>
          <p14:tracePt t="64879" x="2432050" y="2774950"/>
          <p14:tracePt t="64896" x="2432050" y="2819400"/>
          <p14:tracePt t="64912" x="2413000" y="2882900"/>
          <p14:tracePt t="65387" x="2413000" y="2895600"/>
          <p14:tracePt t="65395" x="2413000" y="2908300"/>
          <p14:tracePt t="65408" x="2413000" y="2921000"/>
          <p14:tracePt t="65415" x="2419350" y="2940050"/>
          <p14:tracePt t="65430" x="2425700" y="2959100"/>
          <p14:tracePt t="65444" x="2425700" y="2971800"/>
          <p14:tracePt t="65460" x="2432050" y="2997200"/>
          <p14:tracePt t="65477" x="2438400" y="3003550"/>
          <p14:tracePt t="65494" x="2438400" y="3016250"/>
          <p14:tracePt t="65510" x="2438400" y="3022600"/>
          <p14:tracePt t="65605" x="2438400" y="3028950"/>
          <p14:tracePt t="65647" x="2444750" y="3041650"/>
          <p14:tracePt t="65668" x="2444750" y="3048000"/>
          <p14:tracePt t="65676" x="2444750" y="3054350"/>
          <p14:tracePt t="65696" x="2451100" y="3060700"/>
          <p14:tracePt t="65724" x="2451100" y="3067050"/>
          <p14:tracePt t="66240" x="2425700" y="3067050"/>
          <p14:tracePt t="66247" x="2413000" y="3067050"/>
          <p14:tracePt t="66261" x="2400300" y="3073400"/>
          <p14:tracePt t="66274" x="2387600" y="3079750"/>
          <p14:tracePt t="66290" x="2355850" y="3092450"/>
          <p14:tracePt t="66307" x="2330450" y="3105150"/>
          <p14:tracePt t="66325" x="2286000" y="3130550"/>
          <p14:tracePt t="66341" x="2228850" y="3181350"/>
          <p14:tracePt t="66357" x="2190750" y="3206750"/>
          <p14:tracePt t="66374" x="2139950" y="3232150"/>
          <p14:tracePt t="66390" x="2095500" y="3263900"/>
          <p14:tracePt t="66407" x="2082800" y="3270250"/>
          <p14:tracePt t="66424" x="2076450" y="3282950"/>
          <p14:tracePt t="66440" x="2070100" y="3282950"/>
          <p14:tracePt t="66479" x="2070100" y="3289300"/>
          <p14:tracePt t="66584" x="2076450" y="3289300"/>
          <p14:tracePt t="66640" x="2082800" y="3282950"/>
          <p14:tracePt t="66662" x="2082800" y="3276600"/>
          <p14:tracePt t="66668" x="2089150" y="3276600"/>
          <p14:tracePt t="66703" x="2089150" y="3270250"/>
          <p14:tracePt t="66711" x="2095500" y="3270250"/>
          <p14:tracePt t="66740" x="2101850" y="3263900"/>
          <p14:tracePt t="66781" x="2114550" y="3263900"/>
          <p14:tracePt t="66795" x="2120900" y="3263900"/>
          <p14:tracePt t="66802" x="2127250" y="3263900"/>
          <p14:tracePt t="66809" x="2133600" y="3263900"/>
          <p14:tracePt t="66825" x="2139950" y="3263900"/>
          <p14:tracePt t="66838" x="2159000" y="3263900"/>
          <p14:tracePt t="66856" x="2190750" y="3263900"/>
          <p14:tracePt t="66874" x="2241550" y="3263900"/>
          <p14:tracePt t="66888" x="2266950" y="3270250"/>
          <p14:tracePt t="66905" x="2324100" y="3270250"/>
          <p14:tracePt t="66922" x="2368550" y="3282950"/>
          <p14:tracePt t="66938" x="2374900" y="3282950"/>
          <p14:tracePt t="66955" x="2406650" y="3282950"/>
          <p14:tracePt t="66972" x="2413000" y="3282950"/>
          <p14:tracePt t="67041" x="2419350" y="3282950"/>
          <p14:tracePt t="68307" x="2425700" y="3295650"/>
          <p14:tracePt t="68314" x="2432050" y="3321050"/>
          <p14:tracePt t="68328" x="2451100" y="3340100"/>
          <p14:tracePt t="68336" x="2457450" y="3352800"/>
          <p14:tracePt t="68351" x="2463800" y="3371850"/>
          <p14:tracePt t="68367" x="2476500" y="3384550"/>
          <p14:tracePt t="68384" x="2489200" y="3403600"/>
          <p14:tracePt t="68400" x="2489200" y="3422650"/>
          <p14:tracePt t="68417" x="2495550" y="3429000"/>
          <p14:tracePt t="68434" x="2495550" y="3435350"/>
          <p14:tracePt t="68450" x="2501900" y="3435350"/>
          <p14:tracePt t="68469" x="2501900" y="3441700"/>
          <p14:tracePt t="68490" x="2501900" y="3448050"/>
          <p14:tracePt t="68499" x="2508250" y="3454400"/>
          <p14:tracePt t="68519" x="2508250" y="3460750"/>
          <p14:tracePt t="68533" x="2508250" y="3467100"/>
          <p14:tracePt t="68550" x="2514600" y="3473450"/>
          <p14:tracePt t="68569" x="2520950" y="3479800"/>
          <p14:tracePt t="68582" x="2520950" y="3486150"/>
          <p14:tracePt t="68599" x="2520950" y="3498850"/>
          <p14:tracePt t="68632" x="2527300" y="3511550"/>
          <p14:tracePt t="68666" x="2533650" y="3530600"/>
          <p14:tracePt t="68682" x="2533650" y="3536950"/>
          <p14:tracePt t="68699" x="2533650" y="3549650"/>
          <p14:tracePt t="68716" x="2546350" y="3587750"/>
          <p14:tracePt t="68732" x="2552700" y="3600450"/>
          <p14:tracePt t="68750" x="2559050" y="3638550"/>
          <p14:tracePt t="68765" x="2565400" y="3683000"/>
          <p14:tracePt t="68782" x="2578100" y="3702050"/>
          <p14:tracePt t="68800" x="2590800" y="3733800"/>
          <p14:tracePt t="68815" x="2597150" y="3759200"/>
          <p14:tracePt t="68832" x="2597150" y="3771900"/>
          <p14:tracePt t="68848" x="2603500" y="3784600"/>
          <p14:tracePt t="68865" x="2603500" y="3790950"/>
          <p14:tracePt t="68882" x="2609850" y="3797300"/>
          <p14:tracePt t="68918" x="2609850" y="3803650"/>
          <p14:tracePt t="71266" x="2616200" y="3803650"/>
          <p14:tracePt t="71274" x="2628900" y="3803650"/>
          <p14:tracePt t="71288" x="2641600" y="3810000"/>
          <p14:tracePt t="71294" x="2667000" y="3810000"/>
          <p14:tracePt t="71310" x="2686050" y="3816350"/>
          <p14:tracePt t="71323" x="2705100" y="3816350"/>
          <p14:tracePt t="71340" x="2736850" y="3822700"/>
          <p14:tracePt t="71357" x="2762250" y="3822700"/>
          <p14:tracePt t="71373" x="2794000" y="3822700"/>
          <p14:tracePt t="71389" x="2825750" y="3822700"/>
          <p14:tracePt t="71407" x="2844800" y="3822700"/>
          <p14:tracePt t="71423" x="2870200" y="3822700"/>
          <p14:tracePt t="71440" x="2895600" y="3816350"/>
          <p14:tracePt t="71457" x="2933700" y="3810000"/>
          <p14:tracePt t="71473" x="2959100" y="3803650"/>
          <p14:tracePt t="71489" x="3009900" y="3765550"/>
          <p14:tracePt t="71506" x="3060700" y="3733800"/>
          <p14:tracePt t="71522" x="3092450" y="3721100"/>
          <p14:tracePt t="71540" x="3111500" y="3702050"/>
          <p14:tracePt t="71555" x="3155950" y="3683000"/>
          <p14:tracePt t="71572" x="3168650" y="3676650"/>
          <p14:tracePt t="71591" x="3181350" y="3670300"/>
          <p14:tracePt t="71606" x="3187700" y="3670300"/>
          <p14:tracePt t="71623" x="3200400" y="3670300"/>
          <p14:tracePt t="71639" x="3219450" y="3657600"/>
          <p14:tracePt t="71655" x="3232150" y="3651250"/>
          <p14:tracePt t="71672" x="3244850" y="3638550"/>
          <p14:tracePt t="71689" x="3263900" y="3632200"/>
          <p14:tracePt t="71705" x="3270250" y="3619500"/>
          <p14:tracePt t="71722" x="3289300" y="3606800"/>
          <p14:tracePt t="71738" x="3314700" y="3594100"/>
          <p14:tracePt t="71755" x="3327400" y="3587750"/>
          <p14:tracePt t="71772" x="3352800" y="3568700"/>
          <p14:tracePt t="71788" x="3397250" y="3549650"/>
          <p14:tracePt t="71805" x="3409950" y="3543300"/>
          <p14:tracePt t="71822" x="3454400" y="3524250"/>
          <p14:tracePt t="71838" x="3486150" y="3511550"/>
          <p14:tracePt t="71855" x="3498850" y="3511550"/>
          <p14:tracePt t="71872" x="3511550" y="3498850"/>
          <p14:tracePt t="71888" x="3524250" y="3492500"/>
          <p14:tracePt t="71906" x="3530600" y="3486150"/>
          <p14:tracePt t="71921" x="3556000" y="3467100"/>
          <p14:tracePt t="71938" x="3575050" y="3435350"/>
          <p14:tracePt t="71955" x="3581400" y="3435350"/>
          <p14:tracePt t="73092" x="3568700" y="3435350"/>
          <p14:tracePt t="73106" x="3549650" y="3435350"/>
          <p14:tracePt t="73112" x="3530600" y="3435350"/>
          <p14:tracePt t="73120" x="3498850" y="3422650"/>
          <p14:tracePt t="73136" x="3473450" y="3416300"/>
          <p14:tracePt t="73151" x="3441700" y="3409950"/>
          <p14:tracePt t="73167" x="3359150" y="3397250"/>
          <p14:tracePt t="73184" x="3289300" y="3384550"/>
          <p14:tracePt t="73200" x="3263900" y="3378200"/>
          <p14:tracePt t="73217" x="3206750" y="3378200"/>
          <p14:tracePt t="73233" x="3136900" y="3378200"/>
          <p14:tracePt t="73250" x="3105150" y="3378200"/>
          <p14:tracePt t="73267" x="3028950" y="3378200"/>
          <p14:tracePt t="73284" x="2952750" y="3378200"/>
          <p14:tracePt t="73300" x="2914650" y="3378200"/>
          <p14:tracePt t="73317" x="2857500" y="3378200"/>
          <p14:tracePt t="73333" x="2813050" y="3371850"/>
          <p14:tracePt t="73350" x="2800350" y="3371850"/>
          <p14:tracePt t="73366" x="2781300" y="3371850"/>
          <p14:tracePt t="73383" x="2781300" y="3365500"/>
          <p14:tracePt t="73506" x="2787650" y="3365500"/>
          <p14:tracePt t="73513" x="2794000" y="3365500"/>
          <p14:tracePt t="73527" x="2806700" y="3365500"/>
          <p14:tracePt t="73535" x="2819400" y="3365500"/>
          <p14:tracePt t="73549" x="2838450" y="3365500"/>
          <p14:tracePt t="73565" x="2908300" y="3365500"/>
          <p14:tracePt t="73584" x="3035300" y="3359150"/>
          <p14:tracePt t="73599" x="3111500" y="3346450"/>
          <p14:tracePt t="73616" x="3295650" y="3333750"/>
          <p14:tracePt t="73633" x="3473450" y="3327400"/>
          <p14:tracePt t="73648" x="3549650" y="3314700"/>
          <p14:tracePt t="73665" x="3625850" y="3314700"/>
          <p14:tracePt t="73682" x="3771900" y="3295650"/>
          <p14:tracePt t="73698" x="3803650" y="3289300"/>
          <p14:tracePt t="73715" x="3822700" y="3282950"/>
          <p14:tracePt t="73732" x="3854450" y="3276600"/>
          <p14:tracePt t="73748" x="3867150" y="3270250"/>
          <p14:tracePt t="73781" x="3873500" y="3270250"/>
          <p14:tracePt t="73816" x="3879850" y="3270250"/>
          <p14:tracePt t="73864" x="3886200" y="3270250"/>
          <p14:tracePt t="73892" x="3892550" y="3270250"/>
          <p14:tracePt t="73906" x="3898900" y="3270250"/>
          <p14:tracePt t="73913" x="3905250" y="3270250"/>
          <p14:tracePt t="73934" x="3911600" y="3263900"/>
          <p14:tracePt t="73955" x="3924300" y="3263900"/>
          <p14:tracePt t="73962" x="3930650" y="3263900"/>
          <p14:tracePt t="73976" x="3937000" y="3263900"/>
          <p14:tracePt t="73984" x="3962400" y="3263900"/>
          <p14:tracePt t="74000" x="3981450" y="3270250"/>
          <p14:tracePt t="74014" x="4044950" y="3270250"/>
          <p14:tracePt t="74030" x="4083050" y="3270250"/>
          <p14:tracePt t="74047" x="4191000" y="3270250"/>
          <p14:tracePt t="74064" x="4241800" y="3270250"/>
          <p14:tracePt t="74080" x="4356100" y="3276600"/>
          <p14:tracePt t="74097" x="4464050" y="3295650"/>
          <p14:tracePt t="74114" x="4533900" y="3302000"/>
          <p14:tracePt t="74131" x="4622800" y="3321050"/>
          <p14:tracePt t="74147" x="4699000" y="3340100"/>
          <p14:tracePt t="74163" x="4737100" y="3346450"/>
          <p14:tracePt t="74180" x="4781550" y="3359150"/>
          <p14:tracePt t="74197" x="4806950" y="3365500"/>
          <p14:tracePt t="74214" x="4813300" y="3365500"/>
          <p14:tracePt t="74230" x="4832350" y="3371850"/>
          <p14:tracePt t="74246" x="4845050" y="3371850"/>
          <p14:tracePt t="74263" x="4857750" y="3371850"/>
          <p14:tracePt t="74280" x="4870450" y="3371850"/>
          <p14:tracePt t="74313" x="4889500" y="3378200"/>
          <p14:tracePt t="74346" x="4895850" y="3378200"/>
          <p14:tracePt t="74363" x="4902200" y="3378200"/>
          <p14:tracePt t="74379" x="4908550" y="3384550"/>
          <p14:tracePt t="74468" x="4914900" y="3390900"/>
          <p14:tracePt t="74475" x="4921250" y="3390900"/>
          <p14:tracePt t="76605" x="4914900" y="3390900"/>
          <p14:tracePt t="76612" x="4889500" y="3390900"/>
          <p14:tracePt t="76626" x="4857750" y="3390900"/>
          <p14:tracePt t="76638" x="4832350" y="3390900"/>
          <p14:tracePt t="76655" x="4762500" y="3390900"/>
          <p14:tracePt t="76671" x="4737100" y="3390900"/>
          <p14:tracePt t="76688" x="4648200" y="3390900"/>
          <p14:tracePt t="76705" x="4552950" y="3397250"/>
          <p14:tracePt t="76721" x="4502150" y="3397250"/>
          <p14:tracePt t="76738" x="4375150" y="3397250"/>
          <p14:tracePt t="76754" x="4197350" y="3416300"/>
          <p14:tracePt t="76771" x="4102100" y="3429000"/>
          <p14:tracePt t="76788" x="3911600" y="3448050"/>
          <p14:tracePt t="76804" x="3733800" y="3467100"/>
          <p14:tracePt t="76821" x="3625850" y="3486150"/>
          <p14:tracePt t="76838" x="3448050" y="3530600"/>
          <p14:tracePt t="76854" x="3359150" y="3536950"/>
          <p14:tracePt t="76871" x="3276600" y="3549650"/>
          <p14:tracePt t="76887" x="2990850" y="3606800"/>
          <p14:tracePt t="76904" x="2901950" y="3619500"/>
          <p14:tracePt t="76921" x="2794000" y="3638550"/>
          <p14:tracePt t="76937" x="2736850" y="3638550"/>
          <p14:tracePt t="76954" x="2711450" y="3644900"/>
          <p14:tracePt t="76971" x="2635250" y="3651250"/>
          <p14:tracePt t="76987" x="2597150" y="3651250"/>
          <p14:tracePt t="78919" x="2603500" y="3651250"/>
          <p14:tracePt t="78933" x="2609850" y="3651250"/>
          <p14:tracePt t="78940" x="2622550" y="3651250"/>
          <p14:tracePt t="78954" x="2641600" y="3644900"/>
          <p14:tracePt t="78963" x="2647950" y="3644900"/>
          <p14:tracePt t="78980" x="2660650" y="3638550"/>
          <p14:tracePt t="78997" x="2686050" y="3632200"/>
          <p14:tracePt t="79013" x="2724150" y="3619500"/>
          <p14:tracePt t="79030" x="2736850" y="3619500"/>
          <p14:tracePt t="79046" x="2762250" y="3619500"/>
          <p14:tracePt t="79063" x="2774950" y="3619500"/>
          <p14:tracePt t="79080" x="2787650" y="3613150"/>
          <p14:tracePt t="79096" x="2794000" y="3613150"/>
          <p14:tracePt t="79113" x="2800350" y="3606800"/>
          <p14:tracePt t="79130" x="2806700" y="3606800"/>
          <p14:tracePt t="79180" x="2813050" y="3606800"/>
          <p14:tracePt t="79214" x="2819400" y="3606800"/>
          <p14:tracePt t="79221" x="2825750" y="3606800"/>
          <p14:tracePt t="79242" x="2832100" y="3606800"/>
          <p14:tracePt t="79270" x="2838450" y="3606800"/>
          <p14:tracePt t="79291" x="2844800" y="3606800"/>
          <p14:tracePt t="79312" x="2851150" y="3613150"/>
          <p14:tracePt t="79925" x="2876550" y="3613150"/>
          <p14:tracePt t="79932" x="2901950" y="3619500"/>
          <p14:tracePt t="79946" x="2933700" y="3625850"/>
          <p14:tracePt t="79961" x="2965450" y="3632200"/>
          <p14:tracePt t="79977" x="3041650" y="3651250"/>
          <p14:tracePt t="79993" x="3079750" y="3657600"/>
          <p14:tracePt t="80010" x="3162300" y="3676650"/>
          <p14:tracePt t="80027" x="3238500" y="3683000"/>
          <p14:tracePt t="80044" x="3263900" y="3683000"/>
          <p14:tracePt t="80060" x="3321050" y="3683000"/>
          <p14:tracePt t="80076" x="3371850" y="3683000"/>
          <p14:tracePt t="80094" x="3403600" y="3676650"/>
          <p14:tracePt t="80110" x="3422650" y="3676650"/>
          <p14:tracePt t="80126" x="3448050" y="3670300"/>
          <p14:tracePt t="80143" x="3479800" y="3670300"/>
          <p14:tracePt t="80160" x="3498850" y="3670300"/>
          <p14:tracePt t="80176" x="3511550" y="3670300"/>
          <p14:tracePt t="80193" x="3575050" y="3657600"/>
          <p14:tracePt t="80209" x="3594100" y="3657600"/>
          <p14:tracePt t="80228" x="3619500" y="3651250"/>
          <p14:tracePt t="80242" x="3632200" y="3651250"/>
          <p14:tracePt t="80259" x="3638550" y="3651250"/>
          <p14:tracePt t="80276" x="3644900" y="3651250"/>
          <p14:tracePt t="80311" x="3638550" y="3638550"/>
          <p14:tracePt t="80747" x="3644900" y="3638550"/>
          <p14:tracePt t="80754" x="3663950" y="3638550"/>
          <p14:tracePt t="80768" x="3689350" y="3638550"/>
          <p14:tracePt t="80776" x="3708400" y="3638550"/>
          <p14:tracePt t="80791" x="3733800" y="3638550"/>
          <p14:tracePt t="80807" x="3765550" y="3638550"/>
          <p14:tracePt t="80825" x="3867150" y="3638550"/>
          <p14:tracePt t="80840" x="3911600" y="3638550"/>
          <p14:tracePt t="80857" x="3949700" y="3638550"/>
          <p14:tracePt t="80874" x="4006850" y="3638550"/>
          <p14:tracePt t="80890" x="4051300" y="3638550"/>
          <p14:tracePt t="80907" x="4057650" y="3638550"/>
          <p14:tracePt t="80923" x="4076700" y="3638550"/>
          <p14:tracePt t="80940" x="4089400" y="3638550"/>
          <p14:tracePt t="80957" x="4095750" y="3638550"/>
          <p14:tracePt t="81479" x="4121150" y="3632200"/>
          <p14:tracePt t="81486" x="4146550" y="3625850"/>
          <p14:tracePt t="81500" x="4191000" y="3625850"/>
          <p14:tracePt t="81508" x="4216400" y="3619500"/>
          <p14:tracePt t="81524" x="4260850" y="3606800"/>
          <p14:tracePt t="81538" x="4279900" y="3606800"/>
          <p14:tracePt t="81555" x="4330700" y="3600450"/>
          <p14:tracePt t="81571" x="4362450" y="3600450"/>
          <p14:tracePt t="81588" x="4368800" y="3600450"/>
          <p14:tracePt t="81605" x="4381500" y="3600450"/>
          <p14:tracePt t="81621" x="4394200" y="3600450"/>
          <p14:tracePt t="81638" x="4400550" y="3600450"/>
          <p14:tracePt t="81690" x="4406900" y="3606800"/>
          <p14:tracePt t="81718" x="4413250" y="3613150"/>
          <p14:tracePt t="81753" x="4419600" y="3613150"/>
          <p14:tracePt t="81802" x="4425950" y="3619500"/>
          <p14:tracePt t="87531" x="4425950" y="3613150"/>
          <p14:tracePt t="87545" x="4425950" y="3606800"/>
          <p14:tracePt t="87553" x="4419600" y="3594100"/>
          <p14:tracePt t="87567" x="4419600" y="3581400"/>
          <p14:tracePt t="87584" x="4394200" y="3556000"/>
          <p14:tracePt t="87601" x="4349750" y="3517900"/>
          <p14:tracePt t="87617" x="4292600" y="3473450"/>
          <p14:tracePt t="87633" x="4216400" y="3429000"/>
          <p14:tracePt t="87651" x="4089400" y="3359150"/>
          <p14:tracePt t="87667" x="4000500" y="3302000"/>
          <p14:tracePt t="87683" x="3924300" y="3263900"/>
          <p14:tracePt t="87700" x="3835400" y="3187700"/>
          <p14:tracePt t="87716" x="3784600" y="3136900"/>
          <p14:tracePt t="87733" x="3740150" y="3079750"/>
          <p14:tracePt t="87750" x="3676650" y="3022600"/>
          <p14:tracePt t="87766" x="3644900" y="2984500"/>
          <p14:tracePt t="87783" x="3606800" y="2940050"/>
          <p14:tracePt t="87800" x="3568700" y="2876550"/>
          <p14:tracePt t="87816" x="3549650" y="2857500"/>
          <p14:tracePt t="87833" x="3530600" y="2813050"/>
          <p14:tracePt t="87850" x="3511550" y="2781300"/>
          <p14:tracePt t="87866" x="3505200" y="2755900"/>
          <p14:tracePt t="87883" x="3492500" y="2724150"/>
          <p14:tracePt t="87899" x="3486150" y="2692400"/>
          <p14:tracePt t="87916" x="3479800" y="2660650"/>
          <p14:tracePt t="87933" x="3460750" y="2622550"/>
          <p14:tracePt t="87949" x="3454400" y="2590800"/>
          <p14:tracePt t="87966" x="3454400" y="2552700"/>
          <p14:tracePt t="87982" x="3448050" y="2533650"/>
          <p14:tracePt t="87999" x="3448050" y="2514600"/>
          <p14:tracePt t="88016" x="3441700" y="2495550"/>
          <p14:tracePt t="88032" x="3441700" y="2470150"/>
          <p14:tracePt t="88049" x="3435350" y="2444750"/>
          <p14:tracePt t="88066" x="3435350" y="2406650"/>
          <p14:tracePt t="88082" x="3429000" y="2381250"/>
          <p14:tracePt t="88100" x="3429000" y="2343150"/>
          <p14:tracePt t="88115" x="3429000" y="2292350"/>
          <p14:tracePt t="88132" x="3429000" y="2266950"/>
          <p14:tracePt t="88135" x="3429000" y="2247900"/>
          <p14:tracePt t="88149" x="3435350" y="2209800"/>
          <p14:tracePt t="88165" x="3435350" y="2178050"/>
          <p14:tracePt t="88181" x="3441700" y="2127250"/>
          <p14:tracePt t="88199" x="3454400" y="2063750"/>
          <p14:tracePt t="88215" x="3460750" y="2019300"/>
          <p14:tracePt t="88232" x="3479800" y="1974850"/>
          <p14:tracePt t="88248" x="3498850" y="1924050"/>
          <p14:tracePt t="88265" x="3517900" y="1898650"/>
          <p14:tracePt t="88282" x="3530600" y="1873250"/>
          <p14:tracePt t="88298" x="3549650" y="1790700"/>
          <p14:tracePt t="88314" x="3575050" y="1739900"/>
          <p14:tracePt t="88332" x="3606800" y="1670050"/>
          <p14:tracePt t="88348" x="3632200" y="1625600"/>
          <p14:tracePt t="88364" x="3670300" y="1562100"/>
          <p14:tracePt t="88382" x="3727450" y="1492250"/>
          <p14:tracePt t="88398" x="3759200" y="1454150"/>
          <p14:tracePt t="88414" x="3784600" y="1416050"/>
          <p14:tracePt t="88431" x="3816350" y="1377950"/>
          <p14:tracePt t="88447" x="3829050" y="1365250"/>
          <p14:tracePt t="88465" x="3848100" y="1346200"/>
          <p14:tracePt t="88481" x="3860800" y="1339850"/>
          <p14:tracePt t="88515" x="3873500" y="1333500"/>
          <p14:tracePt t="88547" x="3879850" y="1333500"/>
          <p14:tracePt t="88577" x="3886200" y="1339850"/>
          <p14:tracePt t="88626" x="3892550" y="1339850"/>
          <p14:tracePt t="88648" x="3898900" y="1339850"/>
          <p14:tracePt t="88697" x="3905250" y="1339850"/>
          <p14:tracePt t="88725" x="3911600" y="1339850"/>
          <p14:tracePt t="88746" x="3917950" y="1339850"/>
          <p14:tracePt t="88767" x="3924300" y="1339850"/>
          <p14:tracePt t="88788" x="3930650" y="1346200"/>
          <p14:tracePt t="88795" x="3937000" y="1346200"/>
          <p14:tracePt t="88830" x="3937000" y="1352550"/>
          <p14:tracePt t="88837" x="3943350" y="1352550"/>
          <p14:tracePt t="88858" x="3949700" y="1358900"/>
          <p14:tracePt t="88886" x="3962400" y="1358900"/>
          <p14:tracePt t="88900" x="3962400" y="1365250"/>
          <p14:tracePt t="88907" x="3968750" y="1371600"/>
          <p14:tracePt t="88922" x="3981450" y="1377950"/>
          <p14:tracePt t="88935" x="3994150" y="1390650"/>
          <p14:tracePt t="88949" x="4019550" y="1416050"/>
          <p14:tracePt t="88963" x="4038600" y="1435100"/>
          <p14:tracePt t="88979" x="4114800" y="1517650"/>
          <p14:tracePt t="88995" x="4159250" y="1562100"/>
          <p14:tracePt t="89013" x="4254500" y="1689100"/>
          <p14:tracePt t="89029" x="4349750" y="1828800"/>
          <p14:tracePt t="89045" x="4387850" y="1898650"/>
          <p14:tracePt t="89063" x="4457700" y="2051050"/>
          <p14:tracePt t="89079" x="4527550" y="2209800"/>
          <p14:tracePt t="89095" x="4546600" y="2298700"/>
          <p14:tracePt t="89112" x="4578350" y="2470150"/>
          <p14:tracePt t="89129" x="4597400" y="2546350"/>
          <p14:tracePt t="89146" x="4597400" y="2705100"/>
          <p14:tracePt t="89149" x="4597400" y="2768600"/>
          <p14:tracePt t="89162" x="4597400" y="2806700"/>
          <p14:tracePt t="89179" x="4597400" y="2857500"/>
          <p14:tracePt t="89195" x="4597400" y="2927350"/>
          <p14:tracePt t="89212" x="4597400" y="2990850"/>
          <p14:tracePt t="89228" x="4584700" y="3022600"/>
          <p14:tracePt t="89245" x="4584700" y="3073400"/>
          <p14:tracePt t="89261" x="4584700" y="3111500"/>
          <p14:tracePt t="89278" x="4584700" y="3130550"/>
          <p14:tracePt t="89295" x="4603750" y="3181350"/>
          <p14:tracePt t="89311" x="4610100" y="3225800"/>
          <p14:tracePt t="89329" x="4616450" y="3263900"/>
          <p14:tracePt t="89344" x="4616450" y="3314700"/>
          <p14:tracePt t="89361" x="4616450" y="3359150"/>
          <p14:tracePt t="89378" x="4616450" y="3409950"/>
          <p14:tracePt t="89394" x="4622800" y="3448050"/>
          <p14:tracePt t="89411" x="4622800" y="3479800"/>
          <p14:tracePt t="89428" x="4635500" y="3606800"/>
          <p14:tracePt t="89444" x="4641850" y="3651250"/>
          <p14:tracePt t="89461" x="4641850" y="3702050"/>
          <p14:tracePt t="89477" x="4629150" y="3873500"/>
          <p14:tracePt t="90119" x="4622800" y="3867150"/>
          <p14:tracePt t="90133" x="4622800" y="3860800"/>
          <p14:tracePt t="90140" x="4616450" y="3841750"/>
          <p14:tracePt t="90154" x="4610100" y="3816350"/>
          <p14:tracePt t="90161" x="4603750" y="3797300"/>
          <p14:tracePt t="90178" x="4597400" y="3784600"/>
          <p14:tracePt t="90191" x="4584700" y="3733800"/>
          <p14:tracePt t="90208" x="4572000" y="3708400"/>
          <p14:tracePt t="90225" x="4552950" y="3651250"/>
          <p14:tracePt t="90241" x="4533900" y="3625850"/>
          <p14:tracePt t="90258" x="4521200" y="3581400"/>
          <p14:tracePt t="90275" x="4514850" y="3530600"/>
          <p14:tracePt t="90291" x="4508500" y="3511550"/>
          <p14:tracePt t="90309" x="4502150" y="3486150"/>
          <p14:tracePt t="90324" x="4495800" y="3467100"/>
          <p14:tracePt t="90341" x="4495800" y="3460750"/>
          <p14:tracePt t="90358" x="4489450" y="3454400"/>
          <p14:tracePt t="90513" x="4489450" y="3460750"/>
          <p14:tracePt t="90576" x="4489450" y="3467100"/>
          <p14:tracePt t="90653" x="4489450" y="3473450"/>
          <p14:tracePt t="91386" x="4508500" y="3473450"/>
          <p14:tracePt t="91393" x="4546600" y="3486150"/>
          <p14:tracePt t="91407" x="4584700" y="3486150"/>
          <p14:tracePt t="91421" x="4629150" y="3486150"/>
          <p14:tracePt t="91436" x="4705350" y="3486150"/>
          <p14:tracePt t="91454" x="4743450" y="3486150"/>
          <p14:tracePt t="91471" x="4838700" y="3486150"/>
          <p14:tracePt t="91487" x="4908550" y="3486150"/>
          <p14:tracePt t="91504" x="4946650" y="3486150"/>
          <p14:tracePt t="91521" x="5035550" y="3492500"/>
          <p14:tracePt t="91537" x="5156200" y="3505200"/>
          <p14:tracePt t="91553" x="5194300" y="3511550"/>
          <p14:tracePt t="91570" x="5276850" y="3511550"/>
          <p14:tracePt t="91586" x="5295900" y="3511550"/>
          <p14:tracePt t="91604" x="5353050" y="3511550"/>
          <p14:tracePt t="91620" x="5372100" y="3511550"/>
          <p14:tracePt t="91636" x="5384800" y="3511550"/>
          <p14:tracePt t="91653" x="5416550" y="3511550"/>
          <p14:tracePt t="91670" x="5467350" y="3511550"/>
          <p14:tracePt t="91686" x="5492750" y="3517900"/>
          <p14:tracePt t="91703" x="5575300" y="3530600"/>
          <p14:tracePt t="91720" x="5676900" y="3530600"/>
          <p14:tracePt t="91737" x="5740400" y="3530600"/>
          <p14:tracePt t="91753" x="5848350" y="3536950"/>
          <p14:tracePt t="91769" x="5962650" y="3536950"/>
          <p14:tracePt t="91787" x="6070600" y="3543300"/>
          <p14:tracePt t="91802" x="6146800" y="3543300"/>
          <p14:tracePt t="91819" x="6235700" y="3556000"/>
          <p14:tracePt t="91836" x="6330950" y="3575050"/>
          <p14:tracePt t="91852" x="6350000" y="3575050"/>
          <p14:tracePt t="91869" x="6375400" y="3594100"/>
          <p14:tracePt t="92279" x="6394450" y="3594100"/>
          <p14:tracePt t="92286" x="6432550" y="3594100"/>
          <p14:tracePt t="92301" x="6483350" y="3594100"/>
          <p14:tracePt t="92307" x="6527800" y="3594100"/>
          <p14:tracePt t="92321" x="6578600" y="3581400"/>
          <p14:tracePt t="92334" x="6629400" y="3581400"/>
          <p14:tracePt t="92350" x="6781800" y="3575050"/>
          <p14:tracePt t="92367" x="6889750" y="3562350"/>
          <p14:tracePt t="92385" x="7080250" y="3568700"/>
          <p14:tracePt t="92400" x="7270750" y="3575050"/>
          <p14:tracePt t="92417" x="7359650" y="3575050"/>
          <p14:tracePt t="92434" x="7550150" y="3575050"/>
          <p14:tracePt t="92450" x="7702550" y="3575050"/>
          <p14:tracePt t="92467" x="7753350" y="3575050"/>
          <p14:tracePt t="92483" x="7835900" y="3568700"/>
          <p14:tracePt t="92500" x="7905750" y="3549650"/>
          <p14:tracePt t="92516" x="7924800" y="3543300"/>
          <p14:tracePt t="92533" x="7981950" y="3543300"/>
          <p14:tracePt t="92550" x="7994650" y="3543300"/>
          <p14:tracePt t="92567" x="8058150" y="3543300"/>
          <p14:tracePt t="92583" x="8070850" y="3536950"/>
          <p14:tracePt t="92600" x="8089900" y="3536950"/>
          <p14:tracePt t="92617" x="8121650" y="3536950"/>
          <p14:tracePt t="92633" x="8159750" y="3543300"/>
          <p14:tracePt t="92650" x="8178800" y="3543300"/>
          <p14:tracePt t="92666" x="8229600" y="3556000"/>
          <p14:tracePt t="92683" x="8274050" y="3562350"/>
          <p14:tracePt t="92700" x="8299450" y="3568700"/>
          <p14:tracePt t="92703" x="8324850" y="3575050"/>
          <p14:tracePt t="92716" x="8350250" y="3575050"/>
          <p14:tracePt t="92732" x="8388350" y="3575050"/>
          <p14:tracePt t="92750" x="8420100" y="3575050"/>
          <p14:tracePt t="92766" x="8432800" y="3575050"/>
          <p14:tracePt t="92782" x="8464550" y="3575050"/>
          <p14:tracePt t="92799" x="8489950" y="3575050"/>
          <p14:tracePt t="92816" x="8502650" y="3575050"/>
          <p14:tracePt t="92833" x="8521700" y="3575050"/>
          <p14:tracePt t="92850" x="8547100" y="3575050"/>
          <p14:tracePt t="92882" x="8553450" y="3575050"/>
          <p14:tracePt t="92918" x="8559800" y="3575050"/>
          <p14:tracePt t="92981" x="8553450" y="3575050"/>
          <p14:tracePt t="92988" x="8553450" y="3568700"/>
          <p14:tracePt t="93002" x="8540750" y="3562350"/>
          <p14:tracePt t="93014" x="8534400" y="3556000"/>
          <p14:tracePt t="93032" x="8496300" y="3524250"/>
          <p14:tracePt t="93048" x="8464550" y="3498850"/>
          <p14:tracePt t="93065" x="8388350" y="3435350"/>
          <p14:tracePt t="93081" x="8267700" y="3340100"/>
          <p14:tracePt t="93098" x="8197850" y="3289300"/>
          <p14:tracePt t="93115" x="8039100" y="3175000"/>
          <p14:tracePt t="93131" x="7874000" y="3054350"/>
          <p14:tracePt t="93148" x="7785100" y="2978150"/>
          <p14:tracePt t="93165" x="7632700" y="2857500"/>
          <p14:tracePt t="93181" x="7575550" y="2800350"/>
          <p14:tracePt t="93197" x="7454900" y="2667000"/>
          <p14:tracePt t="93214" x="7327900" y="2571750"/>
          <p14:tracePt t="93231" x="7277100" y="2520950"/>
          <p14:tracePt t="93248" x="7162800" y="2425700"/>
          <p14:tracePt t="93264" x="7035800" y="2324100"/>
          <p14:tracePt t="93281" x="6978650" y="2266950"/>
          <p14:tracePt t="93298" x="6870700" y="2146300"/>
          <p14:tracePt t="93314" x="6788150" y="2070100"/>
          <p14:tracePt t="93330" x="6750050" y="2019300"/>
          <p14:tracePt t="93347" x="6699250" y="1955800"/>
          <p14:tracePt t="93364" x="6654800" y="1911350"/>
          <p14:tracePt t="93380" x="6629400" y="1885950"/>
          <p14:tracePt t="93397" x="6584950" y="1854200"/>
          <p14:tracePt t="93413" x="6521450" y="1803400"/>
          <p14:tracePt t="93431" x="6432550" y="1727200"/>
          <p14:tracePt t="93447" x="6388100" y="1701800"/>
          <p14:tracePt t="93464" x="6330950" y="1644650"/>
          <p14:tracePt t="93481" x="6127750" y="1504950"/>
          <p14:tracePt t="93497" x="6070600" y="1460500"/>
          <p14:tracePt t="93513" x="5981700" y="1403350"/>
          <p14:tracePt t="93530" x="5835650" y="1295400"/>
          <p14:tracePt t="93546" x="5708650" y="1219200"/>
          <p14:tracePt t="93564" x="5664200" y="1187450"/>
          <p14:tracePt t="93580" x="5600700" y="1143000"/>
          <p14:tracePt t="93597" x="5575300" y="1117600"/>
          <p14:tracePt t="93614" x="5562600" y="1111250"/>
          <p14:tracePt t="93664" x="5568950" y="1111250"/>
          <p14:tracePt t="93684" x="5581650" y="1117600"/>
          <p14:tracePt t="93691" x="5588000" y="1130300"/>
          <p14:tracePt t="93705" x="5588000" y="1143000"/>
          <p14:tracePt t="93713" x="5588000" y="1149350"/>
          <p14:tracePt t="94499" x="5562600" y="1149350"/>
          <p14:tracePt t="94507" x="5524500" y="1149350"/>
          <p14:tracePt t="94513" x="5473700" y="1149350"/>
          <p14:tracePt t="94529" x="5410200" y="1162050"/>
          <p14:tracePt t="94542" x="5365750" y="1168400"/>
          <p14:tracePt t="94560" x="5238750" y="1174750"/>
          <p14:tracePt t="94577" x="5080000" y="1162050"/>
          <p14:tracePt t="94593" x="5003800" y="1162050"/>
          <p14:tracePt t="94609" x="4851400" y="1168400"/>
          <p14:tracePt t="94626" x="4692650" y="1187450"/>
          <p14:tracePt t="94643" x="4629150" y="1193800"/>
          <p14:tracePt t="94659" x="4495800" y="1212850"/>
          <p14:tracePt t="94676" x="4368800" y="1231900"/>
          <p14:tracePt t="94692" x="4305300" y="1231900"/>
          <p14:tracePt t="94709" x="4248150" y="1244600"/>
          <p14:tracePt t="94726" x="4152900" y="1250950"/>
          <p14:tracePt t="94742" x="4121150" y="1250950"/>
          <p14:tracePt t="94745" x="4102100" y="1250950"/>
          <p14:tracePt t="94762" x="4095750" y="1250950"/>
          <p14:tracePt t="94775" x="4083050" y="1250950"/>
          <p14:tracePt t="94792" x="4070350" y="1250950"/>
          <p14:tracePt t="94809" x="4057650" y="1250950"/>
          <p14:tracePt t="94825" x="4051300" y="1250950"/>
          <p14:tracePt t="94865" x="4051300" y="1257300"/>
          <p14:tracePt t="94879" x="4064000" y="1257300"/>
          <p14:tracePt t="94892" x="4070350" y="1257300"/>
          <p14:tracePt t="94908" x="4076700" y="1257300"/>
          <p14:tracePt t="94924" x="4083050" y="1257300"/>
          <p14:tracePt t="94943" x="4095750" y="1263650"/>
          <p14:tracePt t="94958" x="4114800" y="1270000"/>
          <p14:tracePt t="94992" x="4140200" y="1282700"/>
          <p14:tracePt t="95008" x="4178300" y="1301750"/>
          <p14:tracePt t="95025" x="4203700" y="1308100"/>
          <p14:tracePt t="95041" x="4292600" y="1339850"/>
          <p14:tracePt t="95058" x="4343400" y="1352550"/>
          <p14:tracePt t="95075" x="4470400" y="1390650"/>
          <p14:tracePt t="95091" x="4622800" y="1416050"/>
          <p14:tracePt t="95108" x="4718050" y="1441450"/>
          <p14:tracePt t="95125" x="4883150" y="1460500"/>
          <p14:tracePt t="95141" x="5022850" y="1466850"/>
          <p14:tracePt t="95157" x="5080000" y="1466850"/>
          <p14:tracePt t="95174" x="5156200" y="1466850"/>
          <p14:tracePt t="95191" x="5213350" y="1466850"/>
          <p14:tracePt t="95207" x="5226050" y="1466850"/>
          <p14:tracePt t="95224" x="5264150" y="1466850"/>
          <p14:tracePt t="95241" x="5321300" y="1466850"/>
          <p14:tracePt t="95259" x="5372100" y="1466850"/>
          <p14:tracePt t="95273" x="5403850" y="1466850"/>
          <p14:tracePt t="95290" x="5467350" y="1466850"/>
          <p14:tracePt t="95307" x="5518150" y="1466850"/>
          <p14:tracePt t="95324" x="5543550" y="1466850"/>
          <p14:tracePt t="95340" x="5613400" y="1466850"/>
          <p14:tracePt t="95357" x="5683250" y="1466850"/>
          <p14:tracePt t="95374" x="5708650" y="1466850"/>
          <p14:tracePt t="95390" x="5740400" y="1466850"/>
          <p14:tracePt t="95407" x="5816600" y="1435100"/>
          <p14:tracePt t="95423" x="5842000" y="1422400"/>
          <p14:tracePt t="95441" x="5867400" y="1397000"/>
          <p14:tracePt t="96313" x="5854700" y="1403350"/>
          <p14:tracePt t="96321" x="5810250" y="1428750"/>
          <p14:tracePt t="96334" x="5765800" y="1466850"/>
          <p14:tracePt t="96341" x="5695950" y="1517650"/>
          <p14:tracePt t="96356" x="5613400" y="1600200"/>
          <p14:tracePt t="96369" x="5499100" y="1689100"/>
          <p14:tracePt t="96386" x="5276850" y="1892300"/>
          <p14:tracePt t="96404" x="4991100" y="2133600"/>
          <p14:tracePt t="96420" x="4857750" y="2235200"/>
          <p14:tracePt t="96436" x="4559300" y="2470150"/>
          <p14:tracePt t="96454" x="4438650" y="2571750"/>
          <p14:tracePt t="96470" x="4260850" y="2730500"/>
          <p14:tracePt t="96486" x="4108450" y="2863850"/>
          <p14:tracePt t="96503" x="4000500" y="2959100"/>
          <p14:tracePt t="96520" x="3968750" y="2997200"/>
          <p14:tracePt t="96536" x="3892550" y="3048000"/>
          <p14:tracePt t="96552" x="3848100" y="3079750"/>
          <p14:tracePt t="96569" x="3835400" y="3098800"/>
          <p14:tracePt t="96587" x="3797300" y="3130550"/>
          <p14:tracePt t="96602" x="3759200" y="3175000"/>
          <p14:tracePt t="96619" x="3746500" y="3206750"/>
          <p14:tracePt t="96636" x="3695700" y="3270250"/>
          <p14:tracePt t="96652" x="3683000" y="3314700"/>
          <p14:tracePt t="96669" x="3644900" y="3359150"/>
          <p14:tracePt t="96686" x="3606800" y="3422650"/>
          <p14:tracePt t="96702" x="3587750" y="3467100"/>
          <p14:tracePt t="96719" x="3511550" y="3581400"/>
          <p14:tracePt t="96736" x="3505200" y="3632200"/>
          <p14:tracePt t="99081" x="3492500" y="3632200"/>
          <p14:tracePt t="99095" x="3486150" y="3632200"/>
          <p14:tracePt t="99102" x="3473450" y="3632200"/>
          <p14:tracePt t="99110" x="3460750" y="3632200"/>
          <p14:tracePt t="99127" x="3441700" y="3632200"/>
          <p14:tracePt t="99145" x="3397250" y="3632200"/>
          <p14:tracePt t="99160" x="3378200" y="3632200"/>
          <p14:tracePt t="99177" x="3333750" y="3632200"/>
          <p14:tracePt t="99194" x="3282950" y="3638550"/>
          <p14:tracePt t="99210" x="3251200" y="3638550"/>
          <p14:tracePt t="99227" x="3200400" y="3651250"/>
          <p14:tracePt t="99244" x="3155950" y="3651250"/>
          <p14:tracePt t="99260" x="3143250" y="3651250"/>
          <p14:tracePt t="99277" x="3111500" y="3651250"/>
          <p14:tracePt t="99293" x="3067050" y="3651250"/>
          <p14:tracePt t="99310" x="3054350" y="3651250"/>
          <p14:tracePt t="99313" x="3048000" y="3651250"/>
          <p14:tracePt t="99327" x="3041650" y="3651250"/>
          <p14:tracePt t="99343" x="3035300" y="3651250"/>
          <p14:tracePt t="99363" x="3028950" y="3651250"/>
          <p14:tracePt t="99383" x="3022600" y="3644900"/>
          <p14:tracePt t="99657" x="3028950" y="3644900"/>
          <p14:tracePt t="99713" x="3035300" y="3644900"/>
          <p14:tracePt t="99775" x="3041650" y="3644900"/>
          <p14:tracePt t="99832" x="3048000" y="3644900"/>
          <p14:tracePt t="99868" x="3054350" y="3644900"/>
          <p14:tracePt t="99875" x="3060700" y="3644900"/>
          <p14:tracePt t="99923" x="3067050" y="3644900"/>
          <p14:tracePt t="100043" x="3073400" y="3644900"/>
          <p14:tracePt t="100134" x="3079750" y="3644900"/>
          <p14:tracePt t="100162" x="3086100" y="3651250"/>
          <p14:tracePt t="100177" x="3092450" y="3651250"/>
          <p14:tracePt t="100198" x="3098800" y="3651250"/>
          <p14:tracePt t="100205" x="3105150" y="3651250"/>
          <p14:tracePt t="100218" x="3111500" y="3651250"/>
          <p14:tracePt t="100226" x="3117850" y="3651250"/>
          <p14:tracePt t="100240" x="3130550" y="3651250"/>
          <p14:tracePt t="100256" x="3175000" y="3638550"/>
          <p14:tracePt t="100273" x="3213100" y="3625850"/>
          <p14:tracePt t="100290" x="3314700" y="3575050"/>
          <p14:tracePt t="100306" x="3429000" y="3524250"/>
          <p14:tracePt t="100324" x="3562350" y="3460750"/>
          <p14:tracePt t="100339" x="3619500" y="3422650"/>
          <p14:tracePt t="100356" x="3689350" y="3403600"/>
          <p14:tracePt t="100373" x="3860800" y="3352800"/>
          <p14:tracePt t="100390" x="3943350" y="3327400"/>
          <p14:tracePt t="100406" x="4019550" y="3308350"/>
          <p14:tracePt t="100423" x="4241800" y="3302000"/>
          <p14:tracePt t="100439" x="4305300" y="3302000"/>
          <p14:tracePt t="100456" x="4368800" y="3302000"/>
          <p14:tracePt t="100472" x="4489450" y="3314700"/>
          <p14:tracePt t="100489" x="4597400" y="3340100"/>
          <p14:tracePt t="100506" x="4660900" y="3359150"/>
          <p14:tracePt t="100522" x="4768850" y="3378200"/>
          <p14:tracePt t="100539" x="4851400" y="3403600"/>
          <p14:tracePt t="100556" x="4895850" y="3422650"/>
          <p14:tracePt t="100572" x="4908550" y="3429000"/>
          <p14:tracePt t="100589" x="4940300" y="3448050"/>
          <p14:tracePt t="100606" x="4914900" y="3460750"/>
          <p14:tracePt t="101330" x="4908550" y="3454400"/>
          <p14:tracePt t="101337" x="4908550" y="3448050"/>
          <p14:tracePt t="101351" x="4908550" y="3435350"/>
          <p14:tracePt t="101358" x="4908550" y="3422650"/>
          <p14:tracePt t="101369" x="4908550" y="3403600"/>
          <p14:tracePt t="101386" x="4908550" y="3384550"/>
          <p14:tracePt t="101403" x="4908550" y="3282950"/>
          <p14:tracePt t="101419" x="4908550" y="3194050"/>
          <p14:tracePt t="101436" x="4914900" y="2889250"/>
          <p14:tracePt t="101452" x="4914900" y="2800350"/>
          <p14:tracePt t="101469" x="4921250" y="2711450"/>
          <p14:tracePt t="101486" x="4933950" y="2546350"/>
          <p14:tracePt t="101502" x="4940300" y="2413000"/>
          <p14:tracePt t="101520" x="4953000" y="2324100"/>
          <p14:tracePt t="101535" x="4959350" y="2171700"/>
          <p14:tracePt t="101552" x="4972050" y="2038350"/>
          <p14:tracePt t="101569" x="4991100" y="1898650"/>
          <p14:tracePt t="101586" x="4991100" y="1835150"/>
          <p14:tracePt t="101602" x="4997450" y="1676400"/>
          <p14:tracePt t="101619" x="5016500" y="1536700"/>
          <p14:tracePt t="101635" x="5029200" y="1454150"/>
          <p14:tracePt t="101652" x="5048250" y="1403350"/>
          <p14:tracePt t="101669" x="5080000" y="1276350"/>
          <p14:tracePt t="101684" x="5092700" y="1244600"/>
          <p14:tracePt t="101702" x="5111750" y="1212850"/>
          <p14:tracePt t="101718" x="5149850" y="1117600"/>
          <p14:tracePt t="101735" x="5194300" y="965200"/>
          <p14:tracePt t="101752" x="5270500" y="768350"/>
          <p14:tracePt t="101768" x="5302250" y="666750"/>
          <p14:tracePt t="101785" x="5372100" y="469900"/>
          <p14:tracePt t="101802" x="5422900" y="323850"/>
          <p14:tracePt t="101818" x="5435600" y="279400"/>
          <p14:tracePt t="101834" x="5461000" y="254000"/>
          <p14:tracePt t="101851" x="5467350" y="234950"/>
          <p14:tracePt t="101885" x="5473700" y="234950"/>
          <p14:tracePt t="101900" x="5480050" y="234950"/>
          <p14:tracePt t="101921" x="5480050" y="247650"/>
          <p14:tracePt t="101941" x="5480050" y="254000"/>
          <p14:tracePt t="101951" x="5480050" y="260350"/>
          <p14:tracePt t="101970" x="5473700" y="266700"/>
          <p14:tracePt t="101986" x="5467350" y="279400"/>
          <p14:tracePt t="102000" x="5461000" y="298450"/>
          <p14:tracePt t="102017" x="5441950" y="311150"/>
          <p14:tracePt t="102034" x="5410200" y="336550"/>
          <p14:tracePt t="102050" x="5391150" y="349250"/>
          <p14:tracePt t="102068" x="5245100" y="438150"/>
          <p14:tracePt t="102083" x="5175250" y="476250"/>
          <p14:tracePt t="102100" x="5080000" y="533400"/>
          <p14:tracePt t="102117" x="4883150" y="635000"/>
          <p14:tracePt t="102133" x="4622800" y="755650"/>
          <p14:tracePt t="102150" x="4476750" y="831850"/>
          <p14:tracePt t="102167" x="4165600" y="984250"/>
          <p14:tracePt t="102183" x="3892550" y="1073150"/>
          <p14:tracePt t="102200" x="3746500" y="1117600"/>
          <p14:tracePt t="102216" x="3422650" y="1181100"/>
          <p14:tracePt t="102233" x="3168650" y="1212850"/>
          <p14:tracePt t="102251" x="2978150" y="1231900"/>
          <p14:tracePt t="102266" x="2908300" y="1244600"/>
          <p14:tracePt t="102283" x="2832100" y="1244600"/>
          <p14:tracePt t="102300" x="2679700" y="1244600"/>
          <p14:tracePt t="102316" x="2647950" y="1244600"/>
          <p14:tracePt t="102333" x="2628900" y="1244600"/>
          <p14:tracePt t="102349" x="2597150" y="1244600"/>
          <p14:tracePt t="102365" x="2571750" y="1257300"/>
          <p14:tracePt t="102383" x="2565400" y="1257300"/>
          <p14:tracePt t="102399" x="2559050" y="1263650"/>
          <p14:tracePt t="102416" x="2552700" y="1270000"/>
          <p14:tracePt t="102433" x="2552700" y="1276350"/>
          <p14:tracePt t="102465" x="2552700" y="1282700"/>
          <p14:tracePt t="102777" x="2559050" y="1282700"/>
          <p14:tracePt t="102805" x="2565400" y="1282700"/>
          <p14:tracePt t="102861" x="2571750" y="1282700"/>
          <p14:tracePt t="102896" x="2578100" y="1282700"/>
          <p14:tracePt t="102925" x="2584450" y="1282700"/>
          <p14:tracePt t="102995" x="2590800" y="1289050"/>
          <p14:tracePt t="103002" x="2597150" y="1289050"/>
          <p14:tracePt t="103044" x="2609850" y="1295400"/>
          <p14:tracePt t="103058" x="2616200" y="1295400"/>
          <p14:tracePt t="103066" x="2622550" y="1301750"/>
          <p14:tracePt t="103086" x="2641600" y="1308100"/>
          <p14:tracePt t="103096" x="2667000" y="1327150"/>
          <p14:tracePt t="103114" x="2686050" y="1339850"/>
          <p14:tracePt t="103130" x="2781300" y="1403350"/>
          <p14:tracePt t="103147" x="2895600" y="1466850"/>
          <p14:tracePt t="103164" x="3048000" y="1568450"/>
          <p14:tracePt t="103180" x="3117850" y="1619250"/>
          <p14:tracePt t="103197" x="3200400" y="1670050"/>
          <p14:tracePt t="103213" x="3460750" y="1847850"/>
          <p14:tracePt t="103230" x="3543300" y="1905000"/>
          <p14:tracePt t="103246" x="3625850" y="1955800"/>
          <p14:tracePt t="103263" x="3778250" y="2057400"/>
          <p14:tracePt t="103280" x="3905250" y="2178050"/>
          <p14:tracePt t="103297" x="4013200" y="2298700"/>
          <p14:tracePt t="103312" x="4083050" y="2355850"/>
          <p14:tracePt t="103329" x="4216400" y="2514600"/>
          <p14:tracePt t="103347" x="4368800" y="2705100"/>
          <p14:tracePt t="103362" x="4425950" y="2774950"/>
          <p14:tracePt t="103379" x="4521200" y="2946400"/>
          <p14:tracePt t="103396" x="4584700" y="3181350"/>
          <p14:tracePt t="103412" x="4603750" y="3295650"/>
          <p14:tracePt t="103429" x="4603750" y="3448050"/>
          <p14:tracePt t="104267" x="4610100" y="3460750"/>
          <p14:tracePt t="104281" x="4616450" y="3486150"/>
          <p14:tracePt t="104288" x="4622800" y="3498850"/>
          <p14:tracePt t="104295" x="4622800" y="3517900"/>
          <p14:tracePt t="104312" x="4622800" y="3530600"/>
          <p14:tracePt t="104326" x="4629150" y="3549650"/>
          <p14:tracePt t="104343" x="4641850" y="3594100"/>
          <p14:tracePt t="104359" x="4660900" y="3632200"/>
          <p14:tracePt t="104376" x="4667250" y="3651250"/>
          <p14:tracePt t="104393" x="4673600" y="3676650"/>
          <p14:tracePt t="104409" x="4679950" y="3689350"/>
          <p14:tracePt t="104425" x="4679950" y="3695700"/>
          <p14:tracePt t="104443" x="4679950" y="3708400"/>
          <p14:tracePt t="104459" x="4692650" y="3733800"/>
          <p14:tracePt t="104492" x="4699000" y="3759200"/>
          <p14:tracePt t="104508" x="4699000" y="3771900"/>
          <p14:tracePt t="104525" x="4699000" y="3790950"/>
          <p14:tracePt t="104542" x="4699000" y="3810000"/>
          <p14:tracePt t="104558" x="4705350" y="3822700"/>
          <p14:tracePt t="104575" x="4705350" y="3835400"/>
          <p14:tracePt t="108124" x="4699000" y="3835400"/>
          <p14:tracePt t="108133" x="4699000" y="3829050"/>
          <p14:tracePt t="108146" x="4692650" y="3829050"/>
          <p14:tracePt t="108162" x="4686300" y="3829050"/>
          <p14:tracePt t="108180" x="4679950" y="3829050"/>
          <p14:tracePt t="108196" x="4654550" y="3822700"/>
          <p14:tracePt t="108212" x="4629150" y="3816350"/>
          <p14:tracePt t="108230" x="4622800" y="3816350"/>
          <p14:tracePt t="108246" x="4591050" y="3810000"/>
          <p14:tracePt t="108262" x="4578350" y="3803650"/>
          <p14:tracePt t="108280" x="4514850" y="3790950"/>
          <p14:tracePt t="108295" x="4495800" y="3784600"/>
          <p14:tracePt t="108312" x="4476750" y="3778250"/>
          <p14:tracePt t="108329" x="4413250" y="3765550"/>
          <p14:tracePt t="108345" x="4394200" y="3759200"/>
          <p14:tracePt t="108362" x="4368800" y="3746500"/>
          <p14:tracePt t="108365" x="4349750" y="3740150"/>
          <p14:tracePt t="108379" x="4330700" y="3733800"/>
          <p14:tracePt t="108395" x="4286250" y="3714750"/>
          <p14:tracePt t="108412" x="4235450" y="3683000"/>
          <p14:tracePt t="108428" x="4216400" y="3670300"/>
          <p14:tracePt t="108445" x="4140200" y="3638550"/>
          <p14:tracePt t="108463" x="4070350" y="3613150"/>
          <p14:tracePt t="108479" x="4025900" y="3606800"/>
          <p14:tracePt t="108495" x="3943350" y="3562350"/>
          <p14:tracePt t="108511" x="3879850" y="3536950"/>
          <p14:tracePt t="108528" x="3848100" y="3524250"/>
          <p14:tracePt t="108545" x="3829050" y="3517900"/>
          <p14:tracePt t="108561" x="3790950" y="3505200"/>
          <p14:tracePt t="108578" x="3778250" y="3498850"/>
          <p14:tracePt t="108595" x="3759200" y="3486150"/>
          <p14:tracePt t="108611" x="3752850" y="3479800"/>
          <p14:tracePt t="108627" x="3727450" y="3473450"/>
          <p14:tracePt t="108645" x="3714750" y="3467100"/>
          <p14:tracePt t="108661" x="3702050" y="3460750"/>
          <p14:tracePt t="108678" x="3689350" y="3460750"/>
          <p14:tracePt t="108694" x="3670300" y="3454400"/>
          <p14:tracePt t="108711" x="3657600" y="3454400"/>
          <p14:tracePt t="108728" x="3625850" y="3441700"/>
          <p14:tracePt t="108744" x="3587750" y="3429000"/>
          <p14:tracePt t="108760" x="3568700" y="3429000"/>
          <p14:tracePt t="108778" x="3536950" y="3416300"/>
          <p14:tracePt t="108794" x="3517900" y="3409950"/>
          <p14:tracePt t="108810" x="3505200" y="3409950"/>
          <p14:tracePt t="108827" x="3498850" y="3403600"/>
          <p14:tracePt t="108843" x="3492500" y="3397250"/>
          <p14:tracePt t="108864" x="3486150" y="3397250"/>
          <p14:tracePt t="108981" x="3492500" y="3397250"/>
          <p14:tracePt t="109002" x="3492500" y="3403600"/>
          <p14:tracePt t="109023" x="3498850" y="3409950"/>
          <p14:tracePt t="109072" x="3505200" y="3409950"/>
          <p14:tracePt t="109085" x="3511550" y="3416300"/>
          <p14:tracePt t="109095" x="3517900" y="3416300"/>
          <p14:tracePt t="109121" x="3524250" y="3416300"/>
          <p14:tracePt t="109143" x="3530600" y="3422650"/>
          <p14:tracePt t="109191" x="3536950" y="3422650"/>
          <p14:tracePt t="109213" x="3543300" y="3422650"/>
          <p14:tracePt t="109227" x="3556000" y="3422650"/>
          <p14:tracePt t="109234" x="3562350" y="3429000"/>
          <p14:tracePt t="109248" x="3575050" y="3435350"/>
          <p14:tracePt t="109259" x="3587750" y="3435350"/>
          <p14:tracePt t="109276" x="3638550" y="3454400"/>
          <p14:tracePt t="109292" x="3663950" y="3460750"/>
          <p14:tracePt t="109308" x="3733800" y="3473450"/>
          <p14:tracePt t="109326" x="3829050" y="3492500"/>
          <p14:tracePt t="109342" x="3873500" y="3511550"/>
          <p14:tracePt t="109358" x="3981450" y="3517900"/>
          <p14:tracePt t="109376" x="4095750" y="3524250"/>
          <p14:tracePt t="109391" x="4159250" y="3536950"/>
          <p14:tracePt t="109394" x="4216400" y="3543300"/>
          <p14:tracePt t="109408" x="4267200" y="3543300"/>
          <p14:tracePt t="109425" x="4368800" y="3556000"/>
          <p14:tracePt t="109442" x="4438650" y="3562350"/>
          <p14:tracePt t="109459" x="4552950" y="3581400"/>
          <p14:tracePt t="109475" x="4699000" y="3600450"/>
          <p14:tracePt t="109491" x="4775200" y="3613150"/>
          <p14:tracePt t="109508" x="4908550" y="3625850"/>
          <p14:tracePt t="109524" x="4972050" y="3625850"/>
          <p14:tracePt t="109541" x="5048250" y="3625850"/>
          <p14:tracePt t="109558" x="5130800" y="3638550"/>
          <p14:tracePt t="109574" x="5156200" y="3644900"/>
          <p14:tracePt t="109591" x="5257800" y="3670300"/>
          <p14:tracePt t="109607" x="5314950" y="3683000"/>
          <p14:tracePt t="109624" x="5353050" y="3708400"/>
          <p14:tracePt t="109641" x="5353050" y="3714750"/>
          <p14:tracePt t="111102" x="5384800" y="3714750"/>
          <p14:tracePt t="111109" x="5429250" y="3708400"/>
          <p14:tracePt t="111123" x="5492750" y="3702050"/>
          <p14:tracePt t="111135" x="5549900" y="3683000"/>
          <p14:tracePt t="111152" x="5683250" y="3632200"/>
          <p14:tracePt t="111169" x="5753100" y="3613150"/>
          <p14:tracePt t="111186" x="5886450" y="3562350"/>
          <p14:tracePt t="111202" x="5981700" y="3536950"/>
          <p14:tracePt t="111219" x="6038850" y="3517900"/>
          <p14:tracePt t="111236" x="6134100" y="3505200"/>
          <p14:tracePt t="111252" x="6178550" y="3498850"/>
          <p14:tracePt t="111269" x="6191250" y="3492500"/>
          <p14:tracePt t="111285" x="6210300" y="3486150"/>
          <p14:tracePt t="111302" x="6223000" y="3479800"/>
          <p14:tracePt t="111335" x="6229350" y="3479800"/>
          <p14:tracePt t="111351" x="6229350" y="3473450"/>
          <p14:tracePt t="111382" x="6229350" y="3467100"/>
          <p14:tracePt t="111614" x="6223000" y="3467100"/>
          <p14:tracePt t="111621" x="6216650" y="3467100"/>
          <p14:tracePt t="111637" x="6203950" y="3460750"/>
          <p14:tracePt t="111651" x="6165850" y="3441700"/>
          <p14:tracePt t="111772" x="6108700" y="3422650"/>
          <p14:tracePt t="111786" x="6064250" y="3403600"/>
          <p14:tracePt t="111793" x="6019800" y="3390900"/>
          <p14:tracePt t="111802" x="6000750" y="3378200"/>
          <p14:tracePt t="111816" x="5981700" y="3371850"/>
          <p14:tracePt t="111833" x="5969000" y="3359150"/>
          <p14:tracePt t="111850" x="5956300" y="3346450"/>
          <p14:tracePt t="111867" x="5943600" y="3340100"/>
          <p14:tracePt t="111883" x="5930900" y="3327400"/>
          <p14:tracePt t="111899" x="5924550" y="3308350"/>
          <p14:tracePt t="111916" x="5905500" y="3289300"/>
          <p14:tracePt t="111933" x="5886450" y="3257550"/>
          <p14:tracePt t="111949" x="5867400" y="3244850"/>
          <p14:tracePt t="111966" x="5842000" y="3206750"/>
          <p14:tracePt t="111983" x="5803900" y="3162300"/>
          <p14:tracePt t="111999" x="5778500" y="3130550"/>
          <p14:tracePt t="112016" x="5727700" y="3086100"/>
          <p14:tracePt t="112033" x="5657850" y="3016250"/>
          <p14:tracePt t="112049" x="5619750" y="2984500"/>
          <p14:tracePt t="112067" x="5575300" y="2946400"/>
          <p14:tracePt t="112082" x="5416550" y="2813050"/>
          <p14:tracePt t="112099" x="5365750" y="2762250"/>
          <p14:tracePt t="112116" x="5308600" y="2705100"/>
          <p14:tracePt t="112132" x="5200650" y="2578100"/>
          <p14:tracePt t="112149" x="5086350" y="2425700"/>
          <p14:tracePt t="112166" x="4997450" y="2305050"/>
          <p14:tracePt t="112182" x="4946650" y="2228850"/>
          <p14:tracePt t="112199" x="4883150" y="2101850"/>
          <p14:tracePt t="112216" x="4826000" y="2012950"/>
          <p14:tracePt t="112232" x="4800600" y="1981200"/>
          <p14:tracePt t="112248" x="4781550" y="1936750"/>
          <p14:tracePt t="112265" x="4762500" y="1905000"/>
          <p14:tracePt t="112282" x="4756150" y="1885950"/>
          <p14:tracePt t="112299" x="4749800" y="1879600"/>
          <p14:tracePt t="112315" x="4743450" y="1866900"/>
          <p14:tracePt t="112351" x="4743450" y="1860550"/>
          <p14:tracePt t="112383" x="4743450" y="1854200"/>
          <p14:tracePt t="112425" x="4743450" y="1847850"/>
          <p14:tracePt t="112439" x="4743450" y="1841500"/>
          <p14:tracePt t="112453" x="4737100" y="1841500"/>
          <p14:tracePt t="113170" x="4737100" y="1847850"/>
          <p14:tracePt t="113178" x="4743450" y="1873250"/>
          <p14:tracePt t="113184" x="4756150" y="1885950"/>
          <p14:tracePt t="113198" x="4775200" y="1917700"/>
          <p14:tracePt t="113212" x="4787900" y="1936750"/>
          <p14:tracePt t="113228" x="4826000" y="1981200"/>
          <p14:tracePt t="113245" x="4838700" y="2000250"/>
          <p14:tracePt t="113262" x="4864100" y="2038350"/>
          <p14:tracePt t="113278" x="4889500" y="2070100"/>
          <p14:tracePt t="113295" x="4902200" y="2101850"/>
          <p14:tracePt t="113311" x="4933950" y="2152650"/>
          <p14:tracePt t="113328" x="4965700" y="2216150"/>
          <p14:tracePt t="113345" x="4978400" y="2247900"/>
          <p14:tracePt t="113361" x="5016500" y="2324100"/>
          <p14:tracePt t="113378" x="5022850" y="2374900"/>
          <p14:tracePt t="113395" x="5080000" y="2552700"/>
          <p14:tracePt t="113411" x="5105400" y="2622550"/>
          <p14:tracePt t="113428" x="5137150" y="2679700"/>
          <p14:tracePt t="113445" x="5181600" y="2787650"/>
          <p14:tracePt t="113461" x="5219700" y="2908300"/>
          <p14:tracePt t="113478" x="5238750" y="2978150"/>
          <p14:tracePt t="113494" x="5289550" y="3136900"/>
          <p14:tracePt t="113511" x="5327650" y="3295650"/>
          <p14:tracePt t="113527" x="5346700" y="3359150"/>
          <p14:tracePt t="113544" x="5372100" y="3467100"/>
          <p14:tracePt t="113560" x="5372100" y="3562350"/>
          <p14:tracePt t="113578" x="5378450" y="3600450"/>
          <p14:tracePt t="113594" x="5378450" y="3695700"/>
          <p14:tracePt t="113610" x="5378450" y="3784600"/>
          <p14:tracePt t="113627" x="5378450" y="3886200"/>
          <p14:tracePt t="113643" x="5378450" y="3930650"/>
          <p14:tracePt t="113660" x="5378450" y="3968750"/>
          <p14:tracePt t="113677" x="5359400" y="4184650"/>
          <p14:tracePt t="113693" x="5346700" y="4279900"/>
          <p14:tracePt t="113710" x="5340350" y="4343400"/>
          <p14:tracePt t="113726" x="5327650" y="4457700"/>
          <p14:tracePt t="113743" x="5327650" y="4502150"/>
          <p14:tracePt t="113760" x="5327650" y="4521200"/>
          <p14:tracePt t="113776" x="5327650" y="4527550"/>
          <p14:tracePt t="113793" x="5327650" y="4540250"/>
          <p14:tracePt t="113810" x="5295900" y="4572000"/>
          <p14:tracePt t="113843" x="5289550" y="4578350"/>
          <p14:tracePt t="114459" x="5283200" y="4578350"/>
          <p14:tracePt t="114475" x="5276850" y="4572000"/>
          <p14:tracePt t="114480" x="5270500" y="4546600"/>
          <p14:tracePt t="114495" x="5264150" y="4540250"/>
          <p14:tracePt t="114507" x="5257800" y="4527550"/>
          <p14:tracePt t="114524" x="5245100" y="4489450"/>
          <p14:tracePt t="114541" x="5245100" y="4476750"/>
          <p14:tracePt t="114558" x="5238750" y="4425950"/>
          <p14:tracePt t="114574" x="5238750" y="4368800"/>
          <p14:tracePt t="114590" x="5238750" y="4343400"/>
          <p14:tracePt t="114607" x="5238750" y="4305300"/>
          <p14:tracePt t="114623" x="5238750" y="4260850"/>
          <p14:tracePt t="114640" x="5238750" y="4241800"/>
          <p14:tracePt t="114657" x="5238750" y="4191000"/>
          <p14:tracePt t="114673" x="5238750" y="4152900"/>
          <p14:tracePt t="114690" x="5238750" y="4114800"/>
          <p14:tracePt t="114706" x="5238750" y="4057650"/>
          <p14:tracePt t="114723" x="5238750" y="4000500"/>
          <p14:tracePt t="114740" x="5238750" y="3956050"/>
          <p14:tracePt t="114756" x="5232400" y="3937000"/>
          <p14:tracePt t="114773" x="5226050" y="3924300"/>
          <p14:tracePt t="114790" x="5200650" y="3886200"/>
          <p14:tracePt t="114806" x="5187950" y="3860800"/>
          <p14:tracePt t="114823" x="5181600" y="3848100"/>
          <p14:tracePt t="114840" x="5162550" y="3816350"/>
          <p14:tracePt t="114856" x="5124450" y="3778250"/>
          <p14:tracePt t="114873" x="5111750" y="3759200"/>
          <p14:tracePt t="114889" x="5073650" y="3721100"/>
          <p14:tracePt t="114906" x="5041900" y="3695700"/>
          <p14:tracePt t="114923" x="4997450" y="3670300"/>
          <p14:tracePt t="114939" x="4978400" y="3651250"/>
          <p14:tracePt t="114955" x="4946650" y="3638550"/>
          <p14:tracePt t="114973" x="4902200" y="3619500"/>
          <p14:tracePt t="114989" x="4883150" y="3606800"/>
          <p14:tracePt t="115005" x="4838700" y="3581400"/>
          <p14:tracePt t="115022" x="4813300" y="3562350"/>
          <p14:tracePt t="115039" x="4800600" y="3556000"/>
          <p14:tracePt t="115056" x="4787900" y="3549650"/>
          <p14:tracePt t="115072" x="4768850" y="3536950"/>
          <p14:tracePt t="115089" x="4762500" y="3536950"/>
          <p14:tracePt t="115122" x="4756150" y="3536950"/>
          <p14:tracePt t="115156" x="4749800" y="3536950"/>
          <p14:tracePt t="115492" x="4743450" y="3536950"/>
          <p14:tracePt t="115527" x="4737100" y="3536950"/>
          <p14:tracePt t="115562" x="4730750" y="3536950"/>
          <p14:tracePt t="115597" x="4724400" y="3536950"/>
          <p14:tracePt t="115632" x="4718050" y="3530600"/>
          <p14:tracePt t="116448" x="4711700" y="3530600"/>
          <p14:tracePt t="116462" x="4705350" y="3524250"/>
          <p14:tracePt t="116470" x="4679950" y="3524250"/>
          <p14:tracePt t="116484" x="4667250" y="3517900"/>
          <p14:tracePt t="116500" x="4610100" y="3498850"/>
          <p14:tracePt t="116517" x="4578350" y="3486150"/>
          <p14:tracePt t="116520" x="4533900" y="3467100"/>
          <p14:tracePt t="116534" x="4508500" y="3460750"/>
          <p14:tracePt t="116550" x="4445000" y="3422650"/>
          <p14:tracePt t="116567" x="4413250" y="3403600"/>
          <p14:tracePt t="116583" x="4349750" y="3384550"/>
          <p14:tracePt t="116600" x="4318000" y="3371850"/>
          <p14:tracePt t="116617" x="4260850" y="3352800"/>
          <p14:tracePt t="116633" x="4216400" y="3321050"/>
          <p14:tracePt t="116649" x="4184650" y="3308350"/>
          <p14:tracePt t="116666" x="4152900" y="3295650"/>
          <p14:tracePt t="116683" x="4108450" y="3263900"/>
          <p14:tracePt t="116700" x="4095750" y="3257550"/>
          <p14:tracePt t="116716" x="4064000" y="3238500"/>
          <p14:tracePt t="116733" x="4025900" y="3219450"/>
          <p14:tracePt t="116750" x="4006850" y="3213100"/>
          <p14:tracePt t="116766" x="4006850" y="3206750"/>
          <p14:tracePt t="116783" x="3994150" y="3200400"/>
          <p14:tracePt t="116800" x="3981450" y="3200400"/>
          <p14:tracePt t="116816" x="3975100" y="3194050"/>
          <p14:tracePt t="116832" x="3968750" y="3194050"/>
          <p14:tracePt t="117059" x="3968750" y="3200400"/>
          <p14:tracePt t="117108" x="3975100" y="3200400"/>
          <p14:tracePt t="117129" x="3981450" y="3200400"/>
          <p14:tracePt t="117150" x="3987800" y="3206750"/>
          <p14:tracePt t="117172" x="3987800" y="3213100"/>
          <p14:tracePt t="117178" x="4000500" y="3213100"/>
          <p14:tracePt t="117200" x="4006850" y="3213100"/>
          <p14:tracePt t="117214" x="4025900" y="3213100"/>
          <p14:tracePt t="117221" x="4057650" y="3219450"/>
          <p14:tracePt t="117231" x="4083050" y="3219450"/>
          <p14:tracePt t="117247" x="4121150" y="3219450"/>
          <p14:tracePt t="117264" x="4229100" y="3213100"/>
          <p14:tracePt t="117281" x="4279900" y="3206750"/>
          <p14:tracePt t="117298" x="4400550" y="3194050"/>
          <p14:tracePt t="117314" x="4514850" y="3181350"/>
          <p14:tracePt t="117331" x="4572000" y="3168650"/>
          <p14:tracePt t="117348" x="4654550" y="3162300"/>
          <p14:tracePt t="117364" x="4718050" y="3155950"/>
          <p14:tracePt t="117381" x="4743450" y="3155950"/>
          <p14:tracePt t="117397" x="4775200" y="3155950"/>
          <p14:tracePt t="117414" x="4781550" y="3149600"/>
          <p14:tracePt t="117430" x="4787900" y="3149600"/>
          <p14:tracePt t="117670" x="4794250" y="3155950"/>
          <p14:tracePt t="117684" x="4800600" y="3175000"/>
          <p14:tracePt t="117691" x="4813300" y="3213100"/>
          <p14:tracePt t="117705" x="4819650" y="3270250"/>
          <p14:tracePt t="117715" x="4838700" y="3333750"/>
          <p14:tracePt t="117729" x="4857750" y="3435350"/>
          <p14:tracePt t="117746" x="4902200" y="3644900"/>
          <p14:tracePt t="117763" x="4933950" y="3873500"/>
          <p14:tracePt t="117779" x="4953000" y="3987800"/>
          <p14:tracePt t="117796" x="4984750" y="4197350"/>
          <p14:tracePt t="117812" x="5022850" y="4356100"/>
          <p14:tracePt t="117829" x="5035550" y="4419600"/>
          <p14:tracePt t="117846" x="5048250" y="4502150"/>
          <p14:tracePt t="117862" x="5054600" y="4572000"/>
          <p14:tracePt t="117879" x="5054600" y="4584700"/>
          <p14:tracePt t="117895" x="5054600" y="4591050"/>
          <p14:tracePt t="120764" x="5048250" y="4591050"/>
          <p14:tracePt t="120771" x="5035550" y="4584700"/>
          <p14:tracePt t="120787" x="5022850" y="4578350"/>
          <p14:tracePt t="120792" x="4997450" y="4565650"/>
          <p14:tracePt t="120802" x="4972050" y="4546600"/>
          <p14:tracePt t="120819" x="4940300" y="4540250"/>
          <p14:tracePt t="120835" x="4876800" y="4508500"/>
          <p14:tracePt t="120852" x="4832350" y="4483100"/>
          <p14:tracePt t="120869" x="4724400" y="4425950"/>
          <p14:tracePt t="120885" x="4546600" y="4356100"/>
          <p14:tracePt t="120902" x="4470400" y="4318000"/>
          <p14:tracePt t="120919" x="4229100" y="4210050"/>
          <p14:tracePt t="120935" x="3987800" y="4076700"/>
          <p14:tracePt t="120952" x="3816350" y="3981450"/>
          <p14:tracePt t="120969" x="3517900" y="3822700"/>
          <p14:tracePt t="120985" x="3270250" y="3683000"/>
          <p14:tracePt t="121002" x="3143250" y="3619500"/>
          <p14:tracePt t="121018" x="2952750" y="3479800"/>
          <p14:tracePt t="121034" x="2787650" y="3359150"/>
          <p14:tracePt t="121052" x="2730500" y="3295650"/>
          <p14:tracePt t="121055" x="2673350" y="3251200"/>
          <p14:tracePt t="121068" x="2616200" y="3187700"/>
          <p14:tracePt t="121085" x="2559050" y="3149600"/>
          <p14:tracePt t="121102" x="2413000" y="3060700"/>
          <p14:tracePt t="121118" x="2381250" y="3048000"/>
          <p14:tracePt t="121134" x="2349500" y="3035300"/>
          <p14:tracePt t="121151" x="2317750" y="3022600"/>
          <p14:tracePt t="121167" x="2286000" y="3009900"/>
          <p14:tracePt t="121201" x="2260600" y="2997200"/>
          <p14:tracePt t="121218" x="2247900" y="2990850"/>
          <p14:tracePt t="121234" x="2241550" y="2990850"/>
          <p14:tracePt t="121250" x="2222500" y="2984500"/>
          <p14:tracePt t="121267" x="2216150" y="2984500"/>
          <p14:tracePt t="121285" x="2209800" y="2984500"/>
          <p14:tracePt t="121317" x="2197100" y="2984500"/>
          <p14:tracePt t="121334" x="2184400" y="2984500"/>
          <p14:tracePt t="121350" x="2178050" y="2990850"/>
          <p14:tracePt t="121367" x="2178050" y="2997200"/>
          <p14:tracePt t="121383" x="2165350" y="3003550"/>
          <p14:tracePt t="121400" x="2159000" y="3009900"/>
          <p14:tracePt t="121418" x="2152650" y="3016250"/>
          <p14:tracePt t="121434" x="2146300" y="3016250"/>
          <p14:tracePt t="121450" x="2133600" y="3022600"/>
          <p14:tracePt t="121467" x="2127250" y="3035300"/>
          <p14:tracePt t="121483" x="2127250" y="3041650"/>
          <p14:tracePt t="121499" x="2114550" y="3054350"/>
          <p14:tracePt t="121517" x="2108200" y="3060700"/>
          <p14:tracePt t="121534" x="2101850" y="3067050"/>
          <p14:tracePt t="121550" x="2101850" y="3073400"/>
          <p14:tracePt t="121566" x="2095500" y="3098800"/>
          <p14:tracePt t="121583" x="2082800" y="3117850"/>
          <p14:tracePt t="121600" x="2070100" y="3149600"/>
          <p14:tracePt t="121616" x="2063750" y="3162300"/>
          <p14:tracePt t="121633" x="2057400" y="3187700"/>
          <p14:tracePt t="121650" x="2044700" y="3213100"/>
          <p14:tracePt t="121666" x="2032000" y="3238500"/>
          <p14:tracePt t="121682" x="2019300" y="3257550"/>
          <p14:tracePt t="121700" x="2006600" y="3308350"/>
          <p14:tracePt t="121716" x="2000250" y="3340100"/>
          <p14:tracePt t="121733" x="1987550" y="3390900"/>
          <p14:tracePt t="121749" x="1981200" y="3441700"/>
          <p14:tracePt t="121765" x="1974850" y="3454400"/>
          <p14:tracePt t="121783" x="1968500" y="3460750"/>
          <p14:tracePt t="121799" x="1968500" y="3473450"/>
          <p14:tracePt t="121832" x="1968500" y="3479800"/>
          <p14:tracePt t="121848" x="1968500" y="3486150"/>
          <p14:tracePt t="121874" x="1962150" y="3492500"/>
          <p14:tracePt t="122035" x="1968500" y="3498850"/>
          <p14:tracePt t="122049" x="1974850" y="3505200"/>
          <p14:tracePt t="122056" x="1981200" y="3517900"/>
          <p14:tracePt t="122065" x="1987550" y="3536950"/>
          <p14:tracePt t="122081" x="2000250" y="3556000"/>
          <p14:tracePt t="122098" x="2051050" y="3638550"/>
          <p14:tracePt t="122114" x="2089150" y="3695700"/>
          <p14:tracePt t="122131" x="2178050" y="3816350"/>
          <p14:tracePt t="122148" x="2273300" y="3930650"/>
          <p14:tracePt t="122164" x="2330450" y="3987800"/>
          <p14:tracePt t="122181" x="2451100" y="4089400"/>
          <p14:tracePt t="122197" x="2590800" y="4178300"/>
          <p14:tracePt t="122214" x="2647950" y="4216400"/>
          <p14:tracePt t="122231" x="2743200" y="4260850"/>
          <p14:tracePt t="122247" x="2800350" y="4305300"/>
          <p14:tracePt t="122264" x="2819400" y="4318000"/>
          <p14:tracePt t="122282" x="2838450" y="4324350"/>
          <p14:tracePt t="122297" x="2851150" y="4330700"/>
          <p14:tracePt t="122331" x="2863850" y="4337050"/>
          <p14:tracePt t="124053" x="2857500" y="4337050"/>
          <p14:tracePt t="124061" x="2851150" y="4337050"/>
          <p14:tracePt t="124076" x="2844800" y="4337050"/>
          <p14:tracePt t="124090" x="2825750" y="4337050"/>
          <p14:tracePt t="124107" x="2794000" y="4337050"/>
          <p14:tracePt t="124124" x="2755900" y="4330700"/>
          <p14:tracePt t="124141" x="2724150" y="4330700"/>
          <p14:tracePt t="124157" x="2654300" y="4324350"/>
          <p14:tracePt t="124174" x="2597150" y="4311650"/>
          <p14:tracePt t="124191" x="2559050" y="4298950"/>
          <p14:tracePt t="124208" x="2470150" y="4273550"/>
          <p14:tracePt t="124223" x="2374900" y="4260850"/>
          <p14:tracePt t="124240" x="2336800" y="4260850"/>
          <p14:tracePt t="124258" x="2222500" y="4241800"/>
          <p14:tracePt t="124273" x="2127250" y="4222750"/>
          <p14:tracePt t="124290" x="2057400" y="4203700"/>
          <p14:tracePt t="124307" x="1962150" y="4178300"/>
          <p14:tracePt t="124323" x="1917700" y="4171950"/>
          <p14:tracePt t="124340" x="1866900" y="4146550"/>
          <p14:tracePt t="124357" x="1835150" y="4133850"/>
          <p14:tracePt t="124373" x="1822450" y="4127500"/>
          <p14:tracePt t="124390" x="1803400" y="4121150"/>
          <p14:tracePt t="124406" x="1790700" y="4121150"/>
          <p14:tracePt t="124422" x="1784350" y="4127500"/>
          <p14:tracePt t="124440" x="1784350" y="4140200"/>
          <p14:tracePt t="124476" x="1784350" y="4146550"/>
          <p14:tracePt t="124490" x="1784350" y="4152900"/>
          <p14:tracePt t="124506" x="1784350" y="4165600"/>
          <p14:tracePt t="124539" x="1784350" y="4178300"/>
          <p14:tracePt t="124556" x="1790700" y="4184650"/>
          <p14:tracePt t="124573" x="1790700" y="4191000"/>
          <p14:tracePt t="124590" x="1790700" y="4197350"/>
          <p14:tracePt t="124607" x="1790700" y="4203700"/>
          <p14:tracePt t="124623" x="1790700" y="4235450"/>
          <p14:tracePt t="124639" x="1790700" y="4241800"/>
          <p14:tracePt t="124656" x="1784350" y="4267200"/>
          <p14:tracePt t="124672" x="1771650" y="4286250"/>
          <p14:tracePt t="124689" x="1752600" y="4311650"/>
          <p14:tracePt t="124707" x="1746250" y="4311650"/>
          <p14:tracePt t="124722" x="1720850" y="4324350"/>
          <p14:tracePt t="124739" x="1695450" y="4337050"/>
          <p14:tracePt t="124756" x="1663700" y="4349750"/>
          <p14:tracePt t="124772" x="1644650" y="4349750"/>
          <p14:tracePt t="124789" x="1587500" y="4349750"/>
          <p14:tracePt t="124805" x="1517650" y="4356100"/>
          <p14:tracePt t="124821" x="1479550" y="4356100"/>
          <p14:tracePt t="124838" x="1397000" y="4368800"/>
          <p14:tracePt t="124855" x="1327150" y="4381500"/>
          <p14:tracePt t="124871" x="1289050" y="4387850"/>
          <p14:tracePt t="124889" x="1257300" y="4387850"/>
          <p14:tracePt t="124905" x="1187450" y="4406900"/>
          <p14:tracePt t="124922" x="1174750" y="4406900"/>
          <p14:tracePt t="124940" x="1149350" y="4413250"/>
          <p14:tracePt t="124955" x="1143000" y="4419600"/>
          <p14:tracePt t="124971" x="1136650" y="4425950"/>
          <p14:tracePt t="125005" x="1130300" y="4425950"/>
          <p14:tracePt t="125030" x="1123950" y="4425950"/>
          <p14:tracePt t="125044" x="1117600" y="4425950"/>
          <p14:tracePt t="125079" x="1111250" y="4419600"/>
          <p14:tracePt t="125114" x="1104900" y="4413250"/>
          <p14:tracePt t="125156" x="1104900" y="4406900"/>
          <p14:tracePt t="125177" x="1104900" y="4400550"/>
          <p14:tracePt t="125184" x="1098550" y="4400550"/>
          <p14:tracePt t="125205" x="1098550" y="4394200"/>
          <p14:tracePt t="125226" x="1092200" y="4387850"/>
          <p14:tracePt t="125247" x="1085850" y="4381500"/>
          <p14:tracePt t="125255" x="1085850" y="4375150"/>
          <p14:tracePt t="125275" x="1079500" y="4375150"/>
          <p14:tracePt t="125289" x="1079500" y="4368800"/>
          <p14:tracePt t="125296" x="1073150" y="4362450"/>
          <p14:tracePt t="125317" x="1066800" y="4356100"/>
          <p14:tracePt t="125324" x="1066800" y="4349750"/>
          <p14:tracePt t="125345" x="1066800" y="4343400"/>
          <p14:tracePt t="125359" x="1060450" y="4337050"/>
          <p14:tracePt t="125387" x="1054100" y="4337050"/>
          <p14:tracePt t="125394" x="1054100" y="4330700"/>
          <p14:tracePt t="125429" x="1047750" y="4324350"/>
          <p14:tracePt t="125464" x="1047750" y="4318000"/>
          <p14:tracePt t="126179" x="1054100" y="4318000"/>
          <p14:tracePt t="126201" x="1060450" y="4318000"/>
          <p14:tracePt t="126207" x="1066800" y="4318000"/>
          <p14:tracePt t="126221" x="1073150" y="4318000"/>
          <p14:tracePt t="126234" x="1079500" y="4318000"/>
          <p14:tracePt t="126250" x="1092200" y="4318000"/>
          <p14:tracePt t="126267" x="1098550" y="4318000"/>
          <p14:tracePt t="126362" x="1104900" y="4318000"/>
          <p14:tracePt t="126432" x="1104900" y="4324350"/>
          <p14:tracePt t="128849" x="1117600" y="4324350"/>
          <p14:tracePt t="128856" x="1130300" y="4324350"/>
          <p14:tracePt t="128870" x="1143000" y="4324350"/>
          <p14:tracePt t="128878" x="1162050" y="4324350"/>
          <p14:tracePt t="128893" x="1187450" y="4324350"/>
          <p14:tracePt t="128907" x="1225550" y="4324350"/>
          <p14:tracePt t="128924" x="1244600" y="4324350"/>
          <p14:tracePt t="128941" x="1295400" y="4311650"/>
          <p14:tracePt t="128957" x="1314450" y="4305300"/>
          <p14:tracePt t="128974" x="1358900" y="4298950"/>
          <p14:tracePt t="128991" x="1397000" y="4286250"/>
          <p14:tracePt t="129007" x="1416050" y="4279900"/>
          <p14:tracePt t="129024" x="1428750" y="4273550"/>
          <p14:tracePt t="129040" x="1441450" y="4260850"/>
          <p14:tracePt t="129057" x="1447800" y="4260850"/>
          <p14:tracePt t="129074" x="1454150" y="4248150"/>
          <p14:tracePt t="129090" x="1473200" y="4235450"/>
          <p14:tracePt t="129467" x="1485900" y="4235450"/>
          <p14:tracePt t="129481" x="1498600" y="4229100"/>
          <p14:tracePt t="129489" x="1511300" y="4229100"/>
          <p14:tracePt t="129502" x="1524000" y="4222750"/>
          <p14:tracePt t="129509" x="1530350" y="4222750"/>
          <p14:tracePt t="129525" x="1543050" y="4216400"/>
          <p14:tracePt t="129538" x="1568450" y="4210050"/>
          <p14:tracePt t="129555" x="1574800" y="4203700"/>
          <p14:tracePt t="129573" x="1587500" y="4203700"/>
          <p14:tracePt t="129588" x="1593850" y="4203700"/>
          <p14:tracePt t="129605" x="1606550" y="4203700"/>
          <p14:tracePt t="129622" x="1619250" y="4203700"/>
          <p14:tracePt t="129655" x="1631950" y="4203700"/>
          <p14:tracePt t="129671" x="1644650" y="4203700"/>
          <p14:tracePt t="129688" x="1651000" y="4210050"/>
          <p14:tracePt t="129705" x="1657350" y="4210050"/>
          <p14:tracePt t="129721" x="1657350" y="4216400"/>
          <p14:tracePt t="129741" x="1663700" y="4216400"/>
          <p14:tracePt t="129755" x="1670050" y="4216400"/>
          <p14:tracePt t="129770" x="1676400" y="4222750"/>
          <p14:tracePt t="129791" x="1682750" y="4222750"/>
          <p14:tracePt t="129807" x="1689100" y="4229100"/>
          <p14:tracePt t="129821" x="1695450" y="4229100"/>
          <p14:tracePt t="129854" x="1701800" y="4229100"/>
          <p14:tracePt t="129860" x="1708150" y="4229100"/>
          <p14:tracePt t="129881" x="1714500" y="4229100"/>
          <p14:tracePt t="129890" x="1720850" y="4229100"/>
          <p14:tracePt t="129904" x="1727200" y="4229100"/>
          <p14:tracePt t="129931" x="1739900" y="4229100"/>
          <p14:tracePt t="129940" x="1739900" y="4235450"/>
          <p14:tracePt t="133131" x="1746250" y="4241800"/>
          <p14:tracePt t="133138" x="1758950" y="4248150"/>
          <p14:tracePt t="133152" x="1771650" y="4248150"/>
          <p14:tracePt t="133162" x="1784350" y="4254500"/>
          <p14:tracePt t="133175" x="1803400" y="4260850"/>
          <p14:tracePt t="133193" x="1835150" y="4267200"/>
          <p14:tracePt t="133210" x="1917700" y="4267200"/>
          <p14:tracePt t="133226" x="1949450" y="4267200"/>
          <p14:tracePt t="133243" x="1968500" y="4267200"/>
          <p14:tracePt t="133259" x="2019300" y="4267200"/>
          <p14:tracePt t="133276" x="2057400" y="4273550"/>
          <p14:tracePt t="133293" x="2082800" y="4273550"/>
          <p14:tracePt t="133309" x="2114550" y="4286250"/>
          <p14:tracePt t="133326" x="2133600" y="4286250"/>
          <p14:tracePt t="133342" x="2139950" y="4286250"/>
          <p14:tracePt t="135058" x="2190750" y="4267200"/>
          <p14:tracePt t="135065" x="2273300" y="4216400"/>
          <p14:tracePt t="135079" x="2343150" y="4152900"/>
          <p14:tracePt t="135089" x="2425700" y="4089400"/>
          <p14:tracePt t="135102" x="2520950" y="4038600"/>
          <p14:tracePt t="135119" x="2673350" y="3924300"/>
          <p14:tracePt t="135136" x="2838450" y="3848100"/>
          <p14:tracePt t="135152" x="2901950" y="3816350"/>
          <p14:tracePt t="135169" x="3054350" y="3746500"/>
          <p14:tracePt t="135185" x="3175000" y="3702050"/>
          <p14:tracePt t="135203" x="3232150" y="3683000"/>
          <p14:tracePt t="135220" x="3327400" y="3657600"/>
          <p14:tracePt t="135235" x="3384550" y="3638550"/>
          <p14:tracePt t="135252" x="3479800" y="3600450"/>
          <p14:tracePt t="135269" x="3575050" y="3581400"/>
          <p14:tracePt t="135285" x="3619500" y="3575050"/>
          <p14:tracePt t="135302" x="3702050" y="3562350"/>
          <p14:tracePt t="135319" x="3759200" y="3543300"/>
          <p14:tracePt t="135335" x="3790950" y="3530600"/>
          <p14:tracePt t="135352" x="3860800" y="3511550"/>
          <p14:tracePt t="135369" x="3917950" y="3498850"/>
          <p14:tracePt t="135385" x="3962400" y="3492500"/>
          <p14:tracePt t="135402" x="4019550" y="3467100"/>
          <p14:tracePt t="135418" x="4083050" y="3454400"/>
          <p14:tracePt t="135435" x="4102100" y="3448050"/>
          <p14:tracePt t="135452" x="4127500" y="3441700"/>
          <p14:tracePt t="135468" x="4159250" y="3429000"/>
          <p14:tracePt t="135485" x="4171950" y="3429000"/>
          <p14:tracePt t="135502" x="4197350" y="3429000"/>
          <p14:tracePt t="135518" x="4210050" y="3422650"/>
          <p14:tracePt t="135534" x="4241800" y="3416300"/>
          <p14:tracePt t="135551" x="4286250" y="3416300"/>
          <p14:tracePt t="135568" x="4305300" y="3416300"/>
          <p14:tracePt t="135585" x="4349750" y="3416300"/>
          <p14:tracePt t="135601" x="4400550" y="3416300"/>
          <p14:tracePt t="135617" x="4419600" y="3416300"/>
          <p14:tracePt t="135634" x="4464050" y="3416300"/>
          <p14:tracePt t="135651" x="4483100" y="3416300"/>
          <p14:tracePt t="135668" x="4489450" y="3416300"/>
          <p14:tracePt t="135684" x="4502150" y="3416300"/>
          <p14:tracePt t="135700" x="4521200" y="3422650"/>
          <p14:tracePt t="135718" x="4533900" y="3429000"/>
          <p14:tracePt t="135750" x="4546600" y="3435350"/>
          <p14:tracePt t="135768" x="4552950" y="3435350"/>
          <p14:tracePt t="135784" x="4552950" y="3441700"/>
          <p14:tracePt t="137313" x="4540250" y="3448050"/>
          <p14:tracePt t="137321" x="4508500" y="3460750"/>
          <p14:tracePt t="137335" x="4464050" y="3479800"/>
          <p14:tracePt t="137345" x="4425950" y="3498850"/>
          <p14:tracePt t="137361" x="4368800" y="3505200"/>
          <p14:tracePt t="137378" x="4248150" y="3530600"/>
          <p14:tracePt t="137395" x="4114800" y="3562350"/>
          <p14:tracePt t="137412" x="4051300" y="3581400"/>
          <p14:tracePt t="137428" x="3892550" y="3632200"/>
          <p14:tracePt t="137444" x="3784600" y="3663950"/>
          <p14:tracePt t="137461" x="3473450" y="3765550"/>
          <p14:tracePt t="137478" x="3384550" y="3784600"/>
          <p14:tracePt t="137494" x="3276600" y="3816350"/>
          <p14:tracePt t="137511" x="3067050" y="3892550"/>
          <p14:tracePt t="137528" x="2876550" y="3949700"/>
          <p14:tracePt t="137544" x="2768600" y="3994150"/>
          <p14:tracePt t="137561" x="2597150" y="4064000"/>
          <p14:tracePt t="137577" x="2444750" y="4133850"/>
          <p14:tracePt t="137595" x="2286000" y="4203700"/>
          <p14:tracePt t="137611" x="2228850" y="4235450"/>
          <p14:tracePt t="137628" x="2108200" y="4279900"/>
          <p14:tracePt t="137644" x="2044700" y="4305300"/>
          <p14:tracePt t="137660" x="2006600" y="4311650"/>
          <p14:tracePt t="137677" x="1968500" y="4324350"/>
          <p14:tracePt t="137694" x="1936750" y="4330700"/>
          <p14:tracePt t="137710" x="1924050" y="4337050"/>
          <p14:tracePt t="137728" x="1898650" y="4343400"/>
          <p14:tracePt t="137743" x="1879600" y="4349750"/>
          <p14:tracePt t="137760" x="1866900" y="4349750"/>
          <p14:tracePt t="137763" x="1854200" y="4349750"/>
          <p14:tracePt t="137784" x="1841500" y="4349750"/>
          <p14:tracePt t="137798" x="1828800" y="4349750"/>
          <p14:tracePt t="137810" x="1816100" y="4349750"/>
          <p14:tracePt t="137826" x="1803400" y="4349750"/>
          <p14:tracePt t="137843" x="1790700" y="4343400"/>
          <p14:tracePt t="137860" x="1790700" y="4337050"/>
          <p14:tracePt t="137876" x="1784350" y="4330700"/>
          <p14:tracePt t="137893" x="1771650" y="4311650"/>
          <p14:tracePt t="137910" x="1758950" y="4305300"/>
          <p14:tracePt t="138537" x="1803400" y="4260850"/>
          <p14:tracePt t="138544" x="1885950" y="4178300"/>
          <p14:tracePt t="138560" x="1974850" y="4083050"/>
          <p14:tracePt t="138574" x="2095500" y="3949700"/>
          <p14:tracePt t="138590" x="2387600" y="3657600"/>
          <p14:tracePt t="138608" x="2819400" y="3213100"/>
          <p14:tracePt t="138624" x="3073400" y="2940050"/>
          <p14:tracePt t="138640" x="3587750" y="2476500"/>
          <p14:tracePt t="138658" x="4146550" y="2038350"/>
          <p14:tracePt t="138673" x="4337050" y="1873250"/>
          <p14:tracePt t="138691" x="4768850" y="1619250"/>
          <p14:tracePt t="138706" x="5054600" y="1485900"/>
          <p14:tracePt t="138723" x="5149850" y="1447800"/>
          <p14:tracePt t="138741" x="5283200" y="1377950"/>
          <p14:tracePt t="138757" x="5372100" y="1346200"/>
          <p14:tracePt t="138773" x="5416550" y="1327150"/>
          <p14:tracePt t="138790" x="5454650" y="1308100"/>
          <p14:tracePt t="138806" x="5467350" y="1301750"/>
          <p14:tracePt t="138823" x="5492750" y="1301750"/>
          <p14:tracePt t="138840" x="5505450" y="1301750"/>
          <p14:tracePt t="138856" x="5518150" y="1301750"/>
          <p14:tracePt t="138873" x="5543550" y="1301750"/>
          <p14:tracePt t="138889" x="5556250" y="1301750"/>
          <p14:tracePt t="138906" x="5568950" y="1301750"/>
          <p14:tracePt t="138924" x="5607050" y="1308100"/>
          <p14:tracePt t="138939" x="5626100" y="1308100"/>
          <p14:tracePt t="138956" x="5651500" y="1308100"/>
          <p14:tracePt t="138973" x="5689600" y="1308100"/>
          <p14:tracePt t="138989" x="5746750" y="1308100"/>
          <p14:tracePt t="139006" x="5784850" y="1308100"/>
          <p14:tracePt t="139023" x="5892800" y="1333500"/>
          <p14:tracePt t="139039" x="6026150" y="1371600"/>
          <p14:tracePt t="139057" x="6165850" y="1422400"/>
          <p14:tracePt t="139072" x="6216650" y="1447800"/>
          <p14:tracePt t="139089" x="6273800" y="1466850"/>
          <p14:tracePt t="139106" x="6426200" y="1511300"/>
          <p14:tracePt t="139122" x="6464300" y="1517650"/>
          <p14:tracePt t="139139" x="6489700" y="1536700"/>
          <p14:tracePt t="139156" x="6527800" y="1562100"/>
          <p14:tracePt t="139172" x="6559550" y="1600200"/>
          <p14:tracePt t="139189" x="6565900" y="1600200"/>
          <p14:tracePt t="139205" x="6578600" y="1619250"/>
          <p14:tracePt t="139241" x="6578600" y="1625600"/>
          <p14:tracePt t="139255" x="6578600" y="1638300"/>
          <p14:tracePt t="139972" x="6591300" y="1695450"/>
          <p14:tracePt t="139979" x="6623050" y="1765300"/>
          <p14:tracePt t="139993" x="6642100" y="1841500"/>
          <p14:tracePt t="140002" x="6667500" y="1898650"/>
          <p14:tracePt t="140019" x="6680200" y="1968500"/>
          <p14:tracePt t="140036" x="6699250" y="2070100"/>
          <p14:tracePt t="140052" x="6699250" y="2178050"/>
          <p14:tracePt t="140069" x="6692900" y="2241550"/>
          <p14:tracePt t="140085" x="6673850" y="2413000"/>
          <p14:tracePt t="140103" x="6642100" y="2489200"/>
          <p14:tracePt t="140119" x="6584950" y="2717800"/>
          <p14:tracePt t="140136" x="6578600" y="2806700"/>
          <p14:tracePt t="140152" x="6565900" y="2895600"/>
          <p14:tracePt t="140169" x="6515100" y="3155950"/>
          <p14:tracePt t="140185" x="6496050" y="3232150"/>
          <p14:tracePt t="140202" x="6489700" y="3289300"/>
          <p14:tracePt t="140219" x="6457950" y="3397250"/>
          <p14:tracePt t="140235" x="6426200" y="3492500"/>
          <p14:tracePt t="140252" x="6407150" y="3562350"/>
          <p14:tracePt t="140268" x="6388100" y="3644900"/>
          <p14:tracePt t="140285" x="6356350" y="3727450"/>
          <p14:tracePt t="140303" x="6280150" y="3829050"/>
          <p14:tracePt t="140318" x="6254750" y="3873500"/>
          <p14:tracePt t="140335" x="6229350" y="3949700"/>
          <p14:tracePt t="152056" x="6235700" y="3949700"/>
          <p14:tracePt t="152063" x="6242050" y="3949700"/>
          <p14:tracePt t="152070" x="6248400" y="3943350"/>
          <p14:tracePt t="152084" x="6254750" y="3943350"/>
          <p14:tracePt t="152094" x="6261100" y="3937000"/>
          <p14:tracePt t="152111" x="6280150" y="3924300"/>
          <p14:tracePt t="152127" x="6299200" y="3911600"/>
          <p14:tracePt t="152144" x="6318250" y="3892550"/>
          <p14:tracePt t="152161" x="6343650" y="3879850"/>
          <p14:tracePt t="152176" x="6375400" y="3860800"/>
          <p14:tracePt t="152194" x="6400800" y="3848100"/>
          <p14:tracePt t="152212" x="6451600" y="3829050"/>
          <p14:tracePt t="152227" x="6477000" y="3810000"/>
          <p14:tracePt t="152244" x="6502400" y="3790950"/>
          <p14:tracePt t="152260" x="6534150" y="3765550"/>
          <p14:tracePt t="152277" x="6553200" y="3746500"/>
          <p14:tracePt t="152293" x="6565900" y="3727450"/>
          <p14:tracePt t="152310" x="6591300" y="3695700"/>
          <p14:tracePt t="152327" x="6597650" y="3689350"/>
          <p14:tracePt t="152344" x="6616700" y="3663950"/>
          <p14:tracePt t="152360" x="6635750" y="3651250"/>
          <p14:tracePt t="152376" x="6648450" y="3632200"/>
          <p14:tracePt t="152394" x="6680200" y="3606800"/>
          <p14:tracePt t="152409" x="6705600" y="3594100"/>
          <p14:tracePt t="152426" x="6724650" y="3575050"/>
          <p14:tracePt t="152443" x="6762750" y="3549650"/>
          <p14:tracePt t="152460" x="6800850" y="3536950"/>
          <p14:tracePt t="152476" x="6832600" y="3517900"/>
          <p14:tracePt t="152493" x="6889750" y="3492500"/>
          <p14:tracePt t="152509" x="6915150" y="3479800"/>
          <p14:tracePt t="152527" x="6953250" y="3467100"/>
          <p14:tracePt t="152542" x="6978650" y="3460750"/>
          <p14:tracePt t="152559" x="7004050" y="3454400"/>
          <p14:tracePt t="152576" x="7042150" y="3448050"/>
          <p14:tracePt t="152592" x="7073900" y="3441700"/>
          <p14:tracePt t="152609" x="7105650" y="3435350"/>
          <p14:tracePt t="152626" x="7169150" y="3435350"/>
          <p14:tracePt t="152641" x="7219950" y="3435350"/>
          <p14:tracePt t="152659" x="7270750" y="3435350"/>
          <p14:tracePt t="152675" x="7353300" y="3448050"/>
          <p14:tracePt t="152692" x="7385050" y="3454400"/>
          <p14:tracePt t="152709" x="7410450" y="3454400"/>
          <p14:tracePt t="152725" x="7404100" y="3454400"/>
          <p14:tracePt t="153385" x="7397750" y="3454400"/>
          <p14:tracePt t="153392" x="7391400" y="3448050"/>
          <p14:tracePt t="153407" x="7372350" y="3422650"/>
          <p14:tracePt t="153422" x="7353300" y="3384550"/>
          <p14:tracePt t="153439" x="7334250" y="3352800"/>
          <p14:tracePt t="153456" x="7283450" y="3308350"/>
          <p14:tracePt t="153473" x="7251700" y="3289300"/>
          <p14:tracePt t="153476" x="7226300" y="3276600"/>
          <p14:tracePt t="153491" x="7194550" y="3257550"/>
          <p14:tracePt t="153506" x="7143750" y="3238500"/>
          <p14:tracePt t="153522" x="7092950" y="3225800"/>
          <p14:tracePt t="153540" x="6978650" y="3187700"/>
          <p14:tracePt t="153556" x="6902450" y="3149600"/>
          <p14:tracePt t="153573" x="6807200" y="3124200"/>
          <p14:tracePt t="153590" x="6661150" y="3098800"/>
          <p14:tracePt t="153605" x="6527800" y="3079750"/>
          <p14:tracePt t="153622" x="6375400" y="3060700"/>
          <p14:tracePt t="153639" x="6191250" y="3041650"/>
          <p14:tracePt t="153655" x="6064250" y="3041650"/>
          <p14:tracePt t="153673" x="5892800" y="3035300"/>
          <p14:tracePt t="153689" x="5664200" y="3035300"/>
          <p14:tracePt t="153706" x="5537200" y="3035300"/>
          <p14:tracePt t="153723" x="5289550" y="3022600"/>
          <p14:tracePt t="153738" x="5099050" y="3022600"/>
          <p14:tracePt t="153755" x="4921250" y="3022600"/>
          <p14:tracePt t="153772" x="4654550" y="3028950"/>
          <p14:tracePt t="153789" x="4438650" y="3035300"/>
          <p14:tracePt t="153805" x="4248150" y="3035300"/>
          <p14:tracePt t="153821" x="4032250" y="3048000"/>
          <p14:tracePt t="153838" x="3867150" y="3048000"/>
          <p14:tracePt t="153855" x="3689350" y="3048000"/>
          <p14:tracePt t="153871" x="3517900" y="3048000"/>
          <p14:tracePt t="153888" x="3416300" y="3048000"/>
          <p14:tracePt t="153905" x="3257550" y="3054350"/>
          <p14:tracePt t="153921" x="3168650" y="3054350"/>
          <p14:tracePt t="153937" x="3111500" y="3054350"/>
          <p14:tracePt t="153955" x="3048000" y="3067050"/>
          <p14:tracePt t="153971" x="3022600" y="3079750"/>
          <p14:tracePt t="153989" x="3003550" y="3079750"/>
          <p14:tracePt t="153991" x="2997200" y="3086100"/>
          <p14:tracePt t="154004" x="2984500" y="3092450"/>
          <p14:tracePt t="154020" x="2984500" y="3105150"/>
          <p14:tracePt t="154037" x="2971800" y="3105150"/>
          <p14:tracePt t="154054" x="2965450" y="3124200"/>
          <p14:tracePt t="154070" x="2959100" y="3136900"/>
          <p14:tracePt t="154088" x="2952750" y="3143250"/>
          <p14:tracePt t="154104" x="2946400" y="3149600"/>
          <p14:tracePt t="154120" x="2946400" y="3155950"/>
          <p14:tracePt t="154137" x="2940050" y="3155950"/>
          <p14:tracePt t="154153" x="2933700" y="3155950"/>
          <p14:tracePt t="154169" x="2927350" y="3149600"/>
          <p14:tracePt t="154187" x="2914650" y="3149600"/>
          <p14:tracePt t="154203" x="2901950" y="3143250"/>
          <p14:tracePt t="154236" x="2901950" y="3136900"/>
          <p14:tracePt t="154253" x="2901950" y="3130550"/>
          <p14:tracePt t="154312" x="2908300" y="3130550"/>
          <p14:tracePt t="154340" x="2921000" y="3130550"/>
          <p14:tracePt t="154361" x="2927350" y="3130550"/>
          <p14:tracePt t="154369" x="2933700" y="3130550"/>
          <p14:tracePt t="154383" x="2940050" y="3130550"/>
          <p14:tracePt t="154396" x="2946400" y="3136900"/>
          <p14:tracePt t="154406" x="2952750" y="3136900"/>
          <p14:tracePt t="154420" x="2990850" y="3143250"/>
          <p14:tracePt t="154436" x="3041650" y="3149600"/>
          <p14:tracePt t="154453" x="3175000" y="3155950"/>
          <p14:tracePt t="154469" x="3314700" y="3168650"/>
          <p14:tracePt t="154486" x="3467100" y="3168650"/>
          <p14:tracePt t="154502" x="3759200" y="3175000"/>
          <p14:tracePt t="154519" x="3962400" y="3187700"/>
          <p14:tracePt t="154535" x="4165600" y="3200400"/>
          <p14:tracePt t="154552" x="4476750" y="3251200"/>
          <p14:tracePt t="154569" x="4686300" y="3289300"/>
          <p14:tracePt t="154586" x="4864100" y="3327400"/>
          <p14:tracePt t="154601" x="5105400" y="3422650"/>
          <p14:tracePt t="154618" x="5238750" y="3460750"/>
          <p14:tracePt t="154636" x="5429250" y="3524250"/>
          <p14:tracePt t="154652" x="5537200" y="3536950"/>
          <p14:tracePt t="154668" x="5619750" y="3562350"/>
          <p14:tracePt t="154685" x="5727700" y="3575050"/>
          <p14:tracePt t="154701" x="5810250" y="3581400"/>
          <p14:tracePt t="154718" x="5892800" y="3581400"/>
          <p14:tracePt t="154735" x="5988050" y="3575050"/>
          <p14:tracePt t="154751" x="6051550" y="3568700"/>
          <p14:tracePt t="154769" x="6121400" y="3562350"/>
          <p14:tracePt t="154784" x="6184900" y="3543300"/>
          <p14:tracePt t="154801" x="6273800" y="3536950"/>
          <p14:tracePt t="154818" x="6477000" y="3467100"/>
          <p14:tracePt t="154834" x="6635750" y="3409950"/>
          <p14:tracePt t="154851" x="6788150" y="3340100"/>
          <p14:tracePt t="154868" x="6978650" y="3244850"/>
          <p14:tracePt t="154884" x="7061200" y="3219450"/>
          <p14:tracePt t="154901" x="7131050" y="3194050"/>
          <p14:tracePt t="154917" x="7169150" y="3175000"/>
          <p14:tracePt t="154934" x="7175500" y="3175000"/>
          <p14:tracePt t="154986" x="7181850" y="3175000"/>
          <p14:tracePt t="154993" x="7181850" y="3181350"/>
          <p14:tracePt t="155003" x="7188200" y="3181350"/>
          <p14:tracePt t="155071" x="7181850" y="3175000"/>
          <p14:tracePt t="155085" x="7175500" y="3175000"/>
          <p14:tracePt t="155092" x="7169150" y="3168650"/>
          <p14:tracePt t="155100" x="7162800" y="3168650"/>
          <p14:tracePt t="155117" x="7143750" y="3162300"/>
          <p14:tracePt t="155135" x="7105650" y="3155950"/>
          <p14:tracePt t="155150" x="7067550" y="3149600"/>
          <p14:tracePt t="155167" x="7016750" y="3136900"/>
          <p14:tracePt t="155184" x="6896100" y="3105150"/>
          <p14:tracePt t="155200" x="6775450" y="3073400"/>
          <p14:tracePt t="155217" x="6629400" y="3048000"/>
          <p14:tracePt t="155233" x="6419850" y="3016250"/>
          <p14:tracePt t="155250" x="6324600" y="3009900"/>
          <p14:tracePt t="155267" x="6191250" y="3009900"/>
          <p14:tracePt t="155283" x="6064250" y="3009900"/>
          <p14:tracePt t="155300" x="5899150" y="3009900"/>
          <p14:tracePt t="155317" x="5676900" y="3041650"/>
          <p14:tracePt t="155333" x="5511800" y="3041650"/>
          <p14:tracePt t="155349" x="5321300" y="3060700"/>
          <p14:tracePt t="155366" x="5029200" y="3067050"/>
          <p14:tracePt t="155382" x="4883150" y="3086100"/>
          <p14:tracePt t="155399" x="4718050" y="3105150"/>
          <p14:tracePt t="155416" x="4521200" y="3136900"/>
          <p14:tracePt t="155432" x="4413250" y="3175000"/>
          <p14:tracePt t="155450" x="4298950" y="3194050"/>
          <p14:tracePt t="155466" x="4241800" y="3219450"/>
          <p14:tracePt t="155482" x="4191000" y="3244850"/>
          <p14:tracePt t="155499" x="4140200" y="3263900"/>
          <p14:tracePt t="155515" x="4083050" y="3289300"/>
          <p14:tracePt t="155532" x="4057650" y="3302000"/>
          <p14:tracePt t="155535" x="4044950" y="3308350"/>
          <p14:tracePt t="155549" x="4025900" y="3321050"/>
          <p14:tracePt t="155565" x="4006850" y="3340100"/>
          <p14:tracePt t="155582" x="3987800" y="3359150"/>
          <p14:tracePt t="155598" x="3962400" y="3371850"/>
          <p14:tracePt t="155615" x="3956050" y="3378200"/>
          <p14:tracePt t="155633" x="3930650" y="3390900"/>
          <p14:tracePt t="155648" x="3911600" y="3397250"/>
          <p14:tracePt t="155665" x="3905250" y="3403600"/>
          <p14:tracePt t="155682" x="3905250" y="3409950"/>
          <p14:tracePt t="155698" x="3905250" y="3416300"/>
          <p14:tracePt t="155731" x="3911600" y="3416300"/>
          <p14:tracePt t="155748" x="3930650" y="3409950"/>
          <p14:tracePt t="155765" x="3943350" y="3409950"/>
          <p14:tracePt t="155781" x="3962400" y="3409950"/>
          <p14:tracePt t="155797" x="3994150" y="3403600"/>
          <p14:tracePt t="155816" x="4114800" y="3397250"/>
          <p14:tracePt t="155831" x="4248150" y="3378200"/>
          <p14:tracePt t="155847" x="4425950" y="3346450"/>
          <p14:tracePt t="155865" x="4794250" y="3282950"/>
          <p14:tracePt t="155881" x="5022850" y="3251200"/>
          <p14:tracePt t="155897" x="5264150" y="3213100"/>
          <p14:tracePt t="155914" x="5600700" y="3149600"/>
          <p14:tracePt t="155930" x="5778500" y="3124200"/>
          <p14:tracePt t="155947" x="5905500" y="3105150"/>
          <p14:tracePt t="155964" x="6184900" y="3105150"/>
          <p14:tracePt t="155980" x="6413500" y="3092450"/>
          <p14:tracePt t="155998" x="6578600" y="3092450"/>
          <p14:tracePt t="156014" x="6654800" y="3098800"/>
          <p14:tracePt t="156030" x="6813550" y="3130550"/>
          <p14:tracePt t="156047" x="6921500" y="3155950"/>
          <p14:tracePt t="156063" x="6959600" y="3162300"/>
          <p14:tracePt t="156080" x="7054850" y="3175000"/>
          <p14:tracePt t="156097" x="7112000" y="3181350"/>
          <p14:tracePt t="156113" x="7131050" y="3187700"/>
          <p14:tracePt t="156131" x="7194550" y="3200400"/>
          <p14:tracePt t="156147" x="7258050" y="3206750"/>
          <p14:tracePt t="156163" x="7302500" y="3206750"/>
          <p14:tracePt t="156180" x="7340600" y="3219450"/>
          <p14:tracePt t="156196" x="7435850" y="3244850"/>
          <p14:tracePt t="156213" x="7518400" y="3270250"/>
          <p14:tracePt t="156230" x="7588250" y="3295650"/>
          <p14:tracePt t="156247" x="7613650" y="3308350"/>
          <p14:tracePt t="156263" x="7658100" y="3327400"/>
          <p14:tracePt t="156280" x="7683500" y="3340100"/>
          <p14:tracePt t="156296" x="7696200" y="3346450"/>
          <p14:tracePt t="156313" x="7715250" y="3352800"/>
          <p14:tracePt t="156391" x="7708900" y="3352800"/>
          <p14:tracePt t="156398" x="7702550" y="3352800"/>
          <p14:tracePt t="156419" x="7696200" y="3352800"/>
          <p14:tracePt t="156426" x="7689850" y="3352800"/>
          <p14:tracePt t="156440" x="7677150" y="3352800"/>
          <p14:tracePt t="156448" x="7670800" y="3352800"/>
          <p14:tracePt t="156463" x="7658100" y="3352800"/>
          <p14:tracePt t="156479" x="7639050" y="3352800"/>
          <p14:tracePt t="156496" x="7518400" y="3340100"/>
          <p14:tracePt t="156512" x="7454900" y="3340100"/>
          <p14:tracePt t="156529" x="7366000" y="3340100"/>
          <p14:tracePt t="156532" x="7283450" y="3346450"/>
          <p14:tracePt t="156546" x="7194550" y="3346450"/>
          <p14:tracePt t="156562" x="6985000" y="3346450"/>
          <p14:tracePt t="156579" x="6883400" y="3359150"/>
          <p14:tracePt t="156595" x="6629400" y="3365500"/>
          <p14:tracePt t="156612" x="6350000" y="3378200"/>
          <p14:tracePt t="156628" x="6191250" y="3390900"/>
          <p14:tracePt t="156645" x="5816600" y="3403600"/>
          <p14:tracePt t="156662" x="5397500" y="3416300"/>
          <p14:tracePt t="156679" x="4921250" y="3409950"/>
          <p14:tracePt t="156694" x="4686300" y="3390900"/>
          <p14:tracePt t="156711" x="4222750" y="3352800"/>
          <p14:tracePt t="156728" x="4032250" y="3340100"/>
          <p14:tracePt t="156744" x="3657600" y="3314700"/>
          <p14:tracePt t="156761" x="3530600" y="3314700"/>
          <p14:tracePt t="156778" x="3162300" y="3302000"/>
          <p14:tracePt t="156795" x="3060700" y="3308350"/>
          <p14:tracePt t="156811" x="2971800" y="3308350"/>
          <p14:tracePt t="156827" x="2819400" y="3308350"/>
          <p14:tracePt t="156844" x="2692400" y="3314700"/>
          <p14:tracePt t="156862" x="2609850" y="3333750"/>
          <p14:tracePt t="156877" x="2578100" y="3340100"/>
          <p14:tracePt t="156895" x="2527300" y="3340100"/>
          <p14:tracePt t="156911" x="2495550" y="3346450"/>
          <p14:tracePt t="156927" x="2476500" y="3346450"/>
          <p14:tracePt t="156944" x="2463800" y="3352800"/>
          <p14:tracePt t="156960" x="2444750" y="3352800"/>
          <p14:tracePt t="156977" x="2438400" y="3352800"/>
          <p14:tracePt t="156995" x="2432050" y="3359150"/>
          <p14:tracePt t="157010" x="2425700" y="3359150"/>
          <p14:tracePt t="157027" x="2419350" y="3359150"/>
          <p14:tracePt t="157060" x="2419350" y="3365500"/>
          <p14:tracePt t="157077" x="2425700" y="3365500"/>
          <p14:tracePt t="157094" x="2438400" y="3365500"/>
          <p14:tracePt t="157110" x="2451100" y="3365500"/>
          <p14:tracePt t="157126" x="2463800" y="3365500"/>
          <p14:tracePt t="157143" x="2476500" y="3371850"/>
          <p14:tracePt t="157160" x="2489200" y="3371850"/>
          <p14:tracePt t="157177" x="2546350" y="3378200"/>
          <p14:tracePt t="157193" x="2641600" y="3378200"/>
          <p14:tracePt t="157209" x="2717800" y="3378200"/>
          <p14:tracePt t="157227" x="2921000" y="3378200"/>
          <p14:tracePt t="157243" x="3181350" y="3378200"/>
          <p14:tracePt t="157259" x="3346450" y="3352800"/>
          <p14:tracePt t="157276" x="3657600" y="3352800"/>
          <p14:tracePt t="157292" x="4000500" y="3352800"/>
          <p14:tracePt t="157309" x="4159250" y="3352800"/>
          <p14:tracePt t="157326" x="4502150" y="3340100"/>
          <p14:tracePt t="157342" x="4800600" y="3333750"/>
          <p14:tracePt t="157360" x="5080000" y="3321050"/>
          <p14:tracePt t="157376" x="5187950" y="3321050"/>
          <p14:tracePt t="157392" x="5289550" y="3321050"/>
          <p14:tracePt t="157410" x="5632450" y="3308350"/>
          <p14:tracePt t="157425" x="5721350" y="3302000"/>
          <p14:tracePt t="157442" x="5816600" y="3302000"/>
          <p14:tracePt t="157459" x="5930900" y="3314700"/>
          <p14:tracePt t="157475" x="6013450" y="3327400"/>
          <p14:tracePt t="157492" x="6057900" y="3340100"/>
          <p14:tracePt t="157508" x="6102350" y="3340100"/>
          <p14:tracePt t="157525" x="6172200" y="3346450"/>
          <p14:tracePt t="157543" x="6223000" y="3352800"/>
          <p14:tracePt t="157558" x="6235700" y="3352800"/>
          <p14:tracePt t="157575" x="6254750" y="3352800"/>
          <p14:tracePt t="157592" x="6280150" y="3359150"/>
          <p14:tracePt t="157608" x="6292850" y="3359150"/>
          <p14:tracePt t="157625" x="6318250" y="3359150"/>
          <p14:tracePt t="157642" x="6337300" y="3359150"/>
          <p14:tracePt t="157658" x="6350000" y="3359150"/>
          <p14:tracePt t="157675" x="6362700" y="3365500"/>
          <p14:tracePt t="157691" x="6407150" y="3365500"/>
          <p14:tracePt t="157708" x="6419850" y="3365500"/>
          <p14:tracePt t="157725" x="6438900" y="3365500"/>
          <p14:tracePt t="157741" x="6464300" y="3365500"/>
          <p14:tracePt t="157758" x="6477000" y="3365500"/>
          <p14:tracePt t="157775" x="6502400" y="3365500"/>
          <p14:tracePt t="158154" x="6565900" y="3365500"/>
          <p14:tracePt t="158161" x="6616700" y="3365500"/>
          <p14:tracePt t="158176" x="6680200" y="3365500"/>
          <p14:tracePt t="158190" x="6743700" y="3352800"/>
          <p14:tracePt t="158206" x="6851650" y="3346450"/>
          <p14:tracePt t="158223" x="6902450" y="3346450"/>
          <p14:tracePt t="158239" x="6991350" y="3346450"/>
          <p14:tracePt t="158256" x="7099300" y="3346450"/>
          <p14:tracePt t="158273" x="7150100" y="3346450"/>
          <p14:tracePt t="158289" x="7258050" y="3359150"/>
          <p14:tracePt t="158306" x="7334250" y="3359150"/>
          <p14:tracePt t="158323" x="7378700" y="3371850"/>
          <p14:tracePt t="158339" x="7397750" y="3378200"/>
          <p14:tracePt t="158355" x="7410450" y="3384550"/>
          <p14:tracePt t="158373" x="7454900" y="3403600"/>
          <p14:tracePt t="158389" x="7480300" y="3409950"/>
          <p14:tracePt t="158405" x="7499350" y="3416300"/>
          <p14:tracePt t="158422" x="7543800" y="3441700"/>
          <p14:tracePt t="158439" x="7600950" y="3460750"/>
          <p14:tracePt t="158456" x="7639050" y="3473450"/>
          <p14:tracePt t="158472" x="7689850" y="3486150"/>
          <p14:tracePt t="158488" x="7721600" y="3492500"/>
          <p14:tracePt t="158506" x="7759700" y="3492500"/>
          <p14:tracePt t="158522" x="7778750" y="3498850"/>
          <p14:tracePt t="158538" x="7797800" y="3498850"/>
          <p14:tracePt t="158555" x="7810500" y="3498850"/>
          <p14:tracePt t="158571" x="7816850" y="3498850"/>
          <p14:tracePt t="158588" x="7829550" y="3498850"/>
          <p14:tracePt t="158605" x="7835900" y="3498850"/>
          <p14:tracePt t="158638" x="7842250" y="3498850"/>
          <p14:tracePt t="158655" x="7848600" y="3498850"/>
          <p14:tracePt t="158671" x="7854950" y="3498850"/>
          <p14:tracePt t="158689" x="7867650" y="3498850"/>
          <p14:tracePt t="158704" x="7880350" y="3498850"/>
          <p14:tracePt t="159117" x="7874000" y="3492500"/>
          <p14:tracePt t="159124" x="7842250" y="3486150"/>
          <p14:tracePt t="159139" x="7785100" y="3467100"/>
          <p14:tracePt t="159153" x="7734300" y="3460750"/>
          <p14:tracePt t="159169" x="7575550" y="3422650"/>
          <p14:tracePt t="159186" x="7499350" y="3397250"/>
          <p14:tracePt t="159202" x="7315200" y="3346450"/>
          <p14:tracePt t="159220" x="7092950" y="3276600"/>
          <p14:tracePt t="159236" x="6775450" y="3181350"/>
          <p14:tracePt t="159252" x="6572250" y="3124200"/>
          <p14:tracePt t="159269" x="6089650" y="3022600"/>
          <p14:tracePt t="159286" x="5670550" y="2952750"/>
          <p14:tracePt t="159302" x="5492750" y="2914650"/>
          <p14:tracePt t="159319" x="5251450" y="2901950"/>
          <p14:tracePt t="159336" x="4425950" y="2851150"/>
          <p14:tracePt t="159352" x="4184650" y="2863850"/>
          <p14:tracePt t="159370" x="3968750" y="2876550"/>
          <p14:tracePt t="159385" x="3517900" y="2901950"/>
          <p14:tracePt t="159402" x="3194050" y="2914650"/>
          <p14:tracePt t="159420" x="2965450" y="2946400"/>
          <p14:tracePt t="159436" x="2857500" y="2965450"/>
          <p14:tracePt t="159452" x="2717800" y="2984500"/>
          <p14:tracePt t="159469" x="2622550" y="3003550"/>
          <p14:tracePt t="159485" x="2590800" y="3009900"/>
          <p14:tracePt t="159502" x="2552700" y="3022600"/>
          <p14:tracePt t="159519" x="2514600" y="3054350"/>
          <p14:tracePt t="159535" x="2501900" y="3067050"/>
          <p14:tracePt t="159552" x="2482850" y="3105150"/>
          <p14:tracePt t="159568" x="2457450" y="3149600"/>
          <p14:tracePt t="159584" x="2451100" y="3168650"/>
          <p14:tracePt t="159602" x="2438400" y="3213100"/>
          <p14:tracePt t="159618" x="2425700" y="3244850"/>
          <p14:tracePt t="159635" x="2419350" y="3270250"/>
          <p14:tracePt t="159652" x="2400300" y="3276600"/>
          <p14:tracePt t="159668" x="2400300" y="3289300"/>
          <p14:tracePt t="159685" x="2387600" y="3308350"/>
          <p14:tracePt t="159701" x="2387600" y="3321050"/>
          <p14:tracePt t="159717" x="2387600" y="3327400"/>
          <p14:tracePt t="159735" x="2387600" y="3340100"/>
          <p14:tracePt t="159751" x="2393950" y="3359150"/>
          <p14:tracePt t="159769" x="2406650" y="3378200"/>
          <p14:tracePt t="159785" x="2432050" y="3416300"/>
          <p14:tracePt t="159801" x="2508250" y="3473450"/>
          <p14:tracePt t="159817" x="2552700" y="3498850"/>
          <p14:tracePt t="159834" x="2686050" y="3562350"/>
          <p14:tracePt t="159851" x="2844800" y="3600450"/>
          <p14:tracePt t="159867" x="2933700" y="3606800"/>
          <p14:tracePt t="159884" x="3124200" y="3606800"/>
          <p14:tracePt t="159900" x="3321050" y="3575050"/>
          <p14:tracePt t="159918" x="3524250" y="3530600"/>
          <p14:tracePt t="159933" x="3619500" y="3505200"/>
          <p14:tracePt t="159950" x="3721100" y="3479800"/>
          <p14:tracePt t="159969" x="4127500" y="3390900"/>
          <p14:tracePt t="159984" x="4305300" y="3352800"/>
          <p14:tracePt t="160000" x="4483100" y="3321050"/>
          <p14:tracePt t="160016" x="4933950" y="3232150"/>
          <p14:tracePt t="160033" x="5372100" y="3181350"/>
          <p14:tracePt t="160050" x="5651500" y="3130550"/>
          <p14:tracePt t="160066" x="6159500" y="3086100"/>
          <p14:tracePt t="160084" x="6616700" y="3048000"/>
          <p14:tracePt t="160101" x="6991350" y="3048000"/>
          <p14:tracePt t="160116" x="7118350" y="3048000"/>
          <p14:tracePt t="160133" x="7334250" y="3073400"/>
          <p14:tracePt t="160150" x="7531100" y="3092450"/>
          <p14:tracePt t="160166" x="7594600" y="3117850"/>
          <p14:tracePt t="160183" x="7727950" y="3155950"/>
          <p14:tracePt t="160199" x="7791450" y="3181350"/>
          <p14:tracePt t="160216" x="7810500" y="3187700"/>
          <p14:tracePt t="160232" x="7823200" y="3194050"/>
          <p14:tracePt t="160249" x="7835900" y="3200400"/>
          <p14:tracePt t="160283" x="7835900" y="3219450"/>
          <p14:tracePt t="160299" x="7823200" y="3225800"/>
          <p14:tracePt t="160315" x="7772400" y="3232150"/>
          <p14:tracePt t="160332" x="7721600" y="3225800"/>
          <p14:tracePt t="160349" x="7677150" y="3213100"/>
          <p14:tracePt t="160365" x="7512050" y="3219450"/>
          <p14:tracePt t="160382" x="7124700" y="3270250"/>
          <p14:tracePt t="160399" x="6832600" y="3302000"/>
          <p14:tracePt t="160416" x="6267450" y="3359150"/>
          <p14:tracePt t="160432" x="5759450" y="3390900"/>
          <p14:tracePt t="160448" x="5549900" y="3390900"/>
          <p14:tracePt t="160465" x="5194300" y="3429000"/>
          <p14:tracePt t="160482" x="4845050" y="3441700"/>
          <p14:tracePt t="160498" x="4705350" y="3441700"/>
          <p14:tracePt t="160515" x="4451350" y="3441700"/>
          <p14:tracePt t="160531" x="4197350" y="3422650"/>
          <p14:tracePt t="160548" x="4095750" y="3403600"/>
          <p14:tracePt t="160565" x="3924300" y="3371850"/>
          <p14:tracePt t="160581" x="3860800" y="3365500"/>
          <p14:tracePt t="160584" x="3797300" y="3346450"/>
          <p14:tracePt t="160599" x="3676650" y="3327400"/>
          <p14:tracePt t="160615" x="3632200" y="3308350"/>
          <p14:tracePt t="160631" x="3600450" y="3302000"/>
          <p14:tracePt t="160648" x="3556000" y="3289300"/>
          <p14:tracePt t="160664" x="3530600" y="3282950"/>
          <p14:tracePt t="160681" x="3517900" y="3276600"/>
          <p14:tracePt t="160698" x="3505200" y="3270250"/>
          <p14:tracePt t="160733" x="3511550" y="3276600"/>
          <p14:tracePt t="160747" x="3517900" y="3276600"/>
          <p14:tracePt t="160764" x="3530600" y="3295650"/>
          <p14:tracePt t="160781" x="3543300" y="3295650"/>
          <p14:tracePt t="160797" x="3556000" y="3302000"/>
          <p14:tracePt t="160814" x="3587750" y="3327400"/>
          <p14:tracePt t="160831" x="3683000" y="3371850"/>
          <p14:tracePt t="160847" x="3740150" y="3397250"/>
          <p14:tracePt t="160864" x="3835400" y="3435350"/>
          <p14:tracePt t="160880" x="4210050" y="3581400"/>
          <p14:tracePt t="160897" x="4368800" y="3632200"/>
          <p14:tracePt t="160914" x="4540250" y="3708400"/>
          <p14:tracePt t="160930" x="5035550" y="3987800"/>
          <p14:tracePt t="160947" x="5175250" y="4095750"/>
          <p14:tracePt t="160965" x="5397500" y="4413250"/>
          <p14:tracePt t="160980" x="5537200" y="4813300"/>
          <p14:tracePt t="160996" x="5568950" y="4921250"/>
          <p14:tracePt t="161013" x="5600700" y="5048250"/>
          <p14:tracePt t="162124" x="5594350" y="5048250"/>
          <p14:tracePt t="162138" x="5588000" y="5048250"/>
          <p14:tracePt t="162145" x="5575300" y="5048250"/>
          <p14:tracePt t="162162" x="5562600" y="5048250"/>
          <p14:tracePt t="162176" x="5505450" y="5048250"/>
          <p14:tracePt t="162192" x="5467350" y="5048250"/>
          <p14:tracePt t="162209" x="5359400" y="5048250"/>
          <p14:tracePt t="162225" x="5295900" y="5048250"/>
          <p14:tracePt t="162242" x="5168900" y="5048250"/>
          <p14:tracePt t="162259" x="5003800" y="5048250"/>
          <p14:tracePt t="162275" x="4927600" y="5048250"/>
          <p14:tracePt t="162293" x="4775200" y="5035550"/>
          <p14:tracePt t="162308" x="4641850" y="5010150"/>
          <p14:tracePt t="162325" x="4591050" y="5010150"/>
          <p14:tracePt t="162342" x="4495800" y="4991100"/>
          <p14:tracePt t="162358" x="4413250" y="4972050"/>
          <p14:tracePt t="162375" x="4381500" y="4965700"/>
          <p14:tracePt t="162392" x="4311650" y="4965700"/>
          <p14:tracePt t="162409" x="4248150" y="4965700"/>
          <p14:tracePt t="162425" x="4216400" y="4965700"/>
          <p14:tracePt t="162441" x="4159250" y="4965700"/>
          <p14:tracePt t="162458" x="4114800" y="4965700"/>
          <p14:tracePt t="162476" x="4095750" y="4965700"/>
          <p14:tracePt t="162491" x="4044950" y="4965700"/>
          <p14:tracePt t="162508" x="4025900" y="4965700"/>
          <p14:tracePt t="162525" x="3956050" y="4965700"/>
          <p14:tracePt t="162541" x="3937000" y="4965700"/>
          <p14:tracePt t="162558" x="3911600" y="4965700"/>
          <p14:tracePt t="162574" x="3879850" y="4965700"/>
          <p14:tracePt t="162591" x="3854450" y="4965700"/>
          <p14:tracePt t="162608" x="3841750" y="4972050"/>
          <p14:tracePt t="162611" x="3835400" y="4978400"/>
          <p14:tracePt t="162630" x="3829050" y="4984750"/>
          <p14:tracePt t="162658" x="3829050" y="4991100"/>
          <p14:tracePt t="162700" x="3829050" y="4997450"/>
          <p14:tracePt t="162728" x="3829050" y="5003800"/>
          <p14:tracePt t="162778" x="3829050" y="5010150"/>
          <p14:tracePt t="162805" x="3829050" y="5016500"/>
          <p14:tracePt t="162827" x="3835400" y="5016500"/>
          <p14:tracePt t="162862" x="3841750" y="5022850"/>
          <p14:tracePt t="162890" x="3848100" y="5022850"/>
          <p14:tracePt t="162918" x="3848100" y="5029200"/>
          <p14:tracePt t="162960" x="3854450" y="5029200"/>
          <p14:tracePt t="163009" x="3860800" y="5022850"/>
          <p14:tracePt t="163178" x="3867150" y="5022850"/>
          <p14:tracePt t="163262" x="3873500" y="5022850"/>
          <p14:tracePt t="163311" x="3879850" y="5022850"/>
          <p14:tracePt t="163339" x="3886200" y="5022850"/>
          <p14:tracePt t="163381" x="3892550" y="5022850"/>
          <p14:tracePt t="163431" x="3898900" y="5016500"/>
          <p14:tracePt t="163480" x="3905250" y="5010150"/>
          <p14:tracePt t="163501" x="3917950" y="5010150"/>
          <p14:tracePt t="163508" x="3924300" y="5010150"/>
          <p14:tracePt t="163529" x="3930650" y="5010150"/>
          <p14:tracePt t="163543" x="3937000" y="5010150"/>
          <p14:tracePt t="163554" x="3943350" y="5010150"/>
          <p14:tracePt t="163573" x="3949700" y="5010150"/>
          <p14:tracePt t="163588" x="3956050" y="5010150"/>
          <p14:tracePt t="163604" x="3962400" y="5010150"/>
          <p14:tracePt t="163621" x="3968750" y="5010150"/>
          <p14:tracePt t="163648" x="3975100" y="5003800"/>
          <p14:tracePt t="163718" x="3975100" y="4997450"/>
          <p14:tracePt t="163739" x="3975100" y="4991100"/>
          <p14:tracePt t="163775" x="3968750" y="4984750"/>
          <p14:tracePt t="163781" x="3962400" y="4984750"/>
          <p14:tracePt t="163823" x="3956050" y="4978400"/>
          <p14:tracePt t="163859" x="3949700" y="4978400"/>
          <p14:tracePt t="164372" x="3962400" y="4984750"/>
          <p14:tracePt t="164386" x="4000500" y="4991100"/>
          <p14:tracePt t="164393" x="4044950" y="4997450"/>
          <p14:tracePt t="164401" x="4114800" y="5016500"/>
          <p14:tracePt t="164418" x="4191000" y="5041900"/>
          <p14:tracePt t="164435" x="4362450" y="5099050"/>
          <p14:tracePt t="164451" x="4470400" y="5143500"/>
          <p14:tracePt t="164468" x="4705350" y="5251450"/>
          <p14:tracePt t="164485" x="4959350" y="5410200"/>
          <p14:tracePt t="164501" x="5060950" y="5473700"/>
          <p14:tracePt t="164518" x="5251450" y="5619750"/>
          <p14:tracePt t="164534" x="5429250" y="5759450"/>
          <p14:tracePt t="164551" x="5505450" y="5829300"/>
          <p14:tracePt t="164568" x="5626100" y="5969000"/>
          <p14:tracePt t="164584" x="5715000" y="6108700"/>
          <p14:tracePt t="164601" x="5753100" y="6178550"/>
          <p14:tracePt t="164619" x="5778500" y="6273800"/>
          <p14:tracePt t="164634" x="5778500" y="6343650"/>
          <p14:tracePt t="164650" x="5784850" y="6381750"/>
          <p14:tracePt t="164667" x="5778500" y="6457950"/>
          <p14:tracePt t="164684" x="5759450" y="6470650"/>
          <p14:tracePt t="165601" x="5740400" y="6470650"/>
          <p14:tracePt t="165607" x="5721350" y="6457950"/>
          <p14:tracePt t="165616" x="5702300" y="6432550"/>
          <p14:tracePt t="165630" x="5664200" y="6407150"/>
          <p14:tracePt t="165647" x="5613400" y="6381750"/>
          <p14:tracePt t="165664" x="5518150" y="6305550"/>
          <p14:tracePt t="165680" x="5416550" y="6235700"/>
          <p14:tracePt t="165696" x="5359400" y="6184900"/>
          <p14:tracePt t="165714" x="5194300" y="6083300"/>
          <p14:tracePt t="165730" x="5041900" y="5994400"/>
          <p14:tracePt t="165747" x="4978400" y="5962650"/>
          <p14:tracePt t="165763" x="4864100" y="5905500"/>
          <p14:tracePt t="165780" x="4775200" y="5842000"/>
          <p14:tracePt t="165797" x="4730750" y="5816600"/>
          <p14:tracePt t="165813" x="4686300" y="5778500"/>
          <p14:tracePt t="165829" x="4648200" y="5759450"/>
          <p14:tracePt t="165847" x="4616450" y="5740400"/>
          <p14:tracePt t="165863" x="4597400" y="5727700"/>
          <p14:tracePt t="165880" x="4578350" y="5708650"/>
          <p14:tracePt t="165896" x="4502150" y="5645150"/>
          <p14:tracePt t="165913" x="4470400" y="5619750"/>
          <p14:tracePt t="165930" x="4451350" y="5594350"/>
          <p14:tracePt t="165946" x="4413250" y="5562600"/>
          <p14:tracePt t="165963" x="4375150" y="5530850"/>
          <p14:tracePt t="165980" x="4362450" y="5518150"/>
          <p14:tracePt t="166012" x="4356100" y="5505450"/>
          <p14:tracePt t="167200" x="4343400" y="5467350"/>
          <p14:tracePt t="167214" x="4324350" y="5397500"/>
          <p14:tracePt t="167221" x="4318000" y="5334000"/>
          <p14:tracePt t="167235" x="4298950" y="5251450"/>
          <p14:tracePt t="167244" x="4279900" y="5149850"/>
          <p14:tracePt t="167258" x="4248150" y="5035550"/>
          <p14:tracePt t="167275" x="4191000" y="4826000"/>
          <p14:tracePt t="167292" x="4165600" y="4667250"/>
          <p14:tracePt t="167308" x="4152900" y="4603750"/>
          <p14:tracePt t="167325" x="4133850" y="4546600"/>
          <p14:tracePt t="167341" x="4127500" y="4406900"/>
          <p14:tracePt t="167358" x="4121150" y="4375150"/>
          <p14:tracePt t="167375" x="4121150" y="4343400"/>
          <p14:tracePt t="167391" x="4127500" y="4267200"/>
          <p14:tracePt t="167408" x="4127500" y="4248150"/>
          <p14:tracePt t="167425" x="4133850" y="4203700"/>
          <p14:tracePt t="167441" x="4140200" y="4191000"/>
          <p14:tracePt t="167457" x="4165600" y="4133850"/>
          <p14:tracePt t="167474" x="4203700" y="4057650"/>
          <p14:tracePt t="167491" x="4241800" y="4013200"/>
          <p14:tracePt t="167508" x="4330700" y="3873500"/>
          <p14:tracePt t="167524" x="4432300" y="3708400"/>
          <p14:tracePt t="167540" x="4495800" y="3638550"/>
          <p14:tracePt t="167558" x="4597400" y="3511550"/>
          <p14:tracePt t="167574" x="4667250" y="3403600"/>
          <p14:tracePt t="167591" x="4699000" y="3359150"/>
          <p14:tracePt t="167608" x="4749800" y="3257550"/>
          <p14:tracePt t="167624" x="4806950" y="3162300"/>
          <p14:tracePt t="167640" x="4845050" y="3105150"/>
          <p14:tracePt t="167657" x="4927600" y="2984500"/>
          <p14:tracePt t="167673" x="4978400" y="2927350"/>
          <p14:tracePt t="167690" x="5054600" y="2838450"/>
          <p14:tracePt t="167707" x="5118100" y="2749550"/>
          <p14:tracePt t="167723" x="5143500" y="2711450"/>
          <p14:tracePt t="167740" x="5187950" y="2660650"/>
          <p14:tracePt t="167756" x="5213350" y="2616200"/>
          <p14:tracePt t="167773" x="5232400" y="2603500"/>
          <p14:tracePt t="167790" x="5232400" y="2584450"/>
          <p14:tracePt t="167806" x="5232400" y="2571750"/>
          <p14:tracePt t="167823" x="5232400" y="2565400"/>
          <p14:tracePt t="167866" x="5226050" y="2565400"/>
          <p14:tracePt t="167895" x="5213350" y="2565400"/>
          <p14:tracePt t="167902" x="5207000" y="2559050"/>
          <p14:tracePt t="167924" x="5200650" y="2559050"/>
          <p14:tracePt t="167937" x="5194300" y="255270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</a:rPr>
              <a:t>Overriding to Add More</a:t>
            </a:r>
          </a:p>
        </p:txBody>
      </p:sp>
      <p:sp>
        <p:nvSpPr>
          <p:cNvPr id="27651" name="Rectangle 1027"/>
          <p:cNvSpPr>
            <a:spLocks noGrp="1" noChangeArrowheads="1"/>
          </p:cNvSpPr>
          <p:nvPr>
            <p:ph idx="1"/>
          </p:nvPr>
        </p:nvSpPr>
        <p:spPr>
          <a:xfrm>
            <a:off x="152400" y="895350"/>
            <a:ext cx="8991600" cy="5962650"/>
          </a:xfrm>
        </p:spPr>
        <p:txBody>
          <a:bodyPr/>
          <a:lstStyle/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100" dirty="0">
                <a:latin typeface="Lucida Console" panose="020B0609040504020204" pitchFamily="49" charset="0"/>
              </a:rPr>
              <a:t> class </a:t>
            </a:r>
            <a:r>
              <a:rPr lang="en-US" altLang="en-US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pc="-100" dirty="0">
                <a:latin typeface="Lucida Console" panose="020B0609040504020204" pitchFamily="49" charset="0"/>
              </a:rPr>
              <a:t>():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pc="-100" dirty="0">
                <a:latin typeface="Lucida Console" panose="020B0609040504020204" pitchFamily="49" charset="0"/>
              </a:rPr>
              <a:t>   def</a:t>
            </a:r>
            <a:r>
              <a:rPr lang="en-US" altLang="en-US" sz="1800" spc="-100" dirty="0">
                <a:latin typeface="Lucida Console" panose="020B0609040504020204" pitchFamily="49" charset="0"/>
              </a:rPr>
              <a:t> </a:t>
            </a:r>
            <a:r>
              <a:rPr lang="en-US" altLang="en-US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latin typeface="Lucida Console" panose="020B0609040504020204" pitchFamily="49" charset="0"/>
              </a:rPr>
              <a:t>(</a:t>
            </a:r>
            <a:r>
              <a:rPr lang="en-US" altLang="en-US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dirty="0" err="1">
                <a:latin typeface="Lucida Console" panose="020B0609040504020204" pitchFamily="49" charset="0"/>
              </a:rPr>
              <a:t>,x</a:t>
            </a:r>
            <a:r>
              <a:rPr lang="en-US" altLang="en-US" dirty="0">
                <a:latin typeface="Lucida Console" panose="020B0609040504020204" pitchFamily="49" charset="0"/>
              </a:rPr>
              <a:t>): </a:t>
            </a:r>
            <a:r>
              <a:rPr lang="en-US" altLang="en-US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dirty="0" err="1">
                <a:latin typeface="Lucida Console" panose="020B0609040504020204" pitchFamily="49" charset="0"/>
              </a:rPr>
              <a:t>.x</a:t>
            </a:r>
            <a:r>
              <a:rPr lang="en-US" altLang="en-US" dirty="0">
                <a:latin typeface="Lucida Console" panose="020B0609040504020204" pitchFamily="49" charset="0"/>
              </a:rPr>
              <a:t>=x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latin typeface="Lucida Console" panose="020B0609040504020204" pitchFamily="49" charset="0"/>
              </a:rPr>
              <a:t>class </a:t>
            </a:r>
            <a:r>
              <a:rPr lang="en-US" altLang="en-US" b="1" spc="-100" dirty="0">
                <a:solidFill>
                  <a:srgbClr val="FF9900"/>
                </a:solidFill>
                <a:latin typeface="Lucida Console" panose="020B0609040504020204" pitchFamily="49" charset="0"/>
              </a:rPr>
              <a:t>B</a:t>
            </a:r>
            <a:r>
              <a:rPr lang="en-US" altLang="en-US" spc="-100" dirty="0">
                <a:latin typeface="Lucida Console" panose="020B0609040504020204" pitchFamily="49" charset="0"/>
              </a:rPr>
              <a:t>(</a:t>
            </a:r>
            <a:r>
              <a:rPr lang="en-US" altLang="en-US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pc="-100" dirty="0">
                <a:latin typeface="Lucida Console" panose="020B0609040504020204" pitchFamily="49" charset="0"/>
              </a:rPr>
              <a:t>):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pc="-100" dirty="0">
                <a:latin typeface="Lucida Console" panose="020B0609040504020204" pitchFamily="49" charset="0"/>
              </a:rPr>
              <a:t>   def</a:t>
            </a:r>
            <a:r>
              <a:rPr lang="en-US" altLang="en-US" sz="1800" spc="-100" dirty="0">
                <a:latin typeface="Lucida Console" panose="020B0609040504020204" pitchFamily="49" charset="0"/>
              </a:rPr>
              <a:t> </a:t>
            </a:r>
            <a:r>
              <a:rPr lang="en-US" altLang="en-US" spc="-500" dirty="0">
                <a:solidFill>
                  <a:srgbClr val="FF99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solidFill>
                  <a:srgbClr val="FF99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>
                <a:solidFill>
                  <a:srgbClr val="FF99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pc="-500" dirty="0">
                <a:solidFill>
                  <a:srgbClr val="FF99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solidFill>
                  <a:srgbClr val="FF99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>
                <a:latin typeface="Lucida Console" panose="020B0609040504020204" pitchFamily="49" charset="0"/>
              </a:rPr>
              <a:t>(</a:t>
            </a:r>
            <a:r>
              <a:rPr lang="en-US" altLang="en-US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dirty="0">
                <a:latin typeface="Lucida Console" panose="020B0609040504020204" pitchFamily="49" charset="0"/>
              </a:rPr>
              <a:t>):return </a:t>
            </a:r>
            <a:r>
              <a:rPr lang="en-US" altLang="en-US" dirty="0" err="1">
                <a:latin typeface="Lucida Console" panose="020B0609040504020204" pitchFamily="49" charset="0"/>
              </a:rPr>
              <a:t>str</a:t>
            </a:r>
            <a:r>
              <a:rPr lang="en-US" altLang="en-US" dirty="0">
                <a:latin typeface="Lucida Console" panose="020B0609040504020204" pitchFamily="49" charset="0"/>
              </a:rPr>
              <a:t>(</a:t>
            </a:r>
            <a:r>
              <a:rPr lang="en-US" altLang="en-US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dirty="0" err="1">
                <a:latin typeface="Lucida Console" panose="020B0609040504020204" pitchFamily="49" charset="0"/>
              </a:rPr>
              <a:t>.x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latin typeface="Lucida Console" panose="020B0609040504020204" pitchFamily="49" charset="0"/>
              </a:rPr>
              <a:t>class </a:t>
            </a:r>
            <a:r>
              <a:rPr lang="en-US" altLang="en-US" b="1" spc="-100" dirty="0">
                <a:solidFill>
                  <a:srgbClr val="0066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pc="-100" dirty="0">
                <a:latin typeface="Lucida Console" panose="020B0609040504020204" pitchFamily="49" charset="0"/>
              </a:rPr>
              <a:t>(</a:t>
            </a:r>
            <a:r>
              <a:rPr lang="en-US" altLang="en-US" b="1" spc="-100" dirty="0">
                <a:solidFill>
                  <a:srgbClr val="FF9900"/>
                </a:solidFill>
                <a:latin typeface="Lucida Console" panose="020B0609040504020204" pitchFamily="49" charset="0"/>
              </a:rPr>
              <a:t>B</a:t>
            </a:r>
            <a:r>
              <a:rPr lang="en-US" altLang="en-US" spc="-100" dirty="0">
                <a:latin typeface="Lucida Console" panose="020B0609040504020204" pitchFamily="49" charset="0"/>
              </a:rPr>
              <a:t>): </a:t>
            </a:r>
            <a:r>
              <a:rPr lang="en-US" altLang="en-US" spc="-100" dirty="0">
                <a:solidFill>
                  <a:srgbClr val="FFB7B7"/>
                </a:solidFill>
                <a:latin typeface="Lucida Console" panose="020B0609040504020204" pitchFamily="49" charset="0"/>
              </a:rPr>
              <a:t>#wrong way: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pc="-100" dirty="0">
                <a:latin typeface="Lucida Console" panose="020B0609040504020204" pitchFamily="49" charset="0"/>
              </a:rPr>
              <a:t>   def</a:t>
            </a:r>
            <a:r>
              <a:rPr lang="en-US" altLang="en-US" sz="1800" spc="-100" dirty="0">
                <a:latin typeface="Lucida Console" panose="020B0609040504020204" pitchFamily="49" charset="0"/>
              </a:rPr>
              <a:t> </a:t>
            </a:r>
            <a:r>
              <a:rPr lang="en-US" altLang="en-US" spc="-5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pc="-2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pc="-200" dirty="0">
                <a:latin typeface="Lucida Console" panose="020B0609040504020204" pitchFamily="49" charset="0"/>
              </a:rPr>
              <a:t>(</a:t>
            </a:r>
            <a:r>
              <a:rPr lang="en-US" altLang="en-US" spc="-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</a:t>
            </a:r>
            <a:r>
              <a:rPr lang="en-US" altLang="en-US" spc="-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pc="-200" dirty="0" err="1">
                <a:latin typeface="Lucida Console" panose="020B0609040504020204" pitchFamily="49" charset="0"/>
              </a:rPr>
              <a:t>,z</a:t>
            </a:r>
            <a:r>
              <a:rPr lang="en-US" altLang="en-US" spc="-200" dirty="0">
                <a:latin typeface="Lucida Console" panose="020B0609040504020204" pitchFamily="49" charset="0"/>
              </a:rPr>
              <a:t>):</a:t>
            </a:r>
            <a:r>
              <a:rPr lang="en-US" altLang="en-US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sup</a:t>
            </a:r>
            <a:r>
              <a:rPr lang="en-US" altLang="en-US" b="1" spc="-200" dirty="0">
                <a:solidFill>
                  <a:schemeClr val="accent2"/>
                </a:solidFill>
                <a:latin typeface="Lucida Console" panose="020B0609040504020204" pitchFamily="49" charset="0"/>
              </a:rPr>
              <a:t>er</a:t>
            </a:r>
            <a:r>
              <a:rPr lang="en-US" altLang="en-US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pc="-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pc="-5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ini</a:t>
            </a:r>
            <a:r>
              <a:rPr lang="en-US" altLang="en-US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t</a:t>
            </a:r>
            <a:r>
              <a:rPr lang="en-US" altLang="en-US" spc="-5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(z))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latin typeface="Lucida Console" panose="020B0609040504020204" pitchFamily="49" charset="0"/>
              </a:rPr>
              <a:t>class </a:t>
            </a:r>
            <a:r>
              <a:rPr lang="en-US" altLang="en-US" b="1" spc="-100" dirty="0">
                <a:solidFill>
                  <a:srgbClr val="0066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pc="-100" dirty="0">
                <a:latin typeface="Lucida Console" panose="020B0609040504020204" pitchFamily="49" charset="0"/>
              </a:rPr>
              <a:t>(</a:t>
            </a:r>
            <a:r>
              <a:rPr lang="en-US" altLang="en-US" b="1" spc="-100" dirty="0">
                <a:solidFill>
                  <a:srgbClr val="FF9900"/>
                </a:solidFill>
                <a:latin typeface="Lucida Console" panose="020B0609040504020204" pitchFamily="49" charset="0"/>
              </a:rPr>
              <a:t>B</a:t>
            </a:r>
            <a:r>
              <a:rPr lang="en-US" altLang="en-US" spc="-100" dirty="0">
                <a:latin typeface="Lucida Console" panose="020B0609040504020204" pitchFamily="49" charset="0"/>
              </a:rPr>
              <a:t>): </a:t>
            </a:r>
            <a:r>
              <a:rPr lang="en-US" altLang="en-US" spc="-100" dirty="0">
                <a:solidFill>
                  <a:srgbClr val="FFB7B7"/>
                </a:solidFill>
                <a:latin typeface="Lucida Console" panose="020B0609040504020204" pitchFamily="49" charset="0"/>
              </a:rPr>
              <a:t>#right way: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pc="-100" dirty="0">
                <a:latin typeface="Lucida Console" panose="020B0609040504020204" pitchFamily="49" charset="0"/>
              </a:rPr>
              <a:t>   def</a:t>
            </a:r>
            <a:r>
              <a:rPr lang="en-US" altLang="en-US" sz="1800" spc="-100" dirty="0">
                <a:latin typeface="Lucida Console" panose="020B0609040504020204" pitchFamily="49" charset="0"/>
              </a:rPr>
              <a:t> </a:t>
            </a:r>
            <a:r>
              <a:rPr lang="en-US" altLang="en-US" spc="-5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pc="-5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solidFill>
                  <a:srgbClr val="0066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latin typeface="Lucida Console" panose="020B0609040504020204" pitchFamily="49" charset="0"/>
              </a:rPr>
              <a:t>(</a:t>
            </a:r>
            <a:r>
              <a:rPr lang="en-US" altLang="en-US" spc="-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pc="-25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el</a:t>
            </a:r>
            <a:r>
              <a:rPr lang="en-US" altLang="en-US" spc="-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pc="-200" dirty="0" err="1">
                <a:latin typeface="Lucida Console" panose="020B0609040504020204" pitchFamily="49" charset="0"/>
              </a:rPr>
              <a:t>,z</a:t>
            </a:r>
            <a:r>
              <a:rPr lang="en-US" altLang="en-US" spc="-200" dirty="0">
                <a:latin typeface="Lucida Console" panose="020B0609040504020204" pitchFamily="49" charset="0"/>
              </a:rPr>
              <a:t>):</a:t>
            </a:r>
            <a:r>
              <a:rPr lang="en-US" altLang="en-US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sup</a:t>
            </a:r>
            <a:r>
              <a:rPr lang="en-US" altLang="en-US" b="1" spc="-200" dirty="0">
                <a:solidFill>
                  <a:schemeClr val="accent2"/>
                </a:solidFill>
                <a:latin typeface="Lucida Console" panose="020B0609040504020204" pitchFamily="49" charset="0"/>
              </a:rPr>
              <a:t>er</a:t>
            </a:r>
            <a:r>
              <a:rPr lang="en-US" altLang="en-US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spc="-200" dirty="0">
                <a:solidFill>
                  <a:srgbClr val="0066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pc="-200" dirty="0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pc="-250" dirty="0">
                <a:solidFill>
                  <a:srgbClr val="00B0F0"/>
                </a:solidFill>
                <a:latin typeface="Lucida Console" panose="020B0609040504020204" pitchFamily="49" charset="0"/>
              </a:rPr>
              <a:t>el</a:t>
            </a:r>
            <a:r>
              <a:rPr lang="en-US" altLang="en-US" spc="-400" dirty="0">
                <a:solidFill>
                  <a:srgbClr val="00B0F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ini</a:t>
            </a:r>
            <a:r>
              <a:rPr lang="en-US" altLang="en-US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en-US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(z))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1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006600"/>
                </a:solidFill>
                <a:latin typeface="Lucida Console" panose="020B0609040504020204" pitchFamily="49" charset="0"/>
              </a:rPr>
              <a:t>d</a:t>
            </a:r>
            <a:r>
              <a:rPr lang="en-US" altLang="en-US" dirty="0">
                <a:latin typeface="Lucida Console" panose="020B0609040504020204" pitchFamily="49" charset="0"/>
              </a:rPr>
              <a:t>=</a:t>
            </a:r>
            <a:r>
              <a:rPr lang="en-US" altLang="en-US" b="1" dirty="0">
                <a:solidFill>
                  <a:srgbClr val="0066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dirty="0">
                <a:latin typeface="Lucida Console" panose="020B0609040504020204" pitchFamily="49" charset="0"/>
              </a:rPr>
              <a:t>(5); print(</a:t>
            </a:r>
            <a:r>
              <a:rPr lang="en-US" altLang="en-US" b="1" dirty="0">
                <a:solidFill>
                  <a:srgbClr val="006600"/>
                </a:solidFill>
                <a:latin typeface="Lucida Console" panose="020B0609040504020204" pitchFamily="49" charset="0"/>
              </a:rPr>
              <a:t>d</a:t>
            </a:r>
            <a:r>
              <a:rPr lang="en-US" altLang="en-US" dirty="0">
                <a:latin typeface="Lucida Console" panose="020B0609040504020204" pitchFamily="49" charset="0"/>
              </a:rPr>
              <a:t>)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5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>
                <a:solidFill>
                  <a:srgbClr val="92D050"/>
                </a:solidFill>
                <a:latin typeface="Lucida Console" panose="020B0609040504020204" pitchFamily="49" charset="0"/>
              </a:rPr>
              <a:t>#In defining C's __</a:t>
            </a:r>
            <a:r>
              <a:rPr lang="en-US" altLang="en-US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dirty="0">
                <a:solidFill>
                  <a:srgbClr val="92D050"/>
                </a:solidFill>
                <a:latin typeface="Lucida Console" panose="020B0609040504020204" pitchFamily="49" charset="0"/>
              </a:rPr>
              <a:t>__, more code can</a:t>
            </a:r>
          </a:p>
          <a:p>
            <a:pPr marL="0" indent="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>
                <a:solidFill>
                  <a:srgbClr val="92D050"/>
                </a:solidFill>
                <a:latin typeface="Lucida Console" panose="020B0609040504020204" pitchFamily="49" charset="0"/>
              </a:rPr>
              <a:t>#be added after invoking A's __</a:t>
            </a:r>
            <a:r>
              <a:rPr lang="en-US" altLang="en-US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dirty="0">
                <a:solidFill>
                  <a:srgbClr val="92D050"/>
                </a:solidFill>
                <a:latin typeface="Lucida Console" panose="020B0609040504020204" pitchFamily="49" charset="0"/>
              </a:rPr>
              <a:t>__...</a:t>
            </a:r>
          </a:p>
        </p:txBody>
      </p:sp>
      <p:sp>
        <p:nvSpPr>
          <p:cNvPr id="2" name="Rectangle 1"/>
          <p:cNvSpPr/>
          <p:nvPr/>
        </p:nvSpPr>
        <p:spPr>
          <a:xfrm>
            <a:off x="155575" y="4203700"/>
            <a:ext cx="70884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60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600" dirty="0"/>
          </a:p>
        </p:txBody>
      </p:sp>
      <p:sp>
        <p:nvSpPr>
          <p:cNvPr id="5" name="Rectangle 4"/>
          <p:cNvSpPr/>
          <p:nvPr/>
        </p:nvSpPr>
        <p:spPr>
          <a:xfrm>
            <a:off x="152400" y="4876800"/>
            <a:ext cx="70884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60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156634" y="3867150"/>
            <a:ext cx="70884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60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284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711"/>
    </mc:Choice>
    <mc:Fallback xmlns="">
      <p:transition spd="slow" advTm="1217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76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  <p:extLst>
    <p:ext uri="{3A86A75C-4F4B-4683-9AE1-C65F6400EC91}">
      <p14:laserTraceLst xmlns:p14="http://schemas.microsoft.com/office/powerpoint/2010/main">
        <p14:tracePtLst>
          <p14:tracePt t="2493" x="5137150" y="2559050"/>
          <p14:tracePt t="2501" x="5073650" y="2590800"/>
          <p14:tracePt t="2511" x="4991100" y="2597150"/>
          <p14:tracePt t="2529" x="4857750" y="2635250"/>
          <p14:tracePt t="2544" x="4635500" y="2673350"/>
          <p14:tracePt t="2561" x="4508500" y="2692400"/>
          <p14:tracePt t="2578" x="4324350" y="2705100"/>
          <p14:tracePt t="2594" x="4184650" y="2724150"/>
          <p14:tracePt t="2610" x="4051300" y="2762250"/>
          <p14:tracePt t="2627" x="3873500" y="2819400"/>
          <p14:tracePt t="2644" x="3740150" y="2857500"/>
          <p14:tracePt t="2660" x="3619500" y="2863850"/>
          <p14:tracePt t="2677" x="3333750" y="2933700"/>
          <p14:tracePt t="2693" x="3187700" y="2978150"/>
          <p14:tracePt t="2711" x="2940050" y="3048000"/>
          <p14:tracePt t="2726" x="2800350" y="3092450"/>
          <p14:tracePt t="2743" x="2686050" y="3105150"/>
          <p14:tracePt t="2761" x="2603500" y="3130550"/>
          <p14:tracePt t="2776" x="2527300" y="3155950"/>
          <p14:tracePt t="2793" x="2508250" y="3168650"/>
          <p14:tracePt t="2810" x="2482850" y="3200400"/>
          <p14:tracePt t="2826" x="2451100" y="3219450"/>
          <p14:tracePt t="2843" x="2432050" y="3263900"/>
          <p14:tracePt t="2859" x="2368550" y="3378200"/>
          <p14:tracePt t="2876" x="2317750" y="3454400"/>
          <p14:tracePt t="2894" x="2235200" y="3613150"/>
          <p14:tracePt t="2909" x="2190750" y="3727450"/>
          <p14:tracePt t="2926" x="2133600" y="3829050"/>
          <p14:tracePt t="2943" x="2082800" y="3924300"/>
          <p14:tracePt t="2959" x="2076450" y="3962400"/>
          <p14:tracePt t="2976" x="2070100" y="3987800"/>
          <p14:tracePt t="2993" x="2063750" y="4013200"/>
          <p14:tracePt t="3009" x="2057400" y="4038600"/>
          <p14:tracePt t="3026" x="2057400" y="4070350"/>
          <p14:tracePt t="3042" x="2051050" y="4121150"/>
          <p14:tracePt t="3059" x="2051050" y="4133850"/>
          <p14:tracePt t="3076" x="2051050" y="4165600"/>
          <p14:tracePt t="3092" x="2057400" y="4184650"/>
          <p14:tracePt t="3108" x="2063750" y="4203700"/>
          <p14:tracePt t="3126" x="2082800" y="4229100"/>
          <p14:tracePt t="3142" x="2089150" y="4248150"/>
          <p14:tracePt t="3159" x="2108200" y="4260850"/>
          <p14:tracePt t="3175" x="2127250" y="4267200"/>
          <p14:tracePt t="3192" x="2133600" y="4273550"/>
          <p14:tracePt t="3209" x="2139950" y="4279900"/>
          <p14:tracePt t="3225" x="2159000" y="4292600"/>
          <p14:tracePt t="3241" x="2178050" y="4305300"/>
          <p14:tracePt t="3259" x="2203450" y="4305300"/>
          <p14:tracePt t="3275" x="2241550" y="4311650"/>
          <p14:tracePt t="3292" x="2266950" y="4318000"/>
          <p14:tracePt t="3308" x="2311400" y="4318000"/>
          <p14:tracePt t="3324" x="2368550" y="4318000"/>
          <p14:tracePt t="3341" x="2406650" y="4318000"/>
          <p14:tracePt t="3358" x="2489200" y="4311650"/>
          <p14:tracePt t="3374" x="2559050" y="4292600"/>
          <p14:tracePt t="3392" x="2641600" y="4286250"/>
          <p14:tracePt t="3407" x="2673350" y="4273550"/>
          <p14:tracePt t="3424" x="2705100" y="4267200"/>
          <p14:tracePt t="3442" x="2800350" y="4248150"/>
          <p14:tracePt t="3457" x="2832100" y="4241800"/>
          <p14:tracePt t="3474" x="2851150" y="4241800"/>
          <p14:tracePt t="3491" x="2901950" y="4229100"/>
          <p14:tracePt t="3507" x="2952750" y="4222750"/>
          <p14:tracePt t="3524" x="2984500" y="4203700"/>
          <p14:tracePt t="3541" x="3035300" y="4191000"/>
          <p14:tracePt t="3557" x="3079750" y="4184650"/>
          <p14:tracePt t="3574" x="3105150" y="4184650"/>
          <p14:tracePt t="3590" x="3149600" y="4178300"/>
          <p14:tracePt t="3607" x="3200400" y="4171950"/>
          <p14:tracePt t="3624" x="3257550" y="4171950"/>
          <p14:tracePt t="3640" x="3276600" y="4171950"/>
          <p14:tracePt t="3657" x="3390900" y="4159250"/>
          <p14:tracePt t="3674" x="3473450" y="4133850"/>
          <p14:tracePt t="3690" x="3517900" y="4114800"/>
          <p14:tracePt t="7196" x="3524250" y="4114800"/>
          <p14:tracePt t="7210" x="3536950" y="4102100"/>
          <p14:tracePt t="7217" x="3556000" y="4076700"/>
          <p14:tracePt t="7232" x="3581400" y="4044950"/>
          <p14:tracePt t="7244" x="3606800" y="4013200"/>
          <p14:tracePt t="7260" x="3676650" y="3930650"/>
          <p14:tracePt t="7278" x="3727450" y="3886200"/>
          <p14:tracePt t="7295" x="3854450" y="3784600"/>
          <p14:tracePt t="7311" x="3994150" y="3676650"/>
          <p14:tracePt t="7327" x="4076700" y="3613150"/>
          <p14:tracePt t="7344" x="4324350" y="3473450"/>
          <p14:tracePt t="7361" x="4406900" y="3422650"/>
          <p14:tracePt t="7377" x="4591050" y="3359150"/>
          <p14:tracePt t="7394" x="4768850" y="3308350"/>
          <p14:tracePt t="7410" x="4864100" y="3289300"/>
          <p14:tracePt t="7428" x="5022850" y="3251200"/>
          <p14:tracePt t="7444" x="5162550" y="3232150"/>
          <p14:tracePt t="7460" x="5232400" y="3219450"/>
          <p14:tracePt t="7477" x="5321300" y="3213100"/>
          <p14:tracePt t="7493" x="5391150" y="3194050"/>
          <p14:tracePt t="7510" x="5416550" y="3181350"/>
          <p14:tracePt t="7527" x="5448300" y="3168650"/>
          <p14:tracePt t="7543" x="5454650" y="3162300"/>
          <p14:tracePt t="8006" x="5441950" y="3149600"/>
          <p14:tracePt t="8013" x="5416550" y="3130550"/>
          <p14:tracePt t="8028" x="5397500" y="3105150"/>
          <p14:tracePt t="8042" x="5353050" y="3079750"/>
          <p14:tracePt t="8058" x="5283200" y="3009900"/>
          <p14:tracePt t="8075" x="5257800" y="2965450"/>
          <p14:tracePt t="8091" x="5187950" y="2882900"/>
          <p14:tracePt t="8108" x="5149850" y="2825750"/>
          <p14:tracePt t="8126" x="5029200" y="2679700"/>
          <p14:tracePt t="8141" x="4978400" y="2628900"/>
          <p14:tracePt t="8157" x="4883150" y="2527300"/>
          <p14:tracePt t="8175" x="4794250" y="2444750"/>
          <p14:tracePt t="8191" x="4743450" y="2393950"/>
          <p14:tracePt t="8208" x="4641850" y="2298700"/>
          <p14:tracePt t="8225" x="4533900" y="2216150"/>
          <p14:tracePt t="8241" x="4489450" y="2165350"/>
          <p14:tracePt t="8259" x="4445000" y="2133600"/>
          <p14:tracePt t="8274" x="4286250" y="2025650"/>
          <p14:tracePt t="8291" x="4222750" y="1968500"/>
          <p14:tracePt t="8308" x="4108450" y="1892300"/>
          <p14:tracePt t="8324" x="4064000" y="1866900"/>
          <p14:tracePt t="8341" x="3987800" y="1822450"/>
          <p14:tracePt t="8358" x="3898900" y="1771650"/>
          <p14:tracePt t="8373" x="3854450" y="1752600"/>
          <p14:tracePt t="8390" x="3797300" y="1727200"/>
          <p14:tracePt t="8407" x="3727450" y="1714500"/>
          <p14:tracePt t="8423" x="3683000" y="1708150"/>
          <p14:tracePt t="8441" x="3587750" y="1676400"/>
          <p14:tracePt t="8457" x="3505200" y="1651000"/>
          <p14:tracePt t="8473" x="3460750" y="1638300"/>
          <p14:tracePt t="8491" x="3384550" y="1606550"/>
          <p14:tracePt t="8507" x="3308350" y="1568450"/>
          <p14:tracePt t="8523" x="3270250" y="1555750"/>
          <p14:tracePt t="8540" x="3181350" y="1530350"/>
          <p14:tracePt t="8557" x="3098800" y="1504950"/>
          <p14:tracePt t="8573" x="3067050" y="1485900"/>
          <p14:tracePt t="8590" x="3028950" y="1479550"/>
          <p14:tracePt t="8606" x="3016250" y="1473200"/>
          <p14:tracePt t="8624" x="2984500" y="1473200"/>
          <p14:tracePt t="8640" x="2984500" y="1466850"/>
          <p14:tracePt t="8656" x="2978150" y="1466850"/>
          <p14:tracePt t="8673" x="2971800" y="1466850"/>
          <p14:tracePt t="8940" x="2965450" y="1466850"/>
          <p14:tracePt t="9017" x="2959100" y="1460500"/>
          <p14:tracePt t="9038" x="2959100" y="1454150"/>
          <p14:tracePt t="9045" x="2952750" y="1454150"/>
          <p14:tracePt t="9073" x="2946400" y="1454150"/>
          <p14:tracePt t="9648" x="2959100" y="1454150"/>
          <p14:tracePt t="9669" x="3009900" y="1460500"/>
          <p14:tracePt t="9676" x="3035300" y="1473200"/>
          <p14:tracePt t="9690" x="3079750" y="1485900"/>
          <p14:tracePt t="9702" x="3124200" y="1498600"/>
          <p14:tracePt t="9719" x="3206750" y="1524000"/>
          <p14:tracePt t="9736" x="3251200" y="1536700"/>
          <p14:tracePt t="9753" x="3340100" y="1543050"/>
          <p14:tracePt t="9769" x="3422650" y="1562100"/>
          <p14:tracePt t="9786" x="3460750" y="1562100"/>
          <p14:tracePt t="9803" x="3517900" y="1562100"/>
          <p14:tracePt t="9819" x="3562350" y="1543050"/>
          <p14:tracePt t="9835" x="3575050" y="1543050"/>
          <p14:tracePt t="9852" x="3594100" y="1536700"/>
          <p14:tracePt t="9869" x="3606800" y="1530350"/>
          <p14:tracePt t="9885" x="3613150" y="1530350"/>
          <p14:tracePt t="9918" x="3619500" y="1530350"/>
          <p14:tracePt t="10069" x="3625850" y="1530350"/>
          <p14:tracePt t="10084" x="3632200" y="1530350"/>
          <p14:tracePt t="10090" x="3638550" y="1536700"/>
          <p14:tracePt t="10101" x="3644900" y="1543050"/>
          <p14:tracePt t="10119" x="3670300" y="1555750"/>
          <p14:tracePt t="10134" x="3689350" y="1562100"/>
          <p14:tracePt t="10151" x="3708400" y="1574800"/>
          <p14:tracePt t="10168" x="3841750" y="1644650"/>
          <p14:tracePt t="10184" x="3886200" y="1682750"/>
          <p14:tracePt t="10201" x="3943350" y="1720850"/>
          <p14:tracePt t="10218" x="4051300" y="1828800"/>
          <p14:tracePt t="10234" x="4165600" y="1936750"/>
          <p14:tracePt t="10252" x="4273550" y="2019300"/>
          <p14:tracePt t="11694" x="4267200" y="2032000"/>
          <p14:tracePt t="11701" x="4254500" y="2038350"/>
          <p14:tracePt t="11715" x="4248150" y="2038350"/>
          <p14:tracePt t="11730" x="4229100" y="2038350"/>
          <p14:tracePt t="11745" x="4197350" y="2057400"/>
          <p14:tracePt t="11762" x="4171950" y="2070100"/>
          <p14:tracePt t="11779" x="4095750" y="2133600"/>
          <p14:tracePt t="11795" x="3968750" y="2241550"/>
          <p14:tracePt t="11812" x="3873500" y="2343150"/>
          <p14:tracePt t="11829" x="3606800" y="2641600"/>
          <p14:tracePt t="11845" x="3295650" y="3048000"/>
          <p14:tracePt t="11863" x="3022600" y="3416300"/>
          <p14:tracePt t="11878" x="2927350" y="3549650"/>
          <p14:tracePt t="11895" x="2851150" y="3632200"/>
          <p14:tracePt t="11912" x="2698750" y="3797300"/>
          <p14:tracePt t="11928" x="2673350" y="3829050"/>
          <p14:tracePt t="11945" x="2654300" y="3854450"/>
          <p14:tracePt t="11962" x="2641600" y="3879850"/>
          <p14:tracePt t="11978" x="2635250" y="3892550"/>
          <p14:tracePt t="11995" x="2628900" y="3905250"/>
          <p14:tracePt t="12011" x="2616200" y="3937000"/>
          <p14:tracePt t="12028" x="2597150" y="3994150"/>
          <p14:tracePt t="12045" x="2571750" y="4089400"/>
          <p14:tracePt t="12061" x="2565400" y="4159250"/>
          <p14:tracePt t="12077" x="2546350" y="4210050"/>
          <p14:tracePt t="12094" x="2520950" y="4318000"/>
          <p14:tracePt t="12111" x="2508250" y="4375150"/>
          <p14:tracePt t="12127" x="2482850" y="4457700"/>
          <p14:tracePt t="12144" x="2476500" y="4508500"/>
          <p14:tracePt t="12162" x="2470150" y="4527550"/>
          <p14:tracePt t="12256" x="2470150" y="4521200"/>
          <p14:tracePt t="12269" x="2470150" y="4508500"/>
          <p14:tracePt t="12290" x="2470150" y="4502150"/>
          <p14:tracePt t="12304" x="2470150" y="4489450"/>
          <p14:tracePt t="13338" x="2482850" y="4476750"/>
          <p14:tracePt t="13345" x="2527300" y="4470400"/>
          <p14:tracePt t="13359" x="2559050" y="4445000"/>
          <p14:tracePt t="13374" x="2597150" y="4432300"/>
          <p14:tracePt t="13390" x="2698750" y="4400550"/>
          <p14:tracePt t="13406" x="2749550" y="4381500"/>
          <p14:tracePt t="13423" x="2870200" y="4356100"/>
          <p14:tracePt t="13439" x="2990850" y="4337050"/>
          <p14:tracePt t="13456" x="3028950" y="4337050"/>
          <p14:tracePt t="13473" x="3092450" y="4311650"/>
          <p14:tracePt t="13489" x="3143250" y="4305300"/>
          <p14:tracePt t="13507" x="3168650" y="4286250"/>
          <p14:tracePt t="13522" x="3181350" y="4279900"/>
          <p14:tracePt t="13539" x="3187700" y="4273550"/>
          <p14:tracePt t="13556" x="3194050" y="4254500"/>
          <p14:tracePt t="13598" x="3200400" y="4241800"/>
          <p14:tracePt t="13619" x="3206750" y="4241800"/>
          <p14:tracePt t="13626" x="3206750" y="4235450"/>
          <p14:tracePt t="13642" x="3213100" y="4229100"/>
          <p14:tracePt t="13655" x="3219450" y="4222750"/>
          <p14:tracePt t="13672" x="3232150" y="4216400"/>
          <p14:tracePt t="13690" x="3257550" y="4203700"/>
          <p14:tracePt t="13706" x="3270250" y="4191000"/>
          <p14:tracePt t="13721" x="3302000" y="4171950"/>
          <p14:tracePt t="13739" x="3365500" y="4133850"/>
          <p14:tracePt t="13755" x="3397250" y="4114800"/>
          <p14:tracePt t="13772" x="3448050" y="4089400"/>
          <p14:tracePt t="13788" x="3498850" y="4064000"/>
          <p14:tracePt t="13805" x="3524250" y="4057650"/>
          <p14:tracePt t="13823" x="3543300" y="4051300"/>
          <p14:tracePt t="13838" x="3549650" y="4044950"/>
          <p14:tracePt t="13899" x="3549650" y="4038600"/>
          <p14:tracePt t="13906" x="3543300" y="4038600"/>
          <p14:tracePt t="13921" x="3536950" y="4025900"/>
          <p14:tracePt t="13928" x="3530600" y="4025900"/>
          <p14:tracePt t="13942" x="3524250" y="4013200"/>
          <p14:tracePt t="13956" x="3517900" y="4013200"/>
          <p14:tracePt t="13971" x="3511550" y="4000500"/>
          <p14:tracePt t="13988" x="3511550" y="3994150"/>
          <p14:tracePt t="14005" x="3511550" y="3987800"/>
          <p14:tracePt t="14041" x="3517900" y="3981450"/>
          <p14:tracePt t="14068" x="3524250" y="3981450"/>
          <p14:tracePt t="14089" x="3530600" y="3981450"/>
          <p14:tracePt t="14104" x="3536950" y="3981450"/>
          <p14:tracePt t="14110" x="3543300" y="3981450"/>
          <p14:tracePt t="14124" x="3549650" y="3981450"/>
          <p14:tracePt t="14137" x="3562350" y="3981450"/>
          <p14:tracePt t="14154" x="3613150" y="3981450"/>
          <p14:tracePt t="14171" x="3632200" y="3975100"/>
          <p14:tracePt t="14188" x="3765550" y="3956050"/>
          <p14:tracePt t="14203" x="3810000" y="3949700"/>
          <p14:tracePt t="14220" x="3860800" y="3943350"/>
          <p14:tracePt t="14237" x="3981450" y="3930650"/>
          <p14:tracePt t="14253" x="4083050" y="3930650"/>
          <p14:tracePt t="14270" x="4133850" y="3930650"/>
          <p14:tracePt t="14287" x="4235450" y="3930650"/>
          <p14:tracePt t="14303" x="4318000" y="3930650"/>
          <p14:tracePt t="14320" x="4343400" y="3930650"/>
          <p14:tracePt t="14338" x="4394200" y="3930650"/>
          <p14:tracePt t="14353" x="4445000" y="3930650"/>
          <p14:tracePt t="14370" x="4489450" y="3930650"/>
          <p14:tracePt t="14386" x="4521200" y="3930650"/>
          <p14:tracePt t="14403" x="4559300" y="3949700"/>
          <p14:tracePt t="14420" x="4603750" y="3956050"/>
          <p14:tracePt t="14436" x="4622800" y="3962400"/>
          <p14:tracePt t="14453" x="4635500" y="3962400"/>
          <p14:tracePt t="14469" x="4673600" y="3968750"/>
          <p14:tracePt t="14486" x="4679950" y="3975100"/>
          <p14:tracePt t="14503" x="4705350" y="3987800"/>
          <p14:tracePt t="14520" x="4711700" y="4000500"/>
          <p14:tracePt t="14536" x="4730750" y="4013200"/>
          <p14:tracePt t="14553" x="4743450" y="4013200"/>
          <p14:tracePt t="14569" x="4756150" y="4019550"/>
          <p14:tracePt t="14586" x="4781550" y="4032250"/>
          <p14:tracePt t="14602" x="4806950" y="4051300"/>
          <p14:tracePt t="14618" x="4819650" y="4057650"/>
          <p14:tracePt t="14636" x="4857750" y="4070350"/>
          <p14:tracePt t="14652" x="4883150" y="4083050"/>
          <p14:tracePt t="14668" x="4889500" y="4089400"/>
          <p14:tracePt t="14686" x="4895850" y="4095750"/>
          <p14:tracePt t="14702" x="4902200" y="4102100"/>
          <p14:tracePt t="14719" x="4908550" y="4102100"/>
          <p14:tracePt t="14736" x="4914900" y="4108450"/>
          <p14:tracePt t="14752" x="4914900" y="4121150"/>
          <p14:tracePt t="14785" x="4921250" y="4127500"/>
          <p14:tracePt t="14819" x="4921250" y="4133850"/>
          <p14:tracePt t="14840" x="4921250" y="4140200"/>
          <p14:tracePt t="14861" x="4914900" y="4146550"/>
          <p14:tracePt t="14882" x="4914900" y="4152900"/>
          <p14:tracePt t="14889" x="4908550" y="4159250"/>
          <p14:tracePt t="14904" x="4908550" y="4165600"/>
          <p14:tracePt t="14918" x="4902200" y="4165600"/>
          <p14:tracePt t="14934" x="4895850" y="4203700"/>
          <p14:tracePt t="14952" x="4883150" y="4229100"/>
          <p14:tracePt t="14967" x="4870450" y="4292600"/>
          <p14:tracePt t="14984" x="4857750" y="4368800"/>
          <p14:tracePt t="15002" x="4845050" y="4451350"/>
          <p14:tracePt t="15017" x="4845050" y="4483100"/>
          <p14:tracePt t="15035" x="4845050" y="4540250"/>
          <p14:tracePt t="15051" x="4838700" y="4597400"/>
          <p14:tracePt t="15067" x="4838700" y="4616450"/>
          <p14:tracePt t="15084" x="4845050" y="4641850"/>
          <p14:tracePt t="15101" x="4857750" y="4673600"/>
          <p14:tracePt t="15121" x="4864100" y="4679950"/>
          <p14:tracePt t="15142" x="4864100" y="4686300"/>
          <p14:tracePt t="15191" x="4870450" y="4692650"/>
          <p14:tracePt t="15205" x="4876800" y="4692650"/>
          <p14:tracePt t="15212" x="4883150" y="4692650"/>
          <p14:tracePt t="15234" x="4895850" y="4686300"/>
          <p14:tracePt t="15240" x="4908550" y="4686300"/>
          <p14:tracePt t="15254" x="4940300" y="4673600"/>
          <p14:tracePt t="15266" x="4959350" y="4648200"/>
          <p14:tracePt t="17681" x="4978400" y="4648200"/>
          <p14:tracePt t="17688" x="5010150" y="4648200"/>
          <p14:tracePt t="17702" x="5048250" y="4648200"/>
          <p14:tracePt t="17711" x="5086350" y="4648200"/>
          <p14:tracePt t="17725" x="5149850" y="4648200"/>
          <p14:tracePt t="17741" x="5251450" y="4648200"/>
          <p14:tracePt t="17758" x="5378450" y="4648200"/>
          <p14:tracePt t="17774" x="5454650" y="4648200"/>
          <p14:tracePt t="17791" x="5562600" y="4660900"/>
          <p14:tracePt t="17808" x="5632450" y="4667250"/>
          <p14:tracePt t="17824" x="5664200" y="4673600"/>
          <p14:tracePt t="17842" x="5683250" y="4673600"/>
          <p14:tracePt t="17857" x="5746750" y="4692650"/>
          <p14:tracePt t="17874" x="5759450" y="4699000"/>
          <p14:tracePt t="17892" x="5797550" y="4711700"/>
          <p14:tracePt t="17907" x="5810250" y="4718050"/>
          <p14:tracePt t="17924" x="5861050" y="4724400"/>
          <p14:tracePt t="17941" x="5905500" y="4743450"/>
          <p14:tracePt t="17957" x="5930900" y="4756150"/>
          <p14:tracePt t="17974" x="5969000" y="4781550"/>
          <p14:tracePt t="17991" x="6000750" y="4806950"/>
          <p14:tracePt t="18007" x="6019800" y="4813300"/>
          <p14:tracePt t="18024" x="6045200" y="4845050"/>
          <p14:tracePt t="18040" x="6076950" y="4870450"/>
          <p14:tracePt t="18057" x="6089650" y="4883150"/>
          <p14:tracePt t="18074" x="6121400" y="4908550"/>
          <p14:tracePt t="18090" x="6153150" y="4933950"/>
          <p14:tracePt t="18107" x="6172200" y="4940300"/>
          <p14:tracePt t="18124" x="6210300" y="4953000"/>
          <p14:tracePt t="18140" x="6248400" y="4953000"/>
          <p14:tracePt t="18157" x="6254750" y="4953000"/>
          <p14:tracePt t="18581" x="6254750" y="4946650"/>
          <p14:tracePt t="18589" x="6254750" y="4933950"/>
          <p14:tracePt t="18609" x="6254750" y="4921250"/>
          <p14:tracePt t="18623" x="6248400" y="4908550"/>
          <p14:tracePt t="18630" x="6248400" y="4902200"/>
          <p14:tracePt t="18644" x="6242050" y="4889500"/>
          <p14:tracePt t="18655" x="6242050" y="4870450"/>
          <p14:tracePt t="18672" x="6242050" y="4864100"/>
          <p14:tracePt t="18688" x="6235700" y="4838700"/>
          <p14:tracePt t="18705" x="6229350" y="4819650"/>
          <p14:tracePt t="18722" x="6229350" y="4813300"/>
          <p14:tracePt t="18738" x="6229350" y="4806950"/>
          <p14:tracePt t="18755" x="6229350" y="4794250"/>
          <p14:tracePt t="18771" x="6229350" y="4781550"/>
          <p14:tracePt t="18788" x="6223000" y="4781550"/>
          <p14:tracePt t="18805" x="6223000" y="4775200"/>
          <p14:tracePt t="18821" x="6216650" y="4762500"/>
          <p14:tracePt t="18838" x="6216650" y="4756150"/>
          <p14:tracePt t="18855" x="6210300" y="4743450"/>
          <p14:tracePt t="18871" x="6203950" y="4743450"/>
          <p14:tracePt t="18888" x="6203950" y="4737100"/>
          <p14:tracePt t="18904" x="6197600" y="4730750"/>
          <p14:tracePt t="18920" x="6191250" y="4724400"/>
          <p14:tracePt t="18954" x="6184900" y="4711700"/>
          <p14:tracePt t="18971" x="6184900" y="4705350"/>
          <p14:tracePt t="18988" x="6172200" y="4705350"/>
          <p14:tracePt t="19020" x="6172200" y="4692650"/>
          <p14:tracePt t="19040" x="6165850" y="4686300"/>
          <p14:tracePt t="19053" x="6159500" y="4686300"/>
          <p14:tracePt t="19079" x="6153150" y="4679950"/>
          <p14:tracePt t="19114" x="6153150" y="4673600"/>
          <p14:tracePt t="19149" x="6153150" y="4667250"/>
          <p14:tracePt t="19177" x="6146800" y="4667250"/>
          <p14:tracePt t="19212" x="6140450" y="4660900"/>
          <p14:tracePt t="19283" x="6134100" y="4660900"/>
          <p14:tracePt t="19556" x="6140450" y="4667250"/>
          <p14:tracePt t="19563" x="6146800" y="4673600"/>
          <p14:tracePt t="19613" x="6146800" y="4679950"/>
          <p14:tracePt t="19627" x="6153150" y="4686300"/>
          <p14:tracePt t="19634" x="6159500" y="4686300"/>
          <p14:tracePt t="19640" x="6165850" y="4686300"/>
          <p14:tracePt t="19662" x="6172200" y="4692650"/>
          <p14:tracePt t="19676" x="6178550" y="4692650"/>
          <p14:tracePt t="19684" x="6184900" y="4692650"/>
          <p14:tracePt t="19704" x="6197600" y="4692650"/>
          <p14:tracePt t="19718" x="6210300" y="4692650"/>
          <p14:tracePt t="19734" x="6254750" y="4699000"/>
          <p14:tracePt t="19751" x="6267450" y="4699000"/>
          <p14:tracePt t="19768" x="6305550" y="4705350"/>
          <p14:tracePt t="19784" x="6337300" y="4705350"/>
          <p14:tracePt t="19802" x="6362700" y="4705350"/>
          <p14:tracePt t="19818" x="6369050" y="4705350"/>
          <p14:tracePt t="19834" x="6381750" y="4705350"/>
          <p14:tracePt t="19851" x="6381750" y="4711700"/>
          <p14:tracePt t="19867" x="6388100" y="4711700"/>
          <p14:tracePt t="20075" x="6388100" y="4718050"/>
          <p14:tracePt t="20103" x="6381750" y="4718050"/>
          <p14:tracePt t="20116" x="6388100" y="4711700"/>
          <p14:tracePt t="21679" x="6394450" y="4711700"/>
          <p14:tracePt t="21686" x="6400800" y="4711700"/>
          <p14:tracePt t="21701" x="6413500" y="4705350"/>
          <p14:tracePt t="21711" x="6419850" y="4705350"/>
          <p14:tracePt t="21730" x="6445250" y="4692650"/>
          <p14:tracePt t="21744" x="6451600" y="4692650"/>
          <p14:tracePt t="21761" x="6470650" y="4686300"/>
          <p14:tracePt t="21778" x="6483350" y="4673600"/>
          <p14:tracePt t="21811" x="6489700" y="4660900"/>
          <p14:tracePt t="21828" x="6496050" y="4654550"/>
          <p14:tracePt t="21863" x="6502400" y="4654550"/>
          <p14:tracePt t="21878" x="6502400" y="4648200"/>
          <p14:tracePt t="21897" x="6502400" y="4641850"/>
          <p14:tracePt t="21932" x="6502400" y="4635500"/>
          <p14:tracePt t="21939" x="6502400" y="4629150"/>
          <p14:tracePt t="21967" x="6502400" y="4616450"/>
          <p14:tracePt t="21988" x="6496050" y="4616450"/>
          <p14:tracePt t="22002" x="6496050" y="4610100"/>
          <p14:tracePt t="22010" x="6496050" y="4603750"/>
          <p14:tracePt t="22016" x="6496050" y="4597400"/>
          <p14:tracePt t="22030" x="6496050" y="4591050"/>
          <p14:tracePt t="22043" x="6489700" y="4584700"/>
          <p14:tracePt t="22060" x="6477000" y="4552950"/>
          <p14:tracePt t="22076" x="6477000" y="4527550"/>
          <p14:tracePt t="22094" x="6457950" y="4464050"/>
          <p14:tracePt t="22110" x="6438900" y="4394200"/>
          <p14:tracePt t="22127" x="6438900" y="4356100"/>
          <p14:tracePt t="22143" x="6426200" y="4260850"/>
          <p14:tracePt t="22160" x="6426200" y="4184650"/>
          <p14:tracePt t="22176" x="6413500" y="4127500"/>
          <p14:tracePt t="22193" x="6413500" y="4025900"/>
          <p14:tracePt t="22209" x="6413500" y="3975100"/>
          <p14:tracePt t="22212" x="6413500" y="3937000"/>
          <p14:tracePt t="22227" x="6407150" y="3879850"/>
          <p14:tracePt t="22243" x="6407150" y="3829050"/>
          <p14:tracePt t="22259" x="6407150" y="3740150"/>
          <p14:tracePt t="22276" x="6400800" y="3657600"/>
          <p14:tracePt t="22292" x="6394450" y="3600450"/>
          <p14:tracePt t="22309" x="6394450" y="3568700"/>
          <p14:tracePt t="22326" x="6375400" y="3511550"/>
          <p14:tracePt t="22342" x="6369050" y="3467100"/>
          <p14:tracePt t="22359" x="6362700" y="3448050"/>
          <p14:tracePt t="22375" x="6356350" y="3416300"/>
          <p14:tracePt t="22392" x="6350000" y="3397250"/>
          <p14:tracePt t="22409" x="6337300" y="3378200"/>
          <p14:tracePt t="22425" x="6330950" y="3371850"/>
          <p14:tracePt t="22442" x="6324600" y="3365500"/>
          <p14:tracePt t="22475" x="6311900" y="3359150"/>
          <p14:tracePt t="22492" x="6305550" y="3359150"/>
          <p14:tracePt t="22508" x="6299200" y="3352800"/>
          <p14:tracePt t="22525" x="6292850" y="3352800"/>
          <p14:tracePt t="22541" x="6286500" y="3352800"/>
          <p14:tracePt t="22574" x="6280150" y="3352800"/>
          <p14:tracePt t="22599" x="6273800" y="3352800"/>
          <p14:tracePt t="22634" x="6267450" y="3352800"/>
          <p14:tracePt t="22669" x="6261100" y="3352800"/>
          <p14:tracePt t="22697" x="6261100" y="3359150"/>
          <p14:tracePt t="22711" x="6254750" y="3359150"/>
          <p14:tracePt t="22746" x="6254750" y="3365500"/>
          <p14:tracePt t="22753" x="6254750" y="3371850"/>
          <p14:tracePt t="22775" x="6254750" y="3378200"/>
          <p14:tracePt t="22809" x="6261100" y="3384550"/>
          <p14:tracePt t="22831" x="6267450" y="3390900"/>
          <p14:tracePt t="22852" x="6267450" y="3397250"/>
          <p14:tracePt t="22859" x="6273800" y="3397250"/>
          <p14:tracePt t="22879" x="6280150" y="3397250"/>
          <p14:tracePt t="22894" x="6286500" y="3403600"/>
          <p14:tracePt t="22915" x="6292850" y="3409950"/>
          <p14:tracePt t="22922" x="6299200" y="3422650"/>
          <p14:tracePt t="22929" x="6311900" y="3429000"/>
          <p14:tracePt t="22943" x="6330950" y="3441700"/>
          <p14:tracePt t="22957" x="6343650" y="3460750"/>
          <p14:tracePt t="22973" x="6369050" y="3486150"/>
          <p14:tracePt t="22990" x="6388100" y="3498850"/>
          <p14:tracePt t="23006" x="6426200" y="3536950"/>
          <p14:tracePt t="23023" x="6464300" y="3562350"/>
          <p14:tracePt t="23040" x="6464300" y="3568700"/>
          <p14:tracePt t="23056" x="6496050" y="3594100"/>
          <p14:tracePt t="23073" x="6521450" y="3613150"/>
          <p14:tracePt t="23090" x="6540500" y="3632200"/>
          <p14:tracePt t="23106" x="6553200" y="3644900"/>
          <p14:tracePt t="23123" x="6559550" y="3657600"/>
          <p14:tracePt t="23140" x="6584950" y="3695700"/>
          <p14:tracePt t="23156" x="6584950" y="3708400"/>
          <p14:tracePt t="23173" x="6591300" y="3721100"/>
          <p14:tracePt t="23190" x="6597650" y="3746500"/>
          <p14:tracePt t="23206" x="6597650" y="3778250"/>
          <p14:tracePt t="23222" x="6597650" y="3810000"/>
          <p14:tracePt t="23225" x="6591300" y="3841750"/>
          <p14:tracePt t="23239" x="6572250" y="3879850"/>
          <p14:tracePt t="23256" x="6527800" y="3994150"/>
          <p14:tracePt t="23273" x="6457950" y="4121150"/>
          <p14:tracePt t="23289" x="6426200" y="4184650"/>
          <p14:tracePt t="23306" x="6350000" y="4311650"/>
          <p14:tracePt t="23323" x="6305550" y="4413250"/>
          <p14:tracePt t="23339" x="6292850" y="4445000"/>
          <p14:tracePt t="23355" x="6273800" y="4489450"/>
          <p14:tracePt t="23372" x="6267450" y="4514850"/>
          <p14:tracePt t="23388" x="6261100" y="4514850"/>
          <p14:tracePt t="23406" x="6261100" y="4521200"/>
          <p14:tracePt t="23462" x="6261100" y="4514850"/>
          <p14:tracePt t="23511" x="6261100" y="4508500"/>
          <p14:tracePt t="23546" x="6261100" y="4502150"/>
          <p14:tracePt t="23553" x="6261100" y="4495800"/>
          <p14:tracePt t="25190" x="6254750" y="4495800"/>
          <p14:tracePt t="25197" x="6248400" y="4495800"/>
          <p14:tracePt t="25225" x="6242050" y="4495800"/>
          <p14:tracePt t="25245" x="6235700" y="4495800"/>
          <p14:tracePt t="25267" x="6229350" y="4489450"/>
          <p14:tracePt t="25288" x="6223000" y="4489450"/>
          <p14:tracePt t="25309" x="6216650" y="4489450"/>
          <p14:tracePt t="25316" x="6216650" y="4483100"/>
          <p14:tracePt t="25330" x="6210300" y="4483100"/>
          <p14:tracePt t="25337" x="6203950" y="4483100"/>
          <p14:tracePt t="25358" x="6197600" y="4483100"/>
          <p14:tracePt t="25368" x="6191250" y="4483100"/>
          <p14:tracePt t="25382" x="6184900" y="4483100"/>
          <p14:tracePt t="25407" x="6178550" y="4483100"/>
          <p14:tracePt t="25421" x="6172200" y="4483100"/>
          <p14:tracePt t="25431" x="6165850" y="4483100"/>
          <p14:tracePt t="25448" x="6159500" y="4483100"/>
          <p14:tracePt t="25465" x="6146800" y="4476750"/>
          <p14:tracePt t="25481" x="6121400" y="4470400"/>
          <p14:tracePt t="25499" x="6083300" y="4451350"/>
          <p14:tracePt t="25514" x="6070600" y="4445000"/>
          <p14:tracePt t="25531" x="6038850" y="4419600"/>
          <p14:tracePt t="25548" x="6013450" y="4413250"/>
          <p14:tracePt t="25564" x="6007100" y="4406900"/>
          <p14:tracePt t="25582" x="5994400" y="4406900"/>
          <p14:tracePt t="26018" x="6000750" y="4413250"/>
          <p14:tracePt t="26039" x="6007100" y="4419600"/>
          <p14:tracePt t="26059" x="6013450" y="4419600"/>
          <p14:tracePt t="26067" x="6013450" y="4425950"/>
          <p14:tracePt t="26088" x="6019800" y="4432300"/>
          <p14:tracePt t="26109" x="6026150" y="4438650"/>
          <p14:tracePt t="26123" x="6032500" y="4438650"/>
          <p14:tracePt t="26133" x="6045200" y="4445000"/>
          <p14:tracePt t="26146" x="6051550" y="4457700"/>
          <p14:tracePt t="26162" x="6070600" y="4476750"/>
          <p14:tracePt t="26180" x="6096000" y="4495800"/>
          <p14:tracePt t="26195" x="6102350" y="4502150"/>
          <p14:tracePt t="26212" x="6121400" y="4514850"/>
          <p14:tracePt t="26229" x="6127750" y="4527550"/>
          <p14:tracePt t="26246" x="6127750" y="4533900"/>
          <p14:tracePt t="26279" x="6134100" y="4540250"/>
          <p14:tracePt t="26313" x="6134100" y="4546600"/>
          <p14:tracePt t="26347" x="6134100" y="4552950"/>
          <p14:tracePt t="26418" x="6127750" y="4546600"/>
          <p14:tracePt t="26432" x="6121400" y="4540250"/>
          <p14:tracePt t="26439" x="6121400" y="4533900"/>
          <p14:tracePt t="26460" x="6115050" y="4527550"/>
          <p14:tracePt t="26481" x="6115050" y="4521200"/>
          <p14:tracePt t="26488" x="6108700" y="4521200"/>
          <p14:tracePt t="26529" x="6102350" y="4514850"/>
          <p14:tracePt t="26551" x="6102350" y="4508500"/>
          <p14:tracePt t="26558" x="6102350" y="4502150"/>
          <p14:tracePt t="26572" x="6096000" y="4489450"/>
          <p14:tracePt t="26594" x="6089650" y="4476750"/>
          <p14:tracePt t="26600" x="6083300" y="4464050"/>
          <p14:tracePt t="26614" x="6076950" y="4445000"/>
          <p14:tracePt t="26628" x="6057900" y="4400550"/>
          <p14:tracePt t="26644" x="6051550" y="4375150"/>
          <p14:tracePt t="26661" x="6045200" y="4349750"/>
          <p14:tracePt t="26678" x="6038850" y="4318000"/>
          <p14:tracePt t="26694" x="6038850" y="4286250"/>
          <p14:tracePt t="26710" x="6038850" y="4279900"/>
          <p14:tracePt t="26727" x="6038850" y="4273550"/>
          <p14:tracePt t="26769" x="6038850" y="4279900"/>
          <p14:tracePt t="26782" x="6045200" y="4279900"/>
          <p14:tracePt t="26790" x="6045200" y="4286250"/>
          <p14:tracePt t="26804" x="6051550" y="4292600"/>
          <p14:tracePt t="26825" x="6051550" y="4298950"/>
          <p14:tracePt t="26832" x="6051550" y="4305300"/>
          <p14:tracePt t="26843" x="6057900" y="4311650"/>
          <p14:tracePt t="26860" x="6057900" y="4324350"/>
          <p14:tracePt t="26876" x="6064250" y="4330700"/>
          <p14:tracePt t="26893" x="6064250" y="4337050"/>
          <p14:tracePt t="26910" x="6070600" y="4362450"/>
          <p14:tracePt t="26926" x="6070600" y="4368800"/>
          <p14:tracePt t="26943" x="6070600" y="4375150"/>
          <p14:tracePt t="26959" x="6076950" y="4387850"/>
          <p14:tracePt t="26976" x="6076950" y="4394200"/>
          <p14:tracePt t="27009" x="6076950" y="4400550"/>
          <p14:tracePt t="27026" x="6070600" y="4400550"/>
          <p14:tracePt t="27045" x="6064250" y="4400550"/>
          <p14:tracePt t="27059" x="6057900" y="4400550"/>
          <p14:tracePt t="27075" x="6051550" y="4400550"/>
          <p14:tracePt t="27092" x="6045200" y="4394200"/>
          <p14:tracePt t="27112" x="6032500" y="4381500"/>
          <p14:tracePt t="27133" x="6026150" y="4375150"/>
          <p14:tracePt t="27142" x="6013450" y="4362450"/>
          <p14:tracePt t="27158" x="6007100" y="4349750"/>
          <p14:tracePt t="27177" x="5994400" y="4311650"/>
          <p14:tracePt t="27192" x="5988050" y="4286250"/>
          <p14:tracePt t="27209" x="5988050" y="4273550"/>
          <p14:tracePt t="27226" x="5988050" y="4267200"/>
          <p14:tracePt t="27242" x="5988050" y="4260850"/>
          <p14:tracePt t="27301" x="5988050" y="4267200"/>
          <p14:tracePt t="27330" x="5994400" y="4267200"/>
          <p14:tracePt t="27351" x="6000750" y="4267200"/>
          <p14:tracePt t="27372" x="6013450" y="4267200"/>
          <p14:tracePt t="27421" x="6019800" y="4273550"/>
          <p14:tracePt t="27442" x="6026150" y="4273550"/>
          <p14:tracePt t="27463" x="6026150" y="4279900"/>
          <p14:tracePt t="27470" x="6032500" y="4279900"/>
          <p14:tracePt t="27512" x="6032500" y="4286250"/>
          <p14:tracePt t="27534" x="6032500" y="4292600"/>
          <p14:tracePt t="27541" x="6032500" y="4298950"/>
          <p14:tracePt t="27562" x="6032500" y="4305300"/>
          <p14:tracePt t="27583" x="6032500" y="4311650"/>
          <p14:tracePt t="27597" x="6032500" y="4318000"/>
          <p14:tracePt t="27604" x="6032500" y="4324350"/>
          <p14:tracePt t="27625" x="6032500" y="4330700"/>
          <p14:tracePt t="27632" x="6032500" y="4337050"/>
          <p14:tracePt t="27646" x="6032500" y="4343400"/>
          <p14:tracePt t="27675" x="6032500" y="4349750"/>
          <p14:tracePt t="27681" x="6032500" y="4356100"/>
          <p14:tracePt t="27702" x="6026150" y="4362450"/>
          <p14:tracePt t="27724" x="6026150" y="4368800"/>
          <p14:tracePt t="27744" x="6019800" y="4375150"/>
          <p14:tracePt t="27786" x="6019800" y="4381500"/>
          <p14:tracePt t="27863" x="6013450" y="4381500"/>
          <p14:tracePt t="27877" x="6013450" y="4375150"/>
          <p14:tracePt t="27884" x="6013450" y="4368800"/>
          <p14:tracePt t="27892" x="6013450" y="4362450"/>
          <p14:tracePt t="27913" x="6013450" y="4349750"/>
          <p14:tracePt t="27926" x="6013450" y="4343400"/>
          <p14:tracePt t="27948" x="6013450" y="4330700"/>
          <p14:tracePt t="27956" x="6013450" y="4318000"/>
          <p14:tracePt t="27973" x="6013450" y="4305300"/>
          <p14:tracePt t="27990" x="6013450" y="4273550"/>
          <p14:tracePt t="28006" x="6026150" y="4248150"/>
          <p14:tracePt t="28022" x="6026150" y="4222750"/>
          <p14:tracePt t="28039" x="6038850" y="4197350"/>
          <p14:tracePt t="28056" x="6038850" y="4171950"/>
          <p14:tracePt t="28089" x="6045200" y="4159250"/>
          <p14:tracePt t="28125" x="6045200" y="4152900"/>
          <p14:tracePt t="28235" x="6045200" y="4159250"/>
          <p14:tracePt t="28264" x="6045200" y="4165600"/>
          <p14:tracePt t="28278" x="6038850" y="4165600"/>
          <p14:tracePt t="28299" x="6038850" y="4171950"/>
          <p14:tracePt t="28306" x="6038850" y="4178300"/>
          <p14:tracePt t="28312" x="6032500" y="4184650"/>
          <p14:tracePt t="28327" x="6032500" y="4197350"/>
          <p14:tracePt t="28338" x="6026150" y="4216400"/>
          <p14:tracePt t="28355" x="6019800" y="4273550"/>
          <p14:tracePt t="28371" x="6000750" y="4318000"/>
          <p14:tracePt t="28388" x="5975350" y="4413250"/>
          <p14:tracePt t="28405" x="5949950" y="4514850"/>
          <p14:tracePt t="28421" x="5943600" y="4552950"/>
          <p14:tracePt t="28438" x="5930900" y="4597400"/>
          <p14:tracePt t="28454" x="5918200" y="4667250"/>
          <p14:tracePt t="28471" x="5911850" y="4679950"/>
          <p14:tracePt t="28488" x="5911850" y="4692650"/>
          <p14:tracePt t="28504" x="5911850" y="4699000"/>
          <p14:tracePt t="28607" x="5905500" y="4699000"/>
          <p14:tracePt t="28726" x="5911850" y="4692650"/>
          <p14:tracePt t="28734" x="5911850" y="4686300"/>
          <p14:tracePt t="28755" x="5918200" y="4686300"/>
          <p14:tracePt t="28776" x="5918200" y="4673600"/>
          <p14:tracePt t="28804" x="5924550" y="4667250"/>
          <p14:tracePt t="28825" x="5924550" y="4654550"/>
          <p14:tracePt t="28860" x="5930900" y="4648200"/>
          <p14:tracePt t="28867" x="5930900" y="4641850"/>
          <p14:tracePt t="28874" x="5930900" y="4635500"/>
          <p14:tracePt t="28889" x="5930900" y="4622800"/>
          <p14:tracePt t="28903" x="5943600" y="4603750"/>
          <p14:tracePt t="28919" x="5956300" y="4559300"/>
          <p14:tracePt t="28936" x="5956300" y="4546600"/>
          <p14:tracePt t="28952" x="5969000" y="4489450"/>
          <p14:tracePt t="28969" x="5975350" y="4432300"/>
          <p14:tracePt t="28988" x="5981700" y="4387850"/>
          <p14:tracePt t="29003" x="5988050" y="4368800"/>
          <p14:tracePt t="29019" x="5988050" y="4337050"/>
          <p14:tracePt t="29036" x="5988050" y="4324350"/>
          <p14:tracePt t="29052" x="5988050" y="4311650"/>
          <p14:tracePt t="29085" x="5988050" y="4305300"/>
          <p14:tracePt t="29106" x="5988050" y="4298950"/>
          <p14:tracePt t="29141" x="5988050" y="4292600"/>
          <p14:tracePt t="29260" x="5988050" y="4286250"/>
          <p14:tracePt t="29429" x="5988050" y="4292600"/>
          <p14:tracePt t="29450" x="5988050" y="4298950"/>
          <p14:tracePt t="29470" x="5988050" y="4305300"/>
          <p14:tracePt t="29491" x="5988050" y="4311650"/>
          <p14:tracePt t="29499" x="5988050" y="4318000"/>
          <p14:tracePt t="29527" x="5988050" y="4324350"/>
          <p14:tracePt t="29548" x="5988050" y="4330700"/>
          <p14:tracePt t="29562" x="5988050" y="4337050"/>
          <p14:tracePt t="29576" x="5988050" y="4343400"/>
          <p14:tracePt t="29618" x="5988050" y="4349750"/>
          <p14:tracePt t="29639" x="5988050" y="4356100"/>
          <p14:tracePt t="29646" x="5988050" y="4362450"/>
          <p14:tracePt t="29668" x="5988050" y="4368800"/>
          <p14:tracePt t="29688" x="5988050" y="4375150"/>
          <p14:tracePt t="29709" x="5988050" y="4381500"/>
          <p14:tracePt t="29730" x="5988050" y="4387850"/>
          <p14:tracePt t="29773" x="5981700" y="4394200"/>
          <p14:tracePt t="29779" x="5975350" y="4394200"/>
          <p14:tracePt t="29786" x="5962650" y="4394200"/>
          <p14:tracePt t="29802" x="5943600" y="4394200"/>
          <p14:tracePt t="29816" x="5924550" y="4394200"/>
          <p14:tracePt t="29832" x="5842000" y="4387850"/>
          <p14:tracePt t="29850" x="5702300" y="4368800"/>
          <p14:tracePt t="29866" x="5607050" y="4356100"/>
          <p14:tracePt t="29883" x="5391150" y="4343400"/>
          <p14:tracePt t="29899" x="5118100" y="4337050"/>
          <p14:tracePt t="29916" x="4959350" y="4324350"/>
          <p14:tracePt t="29933" x="4800600" y="4324350"/>
          <p14:tracePt t="29949" x="4425950" y="4330700"/>
          <p14:tracePt t="29966" x="4241800" y="4343400"/>
          <p14:tracePt t="29984" x="3829050" y="4343400"/>
          <p14:tracePt t="29999" x="3752850" y="4337050"/>
          <p14:tracePt t="30015" x="3638550" y="4337050"/>
          <p14:tracePt t="30034" x="3562350" y="4356100"/>
          <p14:tracePt t="30049" x="3505200" y="4356100"/>
          <p14:tracePt t="30494" x="3467100" y="4349750"/>
          <p14:tracePt t="30500" x="3409950" y="4324350"/>
          <p14:tracePt t="30516" x="3340100" y="4292600"/>
          <p14:tracePt t="30530" x="3175000" y="4241800"/>
          <p14:tracePt t="30547" x="3079750" y="4210050"/>
          <p14:tracePt t="30564" x="2933700" y="4152900"/>
          <p14:tracePt t="30580" x="2876550" y="4121150"/>
          <p14:tracePt t="30597" x="2787650" y="4089400"/>
          <p14:tracePt t="30614" x="2717800" y="4076700"/>
          <p14:tracePt t="30630" x="2692400" y="4064000"/>
          <p14:tracePt t="30647" x="2654300" y="4057650"/>
          <p14:tracePt t="30663" x="2628900" y="4051300"/>
          <p14:tracePt t="30680" x="2616200" y="4051300"/>
          <p14:tracePt t="30697" x="2609850" y="4057650"/>
          <p14:tracePt t="30713" x="2609850" y="4070350"/>
          <p14:tracePt t="30730" x="2609850" y="4076700"/>
          <p14:tracePt t="30746" x="2622550" y="4083050"/>
          <p14:tracePt t="30764" x="2641600" y="4089400"/>
          <p14:tracePt t="30780" x="2654300" y="4089400"/>
          <p14:tracePt t="30796" x="2679700" y="4102100"/>
          <p14:tracePt t="30813" x="2724150" y="4114800"/>
          <p14:tracePt t="30829" x="2768600" y="4133850"/>
          <p14:tracePt t="30833" x="2851150" y="4152900"/>
          <p14:tracePt t="30846" x="2952750" y="4171950"/>
          <p14:tracePt t="30863" x="3079750" y="4191000"/>
          <p14:tracePt t="30880" x="3702050" y="4311650"/>
          <p14:tracePt t="30896" x="3930650" y="4356100"/>
          <p14:tracePt t="30912" x="4178300" y="4400550"/>
          <p14:tracePt t="30929" x="4705350" y="4508500"/>
          <p14:tracePt t="30945" x="5162550" y="4591050"/>
          <p14:tracePt t="30963" x="5518150" y="4679950"/>
          <p14:tracePt t="30979" x="5632450" y="4699000"/>
          <p14:tracePt t="30995" x="5842000" y="4743450"/>
          <p14:tracePt t="31013" x="5975350" y="4762500"/>
          <p14:tracePt t="31029" x="6026150" y="4762500"/>
          <p14:tracePt t="31046" x="6083300" y="4762500"/>
          <p14:tracePt t="31062" x="6115050" y="4749800"/>
          <p14:tracePt t="31079" x="6121400" y="4749800"/>
          <p14:tracePt t="31095" x="6140450" y="4743450"/>
          <p14:tracePt t="31112" x="6146800" y="4743450"/>
          <p14:tracePt t="31230" x="6146800" y="4737100"/>
          <p14:tracePt t="31321" x="6140450" y="4737100"/>
          <p14:tracePt t="31335" x="6134100" y="4737100"/>
          <p14:tracePt t="31343" x="6127750" y="4730750"/>
          <p14:tracePt t="31356" x="6121400" y="4730750"/>
          <p14:tracePt t="31391" x="6115050" y="4724400"/>
          <p14:tracePt t="31412" x="6108700" y="4718050"/>
          <p14:tracePt t="31433" x="6102350" y="4718050"/>
          <p14:tracePt t="31441" x="6102350" y="4711700"/>
          <p14:tracePt t="31476" x="6096000" y="4711700"/>
          <p14:tracePt t="31504" x="6089650" y="4711700"/>
          <p14:tracePt t="31512" x="6083300" y="4705350"/>
          <p14:tracePt t="31532" x="6083300" y="4699000"/>
          <p14:tracePt t="31553" x="6083300" y="4692650"/>
          <p14:tracePt t="31574" x="6076950" y="4692650"/>
          <p14:tracePt t="31581" x="6076950" y="4686300"/>
          <p14:tracePt t="31602" x="6070600" y="4679950"/>
          <p14:tracePt t="31623" x="6064250" y="4679950"/>
          <p14:tracePt t="31651" x="6057900" y="4679950"/>
          <p14:tracePt t="31673" x="6057900" y="4673600"/>
          <p14:tracePt t="31694" x="6051550" y="4673600"/>
          <p14:tracePt t="31708" x="6045200" y="4667250"/>
          <p14:tracePt t="31742" x="6038850" y="4660900"/>
          <p14:tracePt t="31785" x="6032500" y="4654550"/>
          <p14:tracePt t="31792" x="6026150" y="4654550"/>
          <p14:tracePt t="31813" x="6019800" y="4648200"/>
          <p14:tracePt t="31827" x="6013450" y="4648200"/>
          <p14:tracePt t="31834" x="6007100" y="4648200"/>
          <p14:tracePt t="31862" x="6000750" y="4641850"/>
          <p14:tracePt t="31877" x="5994400" y="4641850"/>
          <p14:tracePt t="31883" x="5988050" y="4641850"/>
          <p14:tracePt t="31897" x="5981700" y="4641850"/>
          <p14:tracePt t="31909" x="5975350" y="4641850"/>
          <p14:tracePt t="31928" x="5969000" y="4641850"/>
          <p14:tracePt t="31942" x="5962650" y="4641850"/>
          <p14:tracePt t="31959" x="5943600" y="4635500"/>
          <p14:tracePt t="31976" x="5918200" y="4622800"/>
          <p14:tracePt t="31992" x="5905500" y="4616450"/>
          <p14:tracePt t="32010" x="5886450" y="4610100"/>
          <p14:tracePt t="32025" x="5880100" y="4610100"/>
          <p14:tracePt t="32042" x="5880100" y="4603750"/>
          <p14:tracePt t="32075" x="5886450" y="4603750"/>
          <p14:tracePt t="32095" x="5892800" y="4603750"/>
          <p14:tracePt t="32136" x="5899150" y="4603750"/>
          <p14:tracePt t="32164" x="5905500" y="4603750"/>
          <p14:tracePt t="32199" x="5911850" y="4597400"/>
          <p14:tracePt t="32213" x="5918200" y="4591050"/>
          <p14:tracePt t="32234" x="5924550" y="4584700"/>
          <p14:tracePt t="32248" x="5930900" y="4578350"/>
          <p14:tracePt t="32255" x="5937250" y="4578350"/>
          <p14:tracePt t="32269" x="5949950" y="4559300"/>
          <p14:tracePt t="32277" x="5956300" y="4546600"/>
          <p14:tracePt t="32291" x="5969000" y="4514850"/>
          <p14:tracePt t="32307" x="6000750" y="4464050"/>
          <p14:tracePt t="32325" x="6026150" y="4406900"/>
          <p14:tracePt t="32341" x="6045200" y="4387850"/>
          <p14:tracePt t="32357" x="6057900" y="4356100"/>
          <p14:tracePt t="32375" x="6076950" y="4337050"/>
          <p14:tracePt t="32391" x="6083300" y="4324350"/>
          <p14:tracePt t="32424" x="6083300" y="4311650"/>
          <p14:tracePt t="32494" x="6083300" y="4318000"/>
          <p14:tracePt t="32515" x="6083300" y="4324350"/>
          <p14:tracePt t="32536" x="6089650" y="4330700"/>
          <p14:tracePt t="32571" x="6089650" y="4337050"/>
          <p14:tracePt t="33171" x="6083300" y="4337050"/>
          <p14:tracePt t="33178" x="6070600" y="4343400"/>
          <p14:tracePt t="33188" x="6045200" y="4349750"/>
          <p14:tracePt t="33204" x="6026150" y="4362450"/>
          <p14:tracePt t="33221" x="5975350" y="4368800"/>
          <p14:tracePt t="33238" x="5943600" y="4381500"/>
          <p14:tracePt t="33254" x="5886450" y="4394200"/>
          <p14:tracePt t="33270" x="5829300" y="4419600"/>
          <p14:tracePt t="33288" x="5797550" y="4419600"/>
          <p14:tracePt t="33305" x="5727700" y="4425950"/>
          <p14:tracePt t="33322" x="5702300" y="4445000"/>
          <p14:tracePt t="33337" x="5632450" y="4457700"/>
          <p14:tracePt t="33355" x="5588000" y="4464050"/>
          <p14:tracePt t="33371" x="5518150" y="4489450"/>
          <p14:tracePt t="33387" x="5505450" y="4502150"/>
          <p14:tracePt t="33404" x="5480050" y="4508500"/>
          <p14:tracePt t="33420" x="5467350" y="4514850"/>
          <p14:tracePt t="33437" x="5467350" y="4521200"/>
          <p14:tracePt t="33488" x="5473700" y="4521200"/>
          <p14:tracePt t="33522" x="5480050" y="4514850"/>
          <p14:tracePt t="33537" x="5486400" y="4514850"/>
          <p14:tracePt t="33558" x="5492750" y="4514850"/>
          <p14:tracePt t="34660" x="5499100" y="4514850"/>
          <p14:tracePt t="34674" x="5505450" y="4514850"/>
          <p14:tracePt t="34681" x="5524500" y="4514850"/>
          <p14:tracePt t="34696" x="5537200" y="4514850"/>
          <p14:tracePt t="34702" x="5543550" y="4514850"/>
          <p14:tracePt t="34716" x="5556250" y="4514850"/>
          <p14:tracePt t="34733" x="5619750" y="4527550"/>
          <p14:tracePt t="34749" x="5645150" y="4527550"/>
          <p14:tracePt t="34766" x="5708650" y="4552950"/>
          <p14:tracePt t="34782" x="5746750" y="4552950"/>
          <p14:tracePt t="34799" x="5784850" y="4559300"/>
          <p14:tracePt t="34816" x="5854700" y="4565650"/>
          <p14:tracePt t="34832" x="5899150" y="4578350"/>
          <p14:tracePt t="34849" x="5962650" y="4584700"/>
          <p14:tracePt t="34865" x="6007100" y="4591050"/>
          <p14:tracePt t="34882" x="6045200" y="4591050"/>
          <p14:tracePt t="34899" x="6115050" y="4591050"/>
          <p14:tracePt t="34915" x="6178550" y="4591050"/>
          <p14:tracePt t="34932" x="6210300" y="4591050"/>
          <p14:tracePt t="34949" x="6261100" y="4584700"/>
          <p14:tracePt t="34965" x="6292850" y="4578350"/>
          <p14:tracePt t="34982" x="6311900" y="4578350"/>
          <p14:tracePt t="34998" x="6343650" y="4572000"/>
          <p14:tracePt t="35015" x="6362700" y="4565650"/>
          <p14:tracePt t="35033" x="6394450" y="4565650"/>
          <p14:tracePt t="35048" x="6407150" y="4559300"/>
          <p14:tracePt t="35065" x="6432550" y="4559300"/>
          <p14:tracePt t="35082" x="6464300" y="4559300"/>
          <p14:tracePt t="35098" x="6477000" y="4559300"/>
          <p14:tracePt t="35115" x="6496050" y="4559300"/>
          <p14:tracePt t="35132" x="6565900" y="4552950"/>
          <p14:tracePt t="35148" x="6597650" y="4546600"/>
          <p14:tracePt t="35164" x="6623050" y="4546600"/>
          <p14:tracePt t="35181" x="6680200" y="4546600"/>
          <p14:tracePt t="35198" x="6750050" y="4533900"/>
          <p14:tracePt t="35215" x="6800850" y="4533900"/>
          <p14:tracePt t="35231" x="6826250" y="4533900"/>
          <p14:tracePt t="35247" x="6877050" y="4533900"/>
          <p14:tracePt t="35265" x="6915150" y="4546600"/>
          <p14:tracePt t="35281" x="6940550" y="4546600"/>
          <p14:tracePt t="35297" x="6965950" y="4552950"/>
          <p14:tracePt t="35314" x="6978650" y="4552950"/>
          <p14:tracePt t="35331" x="6985000" y="4552950"/>
          <p14:tracePt t="35363" x="6985000" y="4546600"/>
          <p14:tracePt t="35380" x="6985000" y="4540250"/>
          <p14:tracePt t="36840" x="6972300" y="4533900"/>
          <p14:tracePt t="36847" x="6946900" y="4533900"/>
          <p14:tracePt t="36862" x="6934200" y="4527550"/>
          <p14:tracePt t="36876" x="6908800" y="4521200"/>
          <p14:tracePt t="36892" x="6889750" y="4514850"/>
          <p14:tracePt t="36908" x="6870700" y="4508500"/>
          <p14:tracePt t="36926" x="6819900" y="4502150"/>
          <p14:tracePt t="36942" x="6769100" y="4483100"/>
          <p14:tracePt t="36959" x="6743700" y="4483100"/>
          <p14:tracePt t="36975" x="6680200" y="4470400"/>
          <p14:tracePt t="36991" x="6610350" y="4445000"/>
          <p14:tracePt t="37009" x="6527800" y="4432300"/>
          <p14:tracePt t="37025" x="6496050" y="4425950"/>
          <p14:tracePt t="37041" x="6451600" y="4425950"/>
          <p14:tracePt t="37058" x="6419850" y="4413250"/>
          <p14:tracePt t="37074" x="6407150" y="4413250"/>
          <p14:tracePt t="37091" x="6400800" y="4413250"/>
          <p14:tracePt t="37177" x="6413500" y="4413250"/>
          <p14:tracePt t="37198" x="6419850" y="4419600"/>
          <p14:tracePt t="37212" x="6426200" y="4419600"/>
          <p14:tracePt t="37219" x="6432550" y="4419600"/>
          <p14:tracePt t="37227" x="6432550" y="4425950"/>
          <p14:tracePt t="37241" x="6438900" y="4425950"/>
          <p14:tracePt t="37268" x="6445250" y="4425950"/>
          <p14:tracePt t="37296" x="6451600" y="4432300"/>
          <p14:tracePt t="37317" x="6457950" y="4432300"/>
          <p14:tracePt t="37331" x="6464300" y="4438650"/>
          <p14:tracePt t="37338" x="6470650" y="4438650"/>
          <p14:tracePt t="37352" x="6477000" y="4445000"/>
          <p14:tracePt t="37360" x="6483350" y="4445000"/>
          <p14:tracePt t="37373" x="6508750" y="4451350"/>
          <p14:tracePt t="37390" x="6546850" y="4457700"/>
          <p14:tracePt t="37406" x="6578600" y="4464050"/>
          <p14:tracePt t="37423" x="6642100" y="4464050"/>
          <p14:tracePt t="37440" x="6737350" y="4470400"/>
          <p14:tracePt t="37458" x="6826250" y="4470400"/>
          <p14:tracePt t="37473" x="6877050" y="4470400"/>
          <p14:tracePt t="37490" x="6934200" y="4470400"/>
          <p14:tracePt t="37507" x="7073900" y="4470400"/>
          <p14:tracePt t="37523" x="7124700" y="4470400"/>
          <p14:tracePt t="37539" x="7156450" y="4470400"/>
          <p14:tracePt t="37556" x="7219950" y="4470400"/>
          <p14:tracePt t="37573" x="7270750" y="4470400"/>
          <p14:tracePt t="37590" x="7283450" y="4470400"/>
          <p14:tracePt t="37606" x="7308850" y="4470400"/>
          <p14:tracePt t="37622" x="7327900" y="4470400"/>
          <p14:tracePt t="37641" x="7340600" y="4470400"/>
          <p14:tracePt t="37656" x="7353300" y="4470400"/>
          <p14:tracePt t="37673" x="7366000" y="4470400"/>
          <p14:tracePt t="37690" x="7372350" y="4470400"/>
          <p14:tracePt t="37722" x="7385050" y="4470400"/>
          <p14:tracePt t="37740" x="7397750" y="4470400"/>
          <p14:tracePt t="37755" x="7397750" y="4476750"/>
          <p14:tracePt t="37775" x="7404100" y="4476750"/>
          <p14:tracePt t="37789" x="7416800" y="4476750"/>
          <p14:tracePt t="37823" x="7435850" y="4476750"/>
          <p14:tracePt t="37838" x="7448550" y="4476750"/>
          <p14:tracePt t="37855" x="7467600" y="4476750"/>
          <p14:tracePt t="37872" x="7480300" y="4476750"/>
          <p14:tracePt t="38491" x="7467600" y="4476750"/>
          <p14:tracePt t="38505" x="7454900" y="4476750"/>
          <p14:tracePt t="38512" x="7435850" y="4476750"/>
          <p14:tracePt t="38522" x="7410450" y="4476750"/>
          <p14:tracePt t="38535" x="7391400" y="4476750"/>
          <p14:tracePt t="38553" x="7366000" y="4476750"/>
          <p14:tracePt t="38569" x="7283450" y="4470400"/>
          <p14:tracePt t="38586" x="7181850" y="4457700"/>
          <p14:tracePt t="38603" x="7042150" y="4457700"/>
          <p14:tracePt t="38619" x="6883400" y="4470400"/>
          <p14:tracePt t="38637" x="6743700" y="4483100"/>
          <p14:tracePt t="38652" x="6680200" y="4483100"/>
          <p14:tracePt t="38669" x="6635750" y="4489450"/>
          <p14:tracePt t="38686" x="6559550" y="4489450"/>
          <p14:tracePt t="38702" x="6553200" y="4489450"/>
          <p14:tracePt t="38718" x="6540500" y="4489450"/>
          <p14:tracePt t="38960" x="6527800" y="4489450"/>
          <p14:tracePt t="38966" x="6521450" y="4489450"/>
          <p14:tracePt t="38988" x="6508750" y="4483100"/>
          <p14:tracePt t="39008" x="6502400" y="4483100"/>
          <p14:tracePt t="39023" x="6489700" y="4483100"/>
          <p14:tracePt t="39030" x="6470650" y="4483100"/>
          <p14:tracePt t="39037" x="6451600" y="4483100"/>
          <p14:tracePt t="39054" x="6413500" y="4483100"/>
          <p14:tracePt t="39067" x="6369050" y="4483100"/>
          <p14:tracePt t="39084" x="6242050" y="4489450"/>
          <p14:tracePt t="39101" x="6089650" y="4489450"/>
          <p14:tracePt t="39117" x="6013450" y="4489450"/>
          <p14:tracePt t="39135" x="5829300" y="4508500"/>
          <p14:tracePt t="39150" x="5651500" y="4514850"/>
          <p14:tracePt t="39167" x="5575300" y="4514850"/>
          <p14:tracePt t="39184" x="5448300" y="4502150"/>
          <p14:tracePt t="39200" x="5353050" y="4495800"/>
          <p14:tracePt t="39217" x="5327650" y="4495800"/>
          <p14:tracePt t="39234" x="5289550" y="4495800"/>
          <p14:tracePt t="39250" x="5283200" y="4495800"/>
          <p14:tracePt t="39283" x="5276850" y="4495800"/>
          <p14:tracePt t="39374" x="5270500" y="4495800"/>
          <p14:tracePt t="39472" x="5276850" y="4502150"/>
          <p14:tracePt t="39501" x="5283200" y="4502150"/>
          <p14:tracePt t="39528" x="5295900" y="4502150"/>
          <p14:tracePt t="39542" x="5302250" y="4502150"/>
          <p14:tracePt t="39550" x="5321300" y="4502150"/>
          <p14:tracePt t="39563" x="5353050" y="4508500"/>
          <p14:tracePt t="39570" x="5391150" y="4514850"/>
          <p14:tracePt t="39585" x="5454650" y="4527550"/>
          <p14:tracePt t="39599" x="5638800" y="4546600"/>
          <p14:tracePt t="39616" x="5765800" y="4565650"/>
          <p14:tracePt t="39633" x="5892800" y="4591050"/>
          <p14:tracePt t="39649" x="6146800" y="4622800"/>
          <p14:tracePt t="39665" x="6400800" y="4660900"/>
          <p14:tracePt t="39683" x="6597650" y="4705350"/>
          <p14:tracePt t="39699" x="6661150" y="4711700"/>
          <p14:tracePt t="39716" x="6781800" y="4730750"/>
          <p14:tracePt t="39732" x="6832600" y="4743450"/>
          <p14:tracePt t="39749" x="6845300" y="4743450"/>
          <p14:tracePt t="39765" x="6851650" y="4743450"/>
          <p14:tracePt t="39782" x="6858000" y="4743450"/>
          <p14:tracePt t="39900" x="6858000" y="4737100"/>
          <p14:tracePt t="39921" x="6858000" y="4730750"/>
          <p14:tracePt t="39928" x="6851650" y="4724400"/>
          <p14:tracePt t="40456" x="6851650" y="4711700"/>
          <p14:tracePt t="40464" x="6870700" y="4692650"/>
          <p14:tracePt t="40470" x="6883400" y="4667250"/>
          <p14:tracePt t="40485" x="6902450" y="4648200"/>
          <p14:tracePt t="40496" x="6915150" y="4629150"/>
          <p14:tracePt t="40513" x="6940550" y="4603750"/>
          <p14:tracePt t="40529" x="6953250" y="4591050"/>
          <p14:tracePt t="40546" x="6985000" y="4565650"/>
          <p14:tracePt t="40563" x="7010400" y="4546600"/>
          <p14:tracePt t="40579" x="7016750" y="4540250"/>
          <p14:tracePt t="40596" x="7016750" y="4533900"/>
          <p14:tracePt t="40612" x="7029450" y="4521200"/>
          <p14:tracePt t="40646" x="7035800" y="4521200"/>
          <p14:tracePt t="40663" x="7042150" y="4521200"/>
          <p14:tracePt t="40696" x="7048500" y="4521200"/>
          <p14:tracePt t="40794" x="7048500" y="4514850"/>
          <p14:tracePt t="40807" x="7048500" y="4508500"/>
          <p14:tracePt t="41147" x="7042150" y="4508500"/>
          <p14:tracePt t="41175" x="7016750" y="4508500"/>
          <p14:tracePt t="41189" x="7010400" y="4508500"/>
          <p14:tracePt t="41197" x="6997700" y="4508500"/>
          <p14:tracePt t="41216" x="6991350" y="4502150"/>
          <p14:tracePt t="41226" x="6985000" y="4495800"/>
          <p14:tracePt t="41246" x="6978650" y="4483100"/>
          <p14:tracePt t="41261" x="6965950" y="4483100"/>
          <p14:tracePt t="41277" x="6946900" y="4470400"/>
          <p14:tracePt t="41294" x="6921500" y="4464050"/>
          <p14:tracePt t="41310" x="6908800" y="4457700"/>
          <p14:tracePt t="41326" x="6896100" y="4451350"/>
          <p14:tracePt t="41344" x="6845300" y="4432300"/>
          <p14:tracePt t="41360" x="6819900" y="4425950"/>
          <p14:tracePt t="41376" x="6788150" y="4419600"/>
          <p14:tracePt t="41394" x="6692900" y="4381500"/>
          <p14:tracePt t="41410" x="6578600" y="4337050"/>
          <p14:tracePt t="41426" x="6527800" y="4318000"/>
          <p14:tracePt t="41442" x="6400800" y="4267200"/>
          <p14:tracePt t="41459" x="6350000" y="4254500"/>
          <p14:tracePt t="41477" x="6261100" y="4197350"/>
          <p14:tracePt t="41494" x="6229350" y="4184650"/>
          <p14:tracePt t="41497" x="6203950" y="4178300"/>
          <p14:tracePt t="41509" x="6184900" y="4165600"/>
          <p14:tracePt t="41526" x="6165850" y="4159250"/>
          <p14:tracePt t="41542" x="6159500" y="4159250"/>
          <p14:tracePt t="41559" x="6153150" y="4159250"/>
          <p14:tracePt t="41592" x="6146800" y="4159250"/>
          <p14:tracePt t="41612" x="6146800" y="4165600"/>
          <p14:tracePt t="41625" x="6140450" y="4165600"/>
          <p14:tracePt t="41642" x="6140450" y="4178300"/>
          <p14:tracePt t="41659" x="6134100" y="4184650"/>
          <p14:tracePt t="41675" x="6127750" y="4197350"/>
          <p14:tracePt t="41692" x="6108700" y="4203700"/>
          <p14:tracePt t="41709" x="6096000" y="4222750"/>
          <p14:tracePt t="41725" x="6070600" y="4241800"/>
          <p14:tracePt t="41742" x="6019800" y="4279900"/>
          <p14:tracePt t="41758" x="5962650" y="4330700"/>
          <p14:tracePt t="41775" x="5930900" y="4368800"/>
          <p14:tracePt t="41792" x="5861050" y="4438650"/>
          <p14:tracePt t="41808" x="5803900" y="4495800"/>
          <p14:tracePt t="41825" x="5791200" y="4514850"/>
          <p14:tracePt t="41842" x="5753100" y="4559300"/>
          <p14:tracePt t="41858" x="5734050" y="4591050"/>
          <p14:tracePt t="41875" x="5727700" y="4610100"/>
          <p14:tracePt t="41891" x="5715000" y="4629150"/>
          <p14:tracePt t="41908" x="5708650" y="4654550"/>
          <p14:tracePt t="41924" x="5708650" y="4660900"/>
          <p14:tracePt t="41941" x="5708650" y="4667250"/>
          <p14:tracePt t="41975" x="5702300" y="4673600"/>
          <p14:tracePt t="41989" x="5689600" y="4679950"/>
          <p14:tracePt t="42429" x="5695950" y="4679950"/>
          <p14:tracePt t="42436" x="5715000" y="4673600"/>
          <p14:tracePt t="42450" x="5740400" y="4660900"/>
          <p14:tracePt t="42459" x="5759450" y="4654550"/>
          <p14:tracePt t="42472" x="5778500" y="4648200"/>
          <p14:tracePt t="42489" x="5803900" y="4635500"/>
          <p14:tracePt t="42507" x="5854700" y="4616450"/>
          <p14:tracePt t="42522" x="5880100" y="4610100"/>
          <p14:tracePt t="42539" x="5892800" y="4603750"/>
          <p14:tracePt t="42542" x="5911850" y="4584700"/>
          <p14:tracePt t="42556" x="5930900" y="4584700"/>
          <p14:tracePt t="42572" x="5962650" y="4578350"/>
          <p14:tracePt t="42589" x="5975350" y="4572000"/>
          <p14:tracePt t="42605" x="5988050" y="4565650"/>
          <p14:tracePt t="42621" x="5994400" y="4565650"/>
          <p14:tracePt t="42641" x="6000750" y="4565650"/>
          <p14:tracePt t="42660" x="6007100" y="4559300"/>
          <p14:tracePt t="42710" x="6013450" y="4559300"/>
          <p14:tracePt t="42927" x="6032500" y="4559300"/>
          <p14:tracePt t="42941" x="6076950" y="4546600"/>
          <p14:tracePt t="42948" x="6127750" y="4540250"/>
          <p14:tracePt t="42962" x="6191250" y="4533900"/>
          <p14:tracePt t="42971" x="6248400" y="4521200"/>
          <p14:tracePt t="42987" x="6299200" y="4502150"/>
          <p14:tracePt t="43004" x="6419850" y="4483100"/>
          <p14:tracePt t="43021" x="6527800" y="4476750"/>
          <p14:tracePt t="43037" x="6578600" y="4470400"/>
          <p14:tracePt t="43041" x="6616700" y="4470400"/>
          <p14:tracePt t="43056" x="6673850" y="4457700"/>
          <p14:tracePt t="43070" x="6737350" y="4457700"/>
          <p14:tracePt t="43087" x="6769100" y="4457700"/>
          <p14:tracePt t="43104" x="6826250" y="4457700"/>
          <p14:tracePt t="43120" x="6845300" y="4457700"/>
          <p14:tracePt t="43137" x="6940550" y="4470400"/>
          <p14:tracePt t="43154" x="6972300" y="4470400"/>
          <p14:tracePt t="43170" x="7010400" y="4476750"/>
          <p14:tracePt t="43187" x="7156450" y="4495800"/>
          <p14:tracePt t="43203" x="7207250" y="4502150"/>
          <p14:tracePt t="43220" x="7264400" y="4521200"/>
          <p14:tracePt t="43237" x="7346950" y="4527550"/>
          <p14:tracePt t="43253" x="7397750" y="4533900"/>
          <p14:tracePt t="43270" x="7416800" y="4540250"/>
          <p14:tracePt t="43286" x="7442200" y="4552950"/>
          <p14:tracePt t="43303" x="7461250" y="4565650"/>
          <p14:tracePt t="43320" x="7467600" y="4578350"/>
          <p14:tracePt t="43336" x="7473950" y="4578350"/>
          <p14:tracePt t="43353" x="7473950" y="4584700"/>
          <p14:tracePt t="43370" x="7473950" y="4591050"/>
          <p14:tracePt t="43386" x="7480300" y="4591050"/>
          <p14:tracePt t="43403" x="7480300" y="4597400"/>
          <p14:tracePt t="46888" x="7467600" y="4597400"/>
          <p14:tracePt t="46902" x="7448550" y="4597400"/>
          <p14:tracePt t="46910" x="7435850" y="4597400"/>
          <p14:tracePt t="46924" x="7423150" y="4591050"/>
          <p14:tracePt t="46941" x="7397750" y="4591050"/>
          <p14:tracePt t="46957" x="7385050" y="4591050"/>
          <p14:tracePt t="46974" x="7340600" y="4584700"/>
          <p14:tracePt t="46991" x="7289800" y="4584700"/>
          <p14:tracePt t="47007" x="7264400" y="4584700"/>
          <p14:tracePt t="47024" x="7175500" y="4584700"/>
          <p14:tracePt t="47040" x="7124700" y="4584700"/>
          <p14:tracePt t="47057" x="6991350" y="4584700"/>
          <p14:tracePt t="47073" x="6813550" y="4584700"/>
          <p14:tracePt t="47091" x="6686550" y="4584700"/>
          <p14:tracePt t="47094" x="6578600" y="4584700"/>
          <p14:tracePt t="47107" x="6451600" y="4584700"/>
          <p14:tracePt t="47123" x="6184900" y="4584700"/>
          <p14:tracePt t="47141" x="6026150" y="4572000"/>
          <p14:tracePt t="47156" x="5759450" y="4591050"/>
          <p14:tracePt t="47173" x="5473700" y="4610100"/>
          <p14:tracePt t="47190" x="5308600" y="4622800"/>
          <p14:tracePt t="47206" x="4984750" y="4679950"/>
          <p14:tracePt t="47223" x="4724400" y="4756150"/>
          <p14:tracePt t="47240" x="4464050" y="4832350"/>
          <p14:tracePt t="47256" x="4330700" y="4876800"/>
          <p14:tracePt t="47272" x="4121150" y="4953000"/>
          <p14:tracePt t="47290" x="3924300" y="5022850"/>
          <p14:tracePt t="47306" x="3848100" y="5054600"/>
          <p14:tracePt t="47324" x="3765550" y="5073650"/>
          <p14:tracePt t="47339" x="3505200" y="5162550"/>
          <p14:tracePt t="47355" x="3422650" y="5219700"/>
          <p14:tracePt t="47373" x="3282950" y="5308600"/>
          <p14:tracePt t="47389" x="3225800" y="5334000"/>
          <p14:tracePt t="47406" x="3194050" y="5391150"/>
          <p14:tracePt t="47874" x="3187700" y="5391150"/>
          <p14:tracePt t="47881" x="3155950" y="5391150"/>
          <p14:tracePt t="47895" x="3130550" y="5391150"/>
          <p14:tracePt t="47904" x="3098800" y="5391150"/>
          <p14:tracePt t="47920" x="3067050" y="5391150"/>
          <p14:tracePt t="47938" x="2990850" y="5378450"/>
          <p14:tracePt t="47954" x="2876550" y="5372100"/>
          <p14:tracePt t="47970" x="2819400" y="5353050"/>
          <p14:tracePt t="47987" x="2673350" y="5321300"/>
          <p14:tracePt t="48004" x="2559050" y="5314950"/>
          <p14:tracePt t="48020" x="2489200" y="5308600"/>
          <p14:tracePt t="48037" x="2400300" y="5308600"/>
          <p14:tracePt t="48053" x="2317750" y="5295900"/>
          <p14:tracePt t="48070" x="2292350" y="5295900"/>
          <p14:tracePt t="48086" x="2209800" y="5270500"/>
          <p14:tracePt t="48103" x="2171700" y="5270500"/>
          <p14:tracePt t="48120" x="2051050" y="5270500"/>
          <p14:tracePt t="48136" x="2019300" y="5257800"/>
          <p14:tracePt t="48153" x="1981200" y="5257800"/>
          <p14:tracePt t="48170" x="1924050" y="5251450"/>
          <p14:tracePt t="48186" x="1873250" y="5232400"/>
          <p14:tracePt t="48203" x="1847850" y="5232400"/>
          <p14:tracePt t="48219" x="1809750" y="5226050"/>
          <p14:tracePt t="48236" x="1797050" y="5226050"/>
          <p14:tracePt t="48253" x="1790700" y="5226050"/>
          <p14:tracePt t="48269" x="1784350" y="5226050"/>
          <p14:tracePt t="48305" x="1784350" y="5232400"/>
          <p14:tracePt t="48323" x="1778000" y="5232400"/>
          <p14:tracePt t="48365" x="1771650" y="5232400"/>
          <p14:tracePt t="48471" x="1778000" y="5238750"/>
          <p14:tracePt t="48492" x="1784350" y="5238750"/>
          <p14:tracePt t="48513" x="1790700" y="5245100"/>
          <p14:tracePt t="48527" x="1797050" y="5245100"/>
          <p14:tracePt t="48541" x="1803400" y="5245100"/>
          <p14:tracePt t="48555" x="1816100" y="5251450"/>
          <p14:tracePt t="48562" x="1828800" y="5251450"/>
          <p14:tracePt t="48576" x="1847850" y="5257800"/>
          <p14:tracePt t="48585" x="1892300" y="5264150"/>
          <p14:tracePt t="48601" x="1930400" y="5283200"/>
          <p14:tracePt t="48619" x="2063750" y="5308600"/>
          <p14:tracePt t="48635" x="2222500" y="5340350"/>
          <p14:tracePt t="48651" x="2311400" y="5359400"/>
          <p14:tracePt t="48668" x="2495550" y="5391150"/>
          <p14:tracePt t="48684" x="2686050" y="5397500"/>
          <p14:tracePt t="48702" x="2787650" y="5397500"/>
          <p14:tracePt t="48718" x="2965450" y="5397500"/>
          <p14:tracePt t="48734" x="3041650" y="5397500"/>
          <p14:tracePt t="48751" x="3181350" y="5397500"/>
          <p14:tracePt t="48767" x="3308350" y="5397500"/>
          <p14:tracePt t="48784" x="3384550" y="5397500"/>
          <p14:tracePt t="48801" x="3505200" y="5397500"/>
          <p14:tracePt t="48817" x="3587750" y="5416550"/>
          <p14:tracePt t="48834" x="3587750" y="5435600"/>
          <p14:tracePt t="49208" x="3600450" y="5435600"/>
          <p14:tracePt t="49215" x="3613150" y="5435600"/>
          <p14:tracePt t="49229" x="3632200" y="5429250"/>
          <p14:tracePt t="49236" x="3657600" y="5422900"/>
          <p14:tracePt t="49251" x="3676650" y="5416550"/>
          <p14:tracePt t="49266" x="3727450" y="5397500"/>
          <p14:tracePt t="49282" x="3752850" y="5391150"/>
          <p14:tracePt t="49300" x="3784600" y="5384800"/>
          <p14:tracePt t="49316" x="3873500" y="5353050"/>
          <p14:tracePt t="49332" x="3905250" y="5340350"/>
          <p14:tracePt t="49349" x="3937000" y="5334000"/>
          <p14:tracePt t="49366" x="3956050" y="5321300"/>
          <p14:tracePt t="49382" x="3975100" y="5321300"/>
          <p14:tracePt t="49399" x="3987800" y="5321300"/>
          <p14:tracePt t="49432" x="3994150" y="5321300"/>
          <p14:tracePt t="50150" x="3987800" y="5321300"/>
          <p14:tracePt t="50157" x="3968750" y="5321300"/>
          <p14:tracePt t="50171" x="3949700" y="5327650"/>
          <p14:tracePt t="50180" x="3917950" y="5327650"/>
          <p14:tracePt t="50196" x="3898900" y="5340350"/>
          <p14:tracePt t="50212" x="3848100" y="5346700"/>
          <p14:tracePt t="50229" x="3790950" y="5353050"/>
          <p14:tracePt t="50246" x="3771900" y="5353050"/>
          <p14:tracePt t="50263" x="3721100" y="5353050"/>
          <p14:tracePt t="50279" x="3683000" y="5353050"/>
          <p14:tracePt t="50296" x="3657600" y="5346700"/>
          <p14:tracePt t="50313" x="3638550" y="5346700"/>
          <p14:tracePt t="50329" x="3600450" y="5334000"/>
          <p14:tracePt t="50346" x="3581400" y="5334000"/>
          <p14:tracePt t="50362" x="3536950" y="5334000"/>
          <p14:tracePt t="50378" x="3517900" y="5334000"/>
          <p14:tracePt t="50396" x="3467100" y="5321300"/>
          <p14:tracePt t="50412" x="3422650" y="5321300"/>
          <p14:tracePt t="50428" x="3403600" y="5321300"/>
          <p14:tracePt t="50445" x="3359150" y="5314950"/>
          <p14:tracePt t="50462" x="3327400" y="5314950"/>
          <p14:tracePt t="50479" x="3314700" y="5314950"/>
          <p14:tracePt t="50496" x="3289300" y="5314950"/>
          <p14:tracePt t="50512" x="3257550" y="5314950"/>
          <p14:tracePt t="50528" x="3244850" y="5314950"/>
          <p14:tracePt t="50545" x="3213100" y="5314950"/>
          <p14:tracePt t="50561" x="3181350" y="5314950"/>
          <p14:tracePt t="50578" x="3168650" y="5314950"/>
          <p14:tracePt t="50594" x="3136900" y="5314950"/>
          <p14:tracePt t="50611" x="3111500" y="5321300"/>
          <p14:tracePt t="50629" x="3086100" y="5321300"/>
          <p14:tracePt t="50645" x="3073400" y="5321300"/>
          <p14:tracePt t="50661" x="3067050" y="5321300"/>
          <p14:tracePt t="50677" x="3054350" y="5321300"/>
          <p14:tracePt t="50694" x="3048000" y="5321300"/>
          <p14:tracePt t="50733" x="3041650" y="5321300"/>
          <p14:tracePt t="50810" x="3035300" y="5321300"/>
          <p14:tracePt t="51513" x="3048000" y="5295900"/>
          <p14:tracePt t="51521" x="3054350" y="5276850"/>
          <p14:tracePt t="51535" x="3079750" y="5245100"/>
          <p14:tracePt t="51544" x="3105150" y="5200650"/>
          <p14:tracePt t="51557" x="3136900" y="5130800"/>
          <p14:tracePt t="51574" x="3200400" y="5016500"/>
          <p14:tracePt t="51591" x="3276600" y="4889500"/>
          <p14:tracePt t="51608" x="3314700" y="4845050"/>
          <p14:tracePt t="51624" x="3352800" y="4813300"/>
          <p14:tracePt t="51641" x="3416300" y="4737100"/>
          <p14:tracePt t="51657" x="3422650" y="4724400"/>
          <p14:tracePt t="51675" x="3448050" y="4686300"/>
          <p14:tracePt t="51691" x="3460750" y="4673600"/>
          <p14:tracePt t="51707" x="3473450" y="4654550"/>
          <p14:tracePt t="51725" x="3486150" y="4635500"/>
          <p14:tracePt t="51740" x="3486150" y="4629150"/>
          <p14:tracePt t="51757" x="3492500" y="4622800"/>
          <p14:tracePt t="51774" x="3492500" y="4610100"/>
          <p14:tracePt t="51815" x="3492500" y="4603750"/>
          <p14:tracePt t="51824" x="3498850" y="4597400"/>
          <p14:tracePt t="51840" x="3498850" y="4591050"/>
          <p14:tracePt t="51864" x="3505200" y="4591050"/>
          <p14:tracePt t="51873" x="3511550" y="4584700"/>
          <p14:tracePt t="51890" x="3517900" y="4584700"/>
          <p14:tracePt t="51907" x="3517900" y="4578350"/>
          <p14:tracePt t="51923" x="3536950" y="4565650"/>
          <p14:tracePt t="51940" x="3543300" y="4565650"/>
          <p14:tracePt t="51957" x="3568700" y="4546600"/>
          <p14:tracePt t="51973" x="3587750" y="4540250"/>
          <p14:tracePt t="51990" x="3625850" y="4521200"/>
          <p14:tracePt t="52006" x="3676650" y="4502150"/>
          <p14:tracePt t="52023" x="3702050" y="4489450"/>
          <p14:tracePt t="52040" x="3759200" y="4470400"/>
          <p14:tracePt t="52056" x="3810000" y="4445000"/>
          <p14:tracePt t="52073" x="3841750" y="4445000"/>
          <p14:tracePt t="52089" x="3892550" y="4432300"/>
          <p14:tracePt t="52106" x="3937000" y="4432300"/>
          <p14:tracePt t="52122" x="3962400" y="4432300"/>
          <p14:tracePt t="52139" x="4000500" y="4438650"/>
          <p14:tracePt t="52156" x="4051300" y="4445000"/>
          <p14:tracePt t="52173" x="4095750" y="4470400"/>
          <p14:tracePt t="52189" x="4114800" y="4476750"/>
          <p14:tracePt t="52205" x="4159250" y="4495800"/>
          <p14:tracePt t="52223" x="4191000" y="4508500"/>
          <p14:tracePt t="52239" x="4203700" y="4514850"/>
          <p14:tracePt t="52257" x="4222750" y="4521200"/>
          <p14:tracePt t="52272" x="4260850" y="4540250"/>
          <p14:tracePt t="52288" x="4273550" y="4546600"/>
          <p14:tracePt t="52306" x="4286250" y="4552950"/>
          <p14:tracePt t="52322" x="4305300" y="4565650"/>
          <p14:tracePt t="52338" x="4330700" y="4584700"/>
          <p14:tracePt t="52356" x="4368800" y="4610100"/>
          <p14:tracePt t="52371" x="4394200" y="4629150"/>
          <p14:tracePt t="52388" x="4406900" y="4635500"/>
          <p14:tracePt t="52405" x="4425950" y="4641850"/>
          <p14:tracePt t="52818" x="4419600" y="4641850"/>
          <p14:tracePt t="52825" x="4406900" y="4648200"/>
          <p14:tracePt t="52840" x="4394200" y="4654550"/>
          <p14:tracePt t="52853" x="4349750" y="4667250"/>
          <p14:tracePt t="52870" x="4318000" y="4673600"/>
          <p14:tracePt t="52887" x="4279900" y="4692650"/>
          <p14:tracePt t="52904" x="4203700" y="4718050"/>
          <p14:tracePt t="52920" x="4127500" y="4749800"/>
          <p14:tracePt t="52937" x="4064000" y="4787900"/>
          <p14:tracePt t="52953" x="4032250" y="4813300"/>
          <p14:tracePt t="52970" x="4000500" y="4845050"/>
          <p14:tracePt t="52987" x="3930650" y="4908550"/>
          <p14:tracePt t="53003" x="3873500" y="4965700"/>
          <p14:tracePt t="53020" x="3841750" y="4997450"/>
          <p14:tracePt t="53036" x="3797300" y="5048250"/>
          <p14:tracePt t="53052" x="3784600" y="5054600"/>
          <p14:tracePt t="53070" x="3771900" y="5060950"/>
          <p14:tracePt t="53127" x="3765550" y="5067300"/>
          <p14:tracePt t="53337" x="3765550" y="5073650"/>
          <p14:tracePt t="53344" x="3759200" y="5073650"/>
          <p14:tracePt t="53357" x="3752850" y="5080000"/>
          <p14:tracePt t="53368" x="3746500" y="5086350"/>
          <p14:tracePt t="53384" x="3740150" y="5086350"/>
          <p14:tracePt t="53402" x="3733800" y="5092700"/>
          <p14:tracePt t="53418" x="3721100" y="5099050"/>
          <p14:tracePt t="53435" x="3695700" y="5124450"/>
          <p14:tracePt t="53451" x="3683000" y="5130800"/>
          <p14:tracePt t="53468" x="3657600" y="5137150"/>
          <p14:tracePt t="53485" x="3600450" y="5149850"/>
          <p14:tracePt t="53501" x="3587750" y="5149850"/>
          <p14:tracePt t="53518" x="3562350" y="5156200"/>
          <p14:tracePt t="53534" x="3549650" y="5156200"/>
          <p14:tracePt t="53551" x="3536950" y="5156200"/>
          <p14:tracePt t="53584" x="3536950" y="5162550"/>
          <p14:tracePt t="53600" x="3543300" y="5162550"/>
          <p14:tracePt t="53639" x="3549650" y="5168900"/>
          <p14:tracePt t="53667" x="3556000" y="5168900"/>
          <p14:tracePt t="53688" x="3562350" y="5168900"/>
          <p14:tracePt t="53695" x="3568700" y="5168900"/>
          <p14:tracePt t="53717" x="3581400" y="5175250"/>
          <p14:tracePt t="53730" x="3587750" y="5175250"/>
          <p14:tracePt t="53752" x="3600450" y="5181600"/>
          <p14:tracePt t="53758" x="3613150" y="5181600"/>
          <p14:tracePt t="53766" x="3632200" y="5194300"/>
          <p14:tracePt t="53783" x="3657600" y="5207000"/>
          <p14:tracePt t="53800" x="3708400" y="5213350"/>
          <p14:tracePt t="53817" x="3727450" y="5219700"/>
          <p14:tracePt t="53833" x="3778250" y="5226050"/>
          <p14:tracePt t="53850" x="3810000" y="5232400"/>
          <p14:tracePt t="53866" x="3829050" y="5232400"/>
          <p14:tracePt t="53883" x="3860800" y="5232400"/>
          <p14:tracePt t="53900" x="3879850" y="5232400"/>
          <p14:tracePt t="53916" x="3892550" y="5226050"/>
          <p14:tracePt t="53933" x="3905250" y="5219700"/>
          <p14:tracePt t="53949" x="3911600" y="5213350"/>
          <p14:tracePt t="53966" x="3924300" y="5213350"/>
          <p14:tracePt t="53983" x="3943350" y="5200650"/>
          <p14:tracePt t="53999" x="3975100" y="5181600"/>
          <p14:tracePt t="54016" x="3987800" y="5168900"/>
          <p14:tracePt t="54032" x="4032250" y="5143500"/>
          <p14:tracePt t="54049" x="4076700" y="5099050"/>
          <p14:tracePt t="54067" x="4095750" y="5086350"/>
          <p14:tracePt t="54083" x="4108450" y="5060950"/>
          <p14:tracePt t="54356" x="4140200" y="5010150"/>
          <p14:tracePt t="54363" x="4191000" y="4921250"/>
          <p14:tracePt t="54369" x="4254500" y="4826000"/>
          <p14:tracePt t="54382" x="4337050" y="4679950"/>
          <p14:tracePt t="54398" x="4559300" y="4324350"/>
          <p14:tracePt t="54414" x="4692650" y="4095750"/>
          <p14:tracePt t="54432" x="4889500" y="3854450"/>
          <p14:tracePt t="54448" x="5461000" y="3155950"/>
          <p14:tracePt t="54464" x="5645150" y="2940050"/>
          <p14:tracePt t="54482" x="5937250" y="2603500"/>
          <p14:tracePt t="54498" x="6032500" y="2470150"/>
          <p14:tracePt t="54514" x="6216650" y="2260600"/>
          <p14:tracePt t="54531" x="6311900" y="2139950"/>
          <p14:tracePt t="54547" x="6337300" y="2095500"/>
          <p14:tracePt t="54564" x="6375400" y="2057400"/>
          <p14:tracePt t="54581" x="6394450" y="2038350"/>
          <p14:tracePt t="54597" x="6407150" y="2032000"/>
          <p14:tracePt t="54614" x="6413500" y="2025650"/>
          <p14:tracePt t="54657" x="6413500" y="2019300"/>
          <p14:tracePt t="54678" x="6413500" y="2012950"/>
          <p14:tracePt t="54692" x="6413500" y="2006600"/>
          <p14:tracePt t="54700" x="6413500" y="2000250"/>
          <p14:tracePt t="54716" x="6419850" y="1993900"/>
          <p14:tracePt t="54730" x="6432550" y="1981200"/>
          <p14:tracePt t="54747" x="6445250" y="1974850"/>
          <p14:tracePt t="54763" x="6457950" y="1968500"/>
          <p14:tracePt t="54780" x="6464300" y="1968500"/>
          <p14:tracePt t="54797" x="6477000" y="1968500"/>
          <p14:tracePt t="54813" x="6483350" y="1968500"/>
          <p14:tracePt t="54830" x="6489700" y="1974850"/>
          <p14:tracePt t="54847" x="6496050" y="1993900"/>
          <p14:tracePt t="54863" x="6502400" y="2012950"/>
          <p14:tracePt t="54880" x="6502400" y="2025650"/>
          <p14:tracePt t="54896" x="6508750" y="2038350"/>
          <p14:tracePt t="54913" x="6508750" y="2044700"/>
          <p14:tracePt t="54929" x="6508750" y="2051050"/>
          <p14:tracePt t="54946" x="6508750" y="2063750"/>
          <p14:tracePt t="54962" x="6508750" y="2070100"/>
          <p14:tracePt t="54982" x="6508750" y="2076450"/>
          <p14:tracePt t="55022" x="6508750" y="2082800"/>
          <p14:tracePt t="55030" x="6502400" y="2089150"/>
          <p14:tracePt t="55043" x="6502400" y="2095500"/>
          <p14:tracePt t="55050" x="6496050" y="2108200"/>
          <p14:tracePt t="55065" x="6496050" y="2120900"/>
          <p14:tracePt t="55079" x="6483350" y="2152650"/>
          <p14:tracePt t="55095" x="6470650" y="2184400"/>
          <p14:tracePt t="55112" x="6457950" y="2203450"/>
          <p14:tracePt t="55129" x="6451600" y="2247900"/>
          <p14:tracePt t="55145" x="6438900" y="2279650"/>
          <p14:tracePt t="55163" x="6432550" y="2305050"/>
          <p14:tracePt t="55178" x="6426200" y="2317750"/>
          <p14:tracePt t="55195" x="6426200" y="2330450"/>
          <p14:tracePt t="55274" x="6419850" y="2336800"/>
          <p14:tracePt t="55309" x="6419850" y="2343150"/>
          <p14:tracePt t="55352" x="6426200" y="2343150"/>
          <p14:tracePt t="55380" x="6432550" y="2343150"/>
          <p14:tracePt t="55395" x="6438900" y="2343150"/>
          <p14:tracePt t="55401" x="6445250" y="2343150"/>
          <p14:tracePt t="55429" x="6457950" y="2349500"/>
          <p14:tracePt t="55444" x="6470650" y="2349500"/>
          <p14:tracePt t="55450" x="6489700" y="2349500"/>
          <p14:tracePt t="55464" x="6521450" y="2349500"/>
          <p14:tracePt t="55478" x="6559550" y="2355850"/>
          <p14:tracePt t="55494" x="6635750" y="2355850"/>
          <p14:tracePt t="55511" x="6692900" y="2368550"/>
          <p14:tracePt t="55528" x="6794500" y="2387600"/>
          <p14:tracePt t="55544" x="6915150" y="2400300"/>
          <p14:tracePt t="55561" x="6972300" y="2413000"/>
          <p14:tracePt t="55578" x="7080250" y="2438400"/>
          <p14:tracePt t="55594" x="7169150" y="2444750"/>
          <p14:tracePt t="55611" x="7226300" y="2457450"/>
          <p14:tracePt t="55627" x="7296150" y="2470150"/>
          <p14:tracePt t="55644" x="7353300" y="2476500"/>
          <p14:tracePt t="55661" x="7404100" y="2495550"/>
          <p14:tracePt t="55677" x="7423150" y="2501900"/>
          <p14:tracePt t="55693" x="7442200" y="2501900"/>
          <p14:tracePt t="55710" x="7473950" y="2514600"/>
          <p14:tracePt t="55727" x="7486650" y="2520950"/>
          <p14:tracePt t="55743" x="7493000" y="2520950"/>
          <p14:tracePt t="55760" x="7505700" y="2527300"/>
          <p14:tracePt t="55801" x="7518400" y="2527300"/>
          <p14:tracePt t="55815" x="7518400" y="2533650"/>
          <p14:tracePt t="55829" x="7518400" y="2540000"/>
          <p14:tracePt t="55850" x="7524750" y="2546350"/>
          <p14:tracePt t="55871" x="7531100" y="2552700"/>
          <p14:tracePt t="55885" x="7537450" y="2552700"/>
          <p14:tracePt t="55899" x="7543800" y="2552700"/>
          <p14:tracePt t="55921" x="7556500" y="2552700"/>
          <p14:tracePt t="55942" x="7562850" y="2552700"/>
          <p14:tracePt t="55956" x="7569200" y="2552700"/>
          <p14:tracePt t="55962" x="7581900" y="2552700"/>
          <p14:tracePt t="55976" x="7594600" y="2552700"/>
          <p14:tracePt t="55993" x="7639050" y="2552700"/>
          <p14:tracePt t="56010" x="7677150" y="2552700"/>
          <p14:tracePt t="56026" x="7702550" y="2552700"/>
          <p14:tracePt t="56042" x="7816850" y="2533650"/>
          <p14:tracePt t="56059" x="7854950" y="2533650"/>
          <p14:tracePt t="56076" x="7912100" y="2527300"/>
          <p14:tracePt t="56092" x="7931150" y="2527300"/>
          <p14:tracePt t="56110" x="7962900" y="2520950"/>
          <p14:tracePt t="56125" x="7981950" y="2520950"/>
          <p14:tracePt t="56141" x="7988300" y="2520950"/>
          <p14:tracePt t="56159" x="7994650" y="2520950"/>
          <p14:tracePt t="56175" x="8001000" y="2520950"/>
          <p14:tracePt t="56201" x="8013700" y="2520950"/>
          <p14:tracePt t="56222" x="8013700" y="2514600"/>
          <p14:tracePt t="56737" x="8020050" y="2520950"/>
          <p14:tracePt t="56744" x="8026400" y="2533650"/>
          <p14:tracePt t="56759" x="8026400" y="2546350"/>
          <p14:tracePt t="56773" x="8026400" y="2559050"/>
          <p14:tracePt t="56790" x="8032750" y="2578100"/>
          <p14:tracePt t="56807" x="8045450" y="2590800"/>
          <p14:tracePt t="56823" x="8051800" y="2590800"/>
          <p14:tracePt t="56840" x="8058150" y="2597150"/>
          <p14:tracePt t="56856" x="8058150" y="2603500"/>
          <p14:tracePt t="57066" x="8058150" y="2609850"/>
          <p14:tracePt t="57087" x="8058150" y="2603500"/>
          <p14:tracePt t="58058" x="8051800" y="2597150"/>
          <p14:tracePt t="58072" x="8026400" y="2584450"/>
          <p14:tracePt t="58079" x="8013700" y="2571750"/>
          <p14:tracePt t="58088" x="7975600" y="2552700"/>
          <p14:tracePt t="58101" x="7950200" y="2540000"/>
          <p14:tracePt t="58118" x="7924800" y="2514600"/>
          <p14:tracePt t="58136" x="7842250" y="2463800"/>
          <p14:tracePt t="58151" x="7753350" y="2400300"/>
          <p14:tracePt t="58168" x="7696200" y="2362200"/>
          <p14:tracePt t="58171" x="7626350" y="2336800"/>
          <p14:tracePt t="58185" x="7556500" y="2286000"/>
          <p14:tracePt t="58201" x="7397750" y="2190750"/>
          <p14:tracePt t="58218" x="7327900" y="2139950"/>
          <p14:tracePt t="58235" x="7162800" y="2038350"/>
          <p14:tracePt t="58251" x="7023100" y="1949450"/>
          <p14:tracePt t="58268" x="6870700" y="1860550"/>
          <p14:tracePt t="58284" x="6788150" y="1822450"/>
          <p14:tracePt t="58301" x="6654800" y="1739900"/>
          <p14:tracePt t="58318" x="6610350" y="1701800"/>
          <p14:tracePt t="58334" x="6527800" y="1644650"/>
          <p14:tracePt t="58351" x="6496050" y="1606550"/>
          <p14:tracePt t="58368" x="6451600" y="1568450"/>
          <p14:tracePt t="58384" x="6445250" y="1555750"/>
          <p14:tracePt t="58401" x="6438900" y="1549400"/>
          <p14:tracePt t="58417" x="6432550" y="1536700"/>
          <p14:tracePt t="58549" x="6426200" y="1543050"/>
          <p14:tracePt t="58570" x="6419850" y="1543050"/>
          <p14:tracePt t="58578" x="6419850" y="1549400"/>
          <p14:tracePt t="58599" x="6413500" y="1555750"/>
          <p14:tracePt t="58620" x="6407150" y="1562100"/>
          <p14:tracePt t="58641" x="6400800" y="1562100"/>
          <p14:tracePt t="58648" x="6400800" y="1568450"/>
          <p14:tracePt t="58669" x="6394450" y="1574800"/>
          <p14:tracePt t="58690" x="6394450" y="1581150"/>
          <p14:tracePt t="58711" x="6388100" y="1587500"/>
          <p14:tracePt t="58717" x="6381750" y="1593850"/>
          <p14:tracePt t="58732" x="6375400" y="1606550"/>
          <p14:tracePt t="58739" x="6362700" y="1619250"/>
          <p14:tracePt t="58753" x="6350000" y="1638300"/>
          <p14:tracePt t="58768" x="6324600" y="1682750"/>
          <p14:tracePt t="58783" x="6248400" y="1784350"/>
          <p14:tracePt t="58799" x="6210300" y="1841500"/>
          <p14:tracePt t="58817" x="6108700" y="1981200"/>
          <p14:tracePt t="58832" x="6007100" y="2133600"/>
          <p14:tracePt t="58849" x="5956300" y="2216150"/>
          <p14:tracePt t="58866" x="5854700" y="2374900"/>
          <p14:tracePt t="58882" x="5753100" y="2552700"/>
          <p14:tracePt t="58899" x="5702300" y="2635250"/>
          <p14:tracePt t="58916" x="5575300" y="2813050"/>
          <p14:tracePt t="58932" x="5499100" y="2908300"/>
          <p14:tracePt t="58951" x="5314950" y="3155950"/>
          <p14:tracePt t="58966" x="5264150" y="3225800"/>
          <p14:tracePt t="58982" x="5213350" y="3295650"/>
          <p14:tracePt t="58999" x="5137150" y="3498850"/>
          <p14:tracePt t="59015" x="5111750" y="3568700"/>
          <p14:tracePt t="59032" x="5080000" y="3644900"/>
          <p14:tracePt t="59049" x="5029200" y="3803650"/>
          <p14:tracePt t="59065" x="4997450" y="3987800"/>
          <p14:tracePt t="59083" x="4972050" y="4191000"/>
          <p14:tracePt t="59098" x="4946650" y="4292600"/>
          <p14:tracePt t="59115" x="4927600" y="4438650"/>
          <p14:tracePt t="59132" x="4902200" y="4483100"/>
          <p14:tracePt t="60479" x="4908550" y="4483100"/>
          <p14:tracePt t="60485" x="4914900" y="4483100"/>
          <p14:tracePt t="60494" x="4927600" y="4483100"/>
          <p14:tracePt t="60510" x="4940300" y="4483100"/>
          <p14:tracePt t="60528" x="4972050" y="4489450"/>
          <p14:tracePt t="60543" x="4991100" y="4495800"/>
          <p14:tracePt t="60560" x="5029200" y="4514850"/>
          <p14:tracePt t="60577" x="5041900" y="4521200"/>
          <p14:tracePt t="60593" x="5073650" y="4533900"/>
          <p14:tracePt t="60610" x="5099050" y="4559300"/>
          <p14:tracePt t="60627" x="5124450" y="4578350"/>
          <p14:tracePt t="60643" x="5130800" y="4591050"/>
          <p14:tracePt t="60660" x="5149850" y="4597400"/>
          <p14:tracePt t="60676" x="5168900" y="4616450"/>
          <p14:tracePt t="60693" x="5181600" y="4616450"/>
          <p14:tracePt t="60696" x="5187950" y="4616450"/>
          <p14:tracePt t="60710" x="5194300" y="4616450"/>
          <p14:tracePt t="60726" x="5213350" y="4616450"/>
          <p14:tracePt t="60743" x="5226050" y="4616450"/>
          <p14:tracePt t="60760" x="5251450" y="4616450"/>
          <p14:tracePt t="60775" x="5283200" y="4616450"/>
          <p14:tracePt t="60792" x="5302250" y="4616450"/>
          <p14:tracePt t="60809" x="5346700" y="4616450"/>
          <p14:tracePt t="60826" x="5359400" y="4616450"/>
          <p14:tracePt t="60842" x="5397500" y="4610100"/>
          <p14:tracePt t="60859" x="5429250" y="4603750"/>
          <p14:tracePt t="60875" x="5454650" y="4597400"/>
          <p14:tracePt t="60893" x="5480050" y="4597400"/>
          <p14:tracePt t="60909" x="5499100" y="4597400"/>
          <p14:tracePt t="60925" x="5511800" y="4597400"/>
          <p14:tracePt t="60942" x="5530850" y="4597400"/>
          <p14:tracePt t="60959" x="5549900" y="4597400"/>
          <p14:tracePt t="60975" x="5556250" y="4597400"/>
          <p14:tracePt t="60992" x="5562600" y="4597400"/>
          <p14:tracePt t="61620" x="5588000" y="4597400"/>
          <p14:tracePt t="61628" x="5600700" y="4597400"/>
          <p14:tracePt t="61643" x="5607050" y="4597400"/>
          <p14:tracePt t="61657" x="5626100" y="4603750"/>
          <p14:tracePt t="61673" x="5638800" y="4603750"/>
          <p14:tracePt t="61691" x="5657850" y="4603750"/>
          <p14:tracePt t="61693" x="5689600" y="4597400"/>
          <p14:tracePt t="61705" x="5715000" y="4591050"/>
          <p14:tracePt t="61722" x="5803900" y="4559300"/>
          <p14:tracePt t="61740" x="5848350" y="4540250"/>
          <p14:tracePt t="61756" x="5956300" y="4502150"/>
          <p14:tracePt t="61772" x="6038850" y="4476750"/>
          <p14:tracePt t="61790" x="6108700" y="4470400"/>
          <p14:tracePt t="61806" x="6134100" y="4464050"/>
          <p14:tracePt t="61822" x="6165850" y="4464050"/>
          <p14:tracePt t="61839" x="6197600" y="4470400"/>
          <p14:tracePt t="61855" x="6210300" y="4470400"/>
          <p14:tracePt t="61872" x="6235700" y="4470400"/>
          <p14:tracePt t="61889" x="6261100" y="4464050"/>
          <p14:tracePt t="61906" x="6273800" y="4457700"/>
          <p14:tracePt t="61923" x="6286500" y="4438650"/>
          <p14:tracePt t="61939" x="6286500" y="4432300"/>
          <p14:tracePt t="62470" x="6305550" y="4425950"/>
          <p14:tracePt t="62478" x="6324600" y="4419600"/>
          <p14:tracePt t="62492" x="6337300" y="4419600"/>
          <p14:tracePt t="62503" x="6356350" y="4419600"/>
          <p14:tracePt t="62520" x="6388100" y="4419600"/>
          <p14:tracePt t="62537" x="6413500" y="4419600"/>
          <p14:tracePt t="62553" x="6451600" y="4419600"/>
          <p14:tracePt t="62570" x="6489700" y="4419600"/>
          <p14:tracePt t="62586" x="6521450" y="4425950"/>
          <p14:tracePt t="62603" x="6540500" y="4425950"/>
          <p14:tracePt t="62620" x="6635750" y="4432300"/>
          <p14:tracePt t="62636" x="6667500" y="4445000"/>
          <p14:tracePt t="62654" x="6750050" y="4451350"/>
          <p14:tracePt t="62669" x="6788150" y="4457700"/>
          <p14:tracePt t="62686" x="6870700" y="4464050"/>
          <p14:tracePt t="62704" x="6965950" y="4483100"/>
          <p14:tracePt t="62719" x="7029450" y="4483100"/>
          <p14:tracePt t="62736" x="7143750" y="4495800"/>
          <p14:tracePt t="62753" x="7251700" y="4502150"/>
          <p14:tracePt t="62769" x="7315200" y="4495800"/>
          <p14:tracePt t="62786" x="7448550" y="4470400"/>
          <p14:tracePt t="62802" x="7556500" y="4464050"/>
          <p14:tracePt t="62819" x="7620000" y="4451350"/>
          <p14:tracePt t="62836" x="7715250" y="4451350"/>
          <p14:tracePt t="62852" x="7785100" y="4464050"/>
          <p14:tracePt t="62869" x="7823200" y="4464050"/>
          <p14:tracePt t="62886" x="7861300" y="4464050"/>
          <p14:tracePt t="62902" x="7905750" y="4464050"/>
          <p14:tracePt t="62918" x="7924800" y="4464050"/>
          <p14:tracePt t="62935" x="7950200" y="4464050"/>
          <p14:tracePt t="62951" x="7962900" y="4464050"/>
          <p14:tracePt t="62968" x="7975600" y="4464050"/>
          <p14:tracePt t="62985" x="7981950" y="4464050"/>
          <p14:tracePt t="63321" x="7975600" y="4457700"/>
          <p14:tracePt t="63336" x="7969250" y="4432300"/>
          <p14:tracePt t="63343" x="7956550" y="4413250"/>
          <p14:tracePt t="63357" x="7924800" y="4368800"/>
          <p14:tracePt t="63366" x="7899400" y="4337050"/>
          <p14:tracePt t="63384" x="7867650" y="4279900"/>
          <p14:tracePt t="63400" x="7804150" y="4159250"/>
          <p14:tracePt t="63417" x="7721600" y="4006850"/>
          <p14:tracePt t="63434" x="7639050" y="3841750"/>
          <p14:tracePt t="63450" x="7600950" y="3778250"/>
          <p14:tracePt t="63466" x="7524750" y="3663950"/>
          <p14:tracePt t="63484" x="7442200" y="3498850"/>
          <p14:tracePt t="63500" x="7404100" y="3403600"/>
          <p14:tracePt t="63516" x="7321550" y="3206750"/>
          <p14:tracePt t="63533" x="7207250" y="3009900"/>
          <p14:tracePt t="63549" x="7150100" y="2901950"/>
          <p14:tracePt t="63567" x="7112000" y="2806700"/>
          <p14:tracePt t="63582" x="7023100" y="2578100"/>
          <p14:tracePt t="63600" x="7010400" y="2527300"/>
          <p14:tracePt t="63617" x="6997700" y="2444750"/>
          <p14:tracePt t="63633" x="6997700" y="2419350"/>
          <p14:tracePt t="63649" x="6991350" y="2368550"/>
          <p14:tracePt t="63666" x="6978650" y="2311400"/>
          <p14:tracePt t="63682" x="6972300" y="2279650"/>
          <p14:tracePt t="63699" x="6959600" y="2222500"/>
          <p14:tracePt t="63716" x="6934200" y="2127250"/>
          <p14:tracePt t="63732" x="6934200" y="2089150"/>
          <p14:tracePt t="63749" x="6927850" y="1993900"/>
          <p14:tracePt t="63765" x="6915150" y="1955800"/>
          <p14:tracePt t="63782" x="6908800" y="1898650"/>
          <p14:tracePt t="63799" x="6896100" y="1841500"/>
          <p14:tracePt t="63815" x="6889750" y="1790700"/>
          <p14:tracePt t="63832" x="6889750" y="1771650"/>
          <p14:tracePt t="63849" x="6883400" y="1733550"/>
          <p14:tracePt t="63865" x="6870700" y="1714500"/>
          <p14:tracePt t="63882" x="6864350" y="1682750"/>
          <p14:tracePt t="63898" x="6858000" y="1651000"/>
          <p14:tracePt t="63916" x="6851650" y="1631950"/>
          <p14:tracePt t="63932" x="6851650" y="1619250"/>
          <p14:tracePt t="63948" x="6851650" y="1612900"/>
          <p14:tracePt t="63974" x="6851650" y="1619250"/>
          <p14:tracePt t="63988" x="6851650" y="1631950"/>
          <p14:tracePt t="64009" x="6851650" y="1644650"/>
          <p14:tracePt t="64017" x="6851650" y="1657350"/>
          <p14:tracePt t="64032" x="6858000" y="1682750"/>
          <p14:tracePt t="64047" x="6858000" y="1701800"/>
          <p14:tracePt t="64065" x="6858000" y="1739900"/>
          <p14:tracePt t="64081" x="6826250" y="1993900"/>
          <p14:tracePt t="64098" x="6807200" y="2101850"/>
          <p14:tracePt t="64115" x="6762750" y="2330450"/>
          <p14:tracePt t="64131" x="6711950" y="2552700"/>
          <p14:tracePt t="64147" x="6673850" y="2755900"/>
          <p14:tracePt t="64164" x="6623050" y="2914650"/>
          <p14:tracePt t="64181" x="6591300" y="2997200"/>
          <p14:tracePt t="64197" x="6572250" y="3073400"/>
          <p14:tracePt t="64201" x="6540500" y="3155950"/>
          <p14:tracePt t="64214" x="6483350" y="3302000"/>
          <p14:tracePt t="64231" x="6451600" y="3397250"/>
          <p14:tracePt t="64248" x="6369050" y="3619500"/>
          <p14:tracePt t="64264" x="6337300" y="3733800"/>
          <p14:tracePt t="64280" x="6254750" y="3930650"/>
          <p14:tracePt t="64298" x="6172200" y="4108450"/>
          <p14:tracePt t="64314" x="6140450" y="4159250"/>
          <p14:tracePt t="64330" x="6096000" y="4248150"/>
          <p14:tracePt t="64347" x="6076950" y="4311650"/>
          <p14:tracePt t="64363" x="6070600" y="4337050"/>
          <p14:tracePt t="64381" x="6032500" y="4394200"/>
          <p14:tracePt t="64397" x="5994400" y="4489450"/>
          <p14:tracePt t="64413" x="5981700" y="4533900"/>
          <p14:tracePt t="64431" x="5943600" y="4629150"/>
          <p14:tracePt t="64446" x="5918200" y="4692650"/>
          <p14:tracePt t="64463" x="5911850" y="4724400"/>
          <p14:tracePt t="64480" x="5905500" y="4762500"/>
          <p14:tracePt t="64496" x="5892800" y="4781550"/>
          <p14:tracePt t="64513" x="5892800" y="4787900"/>
          <p14:tracePt t="64530" x="5886450" y="4794250"/>
          <p14:tracePt t="64550" x="5880100" y="4794250"/>
          <p14:tracePt t="64585" x="5867400" y="4781550"/>
          <p14:tracePt t="64606" x="5867400" y="4775200"/>
          <p14:tracePt t="64620" x="5854700" y="4775200"/>
          <p14:tracePt t="64627" x="5854700" y="4768850"/>
          <p14:tracePt t="64634" x="5842000" y="4762500"/>
          <p14:tracePt t="64649" x="5835650" y="4756150"/>
          <p14:tracePt t="64663" x="5822950" y="4749800"/>
          <p14:tracePt t="64680" x="5797550" y="4730750"/>
          <p14:tracePt t="64696" x="5778500" y="4718050"/>
          <p14:tracePt t="64712" x="5734050" y="4699000"/>
          <p14:tracePt t="64729" x="5702300" y="4673600"/>
          <p14:tracePt t="64746" x="5670550" y="4648200"/>
          <p14:tracePt t="64762" x="5594350" y="4603750"/>
          <p14:tracePt t="64779" x="5518150" y="4559300"/>
          <p14:tracePt t="64797" x="5441950" y="4527550"/>
          <p14:tracePt t="64812" x="5397500" y="4514850"/>
          <p14:tracePt t="64828" x="5378450" y="4495800"/>
          <p14:tracePt t="64845" x="5314950" y="4470400"/>
          <p14:tracePt t="64861" x="5295900" y="4464050"/>
          <p14:tracePt t="64878" x="5270500" y="4457700"/>
          <p14:tracePt t="64895" x="5232400" y="4432300"/>
          <p14:tracePt t="64911" x="5187950" y="4413250"/>
          <p14:tracePt t="64929" x="5143500" y="4394200"/>
          <p14:tracePt t="64945" x="5124450" y="4381500"/>
          <p14:tracePt t="64961" x="5080000" y="4362450"/>
          <p14:tracePt t="64979" x="5048250" y="4356100"/>
          <p14:tracePt t="64995" x="5035550" y="4343400"/>
          <p14:tracePt t="65012" x="5016500" y="4324350"/>
          <p14:tracePt t="65028" x="5003800" y="4318000"/>
          <p14:tracePt t="65724" x="5041900" y="4267200"/>
          <p14:tracePt t="65731" x="5092700" y="4210050"/>
          <p14:tracePt t="65745" x="5130800" y="4152900"/>
          <p14:tracePt t="65760" x="5181600" y="4070350"/>
          <p14:tracePt t="65775" x="5295900" y="3854450"/>
          <p14:tracePt t="65792" x="5372100" y="3733800"/>
          <p14:tracePt t="65808" x="5537200" y="3511550"/>
          <p14:tracePt t="65825" x="5689600" y="3333750"/>
          <p14:tracePt t="65842" x="5740400" y="3251200"/>
          <p14:tracePt t="65858" x="5854700" y="3079750"/>
          <p14:tracePt t="65875" x="5918200" y="2940050"/>
          <p14:tracePt t="65892" x="5949950" y="2882900"/>
          <p14:tracePt t="65908" x="6013450" y="2768600"/>
          <p14:tracePt t="65925" x="6089650" y="2641600"/>
          <p14:tracePt t="65942" x="6172200" y="2482850"/>
          <p14:tracePt t="65958" x="6223000" y="2400300"/>
          <p14:tracePt t="65974" x="6267450" y="2305050"/>
          <p14:tracePt t="65991" x="6350000" y="2127250"/>
          <p14:tracePt t="66008" x="6381750" y="2070100"/>
          <p14:tracePt t="66024" x="6394450" y="2025650"/>
          <p14:tracePt t="66041" x="6445250" y="1949450"/>
          <p14:tracePt t="66058" x="6489700" y="1885950"/>
          <p14:tracePt t="66075" x="6515100" y="1841500"/>
          <p14:tracePt t="66091" x="6565900" y="1752600"/>
          <p14:tracePt t="66107" x="6616700" y="1689100"/>
          <p14:tracePt t="66125" x="6673850" y="1638300"/>
          <p14:tracePt t="66141" x="6692900" y="1625600"/>
          <p14:tracePt t="66157" x="6737350" y="1600200"/>
          <p14:tracePt t="66174" x="6762750" y="1581150"/>
          <p14:tracePt t="66190" x="6781800" y="1574800"/>
          <p14:tracePt t="66207" x="6813550" y="1543050"/>
          <p14:tracePt t="66223" x="6826250" y="1524000"/>
          <p14:tracePt t="66240" x="6832600" y="1511300"/>
          <p14:tracePt t="66258" x="6864350" y="1492250"/>
          <p14:tracePt t="66273" x="6877050" y="1473200"/>
          <p14:tracePt t="66290" x="6883400" y="1460500"/>
          <p14:tracePt t="66307" x="6902450" y="1447800"/>
          <p14:tracePt t="66323" x="6921500" y="1435100"/>
          <p14:tracePt t="66340" x="6946900" y="1403350"/>
          <p14:tracePt t="66357" x="6972300" y="1371600"/>
          <p14:tracePt t="66373" x="6978650" y="1358900"/>
          <p14:tracePt t="66390" x="6991350" y="1352550"/>
          <p14:tracePt t="66407" x="6991350" y="1346200"/>
          <p14:tracePt t="66887" x="6965950" y="1346200"/>
          <p14:tracePt t="66894" x="6927850" y="1352550"/>
          <p14:tracePt t="66908" x="6870700" y="1352550"/>
          <p14:tracePt t="66921" x="6807200" y="1365250"/>
          <p14:tracePt t="66938" x="6699250" y="1377950"/>
          <p14:tracePt t="66954" x="6635750" y="1390650"/>
          <p14:tracePt t="66972" x="6515100" y="1409700"/>
          <p14:tracePt t="66988" x="6413500" y="1416050"/>
          <p14:tracePt t="67004" x="6362700" y="1416050"/>
          <p14:tracePt t="67021" x="6292850" y="1416050"/>
          <p14:tracePt t="67037" x="6248400" y="1416050"/>
          <p14:tracePt t="67054" x="6235700" y="1416050"/>
          <p14:tracePt t="67071" x="6197600" y="1409700"/>
          <p14:tracePt t="67088" x="6184900" y="1409700"/>
          <p14:tracePt t="67105" x="6146800" y="1409700"/>
          <p14:tracePt t="67121" x="6140450" y="1409700"/>
          <p14:tracePt t="67137" x="6134100" y="1409700"/>
          <p14:tracePt t="67154" x="6134100" y="1416050"/>
          <p14:tracePt t="67175" x="6134100" y="1422400"/>
          <p14:tracePt t="67196" x="6134100" y="1428750"/>
          <p14:tracePt t="67217" x="6134100" y="1435100"/>
          <p14:tracePt t="67231" x="6140450" y="1435100"/>
          <p14:tracePt t="67245" x="6146800" y="1435100"/>
          <p14:tracePt t="67259" x="6153150" y="1435100"/>
          <p14:tracePt t="67280" x="6159500" y="1435100"/>
          <p14:tracePt t="67309" x="6172200" y="1441450"/>
          <p14:tracePt t="67329" x="6178550" y="1441450"/>
          <p14:tracePt t="67350" x="6184900" y="1441450"/>
          <p14:tracePt t="67357" x="6197600" y="1447800"/>
          <p14:tracePt t="67373" x="6210300" y="1447800"/>
          <p14:tracePt t="67386" x="6261100" y="1466850"/>
          <p14:tracePt t="67403" x="6305550" y="1479550"/>
          <p14:tracePt t="67420" x="6343650" y="1492250"/>
          <p14:tracePt t="67436" x="6464300" y="1524000"/>
          <p14:tracePt t="67453" x="6604000" y="1562100"/>
          <p14:tracePt t="67470" x="6718300" y="1581150"/>
          <p14:tracePt t="67486" x="6775450" y="1593850"/>
          <p14:tracePt t="67502" x="6858000" y="1606550"/>
          <p14:tracePt t="67520" x="6908800" y="1619250"/>
          <p14:tracePt t="67536" x="6927850" y="1625600"/>
          <p14:tracePt t="67552" x="6953250" y="1625600"/>
          <p14:tracePt t="67569" x="6959600" y="1625600"/>
          <p14:tracePt t="67586" x="6965950" y="1625600"/>
          <p14:tracePt t="67603" x="6972300" y="1625600"/>
          <p14:tracePt t="67659" x="6978650" y="1619250"/>
          <p14:tracePt t="67800" x="6978650" y="1631950"/>
          <p14:tracePt t="67828" x="6978650" y="1638300"/>
          <p14:tracePt t="67842" x="6978650" y="1651000"/>
          <p14:tracePt t="67849" x="6978650" y="1657350"/>
          <p14:tracePt t="67863" x="6978650" y="1676400"/>
          <p14:tracePt t="67871" x="6972300" y="1695450"/>
          <p14:tracePt t="67885" x="6965950" y="1727200"/>
          <p14:tracePt t="67901" x="6927850" y="1847850"/>
          <p14:tracePt t="67918" x="6896100" y="1930400"/>
          <p14:tracePt t="67934" x="6813550" y="2146300"/>
          <p14:tracePt t="67951" x="6692900" y="2393950"/>
          <p14:tracePt t="67969" x="6534150" y="2667000"/>
          <p14:tracePt t="67984" x="6451600" y="2819400"/>
          <p14:tracePt t="68001" x="6375400" y="2965450"/>
          <p14:tracePt t="68018" x="6242050" y="3213100"/>
          <p14:tracePt t="68034" x="6127750" y="3409950"/>
          <p14:tracePt t="68051" x="6064250" y="3505200"/>
          <p14:tracePt t="68067" x="5949950" y="3670300"/>
          <p14:tracePt t="68084" x="5848350" y="3810000"/>
          <p14:tracePt t="68101" x="5797550" y="3879850"/>
          <p14:tracePt t="68117" x="5721350" y="3981450"/>
          <p14:tracePt t="68133" x="5670550" y="4051300"/>
          <p14:tracePt t="68151" x="5638800" y="4083050"/>
          <p14:tracePt t="68167" x="5619750" y="4095750"/>
          <p14:tracePt t="68184" x="5600700" y="4114800"/>
          <p14:tracePt t="68201" x="5588000" y="4121150"/>
          <p14:tracePt t="68217" x="5562600" y="4133850"/>
          <p14:tracePt t="68233" x="5549900" y="4140200"/>
          <p14:tracePt t="68237" x="5537200" y="4140200"/>
          <p14:tracePt t="68250" x="5511800" y="4152900"/>
          <p14:tracePt t="68266" x="5461000" y="4165600"/>
          <p14:tracePt t="68284" x="5391150" y="4178300"/>
          <p14:tracePt t="68300" x="5321300" y="4197350"/>
          <p14:tracePt t="68317" x="5276850" y="4210050"/>
          <p14:tracePt t="68334" x="5168900" y="4260850"/>
          <p14:tracePt t="68349" x="5099050" y="4286250"/>
          <p14:tracePt t="68366" x="4965700" y="4337050"/>
          <p14:tracePt t="68383" x="4826000" y="4413250"/>
          <p14:tracePt t="68400" x="4743450" y="4457700"/>
          <p14:tracePt t="68416" x="4584700" y="4546600"/>
          <p14:tracePt t="68433" x="4445000" y="4616450"/>
          <p14:tracePt t="68450" x="4394200" y="4635500"/>
          <p14:tracePt t="68467" x="4330700" y="4641850"/>
          <p14:tracePt t="68482" x="4298950" y="4648200"/>
          <p14:tracePt t="68499" x="4286250" y="4648200"/>
          <p14:tracePt t="68516" x="4267200" y="4648200"/>
          <p14:tracePt t="68532" x="4260850" y="4635500"/>
          <p14:tracePt t="68549" x="4260850" y="4629150"/>
          <p14:tracePt t="68582" x="4254500" y="4629150"/>
          <p14:tracePt t="69020" x="4267200" y="4629150"/>
          <p14:tracePt t="69034" x="4292600" y="4610100"/>
          <p14:tracePt t="69041" x="4324350" y="4603750"/>
          <p14:tracePt t="69055" x="4368800" y="4597400"/>
          <p14:tracePt t="69064" x="4394200" y="4591050"/>
          <p14:tracePt t="69080" x="4438650" y="4578350"/>
          <p14:tracePt t="69098" x="4495800" y="4559300"/>
          <p14:tracePt t="69114" x="4559300" y="4533900"/>
          <p14:tracePt t="69131" x="4591050" y="4514850"/>
          <p14:tracePt t="69147" x="4660900" y="4502150"/>
          <p14:tracePt t="69164" x="4705350" y="4489450"/>
          <p14:tracePt t="69180" x="4724400" y="4483100"/>
          <p14:tracePt t="69197" x="4749800" y="4483100"/>
          <p14:tracePt t="69213" x="4756150" y="4483100"/>
          <p14:tracePt t="69231" x="4768850" y="4483100"/>
          <p14:tracePt t="69294" x="4775200" y="4483100"/>
          <p14:tracePt t="69315" x="4781550" y="4476750"/>
          <p14:tracePt t="69322" x="4794250" y="4476750"/>
          <p14:tracePt t="69336" x="4800600" y="4476750"/>
          <p14:tracePt t="69346" x="4819650" y="4476750"/>
          <p14:tracePt t="69362" x="4838700" y="4476750"/>
          <p14:tracePt t="69379" x="4914900" y="4476750"/>
          <p14:tracePt t="69396" x="5054600" y="4476750"/>
          <p14:tracePt t="69414" x="5295900" y="4489450"/>
          <p14:tracePt t="69429" x="5435600" y="4502150"/>
          <p14:tracePt t="69446" x="5772150" y="4502150"/>
          <p14:tracePt t="69463" x="6184900" y="4464050"/>
          <p14:tracePt t="69479" x="6426200" y="4438650"/>
          <p14:tracePt t="69496" x="6654800" y="4394200"/>
          <p14:tracePt t="69513" x="7169150" y="4305300"/>
          <p14:tracePt t="69529" x="7270750" y="4298950"/>
          <p14:tracePt t="69546" x="7372350" y="4298950"/>
          <p14:tracePt t="69562" x="7556500" y="4298950"/>
          <p14:tracePt t="69579" x="7708900" y="4330700"/>
          <p14:tracePt t="69596" x="7778750" y="4343400"/>
          <p14:tracePt t="69612" x="7918450" y="4349750"/>
          <p14:tracePt t="69629" x="8026400" y="4368800"/>
          <p14:tracePt t="69646" x="8115300" y="4375150"/>
          <p14:tracePt t="69662" x="8166100" y="4375150"/>
          <p14:tracePt t="69678" x="8248650" y="4394200"/>
          <p14:tracePt t="69695" x="8318500" y="4400550"/>
          <p14:tracePt t="69712" x="8350250" y="4400550"/>
          <p14:tracePt t="69729" x="8420100" y="4413250"/>
          <p14:tracePt t="69744" x="8489950" y="4425950"/>
          <p14:tracePt t="69761" x="8515350" y="4425950"/>
          <p14:tracePt t="69764" x="8553450" y="4425950"/>
          <p14:tracePt t="69779" x="8604250" y="4425950"/>
          <p14:tracePt t="69795" x="8686800" y="4419600"/>
          <p14:tracePt t="69811" x="8712200" y="4419600"/>
          <p14:tracePt t="69828" x="8782050" y="4419600"/>
          <p14:tracePt t="69844" x="8820150" y="4413250"/>
          <p14:tracePt t="69861" x="8845550" y="4413250"/>
          <p14:tracePt t="69878" x="8883650" y="4413250"/>
          <p14:tracePt t="69894" x="8928100" y="4419600"/>
          <p14:tracePt t="69912" x="8959850" y="4425950"/>
          <p14:tracePt t="69927" x="8972550" y="4432300"/>
          <p14:tracePt t="69944" x="8978900" y="4438650"/>
          <p14:tracePt t="70356" x="8966200" y="4432300"/>
          <p14:tracePt t="70363" x="8953500" y="4425950"/>
          <p14:tracePt t="70379" x="8940800" y="4419600"/>
          <p14:tracePt t="70393" x="8928100" y="4413250"/>
          <p14:tracePt t="70409" x="8890000" y="4394200"/>
          <p14:tracePt t="70427" x="8851900" y="4375150"/>
          <p14:tracePt t="70442" x="8826500" y="4362450"/>
          <p14:tracePt t="70459" x="8788400" y="4337050"/>
          <p14:tracePt t="70476" x="8743950" y="4318000"/>
          <p14:tracePt t="70492" x="8731250" y="4305300"/>
          <p14:tracePt t="70509" x="8705850" y="4286250"/>
          <p14:tracePt t="70525" x="8636000" y="4248150"/>
          <p14:tracePt t="70542" x="8610600" y="4222750"/>
          <p14:tracePt t="70560" x="8559800" y="4184650"/>
          <p14:tracePt t="70575" x="8528050" y="4171950"/>
          <p14:tracePt t="70592" x="8477250" y="4121150"/>
          <p14:tracePt t="70609" x="8432800" y="4076700"/>
          <p14:tracePt t="70625" x="8401050" y="4064000"/>
          <p14:tracePt t="70642" x="8356600" y="4025900"/>
          <p14:tracePt t="70658" x="8318500" y="4000500"/>
          <p14:tracePt t="70675" x="8305800" y="3987800"/>
          <p14:tracePt t="70692" x="8286750" y="3962400"/>
          <p14:tracePt t="70708" x="8261350" y="3943350"/>
          <p14:tracePt t="70725" x="8248650" y="3924300"/>
          <p14:tracePt t="70742" x="8223250" y="3911600"/>
          <p14:tracePt t="70758" x="8178800" y="3886200"/>
          <p14:tracePt t="70774" x="8159750" y="3860800"/>
          <p14:tracePt t="70777" x="8115300" y="3835400"/>
          <p14:tracePt t="70794" x="8070850" y="3810000"/>
          <p14:tracePt t="70808" x="7975600" y="3727450"/>
          <p14:tracePt t="70825" x="7918450" y="3663950"/>
          <p14:tracePt t="70841" x="7797800" y="3536950"/>
          <p14:tracePt t="70858" x="7721600" y="3441700"/>
          <p14:tracePt t="70874" x="7562850" y="3263900"/>
          <p14:tracePt t="70891" x="7423150" y="3105150"/>
          <p14:tracePt t="70907" x="7359650" y="3035300"/>
          <p14:tracePt t="70925" x="7258050" y="2895600"/>
          <p14:tracePt t="70941" x="7181850" y="2755900"/>
          <p14:tracePt t="70957" x="7143750" y="2692400"/>
          <p14:tracePt t="70974" x="7061200" y="2540000"/>
          <p14:tracePt t="70991" x="7004050" y="2413000"/>
          <p14:tracePt t="71007" x="6972300" y="2349500"/>
          <p14:tracePt t="71023" x="6927850" y="2222500"/>
          <p14:tracePt t="71040" x="6870700" y="2114550"/>
          <p14:tracePt t="71058" x="6845300" y="2044700"/>
          <p14:tracePt t="71073" x="6775450" y="1930400"/>
          <p14:tracePt t="71091" x="6711950" y="1816100"/>
          <p14:tracePt t="71107" x="6642100" y="1714500"/>
          <p14:tracePt t="71123" x="6616700" y="1670050"/>
          <p14:tracePt t="71140" x="6591300" y="1625600"/>
          <p14:tracePt t="71157" x="6521450" y="1492250"/>
          <p14:tracePt t="71173" x="6515100" y="1454150"/>
          <p14:tracePt t="71191" x="6496050" y="1422400"/>
          <p14:tracePt t="71207" x="6470650" y="1358900"/>
          <p14:tracePt t="71224" x="6451600" y="1301750"/>
          <p14:tracePt t="71242" x="6438900" y="1257300"/>
          <p14:tracePt t="71256" x="6438900" y="1244600"/>
          <p14:tracePt t="71273" x="6432550" y="1231900"/>
          <p14:tracePt t="71290" x="6426200" y="1212850"/>
          <p14:tracePt t="71306" x="6419850" y="1206500"/>
          <p14:tracePt t="71353" x="6419850" y="1212850"/>
          <p14:tracePt t="71381" x="6419850" y="1219200"/>
          <p14:tracePt t="71395" x="6419850" y="1225550"/>
          <p14:tracePt t="71416" x="6419850" y="1231900"/>
          <p14:tracePt t="71437" x="6426200" y="1231900"/>
          <p14:tracePt t="71486" x="6426200" y="1238250"/>
          <p14:tracePt t="71542" x="6419850" y="1238250"/>
          <p14:tracePt t="71570" x="6413500" y="1238250"/>
          <p14:tracePt t="71591" x="6407150" y="1238250"/>
          <p14:tracePt t="71598" x="6400800" y="1238250"/>
          <p14:tracePt t="71612" x="6388100" y="1238250"/>
          <p14:tracePt t="71622" x="6381750" y="1244600"/>
          <p14:tracePt t="71638" x="6375400" y="1244600"/>
          <p14:tracePt t="71655" x="6311900" y="1257300"/>
          <p14:tracePt t="71671" x="6210300" y="1276350"/>
          <p14:tracePt t="71688" x="6127750" y="1295400"/>
          <p14:tracePt t="71704" x="5911850" y="1339850"/>
          <p14:tracePt t="71721" x="5651500" y="1384300"/>
          <p14:tracePt t="71739" x="5397500" y="1435100"/>
          <p14:tracePt t="71755" x="5251450" y="1460500"/>
          <p14:tracePt t="71772" x="5124450" y="1479550"/>
          <p14:tracePt t="71788" x="4794250" y="1511300"/>
          <p14:tracePt t="71804" x="4705350" y="1511300"/>
          <p14:tracePt t="71821" x="4641850" y="1511300"/>
          <p14:tracePt t="71838" x="4533900" y="1511300"/>
          <p14:tracePt t="71854" x="4464050" y="1498600"/>
          <p14:tracePt t="71872" x="4419600" y="1492250"/>
          <p14:tracePt t="71887" x="4406900" y="1492250"/>
          <p14:tracePt t="71904" x="4375150" y="1485900"/>
          <p14:tracePt t="71922" x="4356100" y="1485900"/>
          <p14:tracePt t="71937" x="4343400" y="1479550"/>
          <p14:tracePt t="71954" x="4337050" y="1479550"/>
          <p14:tracePt t="71971" x="4330700" y="1479550"/>
          <p14:tracePt t="72013" x="4324350" y="1485900"/>
          <p14:tracePt t="72160" x="4330700" y="1485900"/>
          <p14:tracePt t="72174" x="4337050" y="1485900"/>
          <p14:tracePt t="72181" x="4349750" y="1485900"/>
          <p14:tracePt t="72195" x="4362450" y="1485900"/>
          <p14:tracePt t="72204" x="4381500" y="1485900"/>
          <p14:tracePt t="72219" x="4406900" y="1485900"/>
          <p14:tracePt t="72237" x="4476750" y="1492250"/>
          <p14:tracePt t="72253" x="4565650" y="1492250"/>
          <p14:tracePt t="72270" x="4610100" y="1504950"/>
          <p14:tracePt t="72286" x="4686300" y="1504950"/>
          <p14:tracePt t="72303" x="4737100" y="1511300"/>
          <p14:tracePt t="72319" x="4756150" y="1511300"/>
          <p14:tracePt t="72322" x="4768850" y="1511300"/>
          <p14:tracePt t="72336" x="4781550" y="1511300"/>
          <p14:tracePt t="72352" x="4787900" y="1504950"/>
          <p14:tracePt t="72385" x="4794250" y="1492250"/>
          <p14:tracePt t="72420" x="4794250" y="1479550"/>
          <p14:tracePt t="72504" x="4787900" y="1479550"/>
          <p14:tracePt t="72602" x="4781550" y="1479550"/>
          <p14:tracePt t="72644" x="4781550" y="1485900"/>
          <p14:tracePt t="72686" x="4781550" y="1492250"/>
          <p14:tracePt t="72721" x="4781550" y="1498600"/>
          <p14:tracePt t="72736" x="4787900" y="1498600"/>
          <p14:tracePt t="72742" x="4794250" y="1498600"/>
          <p14:tracePt t="72757" x="4800600" y="1504950"/>
          <p14:tracePt t="72767" x="4813300" y="1504950"/>
          <p14:tracePt t="72785" x="4870450" y="1517650"/>
          <p14:tracePt t="72801" x="4927600" y="1524000"/>
          <p14:tracePt t="72818" x="5080000" y="1543050"/>
          <p14:tracePt t="72834" x="5308600" y="1568450"/>
          <p14:tracePt t="72851" x="5435600" y="1574800"/>
          <p14:tracePt t="72868" x="5715000" y="1587500"/>
          <p14:tracePt t="72884" x="5975350" y="1587500"/>
          <p14:tracePt t="72900" x="6076950" y="1587500"/>
          <p14:tracePt t="72918" x="6261100" y="1600200"/>
          <p14:tracePt t="72934" x="6362700" y="1606550"/>
          <p14:tracePt t="72951" x="6407150" y="1612900"/>
          <p14:tracePt t="72968" x="6445250" y="1619250"/>
          <p14:tracePt t="72984" x="6464300" y="1619250"/>
          <p14:tracePt t="73000" x="6470650" y="1619250"/>
          <p14:tracePt t="73037" x="6477000" y="1619250"/>
          <p14:tracePt t="73115" x="6483350" y="1619250"/>
          <p14:tracePt t="73122" x="6489700" y="1619250"/>
          <p14:tracePt t="73136" x="6496050" y="1619250"/>
          <p14:tracePt t="73150" x="6508750" y="1619250"/>
          <p14:tracePt t="73166" x="6534150" y="1619250"/>
          <p14:tracePt t="73183" x="6553200" y="1619250"/>
          <p14:tracePt t="73200" x="6623050" y="1612900"/>
          <p14:tracePt t="73216" x="6718300" y="1606550"/>
          <p14:tracePt t="73233" x="6756400" y="1593850"/>
          <p14:tracePt t="73250" x="6851650" y="1568450"/>
          <p14:tracePt t="73266" x="6959600" y="1549400"/>
          <p14:tracePt t="73283" x="7054850" y="1524000"/>
          <p14:tracePt t="73299" x="7099300" y="1517650"/>
          <p14:tracePt t="73316" x="7124700" y="1511300"/>
          <p14:tracePt t="73333" x="7162800" y="1504950"/>
          <p14:tracePt t="73349" x="7175500" y="1498600"/>
          <p14:tracePt t="73366" x="7175500" y="1492250"/>
          <p14:tracePt t="73382" x="7181850" y="1485900"/>
          <p14:tracePt t="73399" x="7181850" y="1473200"/>
          <p14:tracePt t="73432" x="7175500" y="1473200"/>
          <p14:tracePt t="73449" x="7162800" y="1466850"/>
          <p14:tracePt t="73466" x="7143750" y="1466850"/>
          <p14:tracePt t="73482" x="7131050" y="1466850"/>
          <p14:tracePt t="73498" x="7080250" y="1466850"/>
          <p14:tracePt t="73515" x="7023100" y="1473200"/>
          <p14:tracePt t="73532" x="6978650" y="1479550"/>
          <p14:tracePt t="73550" x="6851650" y="1498600"/>
          <p14:tracePt t="73565" x="6718300" y="1536700"/>
          <p14:tracePt t="73582" x="6648450" y="1549400"/>
          <p14:tracePt t="73599" x="6540500" y="1568450"/>
          <p14:tracePt t="73615" x="6496050" y="1581150"/>
          <p14:tracePt t="73631" x="6483350" y="1581150"/>
          <p14:tracePt t="73649" x="6470650" y="1587500"/>
          <p14:tracePt t="73704" x="6470650" y="1593850"/>
          <p14:tracePt t="73718" x="6477000" y="1600200"/>
          <p14:tracePt t="73746" x="6483350" y="1606550"/>
          <p14:tracePt t="73767" x="6489700" y="1606550"/>
          <p14:tracePt t="73796" x="6496050" y="1606550"/>
          <p14:tracePt t="73809" x="6502400" y="1612900"/>
          <p14:tracePt t="73837" x="6508750" y="1612900"/>
          <p14:tracePt t="73866" x="6515100" y="1619250"/>
          <p14:tracePt t="73887" x="6515100" y="1625600"/>
          <p14:tracePt t="73908" x="6515100" y="1631950"/>
          <p14:tracePt t="73915" x="6515100" y="1644650"/>
          <p14:tracePt t="73929" x="6515100" y="1663700"/>
          <p14:tracePt t="73936" x="6515100" y="1695450"/>
          <p14:tracePt t="73950" x="6508750" y="1746250"/>
          <p14:tracePt t="73964" x="6470650" y="1924050"/>
          <p14:tracePt t="73981" x="6445250" y="2051050"/>
          <p14:tracePt t="73997" x="6413500" y="2203450"/>
          <p14:tracePt t="74014" x="6299200" y="2635250"/>
          <p14:tracePt t="74030" x="6184900" y="3098800"/>
          <p14:tracePt t="74047" x="6127750" y="3327400"/>
          <p14:tracePt t="74064" x="6038850" y="3714750"/>
          <p14:tracePt t="74784" x="5981700" y="3714750"/>
          <p14:tracePt t="74791" x="5930900" y="3714750"/>
          <p14:tracePt t="74798" x="5892800" y="3714750"/>
          <p14:tracePt t="74814" x="5842000" y="3714750"/>
          <p14:tracePt t="74827" x="5702300" y="3721100"/>
          <p14:tracePt t="74844" x="5607050" y="3733800"/>
          <p14:tracePt t="74847" x="5492750" y="3746500"/>
          <p14:tracePt t="74863" x="5391150" y="3752850"/>
          <p14:tracePt t="74877" x="5289550" y="3771900"/>
          <p14:tracePt t="74894" x="5092700" y="3816350"/>
          <p14:tracePt t="74911" x="4889500" y="3854450"/>
          <p14:tracePt t="74927" x="4781550" y="3886200"/>
          <p14:tracePt t="74944" x="4591050" y="3917950"/>
          <p14:tracePt t="74961" x="4381500" y="3968750"/>
          <p14:tracePt t="74977" x="4279900" y="3981450"/>
          <p14:tracePt t="74993" x="4108450" y="4032250"/>
          <p14:tracePt t="75010" x="3962400" y="4102100"/>
          <p14:tracePt t="75026" x="3930650" y="4127500"/>
          <p14:tracePt t="75044" x="3867150" y="4146550"/>
          <p14:tracePt t="75060" x="3829050" y="4171950"/>
          <p14:tracePt t="75076" x="3816350" y="4184650"/>
          <p14:tracePt t="75093" x="3803650" y="4191000"/>
          <p14:tracePt t="75110" x="3790950" y="4210050"/>
          <p14:tracePt t="75126" x="3790950" y="4216400"/>
          <p14:tracePt t="75143" x="3784600" y="4235450"/>
          <p14:tracePt t="75159" x="3778250" y="4248150"/>
          <p14:tracePt t="75176" x="3765550" y="4279900"/>
          <p14:tracePt t="75192" x="3752850" y="4305300"/>
          <p14:tracePt t="75209" x="3746500" y="4318000"/>
          <p14:tracePt t="75226" x="3733800" y="4368800"/>
          <p14:tracePt t="75243" x="3721100" y="4425950"/>
          <p14:tracePt t="75259" x="3721100" y="4445000"/>
          <p14:tracePt t="75276" x="3714750" y="4514850"/>
          <p14:tracePt t="75292" x="3708400" y="4572000"/>
          <p14:tracePt t="75309" x="3708400" y="4597400"/>
          <p14:tracePt t="75326" x="3708400" y="4648200"/>
          <p14:tracePt t="75342" x="3733800" y="4692650"/>
          <p14:tracePt t="75360" x="3752850" y="4724400"/>
          <p14:tracePt t="75375" x="3765550" y="4743450"/>
          <p14:tracePt t="75392" x="3790950" y="4781550"/>
          <p14:tracePt t="75409" x="3810000" y="4794250"/>
          <p14:tracePt t="75425" x="3835400" y="4826000"/>
          <p14:tracePt t="75442" x="3854450" y="4851400"/>
          <p14:tracePt t="75459" x="3898900" y="4883150"/>
          <p14:tracePt t="75475" x="3905250" y="4895850"/>
          <p14:tracePt t="75491" x="3905250" y="4902200"/>
          <p14:tracePt t="75508" x="3911600" y="4908550"/>
          <p14:tracePt t="75549" x="3911600" y="4914900"/>
          <p14:tracePt t="75585" x="3911600" y="4921250"/>
          <p14:tracePt t="75739" x="3917950" y="4921250"/>
          <p14:tracePt t="75760" x="3924300" y="4921250"/>
          <p14:tracePt t="75775" x="3937000" y="4921250"/>
          <p14:tracePt t="75802" x="3943350" y="4921250"/>
          <p14:tracePt t="76238" x="3949700" y="4876800"/>
          <p14:tracePt t="76244" x="3981450" y="4806950"/>
          <p14:tracePt t="76255" x="4006850" y="4718050"/>
          <p14:tracePt t="76273" x="4095750" y="4387850"/>
          <p14:tracePt t="76289" x="4159250" y="4203700"/>
          <p14:tracePt t="76305" x="4318000" y="3771900"/>
          <p14:tracePt t="76322" x="4527550" y="3333750"/>
          <p14:tracePt t="76339" x="4622800" y="3130550"/>
          <p14:tracePt t="76355" x="4724400" y="2997200"/>
          <p14:tracePt t="76359" x="4813300" y="2825750"/>
          <p14:tracePt t="76372" x="4978400" y="2584450"/>
          <p14:tracePt t="76388" x="5067300" y="2476500"/>
          <p14:tracePt t="76406" x="5137150" y="2393950"/>
          <p14:tracePt t="76422" x="5270500" y="2247900"/>
          <p14:tracePt t="76438" x="5384800" y="2152650"/>
          <p14:tracePt t="76456" x="5454650" y="2095500"/>
          <p14:tracePt t="76471" x="5486400" y="2070100"/>
          <p14:tracePt t="76488" x="5530850" y="2038350"/>
          <p14:tracePt t="76505" x="5581650" y="2025650"/>
          <p14:tracePt t="76521" x="5600700" y="2019300"/>
          <p14:tracePt t="76538" x="5657850" y="1993900"/>
          <p14:tracePt t="76554" x="5727700" y="1993900"/>
          <p14:tracePt t="76571" x="5746750" y="1993900"/>
          <p14:tracePt t="76588" x="5803900" y="1987550"/>
          <p14:tracePt t="76604" x="5854700" y="1987550"/>
          <p14:tracePt t="76621" x="5880100" y="1987550"/>
          <p14:tracePt t="76638" x="5918200" y="2000250"/>
          <p14:tracePt t="76654" x="5956300" y="2006600"/>
          <p14:tracePt t="76671" x="5988050" y="2019300"/>
          <p14:tracePt t="76688" x="6045200" y="2032000"/>
          <p14:tracePt t="76705" x="6089650" y="2038350"/>
          <p14:tracePt t="76722" x="6203950" y="2089150"/>
          <p14:tracePt t="76737" x="6235700" y="2108200"/>
          <p14:tracePt t="76754" x="6267450" y="2120900"/>
          <p14:tracePt t="76771" x="6330950" y="2159000"/>
          <p14:tracePt t="76787" x="6375400" y="2197100"/>
          <p14:tracePt t="76804" x="6394450" y="2209800"/>
          <p14:tracePt t="76821" x="6432550" y="2247900"/>
          <p14:tracePt t="76837" x="6451600" y="2273300"/>
          <p14:tracePt t="76854" x="6457950" y="2279650"/>
          <p14:tracePt t="76870" x="6464300" y="2292350"/>
          <p14:tracePt t="76886" x="6470650" y="2292350"/>
          <p14:tracePt t="76925" x="6477000" y="2292350"/>
          <p14:tracePt t="77024" x="6483350" y="2298700"/>
          <p14:tracePt t="77044" x="6489700" y="2298700"/>
          <p14:tracePt t="77066" x="6496050" y="2298700"/>
          <p14:tracePt t="77072" x="6502400" y="2298700"/>
          <p14:tracePt t="77089" x="6515100" y="2298700"/>
          <p14:tracePt t="77103" x="6521450" y="2305050"/>
          <p14:tracePt t="77120" x="6565900" y="2324100"/>
          <p14:tracePt t="77136" x="6648450" y="2349500"/>
          <p14:tracePt t="77152" x="6705600" y="2368550"/>
          <p14:tracePt t="77169" x="6819900" y="2413000"/>
          <p14:tracePt t="77186" x="6927850" y="2451100"/>
          <p14:tracePt t="77202" x="6972300" y="2463800"/>
          <p14:tracePt t="77220" x="7067550" y="2501900"/>
          <p14:tracePt t="77236" x="7156450" y="2540000"/>
          <p14:tracePt t="77252" x="7194550" y="2552700"/>
          <p14:tracePt t="77269" x="7258050" y="2571750"/>
          <p14:tracePt t="77286" x="7315200" y="2584450"/>
          <p14:tracePt t="77302" x="7334250" y="2597150"/>
          <p14:tracePt t="77319" x="7378700" y="2622550"/>
          <p14:tracePt t="77336" x="7397750" y="2635250"/>
          <p14:tracePt t="77352" x="7442200" y="2654300"/>
          <p14:tracePt t="77368" x="7480300" y="2673350"/>
          <p14:tracePt t="77385" x="7493000" y="2692400"/>
          <p14:tracePt t="77402" x="7543800" y="2711450"/>
          <p14:tracePt t="77418" x="7556500" y="2711450"/>
          <p14:tracePt t="77435" x="7575550" y="2717800"/>
          <p14:tracePt t="77452" x="7600950" y="2724150"/>
          <p14:tracePt t="77468" x="7613650" y="2724150"/>
          <p14:tracePt t="77485" x="7626350" y="2724150"/>
          <p14:tracePt t="77501" x="7639050" y="2724150"/>
          <p14:tracePt t="77518" x="7645400" y="2724150"/>
          <p14:tracePt t="77535" x="7651750" y="2724150"/>
          <p14:tracePt t="77551" x="7670800" y="2724150"/>
          <p14:tracePt t="77568" x="7689850" y="2724150"/>
          <p14:tracePt t="77586" x="7721600" y="2711450"/>
          <p14:tracePt t="77601" x="7740650" y="2705100"/>
          <p14:tracePt t="77618" x="7791450" y="2673350"/>
          <p14:tracePt t="77635" x="7816850" y="2641600"/>
          <p14:tracePt t="78061" x="7816850" y="2647950"/>
          <p14:tracePt t="78068" x="7810500" y="2654300"/>
          <p14:tracePt t="78075" x="7785100" y="2679700"/>
          <p14:tracePt t="78089" x="7747000" y="2698750"/>
          <p14:tracePt t="78103" x="7683500" y="2736850"/>
          <p14:tracePt t="78115" x="7594600" y="2787650"/>
          <p14:tracePt t="78133" x="7137400" y="3054350"/>
          <p14:tracePt t="78149" x="6375400" y="3524250"/>
          <p14:tracePt t="78166" x="5886450" y="3841750"/>
          <p14:tracePt t="78182" x="4851400" y="4572000"/>
          <p14:tracePt t="78199" x="4330700" y="4978400"/>
          <p14:tracePt t="78216" x="2908300" y="5988050"/>
          <p14:tracePt t="78232" x="2520950" y="6267450"/>
          <p14:tracePt t="78249" x="2171700" y="6426200"/>
          <p14:tracePt t="78614" x="584200" y="6356350"/>
          <p14:tracePt t="78631" x="552450" y="6254750"/>
          <p14:tracePt t="78647" x="539750" y="6203950"/>
          <p14:tracePt t="78665" x="533400" y="6083300"/>
          <p14:tracePt t="78681" x="533400" y="5943600"/>
          <p14:tracePt t="78697" x="533400" y="5867400"/>
          <p14:tracePt t="78714" x="565150" y="5734050"/>
          <p14:tracePt t="78731" x="590550" y="5638800"/>
          <p14:tracePt t="78746" x="609600" y="5594350"/>
          <p14:tracePt t="78765" x="622300" y="5549900"/>
          <p14:tracePt t="78781" x="641350" y="5524500"/>
          <p14:tracePt t="78797" x="654050" y="5511800"/>
          <p14:tracePt t="78814" x="666750" y="5492750"/>
          <p14:tracePt t="78830" x="679450" y="5480050"/>
          <p14:tracePt t="78849" x="692150" y="5467350"/>
          <p14:tracePt t="78863" x="704850" y="5461000"/>
          <p14:tracePt t="78897" x="711200" y="5454650"/>
          <p14:tracePt t="78918" x="717550" y="5454650"/>
          <p14:tracePt t="79001" x="717550" y="5448300"/>
          <p14:tracePt t="79141" x="711200" y="5448300"/>
          <p14:tracePt t="79170" x="711200" y="5454650"/>
          <p14:tracePt t="79191" x="711200" y="5461000"/>
          <p14:tracePt t="83022" x="736600" y="5467350"/>
          <p14:tracePt t="83029" x="768350" y="5480050"/>
          <p14:tracePt t="83043" x="800100" y="5486400"/>
          <p14:tracePt t="83052" x="838200" y="5499100"/>
          <p14:tracePt t="83066" x="882650" y="5505450"/>
          <p14:tracePt t="83082" x="952500" y="5511800"/>
          <p14:tracePt t="83100" x="1041400" y="5524500"/>
          <p14:tracePt t="83115" x="1104900" y="5543550"/>
          <p14:tracePt t="83132" x="1162050" y="5549900"/>
          <p14:tracePt t="83150" x="1409700" y="5600700"/>
          <p14:tracePt t="83165" x="1498600" y="5632450"/>
          <p14:tracePt t="83182" x="1581150" y="5651500"/>
          <p14:tracePt t="83198" x="1746250" y="5689600"/>
          <p14:tracePt t="83214" x="1905000" y="5721350"/>
          <p14:tracePt t="83232" x="1987550" y="5746750"/>
          <p14:tracePt t="83248" x="2095500" y="5784850"/>
          <p14:tracePt t="83264" x="2203450" y="5829300"/>
          <p14:tracePt t="83282" x="2317750" y="5886450"/>
          <p14:tracePt t="83298" x="2362200" y="5924550"/>
          <p14:tracePt t="83315" x="2470150" y="6000750"/>
          <p14:tracePt t="83331" x="2571750" y="6064250"/>
          <p14:tracePt t="83348" x="2622550" y="6089650"/>
          <p14:tracePt t="83364" x="2743200" y="6178550"/>
          <p14:tracePt t="83381" x="2876550" y="6261100"/>
          <p14:tracePt t="83398" x="2921000" y="6273800"/>
          <p14:tracePt t="83415" x="3016250" y="6299200"/>
          <p14:tracePt t="83431" x="3136900" y="6311900"/>
          <p14:tracePt t="83448" x="3200400" y="6305550"/>
          <p14:tracePt t="83451" x="3257550" y="6299200"/>
          <p14:tracePt t="83464" x="3295650" y="6292850"/>
          <p14:tracePt t="83481" x="3321050" y="6267450"/>
          <p14:tracePt t="84053" x="3321050" y="6261100"/>
          <p14:tracePt t="84067" x="3333750" y="6254750"/>
          <p14:tracePt t="84074" x="3340100" y="6254750"/>
          <p14:tracePt t="84082" x="3359150" y="6242050"/>
          <p14:tracePt t="84098" x="3371850" y="6223000"/>
          <p14:tracePt t="84112" x="3397250" y="6216650"/>
          <p14:tracePt t="84128" x="3435350" y="6191250"/>
          <p14:tracePt t="84145" x="3498850" y="6159500"/>
          <p14:tracePt t="84162" x="3530600" y="6146800"/>
          <p14:tracePt t="84179" x="3606800" y="6108700"/>
          <p14:tracePt t="84195" x="3676650" y="6089650"/>
          <p14:tracePt t="84212" x="3721100" y="6076950"/>
          <p14:tracePt t="84229" x="3778250" y="6057900"/>
          <p14:tracePt t="84245" x="3829050" y="6038850"/>
          <p14:tracePt t="84261" x="3848100" y="6032500"/>
          <p14:tracePt t="84278" x="3892550" y="6019800"/>
          <p14:tracePt t="84294" x="3917950" y="6007100"/>
          <p14:tracePt t="84311" x="3930650" y="6007100"/>
          <p14:tracePt t="84328" x="3949700" y="6000750"/>
          <p14:tracePt t="84344" x="3962400" y="6000750"/>
          <p14:tracePt t="84362" x="3981450" y="5994400"/>
          <p14:tracePt t="84378" x="3987800" y="5994400"/>
          <p14:tracePt t="84394" x="3994150" y="5994400"/>
          <p14:tracePt t="84411" x="4013200" y="5994400"/>
          <p14:tracePt t="84428" x="4025900" y="5994400"/>
          <p14:tracePt t="84444" x="4032250" y="5988050"/>
          <p14:tracePt t="84461" x="4064000" y="5981700"/>
          <p14:tracePt t="84477" x="4095750" y="5975350"/>
          <p14:tracePt t="84494" x="4159250" y="5969000"/>
          <p14:tracePt t="84511" x="4184650" y="5962650"/>
          <p14:tracePt t="84527" x="4241800" y="5962650"/>
          <p14:tracePt t="84544" x="4298950" y="5962650"/>
          <p14:tracePt t="84560" x="4330700" y="5962650"/>
          <p14:tracePt t="84577" x="4375150" y="5969000"/>
          <p14:tracePt t="84594" x="4419600" y="5975350"/>
          <p14:tracePt t="84610" x="4451350" y="5994400"/>
          <p14:tracePt t="84627" x="4464050" y="6000750"/>
          <p14:tracePt t="84643" x="4533900" y="6051550"/>
          <p14:tracePt t="84660" x="4559300" y="6070600"/>
          <p14:tracePt t="84677" x="4603750" y="6127750"/>
          <p14:tracePt t="84693" x="4610100" y="6165850"/>
          <p14:tracePt t="87084" x="4597400" y="6165850"/>
          <p14:tracePt t="87091" x="4584700" y="6153150"/>
          <p14:tracePt t="87105" x="4572000" y="6140450"/>
          <p14:tracePt t="87119" x="4540250" y="6115050"/>
          <p14:tracePt t="87134" x="4521200" y="6108700"/>
          <p14:tracePt t="87151" x="4502150" y="6089650"/>
          <p14:tracePt t="87168" x="4457700" y="6045200"/>
          <p14:tracePt t="87185" x="4425950" y="6007100"/>
          <p14:tracePt t="87201" x="4413250" y="5988050"/>
          <p14:tracePt t="87217" x="4375150" y="5949950"/>
          <p14:tracePt t="87235" x="4349750" y="5924550"/>
          <p14:tracePt t="87252" x="4337050" y="5911850"/>
          <p14:tracePt t="87267" x="4305300" y="5892800"/>
          <p14:tracePt t="87284" x="4260850" y="5867400"/>
          <p14:tracePt t="87302" x="4197350" y="5835650"/>
          <p14:tracePt t="87317" x="4165600" y="5822950"/>
          <p14:tracePt t="87334" x="4076700" y="5778500"/>
          <p14:tracePt t="87351" x="3956050" y="5721350"/>
          <p14:tracePt t="87367" x="3873500" y="5683250"/>
          <p14:tracePt t="87384" x="3790950" y="5638800"/>
          <p14:tracePt t="87401" x="3511550" y="5505450"/>
          <p14:tracePt t="87417" x="3435350" y="5467350"/>
          <p14:tracePt t="87435" x="3244850" y="5384800"/>
          <p14:tracePt t="87450" x="3181350" y="5365750"/>
          <p14:tracePt t="87467" x="3124200" y="5334000"/>
          <p14:tracePt t="87484" x="3009900" y="5283200"/>
          <p14:tracePt t="87500" x="2927350" y="5207000"/>
          <p14:tracePt t="87517" x="2882900" y="5162550"/>
          <p14:tracePt t="87534" x="2838450" y="5124450"/>
          <p14:tracePt t="87550" x="2806700" y="5111750"/>
          <p14:tracePt t="87566" x="2787650" y="5099050"/>
          <p14:tracePt t="87583" x="2730500" y="5060950"/>
          <p14:tracePt t="87599" x="2717800" y="5048250"/>
          <p14:tracePt t="87618" x="2692400" y="5035550"/>
          <p14:tracePt t="87633" x="2647950" y="5029200"/>
          <p14:tracePt t="87650" x="2635250" y="5029200"/>
          <p14:tracePt t="87667" x="2603500" y="5029200"/>
          <p14:tracePt t="87683" x="2571750" y="5029200"/>
          <p14:tracePt t="87699" x="2552700" y="5029200"/>
          <p14:tracePt t="87716" x="2514600" y="5029200"/>
          <p14:tracePt t="87733" x="2501900" y="5029200"/>
          <p14:tracePt t="87750" x="2463800" y="5022850"/>
          <p14:tracePt t="87766" x="2413000" y="5010150"/>
          <p14:tracePt t="87782" x="2393950" y="5003800"/>
          <p14:tracePt t="87800" x="2349500" y="4984750"/>
          <p14:tracePt t="87816" x="2324100" y="4965700"/>
          <p14:tracePt t="87832" x="2311400" y="4959350"/>
          <p14:tracePt t="87849" x="2292350" y="4946650"/>
          <p14:tracePt t="87866" x="2286000" y="4946650"/>
          <p14:tracePt t="87882" x="2279650" y="4946650"/>
          <p14:tracePt t="87899" x="2273300" y="4946650"/>
          <p14:tracePt t="88334" x="2273300" y="4940300"/>
          <p14:tracePt t="88342" x="2266950" y="4933950"/>
          <p14:tracePt t="88356" x="2266950" y="4927600"/>
          <p14:tracePt t="88364" x="2254250" y="4914900"/>
          <p14:tracePt t="88381" x="2235200" y="4889500"/>
          <p14:tracePt t="88398" x="2228850" y="4876800"/>
          <p14:tracePt t="88414" x="2209800" y="4826000"/>
          <p14:tracePt t="88430" x="2197100" y="4806950"/>
          <p14:tracePt t="88447" x="2171700" y="4749800"/>
          <p14:tracePt t="88463" x="2165350" y="4686300"/>
          <p14:tracePt t="88480" x="2152650" y="4629150"/>
          <p14:tracePt t="88497" x="2152650" y="4591050"/>
          <p14:tracePt t="88513" x="2152650" y="4578350"/>
          <p14:tracePt t="88531" x="2152650" y="4552950"/>
          <p14:tracePt t="88547" x="2152650" y="4533900"/>
          <p14:tracePt t="88563" x="2152650" y="4521200"/>
          <p14:tracePt t="88580" x="2152650" y="4508500"/>
          <p14:tracePt t="88597" x="2152650" y="4489450"/>
          <p14:tracePt t="88613" x="2152650" y="4483100"/>
          <p14:tracePt t="88630" x="2152650" y="4470400"/>
          <p14:tracePt t="88646" x="2152650" y="4464050"/>
          <p14:tracePt t="88679" x="2152650" y="4451350"/>
          <p14:tracePt t="88696" x="2152650" y="4445000"/>
          <p14:tracePt t="88715" x="2152650" y="4438650"/>
          <p14:tracePt t="88746" x="2152650" y="4432300"/>
          <p14:tracePt t="88765" x="2152650" y="4425950"/>
          <p14:tracePt t="88783" x="2152650" y="4419600"/>
          <p14:tracePt t="88799" x="2152650" y="4413250"/>
          <p14:tracePt t="88826" x="2152650" y="4406900"/>
          <p14:tracePt t="88833" x="2152650" y="4400550"/>
          <p14:tracePt t="88896" x="2152650" y="4394200"/>
          <p14:tracePt t="88924" x="2152650" y="4387850"/>
          <p14:tracePt t="88966" x="2165350" y="4381500"/>
          <p14:tracePt t="88973" x="2171700" y="4381500"/>
          <p14:tracePt t="88987" x="2178050" y="4381500"/>
          <p14:tracePt t="88995" x="2184400" y="4381500"/>
          <p14:tracePt t="89015" x="2190750" y="4381500"/>
          <p14:tracePt t="89031" x="2203450" y="4381500"/>
          <p14:tracePt t="89064" x="2209800" y="4381500"/>
          <p14:tracePt t="89079" x="2216150" y="4381500"/>
          <p14:tracePt t="89085" x="2222500" y="4381500"/>
          <p14:tracePt t="89099" x="2228850" y="4381500"/>
          <p14:tracePt t="89120" x="2235200" y="4381500"/>
          <p14:tracePt t="89134" x="2241550" y="4381500"/>
          <p14:tracePt t="89211" x="2247900" y="4375150"/>
          <p14:tracePt t="89232" x="2247900" y="4368800"/>
          <p14:tracePt t="89260" x="2247900" y="4362450"/>
          <p14:tracePt t="89267" x="2247900" y="4356100"/>
          <p14:tracePt t="89295" x="2247900" y="4343400"/>
          <p14:tracePt t="89309" x="2247900" y="4330700"/>
          <p14:tracePt t="89317" x="2247900" y="4318000"/>
          <p14:tracePt t="89327" x="2247900" y="4305300"/>
          <p14:tracePt t="89345" x="2241550" y="4273550"/>
          <p14:tracePt t="89360" x="2235200" y="4260850"/>
          <p14:tracePt t="89377" x="2235200" y="4248150"/>
          <p14:tracePt t="89394" x="2222500" y="4210050"/>
          <p14:tracePt t="89410" x="2222500" y="4203700"/>
          <p14:tracePt t="89427" x="2216150" y="4197350"/>
          <p14:tracePt t="89675" x="2216150" y="4203700"/>
          <p14:tracePt t="89695" x="2216150" y="4210050"/>
          <p14:tracePt t="89745" x="2222500" y="4216400"/>
          <p14:tracePt t="89773" x="2222500" y="4222750"/>
          <p14:tracePt t="89786" x="2228850" y="4222750"/>
          <p14:tracePt t="89795" x="2228850" y="4229100"/>
          <p14:tracePt t="89809" x="2241550" y="4241800"/>
          <p14:tracePt t="89825" x="2247900" y="4254500"/>
          <p14:tracePt t="89843" x="2292350" y="4286250"/>
          <p14:tracePt t="89858" x="2374900" y="4362450"/>
          <p14:tracePt t="89875" x="2419350" y="4406900"/>
          <p14:tracePt t="89892" x="2552700" y="4514850"/>
          <p14:tracePt t="89909" x="2692400" y="4635500"/>
          <p14:tracePt t="89925" x="2762250" y="4711700"/>
          <p14:tracePt t="89942" x="2940050" y="4845050"/>
          <p14:tracePt t="89958" x="3035300" y="4908550"/>
          <p14:tracePt t="89975" x="3251200" y="5035550"/>
          <p14:tracePt t="89978" x="3359150" y="5099050"/>
          <p14:tracePt t="89992" x="3448050" y="5162550"/>
          <p14:tracePt t="90009" x="3543300" y="5226050"/>
          <p14:tracePt t="90025" x="3803650" y="5410200"/>
          <p14:tracePt t="90041" x="3873500" y="5473700"/>
          <p14:tracePt t="90058" x="3956050" y="5537200"/>
          <p14:tracePt t="90075" x="4064000" y="5638800"/>
          <p14:tracePt t="90091" x="4133850" y="5702300"/>
          <p14:tracePt t="90108" x="4165600" y="5727700"/>
          <p14:tracePt t="90125" x="4178300" y="5753100"/>
          <p14:tracePt t="90661" x="4197350" y="5765800"/>
          <p14:tracePt t="90669" x="4229100" y="5778500"/>
          <p14:tracePt t="90676" x="4273550" y="5797550"/>
          <p14:tracePt t="90690" x="4311650" y="5816600"/>
          <p14:tracePt t="90705" x="4387850" y="5848350"/>
          <p14:tracePt t="90722" x="4419600" y="5861050"/>
          <p14:tracePt t="90740" x="4502150" y="5899150"/>
          <p14:tracePt t="90755" x="4514850" y="5918200"/>
          <p14:tracePt t="90772" x="4552950" y="5937250"/>
          <p14:tracePt t="90789" x="4578350" y="5962650"/>
          <p14:tracePt t="90805" x="4591050" y="5975350"/>
          <p14:tracePt t="90823" x="4597400" y="5988050"/>
          <p14:tracePt t="90838" x="4635500" y="6038850"/>
          <p14:tracePt t="90855" x="4648200" y="6051550"/>
          <p14:tracePt t="90873" x="4673600" y="6076950"/>
          <p14:tracePt t="90888" x="4692650" y="6089650"/>
          <p14:tracePt t="90905" x="4730750" y="6121400"/>
          <p14:tracePt t="90922" x="4781550" y="6134100"/>
          <p14:tracePt t="90938" x="4813300" y="6153150"/>
          <p14:tracePt t="90955" x="4883150" y="6159500"/>
          <p14:tracePt t="90971" x="4927600" y="6165850"/>
          <p14:tracePt t="90988" x="4959350" y="6165850"/>
          <p14:tracePt t="91005" x="5035550" y="6127750"/>
          <p14:tracePt t="91021" x="5073650" y="6083300"/>
          <p14:tracePt t="92246" x="5080000" y="6083300"/>
          <p14:tracePt t="92253" x="5092700" y="6083300"/>
          <p14:tracePt t="92267" x="5099050" y="6083300"/>
          <p14:tracePt t="92283" x="5118100" y="6076950"/>
          <p14:tracePt t="92301" x="5130800" y="6076950"/>
          <p14:tracePt t="92317" x="5156200" y="6070600"/>
          <p14:tracePt t="92333" x="5194300" y="6064250"/>
          <p14:tracePt t="92351" x="5213350" y="6057900"/>
          <p14:tracePt t="92366" x="5245100" y="6057900"/>
          <p14:tracePt t="92384" x="5264150" y="6051550"/>
          <p14:tracePt t="92401" x="5327650" y="6045200"/>
          <p14:tracePt t="92416" x="5346700" y="6038850"/>
          <p14:tracePt t="92433" x="5359400" y="6038850"/>
          <p14:tracePt t="92450" x="5384800" y="6038850"/>
          <p14:tracePt t="92466" x="5397500" y="6032500"/>
          <p14:tracePt t="92483" x="5410200" y="6032500"/>
          <p14:tracePt t="92500" x="5416550" y="6032500"/>
          <p14:tracePt t="92516" x="5429250" y="6032500"/>
          <p14:tracePt t="92534" x="5454650" y="6032500"/>
          <p14:tracePt t="92549" x="5467350" y="6032500"/>
          <p14:tracePt t="92566" x="5505450" y="6032500"/>
          <p14:tracePt t="92583" x="5575300" y="6032500"/>
          <p14:tracePt t="92599" x="5613400" y="6038850"/>
          <p14:tracePt t="92616" x="5708650" y="6051550"/>
          <p14:tracePt t="92633" x="5829300" y="6070600"/>
          <p14:tracePt t="92649" x="5905500" y="6076950"/>
          <p14:tracePt t="92666" x="5981700" y="6089650"/>
          <p14:tracePt t="92682" x="6242050" y="6115050"/>
          <p14:tracePt t="92699" x="6318250" y="6127750"/>
          <p14:tracePt t="92716" x="6451600" y="6146800"/>
          <p14:tracePt t="92732" x="6502400" y="6146800"/>
          <p14:tracePt t="92749" x="6604000" y="6153150"/>
          <p14:tracePt t="92766" x="6724650" y="6140450"/>
          <p14:tracePt t="92782" x="6858000" y="6102350"/>
          <p14:tracePt t="92798" x="6896100" y="6096000"/>
          <p14:tracePt t="92815" x="6915150" y="6076950"/>
          <p14:tracePt t="94084" x="6921500" y="6076950"/>
          <p14:tracePt t="94098" x="6927850" y="6076950"/>
          <p14:tracePt t="94105" x="6946900" y="6096000"/>
          <p14:tracePt t="94119" x="6959600" y="6108700"/>
          <p14:tracePt t="94128" x="6978650" y="6121400"/>
          <p14:tracePt t="94143" x="6991350" y="6134100"/>
          <p14:tracePt t="94161" x="7048500" y="6191250"/>
          <p14:tracePt t="94177" x="7105650" y="6248400"/>
          <p14:tracePt t="94194" x="7137400" y="6280150"/>
          <p14:tracePt t="94211" x="7188200" y="6337300"/>
          <p14:tracePt t="94227" x="7232650" y="6381750"/>
          <p14:tracePt t="94243" x="7258050" y="6407150"/>
          <p14:tracePt t="94261" x="7283450" y="6426200"/>
          <p14:tracePt t="94277" x="7296150" y="6438900"/>
          <p14:tracePt t="94293" x="7308850" y="6445250"/>
          <p14:tracePt t="94309" x="7315200" y="6457950"/>
          <p14:tracePt t="94344" x="7321550" y="6457950"/>
          <p14:tracePt t="94360" x="7321550" y="6451600"/>
          <p14:tracePt t="94757" x="7321550" y="6445250"/>
          <p14:tracePt t="94771" x="7321550" y="6432550"/>
          <p14:tracePt t="94779" x="7308850" y="6413500"/>
          <p14:tracePt t="94792" x="7302500" y="6400800"/>
          <p14:tracePt t="94808" x="7289800" y="6362700"/>
          <p14:tracePt t="94825" x="7283450" y="6330950"/>
          <p14:tracePt t="94842" x="7245350" y="6223000"/>
          <p14:tracePt t="94858" x="7194550" y="6051550"/>
          <p14:tracePt t="94874" x="7169150" y="5949950"/>
          <p14:tracePt t="94892" x="7092950" y="5702300"/>
          <p14:tracePt t="94908" x="7048500" y="5562600"/>
          <p14:tracePt t="94924" x="6972300" y="5302250"/>
          <p14:tracePt t="94941" x="6896100" y="5105400"/>
          <p14:tracePt t="94958" x="6864350" y="5016500"/>
          <p14:tracePt t="94975" x="6807200" y="4864100"/>
          <p14:tracePt t="94991" x="6769100" y="4743450"/>
          <p14:tracePt t="95007" x="6750050" y="4705350"/>
          <p14:tracePt t="95025" x="6718300" y="4641850"/>
          <p14:tracePt t="95041" x="6705600" y="4603750"/>
          <p14:tracePt t="95058" x="6699250" y="4591050"/>
          <p14:tracePt t="95074" x="6686550" y="4565650"/>
          <p14:tracePt t="95091" x="6673850" y="4546600"/>
          <p14:tracePt t="95123" x="6661150" y="4533900"/>
          <p14:tracePt t="95141" x="6654800" y="4527550"/>
          <p14:tracePt t="95158" x="6642100" y="4521200"/>
          <p14:tracePt t="95174" x="6635750" y="4508500"/>
          <p14:tracePt t="95191" x="6623050" y="4502150"/>
          <p14:tracePt t="95207" x="6610350" y="4489450"/>
          <p14:tracePt t="95223" x="6591300" y="4483100"/>
          <p14:tracePt t="95241" x="6584950" y="4483100"/>
          <p14:tracePt t="95256" x="6553200" y="4464050"/>
          <p14:tracePt t="95274" x="6540500" y="4457700"/>
          <p14:tracePt t="95290" x="6527800" y="4451350"/>
          <p14:tracePt t="95306" x="6521450" y="4445000"/>
          <p14:tracePt t="95424" x="6527800" y="4445000"/>
          <p14:tracePt t="95445" x="6540500" y="4445000"/>
          <p14:tracePt t="95459" x="6546850" y="4445000"/>
          <p14:tracePt t="95474" x="6559550" y="4445000"/>
          <p14:tracePt t="95486" x="6572250" y="4445000"/>
          <p14:tracePt t="95493" x="6597650" y="4445000"/>
          <p14:tracePt t="95509" x="6629400" y="4445000"/>
          <p14:tracePt t="95523" x="6673850" y="4445000"/>
          <p14:tracePt t="95539" x="6724650" y="4445000"/>
          <p14:tracePt t="95556" x="6794500" y="4457700"/>
          <p14:tracePt t="95572" x="6959600" y="4464050"/>
          <p14:tracePt t="95589" x="7112000" y="4476750"/>
          <p14:tracePt t="95606" x="7258050" y="4495800"/>
          <p14:tracePt t="95622" x="7353300" y="4514850"/>
          <p14:tracePt t="95639" x="7378700" y="4521200"/>
          <p14:tracePt t="95656" x="7429500" y="4533900"/>
          <p14:tracePt t="95672" x="7461250" y="4540250"/>
          <p14:tracePt t="95688" x="7473950" y="4540250"/>
          <p14:tracePt t="95706" x="7518400" y="4540250"/>
          <p14:tracePt t="95722" x="7531100" y="4540250"/>
          <p14:tracePt t="95738" x="7537450" y="4533900"/>
          <p14:tracePt t="97032" x="7524750" y="4533900"/>
          <p14:tracePt t="97046" x="7512050" y="4527550"/>
          <p14:tracePt t="97060" x="7499350" y="4521200"/>
          <p14:tracePt t="97074" x="7486650" y="4521200"/>
          <p14:tracePt t="97083" x="7480300" y="4521200"/>
          <p14:tracePt t="97101" x="7467600" y="4521200"/>
          <p14:tracePt t="97117" x="7454900" y="4521200"/>
          <p14:tracePt t="97133" x="7435850" y="4521200"/>
          <p14:tracePt t="97150" x="7410450" y="4521200"/>
          <p14:tracePt t="97167" x="7366000" y="4521200"/>
          <p14:tracePt t="97183" x="7327900" y="4521200"/>
          <p14:tracePt t="97201" x="7156450" y="4521200"/>
          <p14:tracePt t="97216" x="7080250" y="4521200"/>
          <p14:tracePt t="97233" x="7004050" y="4521200"/>
          <p14:tracePt t="97250" x="6851650" y="4527550"/>
          <p14:tracePt t="97266" x="6661150" y="4540250"/>
          <p14:tracePt t="97283" x="6559550" y="4540250"/>
          <p14:tracePt t="97300" x="6356350" y="4540250"/>
          <p14:tracePt t="97316" x="6153150" y="4546600"/>
          <p14:tracePt t="97333" x="6064250" y="4546600"/>
          <p14:tracePt t="97349" x="5886450" y="4546600"/>
          <p14:tracePt t="97366" x="5708650" y="4546600"/>
          <p14:tracePt t="97383" x="5568950" y="4533900"/>
          <p14:tracePt t="97399" x="5511800" y="4533900"/>
          <p14:tracePt t="97416" x="5461000" y="4527550"/>
          <p14:tracePt t="97433" x="5340350" y="4502150"/>
          <p14:tracePt t="97449" x="5308600" y="4502150"/>
          <p14:tracePt t="97466" x="5276850" y="4495800"/>
          <p14:tracePt t="97482" x="5194300" y="4476750"/>
          <p14:tracePt t="97499" x="5168900" y="4470400"/>
          <p14:tracePt t="97517" x="5111750" y="4451350"/>
          <p14:tracePt t="97533" x="5092700" y="4432300"/>
          <p14:tracePt t="97549" x="5054600" y="4419600"/>
          <p14:tracePt t="97566" x="5003800" y="4375150"/>
          <p14:tracePt t="97582" x="4972050" y="4349750"/>
          <p14:tracePt t="97599" x="4902200" y="4305300"/>
          <p14:tracePt t="97615" x="4819650" y="4222750"/>
          <p14:tracePt t="97632" x="4787900" y="4178300"/>
          <p14:tracePt t="97648" x="4718050" y="4114800"/>
          <p14:tracePt t="97665" x="4679950" y="4070350"/>
          <p14:tracePt t="98799" x="4692650" y="4076700"/>
          <p14:tracePt t="98806" x="4718050" y="4083050"/>
          <p14:tracePt t="98820" x="4749800" y="4108450"/>
          <p14:tracePt t="98828" x="4781550" y="4121150"/>
          <p14:tracePt t="98844" x="4800600" y="4146550"/>
          <p14:tracePt t="98862" x="4857750" y="4184650"/>
          <p14:tracePt t="98877" x="4921250" y="4229100"/>
          <p14:tracePt t="98894" x="4940300" y="4248150"/>
          <p14:tracePt t="98911" x="4984750" y="4279900"/>
          <p14:tracePt t="98927" x="5016500" y="4318000"/>
          <p14:tracePt t="98944" x="5029200" y="4330700"/>
          <p14:tracePt t="98961" x="5054600" y="4343400"/>
          <p14:tracePt t="98977" x="5080000" y="4362450"/>
          <p14:tracePt t="98994" x="5086350" y="4368800"/>
          <p14:tracePt t="99010" x="5111750" y="4381500"/>
          <p14:tracePt t="99027" x="5124450" y="4381500"/>
          <p14:tracePt t="99044" x="5168900" y="4394200"/>
          <p14:tracePt t="99060" x="5187950" y="4394200"/>
          <p14:tracePt t="99077" x="5213350" y="4400550"/>
          <p14:tracePt t="99094" x="5257800" y="4413250"/>
          <p14:tracePt t="99110" x="5321300" y="4432300"/>
          <p14:tracePt t="99127" x="5346700" y="4432300"/>
          <p14:tracePt t="99143" x="5397500" y="4438650"/>
          <p14:tracePt t="99160" x="5448300" y="4438650"/>
          <p14:tracePt t="99176" x="5473700" y="4445000"/>
          <p14:tracePt t="99193" x="5518150" y="4451350"/>
          <p14:tracePt t="99210" x="5549900" y="4464050"/>
          <p14:tracePt t="99227" x="5575300" y="4470400"/>
          <p14:tracePt t="99243" x="5581650" y="4470400"/>
          <p14:tracePt t="99259" x="5594350" y="4470400"/>
          <p14:tracePt t="99318" x="5581650" y="4464050"/>
          <p14:tracePt t="99325" x="5575300" y="4464050"/>
          <p14:tracePt t="99339" x="5562600" y="4464050"/>
          <p14:tracePt t="99346" x="5556250" y="4464050"/>
          <p14:tracePt t="99362" x="5543550" y="4464050"/>
          <p14:tracePt t="99376" x="5518150" y="4464050"/>
          <p14:tracePt t="99392" x="5454650" y="4464050"/>
          <p14:tracePt t="99410" x="5340350" y="4464050"/>
          <p14:tracePt t="99426" x="5264150" y="4464050"/>
          <p14:tracePt t="99442" x="5041900" y="4489450"/>
          <p14:tracePt t="99459" x="4800600" y="4502150"/>
          <p14:tracePt t="99475" x="4660900" y="4514850"/>
          <p14:tracePt t="99492" x="4400550" y="4533900"/>
          <p14:tracePt t="99508" x="4121150" y="4533900"/>
          <p14:tracePt t="99525" x="3994150" y="4533900"/>
          <p14:tracePt t="99542" x="3867150" y="4533900"/>
          <p14:tracePt t="99558" x="3549650" y="4508500"/>
          <p14:tracePt t="99575" x="3460750" y="4502150"/>
          <p14:tracePt t="99578" x="3384550" y="4489450"/>
          <p14:tracePt t="99594" x="3302000" y="4470400"/>
          <p14:tracePt t="99608" x="3168650" y="4445000"/>
          <p14:tracePt t="99625" x="3117850" y="4425950"/>
          <p14:tracePt t="99641" x="3016250" y="4387850"/>
          <p14:tracePt t="99658" x="2978150" y="4368800"/>
          <p14:tracePt t="99676" x="2895600" y="4343400"/>
          <p14:tracePt t="99691" x="2876550" y="4337050"/>
          <p14:tracePt t="99708" x="2851150" y="4330700"/>
          <p14:tracePt t="99725" x="2806700" y="4318000"/>
          <p14:tracePt t="99741" x="2755900" y="4318000"/>
          <p14:tracePt t="99758" x="2736850" y="4318000"/>
          <p14:tracePt t="99774" x="2698750" y="4311650"/>
          <p14:tracePt t="99791" x="2686050" y="4311650"/>
          <p14:tracePt t="99824" x="2679700" y="4311650"/>
          <p14:tracePt t="99841" x="2673350" y="4318000"/>
          <p14:tracePt t="99858" x="2667000" y="4324350"/>
          <p14:tracePt t="99874" x="2660650" y="4324350"/>
          <p14:tracePt t="99891" x="2654300" y="4337050"/>
          <p14:tracePt t="99908" x="2647950" y="4343400"/>
          <p14:tracePt t="99924" x="2641600" y="4349750"/>
          <p14:tracePt t="99940" x="2635250" y="4349750"/>
          <p14:tracePt t="99957" x="2622550" y="4362450"/>
          <p14:tracePt t="99974" x="2616200" y="4368800"/>
          <p14:tracePt t="99991" x="2590800" y="4375150"/>
          <p14:tracePt t="100007" x="2578100" y="4387850"/>
          <p14:tracePt t="100023" x="2514600" y="4406900"/>
          <p14:tracePt t="100041" x="2413000" y="4457700"/>
          <p14:tracePt t="100057" x="2362200" y="4476750"/>
          <p14:tracePt t="100073" x="2235200" y="4521200"/>
          <p14:tracePt t="100090" x="2120900" y="4546600"/>
          <p14:tracePt t="100106" x="2051050" y="4546600"/>
          <p14:tracePt t="100123" x="1936750" y="4552950"/>
          <p14:tracePt t="100140" x="1816100" y="4540250"/>
          <p14:tracePt t="100156" x="1758950" y="4521200"/>
          <p14:tracePt t="100174" x="1695450" y="4489450"/>
          <p14:tracePt t="100190" x="1663700" y="4464050"/>
          <p14:tracePt t="100206" x="1651000" y="4457700"/>
          <p14:tracePt t="100223" x="1638300" y="4445000"/>
          <p14:tracePt t="100239" x="1631950" y="4432300"/>
          <p14:tracePt t="100256" x="1625600" y="4425950"/>
          <p14:tracePt t="100273" x="1625600" y="4413250"/>
          <p14:tracePt t="100289" x="1619250" y="4406900"/>
          <p14:tracePt t="100308" x="1612900" y="4406900"/>
          <p14:tracePt t="100328" x="1612900" y="4400550"/>
          <p14:tracePt t="100370" x="1606550" y="4394200"/>
          <p14:tracePt t="100461" x="1600200" y="4394200"/>
          <p14:tracePt t="100489" x="1600200" y="4400550"/>
          <p14:tracePt t="100510" x="1593850" y="4400550"/>
          <p14:tracePt t="100580" x="1593850" y="4406900"/>
          <p14:tracePt t="100587" x="1587500" y="4406900"/>
          <p14:tracePt t="100622" x="1581150" y="4406900"/>
          <p14:tracePt t="100643" x="1574800" y="4406900"/>
          <p14:tracePt t="100650" x="1574800" y="4413250"/>
          <p14:tracePt t="100664" x="1568450" y="4413250"/>
          <p14:tracePt t="100678" x="1562100" y="4413250"/>
          <p14:tracePt t="100687" x="1555750" y="4413250"/>
          <p14:tracePt t="100713" x="1549400" y="4413250"/>
          <p14:tracePt t="100722" x="1536700" y="4413250"/>
          <p14:tracePt t="100737" x="1524000" y="4413250"/>
          <p14:tracePt t="100754" x="1511300" y="4413250"/>
          <p14:tracePt t="100771" x="1479550" y="4419600"/>
          <p14:tracePt t="100787" x="1460500" y="4419600"/>
          <p14:tracePt t="100805" x="1435100" y="4425950"/>
          <p14:tracePt t="100821" x="1422400" y="4425950"/>
          <p14:tracePt t="100837" x="1409700" y="4432300"/>
          <p14:tracePt t="100854" x="1397000" y="4432300"/>
          <p14:tracePt t="100887" x="1390650" y="4432300"/>
          <p14:tracePt t="100980" x="1384300" y="4432300"/>
          <p14:tracePt t="101106" x="1390650" y="4432300"/>
          <p14:tracePt t="101121" x="1397000" y="4432300"/>
          <p14:tracePt t="101127" x="1403350" y="4432300"/>
          <p14:tracePt t="101148" x="1409700" y="4432300"/>
          <p14:tracePt t="101156" x="1416050" y="4432300"/>
          <p14:tracePt t="101170" x="1435100" y="4438650"/>
          <p14:tracePt t="101186" x="1454150" y="4438650"/>
          <p14:tracePt t="101203" x="1485900" y="4445000"/>
          <p14:tracePt t="101220" x="1606550" y="4464050"/>
          <p14:tracePt t="101236" x="1670050" y="4470400"/>
          <p14:tracePt t="101253" x="1739900" y="4483100"/>
          <p14:tracePt t="101270" x="1892300" y="4489450"/>
          <p14:tracePt t="101286" x="2082800" y="4502150"/>
          <p14:tracePt t="101303" x="2298700" y="4502150"/>
          <p14:tracePt t="101319" x="2413000" y="4502150"/>
          <p14:tracePt t="101336" x="2641600" y="4502150"/>
          <p14:tracePt t="101353" x="2889250" y="4495800"/>
          <p14:tracePt t="101369" x="3003550" y="4489450"/>
          <p14:tracePt t="101387" x="3238500" y="4470400"/>
          <p14:tracePt t="101403" x="3467100" y="4445000"/>
          <p14:tracePt t="101419" x="3556000" y="4413250"/>
          <p14:tracePt t="101436" x="3752850" y="4375150"/>
          <p14:tracePt t="101452" x="3930650" y="4343400"/>
          <p14:tracePt t="101469" x="4013200" y="4305300"/>
          <p14:tracePt t="101486" x="4146550" y="4254500"/>
          <p14:tracePt t="101502" x="4279900" y="4229100"/>
          <p14:tracePt t="101518" x="4356100" y="4216400"/>
          <p14:tracePt t="101535" x="4464050" y="4210050"/>
          <p14:tracePt t="101551" x="4502150" y="4210050"/>
          <p14:tracePt t="101568" x="4572000" y="4216400"/>
          <p14:tracePt t="101585" x="4629150" y="4216400"/>
          <p14:tracePt t="101602" x="4654550" y="4222750"/>
          <p14:tracePt t="101618" x="4686300" y="4229100"/>
          <p14:tracePt t="101634" x="4705350" y="4235450"/>
          <p14:tracePt t="101651" x="4711700" y="4241800"/>
          <p14:tracePt t="101668" x="4730750" y="4254500"/>
          <p14:tracePt t="101685" x="4743450" y="4273550"/>
          <p14:tracePt t="101703" x="4749800" y="4292600"/>
          <p14:tracePt t="101718" x="4756150" y="4337050"/>
          <p14:tracePt t="102927" x="4749800" y="4337050"/>
          <p14:tracePt t="102948" x="4737100" y="4337050"/>
          <p14:tracePt t="102955" x="4730750" y="4330700"/>
          <p14:tracePt t="102964" x="4718050" y="4330700"/>
          <p14:tracePt t="102979" x="4699000" y="4324350"/>
          <p14:tracePt t="102997" x="4660900" y="4311650"/>
          <p14:tracePt t="103013" x="4641850" y="4311650"/>
          <p14:tracePt t="103030" x="4591050" y="4292600"/>
          <p14:tracePt t="103047" x="4565650" y="4292600"/>
          <p14:tracePt t="103063" x="4483100" y="4286250"/>
          <p14:tracePt t="103080" x="4406900" y="4286250"/>
          <p14:tracePt t="103096" x="4311650" y="4279900"/>
          <p14:tracePt t="103113" x="4273550" y="4279900"/>
          <p14:tracePt t="103129" x="4159250" y="4279900"/>
          <p14:tracePt t="103145" x="4051300" y="4286250"/>
          <p14:tracePt t="103162" x="4000500" y="4286250"/>
          <p14:tracePt t="103180" x="3898900" y="4286250"/>
          <p14:tracePt t="103196" x="3816350" y="4298950"/>
          <p14:tracePt t="103212" x="3778250" y="4298950"/>
          <p14:tracePt t="103229" x="3721100" y="4298950"/>
          <p14:tracePt t="103246" x="3663950" y="4298950"/>
          <p14:tracePt t="103262" x="3644900" y="4298950"/>
          <p14:tracePt t="103279" x="3594100" y="4298950"/>
          <p14:tracePt t="103296" x="3575050" y="4298950"/>
          <p14:tracePt t="103313" x="3511550" y="4286250"/>
          <p14:tracePt t="103329" x="3492500" y="4286250"/>
          <p14:tracePt t="103345" x="3467100" y="4286250"/>
          <p14:tracePt t="103362" x="3448050" y="4292600"/>
          <p14:tracePt t="103914" x="3441700" y="4292600"/>
          <p14:tracePt t="103928" x="3429000" y="4292600"/>
          <p14:tracePt t="103935" x="3416300" y="4286250"/>
          <p14:tracePt t="103950" x="3397250" y="4279900"/>
          <p14:tracePt t="103960" x="3378200" y="4267200"/>
          <p14:tracePt t="103977" x="3327400" y="4254500"/>
          <p14:tracePt t="103993" x="3295650" y="4241800"/>
          <p14:tracePt t="104010" x="3213100" y="4216400"/>
          <p14:tracePt t="104027" x="3124200" y="4178300"/>
          <p14:tracePt t="104043" x="3086100" y="4171950"/>
          <p14:tracePt t="104060" x="3022600" y="4159250"/>
          <p14:tracePt t="104076" x="2965450" y="4159250"/>
          <p14:tracePt t="104092" x="2940050" y="4159250"/>
          <p14:tracePt t="104110" x="2914650" y="4165600"/>
          <p14:tracePt t="104126" x="2844800" y="4203700"/>
          <p14:tracePt t="104143" x="2813050" y="4216400"/>
          <p14:tracePt t="104160" x="2774950" y="4235450"/>
          <p14:tracePt t="104176" x="2749550" y="4241800"/>
          <p14:tracePt t="104192" x="2711450" y="4267200"/>
          <p14:tracePt t="104210" x="2647950" y="4286250"/>
          <p14:tracePt t="104225" x="2628900" y="4292600"/>
          <p14:tracePt t="104243" x="2584450" y="4318000"/>
          <p14:tracePt t="104259" x="2546350" y="4324350"/>
          <p14:tracePt t="104275" x="2533650" y="4330700"/>
          <p14:tracePt t="104292" x="2495550" y="4343400"/>
          <p14:tracePt t="104308" x="2463800" y="4349750"/>
          <p14:tracePt t="104325" x="2451100" y="4356100"/>
          <p14:tracePt t="104342" x="2419350" y="4368800"/>
          <p14:tracePt t="104358" x="2368550" y="4387850"/>
          <p14:tracePt t="104375" x="2343150" y="4400550"/>
          <p14:tracePt t="104391" x="2305050" y="4413250"/>
          <p14:tracePt t="104408" x="2273300" y="4425950"/>
          <p14:tracePt t="104425" x="2247900" y="4425950"/>
          <p14:tracePt t="104441" x="2222500" y="4432300"/>
          <p14:tracePt t="104458" x="2209800" y="4432300"/>
          <p14:tracePt t="104475" x="2197100" y="4432300"/>
          <p14:tracePt t="104491" x="2190750" y="4432300"/>
          <p14:tracePt t="104508" x="2184400" y="4432300"/>
          <p14:tracePt t="104776" x="2190750" y="4432300"/>
          <p14:tracePt t="104791" x="2197100" y="4432300"/>
          <p14:tracePt t="104798" x="2203450" y="4432300"/>
          <p14:tracePt t="104819" x="2209800" y="4432300"/>
          <p14:tracePt t="104827" x="2222500" y="4432300"/>
          <p14:tracePt t="104843" x="2235200" y="4432300"/>
          <p14:tracePt t="104857" x="2305050" y="4445000"/>
          <p14:tracePt t="104873" x="2343150" y="4445000"/>
          <p14:tracePt t="104891" x="2432050" y="4445000"/>
          <p14:tracePt t="104907" x="2527300" y="4451350"/>
          <p14:tracePt t="104923" x="2565400" y="4451350"/>
          <p14:tracePt t="104939" x="2622550" y="4457700"/>
          <p14:tracePt t="104956" x="2667000" y="4464050"/>
          <p14:tracePt t="104974" x="2679700" y="4464050"/>
          <p14:tracePt t="104990" x="2692400" y="4464050"/>
          <p14:tracePt t="105006" x="2698750" y="4464050"/>
          <p14:tracePt t="105023" x="2705100" y="4457700"/>
          <p14:tracePt t="105059" x="2705100" y="4451350"/>
          <p14:tracePt t="105114" x="2698750" y="4451350"/>
          <p14:tracePt t="105135" x="2698750" y="4445000"/>
          <p14:tracePt t="105163" x="2692400" y="4445000"/>
          <p14:tracePt t="105184" x="2686050" y="4438650"/>
          <p14:tracePt t="105205" x="2686050" y="4432300"/>
          <p14:tracePt t="105219" x="2679700" y="4425950"/>
          <p14:tracePt t="105226" x="2679700" y="4419600"/>
          <p14:tracePt t="105239" x="2673350" y="4413250"/>
          <p14:tracePt t="105255" x="2667000" y="4406900"/>
          <p14:tracePt t="105272" x="2660650" y="4400550"/>
          <p14:tracePt t="105289" x="2641600" y="4362450"/>
          <p14:tracePt t="105306" x="2622550" y="4318000"/>
          <p14:tracePt t="105322" x="2616200" y="4298950"/>
          <p14:tracePt t="105339" x="2590800" y="4248150"/>
          <p14:tracePt t="105355" x="2584450" y="4216400"/>
          <p14:tracePt t="105371" x="2571750" y="4165600"/>
          <p14:tracePt t="105388" x="2559050" y="4127500"/>
          <p14:tracePt t="105405" x="2559050" y="4114800"/>
          <p14:tracePt t="105422" x="2546350" y="4102100"/>
          <p14:tracePt t="105438" x="2540000" y="4095750"/>
          <p14:tracePt t="105486" x="2533650" y="4089400"/>
          <p14:tracePt t="105528" x="2527300" y="4089400"/>
          <p14:tracePt t="105584" x="2527300" y="4083050"/>
          <p14:tracePt t="105619" x="2527300" y="4076700"/>
          <p14:tracePt t="105640" x="2527300" y="4064000"/>
          <p14:tracePt t="105647" x="2520950" y="4064000"/>
          <p14:tracePt t="105657" x="2520950" y="4051300"/>
          <p14:tracePt t="105671" x="2520950" y="4025900"/>
          <p14:tracePt t="105687" x="2520950" y="4006850"/>
          <p14:tracePt t="105704" x="2514600" y="3943350"/>
          <p14:tracePt t="105720" x="2514600" y="3848100"/>
          <p14:tracePt t="105737" x="2514600" y="3797300"/>
          <p14:tracePt t="105753" x="2514600" y="3733800"/>
          <p14:tracePt t="105770" x="2514600" y="3676650"/>
          <p14:tracePt t="105788" x="2514600" y="3632200"/>
          <p14:tracePt t="105803" x="2514600" y="3619500"/>
          <p14:tracePt t="105821" x="2514600" y="3606800"/>
          <p14:tracePt t="105837" x="2514600" y="3587750"/>
          <p14:tracePt t="105853" x="2514600" y="3581400"/>
          <p14:tracePt t="105870" x="2514600" y="3575050"/>
          <p14:tracePt t="105887" x="2520950" y="3562350"/>
          <p14:tracePt t="105920" x="2527300" y="3543300"/>
          <p14:tracePt t="105936" x="2527300" y="3536950"/>
          <p14:tracePt t="105953" x="2533650" y="3530600"/>
          <p14:tracePt t="105970" x="2533650" y="3517900"/>
          <p14:tracePt t="106003" x="2533650" y="3511550"/>
          <p14:tracePt t="106019" x="2533650" y="3505200"/>
          <p14:tracePt t="106067" x="2533650" y="3498850"/>
          <p14:tracePt t="106075" x="2533650" y="3492500"/>
          <p14:tracePt t="106096" x="2533650" y="3486150"/>
          <p14:tracePt t="106110" x="2533650" y="3479800"/>
          <p14:tracePt t="106131" x="2533650" y="3473450"/>
          <p14:tracePt t="106139" x="2533650" y="3467100"/>
          <p14:tracePt t="106158" x="2533650" y="3460750"/>
          <p14:tracePt t="106168" x="2533650" y="3448050"/>
          <p14:tracePt t="106186" x="2533650" y="3441700"/>
          <p14:tracePt t="106202" x="2533650" y="3409950"/>
          <p14:tracePt t="106219" x="2533650" y="3384550"/>
          <p14:tracePt t="106236" x="2540000" y="3352800"/>
          <p14:tracePt t="106252" x="2540000" y="3340100"/>
          <p14:tracePt t="106268" x="2540000" y="3321050"/>
          <p14:tracePt t="106286" x="2540000" y="3282950"/>
          <p14:tracePt t="106302" x="2546350" y="3225800"/>
          <p14:tracePt t="106318" x="2552700" y="3200400"/>
          <p14:tracePt t="106335" x="2552700" y="3143250"/>
          <p14:tracePt t="106351" x="2552700" y="3098800"/>
          <p14:tracePt t="106368" x="2552700" y="3067050"/>
          <p14:tracePt t="106385" x="2552700" y="3028950"/>
          <p14:tracePt t="106401" x="2546350" y="2984500"/>
          <p14:tracePt t="106419" x="2540000" y="2946400"/>
          <p14:tracePt t="106434" x="2533650" y="2921000"/>
          <p14:tracePt t="106451" x="2527300" y="2889250"/>
          <p14:tracePt t="106468" x="2527300" y="2882900"/>
          <p14:tracePt t="106484" x="2520950" y="2851150"/>
          <p14:tracePt t="106501" x="2520950" y="2819400"/>
          <p14:tracePt t="106518" x="2520950" y="2787650"/>
          <p14:tracePt t="106534" x="2514600" y="2768600"/>
          <p14:tracePt t="106552" x="2514600" y="2717800"/>
          <p14:tracePt t="106567" x="2514600" y="2667000"/>
          <p14:tracePt t="106584" x="2520950" y="2635250"/>
          <p14:tracePt t="106602" x="2520950" y="2603500"/>
          <p14:tracePt t="106617" x="2520950" y="2590800"/>
          <p14:tracePt t="106634" x="2520950" y="2552700"/>
          <p14:tracePt t="106651" x="2520950" y="2520950"/>
          <p14:tracePt t="106667" x="2520950" y="2501900"/>
          <p14:tracePt t="106684" x="2520950" y="2482850"/>
          <p14:tracePt t="106700" x="2514600" y="2457450"/>
          <p14:tracePt t="106717" x="2514600" y="2451100"/>
          <p14:tracePt t="106734" x="2514600" y="2432050"/>
          <p14:tracePt t="106867" x="2514600" y="2438400"/>
          <p14:tracePt t="106902" x="2508250" y="2438400"/>
          <p14:tracePt t="106931" x="2508250" y="2432050"/>
          <p14:tracePt t="106959" x="2501900" y="2425700"/>
          <p14:tracePt t="106980" x="2501900" y="2419350"/>
          <p14:tracePt t="106987" x="2501900" y="2413000"/>
          <p14:tracePt t="107002" x="2501900" y="2406650"/>
          <p14:tracePt t="107016" x="2501900" y="2400300"/>
          <p14:tracePt t="107032" x="2501900" y="2355850"/>
          <p14:tracePt t="107050" x="2501900" y="2279650"/>
          <p14:tracePt t="107066" x="2501900" y="2235200"/>
          <p14:tracePt t="107082" x="2514600" y="2120900"/>
          <p14:tracePt t="107100" x="2520950" y="2000250"/>
          <p14:tracePt t="107116" x="2520950" y="1949450"/>
          <p14:tracePt t="107132" x="2527300" y="1854200"/>
          <p14:tracePt t="107149" x="2527300" y="1790700"/>
          <p14:tracePt t="107165" x="2520950" y="1771650"/>
          <p14:tracePt t="107183" x="2520950" y="1752600"/>
          <p14:tracePt t="107198" x="2520950" y="1733550"/>
          <p14:tracePt t="107215" x="2514600" y="1727200"/>
          <p14:tracePt t="107671" x="2514600" y="1701800"/>
          <p14:tracePt t="107678" x="2514600" y="1663700"/>
          <p14:tracePt t="107693" x="2520950" y="1619250"/>
          <p14:tracePt t="107700" x="2520950" y="1593850"/>
          <p14:tracePt t="107716" x="2520950" y="1562100"/>
          <p14:tracePt t="107730" x="2527300" y="1524000"/>
          <p14:tracePt t="107747" x="2527300" y="1454150"/>
          <p14:tracePt t="107763" x="2527300" y="1397000"/>
          <p14:tracePt t="107780" x="2527300" y="1371600"/>
          <p14:tracePt t="107797" x="2533650" y="1327150"/>
          <p14:tracePt t="107813" x="2533650" y="1295400"/>
          <p14:tracePt t="107830" x="2533650" y="1282700"/>
          <p14:tracePt t="107847" x="2540000" y="1276350"/>
          <p14:tracePt t="107863" x="2540000" y="1270000"/>
          <p14:tracePt t="108078" x="2540000" y="1276350"/>
          <p14:tracePt t="108113" x="2540000" y="1282700"/>
          <p14:tracePt t="108127" x="2546350" y="1289050"/>
          <p14:tracePt t="108134" x="2552700" y="1295400"/>
          <p14:tracePt t="108155" x="2559050" y="1301750"/>
          <p14:tracePt t="108164" x="2565400" y="1308100"/>
          <p14:tracePt t="108178" x="2584450" y="1314450"/>
          <p14:tracePt t="108196" x="2647950" y="1339850"/>
          <p14:tracePt t="108212" x="2736850" y="1377950"/>
          <p14:tracePt t="108229" x="2787650" y="1397000"/>
          <p14:tracePt t="108245" x="2933700" y="1422400"/>
          <p14:tracePt t="108261" x="3086100" y="1441450"/>
          <p14:tracePt t="108278" x="3181350" y="1454150"/>
          <p14:tracePt t="108296" x="3359150" y="1454150"/>
          <p14:tracePt t="108311" x="3524250" y="1428750"/>
          <p14:tracePt t="108329" x="3613150" y="1422400"/>
          <p14:tracePt t="108345" x="3797300" y="1397000"/>
          <p14:tracePt t="108361" x="4025900" y="1377950"/>
          <p14:tracePt t="108378" x="4140200" y="1371600"/>
          <p14:tracePt t="108395" x="4368800" y="1358900"/>
          <p14:tracePt t="108411" x="4660900" y="1358900"/>
          <p14:tracePt t="108428" x="4787900" y="1358900"/>
          <p14:tracePt t="108444" x="4902200" y="1371600"/>
          <p14:tracePt t="110908" x="4902200" y="1460500"/>
          <p14:tracePt t="110915" x="4908550" y="1549400"/>
          <p14:tracePt t="110930" x="4921250" y="1644650"/>
          <p14:tracePt t="110938" x="4921250" y="1720850"/>
          <p14:tracePt t="110952" x="4927600" y="1771650"/>
          <p14:tracePt t="110969" x="4940300" y="1816100"/>
          <p14:tracePt t="110986" x="4965700" y="1898650"/>
          <p14:tracePt t="111003" x="5003800" y="1987550"/>
          <p14:tracePt t="111019" x="5022850" y="2025650"/>
          <p14:tracePt t="111035" x="5067300" y="2101850"/>
          <p14:tracePt t="111052" x="5111750" y="2216150"/>
          <p14:tracePt t="111069" x="5130800" y="2260600"/>
          <p14:tracePt t="111085" x="5149850" y="2317750"/>
          <p14:tracePt t="111102" x="5175250" y="2393950"/>
          <p14:tracePt t="111119" x="5200650" y="2444750"/>
          <p14:tracePt t="111135" x="5207000" y="2463800"/>
          <p14:tracePt t="111152" x="5213350" y="2489200"/>
          <p14:tracePt t="111169" x="5219700" y="2501900"/>
          <p14:tracePt t="111185" x="5226050" y="2514600"/>
          <p14:tracePt t="111202" x="5232400" y="2527300"/>
          <p14:tracePt t="111218" x="5245100" y="2552700"/>
          <p14:tracePt t="111235" x="5251450" y="2565400"/>
          <p14:tracePt t="111252" x="5270500" y="2609850"/>
          <p14:tracePt t="111268" x="5295900" y="2705100"/>
          <p14:tracePt t="111284" x="5321300" y="2762250"/>
          <p14:tracePt t="111302" x="5359400" y="2895600"/>
          <p14:tracePt t="111318" x="5391150" y="3035300"/>
          <p14:tracePt t="111334" x="5397500" y="3117850"/>
          <p14:tracePt t="111351" x="5410200" y="3282950"/>
          <p14:tracePt t="111368" x="5410200" y="3359150"/>
          <p14:tracePt t="111384" x="5403850" y="3511550"/>
          <p14:tracePt t="111401" x="5391150" y="3632200"/>
          <p14:tracePt t="111418" x="5378450" y="3670300"/>
          <p14:tracePt t="111434" x="5346700" y="3740150"/>
          <p14:tracePt t="111450" x="5334000" y="3759200"/>
          <p14:tracePt t="111484" x="5321300" y="3765550"/>
          <p14:tracePt t="111500" x="5308600" y="3771900"/>
          <p14:tracePt t="111517" x="5302250" y="3771900"/>
          <p14:tracePt t="111534" x="5289550" y="3771900"/>
          <p14:tracePt t="111550" x="5264150" y="3771900"/>
          <p14:tracePt t="111568" x="5219700" y="3771900"/>
          <p14:tracePt t="111583" x="5200650" y="3771900"/>
          <p14:tracePt t="111600" x="5143500" y="3797300"/>
          <p14:tracePt t="111617" x="5099050" y="3803650"/>
          <p14:tracePt t="111633" x="4984750" y="3860800"/>
          <p14:tracePt t="111650" x="4921250" y="3898900"/>
          <p14:tracePt t="111667" x="4730750" y="4013200"/>
          <p14:tracePt t="111683" x="4622800" y="4076700"/>
          <p14:tracePt t="111700" x="4394200" y="4210050"/>
          <p14:tracePt t="111716" x="4254500" y="4292600"/>
          <p14:tracePt t="111733" x="3994150" y="4419600"/>
          <p14:tracePt t="111736" x="3873500" y="4457700"/>
          <p14:tracePt t="111751" x="3771900" y="4502150"/>
          <p14:tracePt t="111766" x="3632200" y="4552950"/>
          <p14:tracePt t="111783" x="3568700" y="4552950"/>
          <p14:tracePt t="111800" x="3403600" y="4559300"/>
          <p14:tracePt t="111816" x="3352800" y="4559300"/>
          <p14:tracePt t="111833" x="3276600" y="4578350"/>
          <p14:tracePt t="111850" x="3219450" y="4584700"/>
          <p14:tracePt t="111866" x="3181350" y="4584700"/>
          <p14:tracePt t="111883" x="3105150" y="4584700"/>
          <p14:tracePt t="111899" x="3048000" y="4584700"/>
          <p14:tracePt t="111916" x="3022600" y="4578350"/>
          <p14:tracePt t="111933" x="2990850" y="4552950"/>
          <p14:tracePt t="111950" x="2971800" y="4546600"/>
          <p14:tracePt t="112383" x="2946400" y="4546600"/>
          <p14:tracePt t="112389" x="2927350" y="4546600"/>
          <p14:tracePt t="112403" x="2895600" y="4565650"/>
          <p14:tracePt t="112413" x="2870200" y="4572000"/>
          <p14:tracePt t="112431" x="2825750" y="4578350"/>
          <p14:tracePt t="112447" x="2730500" y="4597400"/>
          <p14:tracePt t="112464" x="2622550" y="4635500"/>
          <p14:tracePt t="112481" x="2489200" y="4654550"/>
          <p14:tracePt t="112497" x="2438400" y="4660900"/>
          <p14:tracePt t="112513" x="2330450" y="4673600"/>
          <p14:tracePt t="112531" x="2216150" y="4673600"/>
          <p14:tracePt t="112547" x="2178050" y="4673600"/>
          <p14:tracePt t="112564" x="2095500" y="4673600"/>
          <p14:tracePt t="112580" x="2038350" y="4679950"/>
          <p14:tracePt t="112597" x="2006600" y="4679950"/>
          <p14:tracePt t="112614" x="1968500" y="4686300"/>
          <p14:tracePt t="112630" x="1924050" y="4692650"/>
          <p14:tracePt t="112646" x="1911350" y="4699000"/>
          <p14:tracePt t="112664" x="1879600" y="4705350"/>
          <p14:tracePt t="112680" x="1866900" y="4705350"/>
          <p14:tracePt t="112696" x="1841500" y="4711700"/>
          <p14:tracePt t="112713" x="1828800" y="4718050"/>
          <p14:tracePt t="112746" x="1816100" y="4730750"/>
          <p14:tracePt t="112763" x="1809750" y="4730750"/>
          <p14:tracePt t="112779" x="1803400" y="4730750"/>
          <p14:tracePt t="112782" x="1803400" y="4737100"/>
          <p14:tracePt t="112797" x="1797050" y="4737100"/>
          <p14:tracePt t="112813" x="1790700" y="4737100"/>
          <p14:tracePt t="112829" x="1784350" y="4737100"/>
          <p14:tracePt t="112846" x="1771650" y="4737100"/>
          <p14:tracePt t="112862" x="1758950" y="4737100"/>
          <p14:tracePt t="112879" x="1752600" y="4737100"/>
          <p14:tracePt t="112896" x="1739900" y="4737100"/>
          <p14:tracePt t="112912" x="1714500" y="4730750"/>
          <p14:tracePt t="112929" x="1701800" y="4730750"/>
          <p14:tracePt t="112945" x="1676400" y="4724400"/>
          <p14:tracePt t="112962" x="1663700" y="4724400"/>
          <p14:tracePt t="112979" x="1612900" y="4705350"/>
          <p14:tracePt t="112995" x="1581150" y="4699000"/>
          <p14:tracePt t="113012" x="1568450" y="4692650"/>
          <p14:tracePt t="113029" x="1549400" y="4679950"/>
          <p14:tracePt t="113045" x="1530350" y="4679950"/>
          <p14:tracePt t="113063" x="1524000" y="4673600"/>
          <p14:tracePt t="113094" x="1517650" y="4667250"/>
          <p14:tracePt t="113351" x="1524000" y="4673600"/>
          <p14:tracePt t="113456" x="1517650" y="4673600"/>
          <p14:tracePt t="113463" x="1511300" y="4673600"/>
          <p14:tracePt t="113505" x="1504950" y="4673600"/>
          <p14:tracePt t="113554" x="1504950" y="4667250"/>
          <p14:tracePt t="113652" x="1504950" y="4660900"/>
          <p14:tracePt t="113695" x="1511300" y="4660900"/>
          <p14:tracePt t="113702" x="1517650" y="4667250"/>
          <p14:tracePt t="113710" x="1524000" y="4667250"/>
          <p14:tracePt t="114496" x="1530350" y="4667250"/>
          <p14:tracePt t="114503" x="1536700" y="4673600"/>
          <p14:tracePt t="114517" x="1543050" y="4679950"/>
          <p14:tracePt t="114526" x="1555750" y="4679950"/>
          <p14:tracePt t="114539" x="1562100" y="4679950"/>
          <p14:tracePt t="114556" x="1581150" y="4679950"/>
          <p14:tracePt t="114574" x="1581150" y="4673600"/>
          <p14:tracePt t="114590" x="1587500" y="4673600"/>
          <p14:tracePt t="114623" x="1600200" y="4660900"/>
          <p14:tracePt t="114639" x="1606550" y="4654550"/>
          <p14:tracePt t="114656" x="1612900" y="4654550"/>
          <p14:tracePt t="114673" x="1619250" y="4648200"/>
          <p14:tracePt t="114690" x="1631950" y="4641850"/>
          <p14:tracePt t="114707" x="1638300" y="4641850"/>
          <p14:tracePt t="114723" x="1651000" y="4641850"/>
          <p14:tracePt t="114739" x="1657350" y="4641850"/>
          <p14:tracePt t="114756" x="1670050" y="4641850"/>
          <p14:tracePt t="114789" x="1676400" y="4641850"/>
          <p14:tracePt t="114819" x="1682750" y="4641850"/>
          <p14:tracePt t="114847" x="1689100" y="4635500"/>
          <p14:tracePt t="114917" x="1695450" y="4635500"/>
          <p14:tracePt t="114924" x="1701800" y="4635500"/>
          <p14:tracePt t="114959" x="1701800" y="4641850"/>
          <p14:tracePt t="114966" x="1708150" y="4641850"/>
          <p14:tracePt t="114974" x="1714500" y="4641850"/>
          <p14:tracePt t="114988" x="1720850" y="4641850"/>
          <p14:tracePt t="115547" x="1746250" y="4641850"/>
          <p14:tracePt t="115554" x="1765300" y="4635500"/>
          <p14:tracePt t="115568" x="1784350" y="4629150"/>
          <p14:tracePt t="115575" x="1816100" y="4629150"/>
          <p14:tracePt t="115590" x="1835150" y="4622800"/>
          <p14:tracePt t="115603" x="1866900" y="4622800"/>
          <p14:tracePt t="115620" x="1936750" y="4597400"/>
          <p14:tracePt t="115636" x="1968500" y="4584700"/>
          <p14:tracePt t="115653" x="2051050" y="4559300"/>
          <p14:tracePt t="115669" x="2127250" y="4533900"/>
          <p14:tracePt t="115686" x="2165350" y="4527550"/>
          <p14:tracePt t="115702" x="2241550" y="4502150"/>
          <p14:tracePt t="115719" x="2298700" y="4489450"/>
          <p14:tracePt t="115737" x="2349500" y="4476750"/>
          <p14:tracePt t="115752" x="2374900" y="4476750"/>
          <p14:tracePt t="115769" x="2406650" y="4470400"/>
          <p14:tracePt t="115786" x="2432050" y="4464050"/>
          <p14:tracePt t="115802" x="2438400" y="4464050"/>
          <p14:tracePt t="115819" x="2444750" y="4464050"/>
          <p14:tracePt t="115835" x="2457450" y="4464050"/>
          <p14:tracePt t="115869" x="2463800" y="4464050"/>
          <p14:tracePt t="116101" x="2457450" y="4464050"/>
          <p14:tracePt t="116108" x="2457450" y="4457700"/>
          <p14:tracePt t="116129" x="2451100" y="4451350"/>
          <p14:tracePt t="116171" x="2444750" y="4445000"/>
          <p14:tracePt t="116185" x="2444750" y="4438650"/>
          <p14:tracePt t="116199" x="2438400" y="4438650"/>
          <p14:tracePt t="116206" x="2438400" y="4432300"/>
          <p14:tracePt t="116221" x="2438400" y="4425950"/>
          <p14:tracePt t="116241" x="2438400" y="4419600"/>
          <p14:tracePt t="116250" x="2432050" y="4413250"/>
          <p14:tracePt t="116267" x="2432050" y="4400550"/>
          <p14:tracePt t="116284" x="2425700" y="4368800"/>
          <p14:tracePt t="116300" x="2419350" y="4337050"/>
          <p14:tracePt t="116317" x="2413000" y="4311650"/>
          <p14:tracePt t="116334" x="2413000" y="4279900"/>
          <p14:tracePt t="116350" x="2406650" y="4260850"/>
          <p14:tracePt t="116368" x="2406650" y="4248150"/>
          <p14:tracePt t="116389" x="2406650" y="4241800"/>
          <p14:tracePt t="116400" x="2413000" y="4241800"/>
          <p14:tracePt t="116419" x="2413000" y="4235450"/>
          <p14:tracePt t="116452" x="2419350" y="4235450"/>
          <p14:tracePt t="116459" x="2425700" y="4235450"/>
          <p14:tracePt t="116480" x="2425700" y="4241800"/>
          <p14:tracePt t="116487" x="2432050" y="4241800"/>
          <p14:tracePt t="116508" x="2432050" y="4248150"/>
          <p14:tracePt t="116529" x="2438400" y="4248150"/>
          <p14:tracePt t="116536" x="2444750" y="4248150"/>
          <p14:tracePt t="116557" x="2457450" y="4248150"/>
          <p14:tracePt t="116571" x="2463800" y="4248150"/>
          <p14:tracePt t="116582" x="2482850" y="4248150"/>
          <p14:tracePt t="116600" x="2533650" y="4260850"/>
          <p14:tracePt t="116616" x="2559050" y="4260850"/>
          <p14:tracePt t="116633" x="2641600" y="4267200"/>
          <p14:tracePt t="116649" x="2730500" y="4267200"/>
          <p14:tracePt t="116666" x="2781300" y="4267200"/>
          <p14:tracePt t="116684" x="2851150" y="4267200"/>
          <p14:tracePt t="116699" x="2895600" y="4267200"/>
          <p14:tracePt t="116716" x="2908300" y="4267200"/>
          <p14:tracePt t="116733" x="2933700" y="4267200"/>
          <p14:tracePt t="116749" x="2940050" y="4273550"/>
          <p14:tracePt t="116782" x="2946400" y="4273550"/>
          <p14:tracePt t="116803" x="2952750" y="4273550"/>
          <p14:tracePt t="116950" x="2940050" y="4273550"/>
          <p14:tracePt t="116957" x="2933700" y="4273550"/>
          <p14:tracePt t="116971" x="2927350" y="4273550"/>
          <p14:tracePt t="116992" x="2921000" y="4273550"/>
          <p14:tracePt t="117027" x="2908300" y="4273550"/>
          <p14:tracePt t="117049" x="2895600" y="4273550"/>
          <p14:tracePt t="117062" x="2882900" y="4273550"/>
          <p14:tracePt t="117069" x="2870200" y="4273550"/>
          <p14:tracePt t="117084" x="2857500" y="4273550"/>
          <p14:tracePt t="117098" x="2838450" y="4273550"/>
          <p14:tracePt t="117114" x="2806700" y="4273550"/>
          <p14:tracePt t="117131" x="2781300" y="4273550"/>
          <p14:tracePt t="117148" x="2749550" y="4273550"/>
          <p14:tracePt t="117164" x="2711450" y="4273550"/>
          <p14:tracePt t="117182" x="2679700" y="4279900"/>
          <p14:tracePt t="117197" x="2667000" y="4279900"/>
          <p14:tracePt t="117215" x="2628900" y="4267200"/>
          <p14:tracePt t="117231" x="2616200" y="4267200"/>
          <p14:tracePt t="117247" x="2609850" y="4260850"/>
          <p14:tracePt t="117264" x="2597150" y="4260850"/>
          <p14:tracePt t="117281" x="2590800" y="4254500"/>
          <p14:tracePt t="117314" x="2584450" y="4254500"/>
          <p14:tracePt t="117371" x="2584450" y="4260850"/>
          <p14:tracePt t="117377" x="2590800" y="4267200"/>
          <p14:tracePt t="117399" x="2597150" y="4267200"/>
          <p14:tracePt t="117413" x="2603500" y="4267200"/>
          <p14:tracePt t="117462" x="2609850" y="4273550"/>
          <p14:tracePt t="118009" x="2609850" y="4260850"/>
          <p14:tracePt t="118023" x="2603500" y="4235450"/>
          <p14:tracePt t="118031" x="2597150" y="4210050"/>
          <p14:tracePt t="118045" x="2597150" y="4191000"/>
          <p14:tracePt t="118061" x="2590800" y="4171950"/>
          <p14:tracePt t="118078" x="2584450" y="4140200"/>
          <p14:tracePt t="118094" x="2584450" y="4114800"/>
          <p14:tracePt t="118111" x="2584450" y="4095750"/>
          <p14:tracePt t="118128" x="2578100" y="4070350"/>
          <p14:tracePt t="118144" x="2578100" y="4019550"/>
          <p14:tracePt t="118160" x="2578100" y="3994150"/>
          <p14:tracePt t="118178" x="2578100" y="3867150"/>
          <p14:tracePt t="118194" x="2578100" y="3714750"/>
          <p14:tracePt t="118211" x="2578100" y="3625850"/>
          <p14:tracePt t="118228" x="2578100" y="3435350"/>
          <p14:tracePt t="118244" x="2584450" y="3257550"/>
          <p14:tracePt t="118261" x="2584450" y="3155950"/>
          <p14:tracePt t="118277" x="2584450" y="2952750"/>
          <p14:tracePt t="118293" x="2590800" y="2838450"/>
          <p14:tracePt t="118311" x="2603500" y="2622550"/>
          <p14:tracePt t="118327" x="2616200" y="2406650"/>
          <p14:tracePt t="118344" x="2622550" y="2292350"/>
          <p14:tracePt t="118360" x="2622550" y="2101850"/>
          <p14:tracePt t="118376" x="2622550" y="1987550"/>
          <p14:tracePt t="118395" x="2647950" y="1797050"/>
          <p14:tracePt t="118410" x="2654300" y="1720850"/>
          <p14:tracePt t="118426" x="2654300" y="1657350"/>
          <p14:tracePt t="118444" x="2660650" y="1612900"/>
          <p14:tracePt t="118460" x="2673350" y="1549400"/>
          <p14:tracePt t="118476" x="2679700" y="1524000"/>
          <p14:tracePt t="118493" x="2679700" y="1485900"/>
          <p14:tracePt t="118510" x="2686050" y="1466850"/>
          <p14:tracePt t="118526" x="2686050" y="1416050"/>
          <p14:tracePt t="118543" x="2686050" y="1390650"/>
          <p14:tracePt t="118559" x="2686050" y="1377950"/>
          <p14:tracePt t="118576" x="2686050" y="1358900"/>
          <p14:tracePt t="118592" x="2686050" y="1327150"/>
          <p14:tracePt t="118609" x="2686050" y="1301750"/>
          <p14:tracePt t="118627" x="2679700" y="1270000"/>
          <p14:tracePt t="118643" x="2679700" y="1263650"/>
          <p14:tracePt t="118659" x="2679700" y="1238250"/>
          <p14:tracePt t="118676" x="2679700" y="1212850"/>
          <p14:tracePt t="118692" x="2692400" y="1174750"/>
          <p14:tracePt t="118709" x="2692400" y="1155700"/>
          <p14:tracePt t="118725" x="2705100" y="1111250"/>
          <p14:tracePt t="118742" x="2711450" y="1085850"/>
          <p14:tracePt t="119598" x="2711450" y="1143000"/>
          <p14:tracePt t="119607" x="2711450" y="1206500"/>
          <p14:tracePt t="119612" x="2711450" y="1295400"/>
          <p14:tracePt t="119627" x="2724150" y="1384300"/>
          <p14:tracePt t="119639" x="2730500" y="1460500"/>
          <p14:tracePt t="119656" x="2762250" y="1619250"/>
          <p14:tracePt t="119672" x="2781300" y="1701800"/>
          <p14:tracePt t="119690" x="2819400" y="1854200"/>
          <p14:tracePt t="119705" x="2901950" y="2019300"/>
          <p14:tracePt t="119722" x="2959100" y="2089150"/>
          <p14:tracePt t="119739" x="3073400" y="2241550"/>
          <p14:tracePt t="119755" x="3232150" y="2419350"/>
          <p14:tracePt t="119772" x="3295650" y="2527300"/>
          <p14:tracePt t="119789" x="3429000" y="2768600"/>
          <p14:tracePt t="119805" x="3492500" y="2876550"/>
          <p14:tracePt t="119822" x="3695700" y="3200400"/>
          <p14:tracePt t="119838" x="3905250" y="3511550"/>
          <p14:tracePt t="119855" x="3937000" y="3613150"/>
          <p14:tracePt t="119871" x="3975100" y="368300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 </a:t>
            </a:r>
            <a:r>
              <a:rPr lang="en-US" altLang="zh-TW" sz="2600" spc="-5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600" spc="-94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latin typeface="Elephant" panose="02020904090505020303" pitchFamily="18" charset="0"/>
              </a:rPr>
              <a:t>Builtin</a:t>
            </a:r>
            <a:r>
              <a:rPr lang="en-US" altLang="en-US" sz="4400" dirty="0">
                <a:latin typeface="Elephant" panose="02020904090505020303" pitchFamily="18" charset="0"/>
              </a:rPr>
              <a:t> Class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rapezoid 8"/>
          <p:cNvSpPr>
            <a:spLocks noChangeAspect="1"/>
          </p:cNvSpPr>
          <p:nvPr/>
        </p:nvSpPr>
        <p:spPr bwMode="auto">
          <a:xfrm rot="2700000" flipH="1">
            <a:off x="6959651" y="244061"/>
            <a:ext cx="2945498" cy="935078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From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lang="en-US" sz="2800" b="0" dirty="0">
                <a:latin typeface="Arial" charset="0"/>
                <a:ea typeface="新細明體" charset="-120"/>
              </a:rPr>
              <a:t>the </a:t>
            </a: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end of</a:t>
            </a:r>
            <a:b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</a:b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 Lecture 12C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522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6196">
        <p14:ripple/>
      </p:transition>
    </mc:Choice>
    <mc:Fallback xmlns="">
      <p:transition spd="slow" advTm="61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46" x="4000500" y="3683000"/>
          <p14:tracePt t="1263" x="4019550" y="3689350"/>
          <p14:tracePt t="1279" x="4076700" y="3727450"/>
          <p14:tracePt t="1295" x="4089400" y="3740150"/>
          <p14:tracePt t="1313" x="4121150" y="3778250"/>
          <p14:tracePt t="1329" x="4146550" y="3790950"/>
          <p14:tracePt t="1345" x="4171950" y="3835400"/>
          <p14:tracePt t="1362" x="4191000" y="3854450"/>
          <p14:tracePt t="1378" x="4229100" y="3879850"/>
          <p14:tracePt t="1395" x="4254500" y="3898900"/>
          <p14:tracePt t="1412" x="4349750" y="3886200"/>
          <p14:tracePt t="1428" x="4406900" y="3860800"/>
          <p14:tracePt t="1445" x="4559300" y="3771900"/>
          <p14:tracePt t="1462" x="4730750" y="3644900"/>
          <p14:tracePt t="1479" x="4838700" y="3581400"/>
          <p14:tracePt t="1495" x="5054600" y="3416300"/>
          <p14:tracePt t="1511" x="5219700" y="3276600"/>
          <p14:tracePt t="1528" x="5613400" y="3022600"/>
          <p14:tracePt t="1545" x="6007100" y="2743200"/>
          <p14:tracePt t="1561" x="6369050" y="2508250"/>
          <p14:tracePt t="1580" x="6654800" y="2317750"/>
          <p14:tracePt t="1594" x="6750050" y="2247900"/>
          <p14:tracePt t="1611" x="6819900" y="2197100"/>
          <p14:tracePt t="1629" x="6934200" y="2127250"/>
          <p14:tracePt t="1644" x="6953250" y="2108200"/>
          <p14:tracePt t="1661" x="6959600" y="2108200"/>
          <p14:tracePt t="1678" x="6965950" y="2108200"/>
          <p14:tracePt t="1694" x="6972300" y="2095500"/>
          <p14:tracePt t="1711" x="6991350" y="2076450"/>
          <p14:tracePt t="1727" x="7004050" y="2044700"/>
          <p14:tracePt t="2076" x="7016750" y="2044700"/>
          <p14:tracePt t="2109" x="7023100" y="2044700"/>
          <p14:tracePt t="2126" x="7016750" y="2044700"/>
          <p14:tracePt t="2143" x="6991350" y="2044700"/>
          <p14:tracePt t="2159" x="6972300" y="2044700"/>
          <p14:tracePt t="2176" x="6902450" y="2044700"/>
          <p14:tracePt t="2192" x="6788150" y="2044700"/>
          <p14:tracePt t="2209" x="6711950" y="2044700"/>
          <p14:tracePt t="2226" x="6559550" y="2032000"/>
          <p14:tracePt t="2242" x="6356350" y="2012950"/>
          <p14:tracePt t="2259" x="6261100" y="1981200"/>
          <p14:tracePt t="2276" x="6076950" y="1930400"/>
          <p14:tracePt t="2292" x="6000750" y="1911350"/>
          <p14:tracePt t="2310" x="5930900" y="1892300"/>
          <p14:tracePt t="2326" x="5880100" y="1873250"/>
          <p14:tracePt t="2342" x="5810250" y="1854200"/>
          <p14:tracePt t="2360" x="5715000" y="1841500"/>
          <p14:tracePt t="2375" x="5676900" y="1828800"/>
          <p14:tracePt t="2392" x="5632450" y="1828800"/>
          <p14:tracePt t="2409" x="5588000" y="1828800"/>
          <p14:tracePt t="2426" x="5562600" y="1828800"/>
          <p14:tracePt t="2442" x="5543550" y="1835150"/>
          <p14:tracePt t="2458" x="5505450" y="1847850"/>
          <p14:tracePt t="2475" x="5499100" y="1854200"/>
          <p14:tracePt t="2493" x="5486400" y="1879600"/>
          <p14:tracePt t="2508" x="5480050" y="1892300"/>
          <p14:tracePt t="2527" x="5467350" y="1924050"/>
          <p14:tracePt t="2541" x="5435600" y="1974850"/>
          <p14:tracePt t="2558" x="5416550" y="2025650"/>
          <p14:tracePt t="2574" x="5397500" y="2095500"/>
          <p14:tracePt t="2591" x="5327650" y="2343150"/>
          <p14:tracePt t="2608" x="5308600" y="2444750"/>
          <p14:tracePt t="2625" x="5276850" y="2641600"/>
          <p14:tracePt t="2641" x="5257800" y="2730500"/>
          <p14:tracePt t="2657" x="5238750" y="2921000"/>
          <p14:tracePt t="2675" x="5194300" y="3092450"/>
          <p14:tracePt t="2691" x="5187950" y="3155950"/>
          <p14:tracePt t="2707" x="5168900" y="3340100"/>
          <p14:tracePt t="2724" x="5124450" y="3556000"/>
          <p14:tracePt t="2740" x="5105400" y="3651250"/>
          <p14:tracePt t="2758" x="5099050" y="3778250"/>
          <p14:tracePt t="3488" x="5099050" y="3790950"/>
          <p14:tracePt t="3521" x="5099050" y="3797300"/>
          <p14:tracePt t="3538" x="5099050" y="3803650"/>
          <p14:tracePt t="3554" x="5105400" y="3816350"/>
          <p14:tracePt t="3571" x="5105400" y="3822700"/>
          <p14:tracePt t="3588" x="5124450" y="3835400"/>
          <p14:tracePt t="3604" x="5130800" y="3848100"/>
          <p14:tracePt t="3621" x="5143500" y="3867150"/>
          <p14:tracePt t="3639" x="5175250" y="3892550"/>
          <p14:tracePt t="3654" x="5194300" y="3924300"/>
          <p14:tracePt t="4318" x="5200650" y="3930650"/>
          <p14:tracePt t="4335" x="5219700" y="3943350"/>
          <p14:tracePt t="4351" x="5245100" y="3981450"/>
          <p14:tracePt t="4368" x="5251450" y="4000500"/>
          <p14:tracePt t="4385" x="5283200" y="4044950"/>
          <p14:tracePt t="4402" x="5321300" y="4108450"/>
          <p14:tracePt t="4420" x="5372100" y="4165600"/>
          <p14:tracePt t="4434" x="5391150" y="4184650"/>
          <p14:tracePt t="4451" x="5429250" y="4222750"/>
          <p14:tracePt t="4468" x="5473700" y="4248150"/>
          <p14:tracePt t="4484" x="5492750" y="4267200"/>
          <p14:tracePt t="4501" x="5556250" y="4298950"/>
          <p14:tracePt t="4518" x="5632450" y="4337050"/>
          <p14:tracePt t="4534" x="5664200" y="4362450"/>
          <p14:tracePt t="4552" x="5746750" y="4425950"/>
          <p14:tracePt t="4568" x="5848350" y="4502150"/>
          <p14:tracePt t="4584" x="5905500" y="4540250"/>
          <p14:tracePt t="4602" x="6019800" y="4622800"/>
          <p14:tracePt t="4617" x="6089650" y="4686300"/>
          <p14:tracePt t="4634" x="6216650" y="4775200"/>
          <p14:tracePt t="4651" x="6337300" y="4883150"/>
          <p14:tracePt t="4667" x="6394450" y="4927600"/>
          <p14:tracePt t="4684" x="6515100" y="5048250"/>
          <p14:tracePt t="4700" x="6629400" y="5143500"/>
          <p14:tracePt t="4717" x="6686550" y="5194300"/>
          <p14:tracePt t="4734" x="6781800" y="5270500"/>
          <p14:tracePt t="4750" x="6858000" y="5327650"/>
          <p14:tracePt t="4767" x="6889750" y="5346700"/>
          <p14:tracePt t="4783" x="6908800" y="5378450"/>
          <p14:tracePt t="4800" x="6908800" y="5416550"/>
          <p14:tracePt t="5167" x="6959600" y="5435600"/>
          <p14:tracePt t="5183" x="7035800" y="5480050"/>
          <p14:tracePt t="5199" x="7080250" y="5505450"/>
          <p14:tracePt t="5215" x="7162800" y="5568950"/>
          <p14:tracePt t="5232" x="7239000" y="5619750"/>
          <p14:tracePt t="5249" x="7277100" y="5664200"/>
          <p14:tracePt t="5265" x="7346950" y="5746750"/>
          <p14:tracePt t="5282" x="7429500" y="5822950"/>
          <p14:tracePt t="5300" x="7473950" y="5867400"/>
          <p14:tracePt t="5315" x="7486650" y="5886450"/>
          <p14:tracePt t="5331" x="7499350" y="5899150"/>
          <p14:tracePt t="5349" x="7524750" y="5911850"/>
          <p14:tracePt t="5365" x="7531100" y="5911850"/>
          <p14:tracePt t="5382" x="7531100" y="5918200"/>
          <p14:tracePt t="5398" x="7537450" y="5924550"/>
          <p14:tracePt t="5414" x="7537450" y="5930900"/>
          <p14:tracePt t="5514" x="7543800" y="5930900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 </a:t>
            </a:r>
            <a:r>
              <a:rPr lang="en-US" altLang="zh-TW" sz="2600" spc="-5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</a:t>
            </a:r>
            <a:r>
              <a:rPr lang="en-US" altLang="zh-TW" sz="2600" spc="-94" dirty="0">
                <a:solidFill>
                  <a:srgbClr val="FFFF00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600" spc="-94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latin typeface="Elephant" panose="02020904090505020303" pitchFamily="18" charset="0"/>
              </a:rPr>
              <a:t>Builtin</a:t>
            </a:r>
            <a:r>
              <a:rPr lang="en-US" altLang="en-US" sz="4400" dirty="0">
                <a:latin typeface="Elephant" panose="02020904090505020303" pitchFamily="18" charset="0"/>
              </a:rPr>
              <a:t> Class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rapezoid 8"/>
          <p:cNvSpPr>
            <a:spLocks noChangeAspect="1"/>
          </p:cNvSpPr>
          <p:nvPr/>
        </p:nvSpPr>
        <p:spPr bwMode="auto">
          <a:xfrm rot="2700000" flipH="1">
            <a:off x="6959651" y="244061"/>
            <a:ext cx="2945498" cy="935078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From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lang="en-US" sz="2800" b="0" dirty="0">
                <a:latin typeface="Arial" charset="0"/>
                <a:ea typeface="新細明體" charset="-120"/>
              </a:rPr>
              <a:t>the </a:t>
            </a: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end of</a:t>
            </a:r>
            <a:b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</a:b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 Lecture 12C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294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669"/>
    </mc:Choice>
    <mc:Fallback xmlns="">
      <p:transition advTm="8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14" x="7708900" y="5829300"/>
          <p14:tracePt t="647" x="7664450" y="5854700"/>
          <p14:tracePt t="698" x="7607300" y="5905500"/>
          <p14:tracePt t="730" x="7543800" y="5943600"/>
          <p14:tracePt t="763" x="7518400" y="5969000"/>
          <p14:tracePt t="780" x="7505700" y="5975350"/>
          <p14:tracePt t="831" x="7486650" y="6000750"/>
          <p14:tracePt t="863" x="7473950" y="6007100"/>
          <p14:tracePt t="931" x="7467600" y="6019800"/>
          <p14:tracePt t="980" x="7461250" y="6032500"/>
          <p14:tracePt t="1032" x="7461250" y="6038850"/>
          <p14:tracePt t="1079" x="7454900" y="6045200"/>
          <p14:tracePt t="1146" x="7461250" y="6051550"/>
          <p14:tracePt t="1178" x="7467600" y="6051550"/>
          <p14:tracePt t="1228" x="7499350" y="6051550"/>
          <p14:tracePt t="1262" x="7581900" y="6038850"/>
          <p14:tracePt t="1267" x="7607300" y="6032500"/>
          <p14:tracePt t="1311" x="7721600" y="5994400"/>
          <p14:tracePt t="1346" x="7759700" y="5981700"/>
          <p14:tracePt t="1411" x="7747000" y="5975350"/>
          <p14:tracePt t="1461" x="7708900" y="5975350"/>
          <p14:tracePt t="1494" x="7620000" y="5994400"/>
          <p14:tracePt t="1499" x="7588250" y="6000750"/>
          <p14:tracePt t="1544" x="7518400" y="6013450"/>
          <p14:tracePt t="1550" x="7499350" y="6019800"/>
          <p14:tracePt t="1594" x="7467600" y="6038850"/>
          <p14:tracePt t="1644" x="7461250" y="6045200"/>
          <p14:tracePt t="1694" x="7461250" y="6051550"/>
          <p14:tracePt t="1747" x="7480300" y="6057900"/>
          <p14:tracePt t="1794" x="7518400" y="6057900"/>
          <p14:tracePt t="1809" x="7537450" y="6057900"/>
          <p14:tracePt t="1843" x="7677150" y="6032500"/>
          <p14:tracePt t="1894" x="7810500" y="5994400"/>
          <p14:tracePt t="1909" x="7816850" y="5988050"/>
          <p14:tracePt t="1942" x="7823200" y="5975350"/>
          <p14:tracePt t="1993" x="7804150" y="5975350"/>
          <p14:tracePt t="2059" x="7785100" y="5975350"/>
          <p14:tracePt t="2076" x="7772400" y="5981700"/>
          <p14:tracePt t="2092" x="7766050" y="5981700"/>
          <p14:tracePt t="2142" x="7727950" y="5988050"/>
          <p14:tracePt t="2192" x="7702550" y="5994400"/>
          <p14:tracePt t="3257" x="7677150" y="5994400"/>
          <p14:tracePt t="3288" x="7670800" y="5994400"/>
          <p14:tracePt t="3338" x="7651750" y="5994400"/>
          <p14:tracePt t="3371" x="7639050" y="5994400"/>
          <p14:tracePt t="3439" x="7626350" y="5994400"/>
          <p14:tracePt t="3488" x="7607300" y="5994400"/>
          <p14:tracePt t="3522" x="7588250" y="5994400"/>
          <p14:tracePt t="3554" x="7537450" y="6007100"/>
          <p14:tracePt t="3587" x="7397750" y="6013450"/>
          <p14:tracePt t="3637" x="7175500" y="6000750"/>
          <p14:tracePt t="3670" x="7067550" y="5981700"/>
          <p14:tracePt t="3675" x="7042150" y="5975350"/>
          <p14:tracePt t="3720" x="6915150" y="5949950"/>
          <p14:tracePt t="3755" x="6832600" y="5949950"/>
          <p14:tracePt t="3787" x="6705600" y="5975350"/>
          <p14:tracePt t="3820" x="6546850" y="6000750"/>
          <p14:tracePt t="3854" x="6432550" y="6026150"/>
          <p14:tracePt t="3857" x="6394450" y="6026150"/>
          <p14:tracePt t="3903" x="6280150" y="6038850"/>
          <p14:tracePt t="3908" x="6248400" y="6045200"/>
          <p14:tracePt t="3953" x="6140450" y="6057900"/>
          <p14:tracePt t="3986" x="6057900" y="6064250"/>
          <p14:tracePt t="4036" x="6000750" y="6070600"/>
          <p14:tracePt t="4069" x="5975350" y="6076950"/>
          <p14:tracePt t="4119" x="5943600" y="6096000"/>
          <p14:tracePt t="4124" x="5937250" y="6096000"/>
          <p14:tracePt t="4168" x="5930900" y="6096000"/>
          <p14:tracePt t="4235" x="5930900" y="6108700"/>
          <p14:tracePt t="4284" x="5930900" y="6115050"/>
          <p14:tracePt t="4684" x="5657850" y="6146800"/>
          <p14:tracePt t="4716" x="5327650" y="6165850"/>
          <p14:tracePt t="4722" x="5213350" y="6165850"/>
          <p14:tracePt t="4767" x="4832350" y="6165850"/>
          <p14:tracePt t="4783" x="4699000" y="6153150"/>
          <p14:tracePt t="4799" x="4660900" y="6153150"/>
          <p14:tracePt t="4832" x="4508500" y="6134100"/>
          <p14:tracePt t="4838" x="4470400" y="6121400"/>
          <p14:tracePt t="4867" x="4419600" y="6115050"/>
          <p14:tracePt t="4904" x="4368800" y="6115050"/>
          <p14:tracePt t="4932" x="4343400" y="6108700"/>
          <p14:tracePt t="4950" x="4330700" y="6108700"/>
          <p14:tracePt t="4966" x="4324350" y="6108700"/>
          <p14:tracePt t="5015" x="4286250" y="6108700"/>
          <p14:tracePt t="5032" x="4273550" y="6108700"/>
          <p14:tracePt t="5049" x="4260850" y="6108700"/>
          <p14:tracePt t="5065" x="4254500" y="6108700"/>
          <p14:tracePt t="5098" x="4216400" y="6108700"/>
          <p14:tracePt t="5132" x="4171950" y="6108700"/>
          <p14:tracePt t="5148" x="4146550" y="6108700"/>
          <p14:tracePt t="5186" x="3975100" y="6108700"/>
          <p14:tracePt t="5232" x="3657600" y="6102350"/>
          <p14:tracePt t="5248" x="3460750" y="6108700"/>
          <p14:tracePt t="5265" x="3359150" y="6115050"/>
          <p14:tracePt t="5298" x="3003550" y="6127750"/>
          <p14:tracePt t="5331" x="2768600" y="6153150"/>
          <p14:tracePt t="5348" x="2724150" y="6159500"/>
          <p14:tracePt t="5365" x="2609850" y="6172200"/>
          <p14:tracePt t="5414" x="2406650" y="6203950"/>
          <p14:tracePt t="5448" x="2324100" y="6235700"/>
          <p14:tracePt t="5464" x="2273300" y="6254750"/>
          <p14:tracePt t="5498" x="2222500" y="6273800"/>
          <p14:tracePt t="5530" x="2190750" y="6280150"/>
          <p14:tracePt t="5564" x="2159000" y="6280150"/>
          <p14:tracePt t="5613" x="2152650" y="6267450"/>
          <p14:tracePt t="5646" x="2146300" y="6261100"/>
          <p14:tracePt t="5763" x="2152650" y="6261100"/>
          <p14:tracePt t="5829" x="2165350" y="6261100"/>
          <p14:tracePt t="5864" x="2178050" y="6261100"/>
          <p14:tracePt t="5912" x="2209800" y="6261100"/>
          <p14:tracePt t="5946" x="2311400" y="6242050"/>
          <p14:tracePt t="5980" x="2559050" y="6203950"/>
          <p14:tracePt t="6012" x="3175000" y="6134100"/>
          <p14:tracePt t="6062" x="4083050" y="6076950"/>
          <p14:tracePt t="6067" x="4324350" y="6064250"/>
          <p14:tracePt t="6111" x="5194300" y="6083300"/>
          <p14:tracePt t="6162" x="5905500" y="6172200"/>
          <p14:tracePt t="6211" x="6464300" y="6299200"/>
          <p14:tracePt t="6244" x="6858000" y="6350000"/>
          <p14:tracePt t="6278" x="7042150" y="6350000"/>
          <p14:tracePt t="6283" x="7105650" y="6350000"/>
          <p14:tracePt t="6328" x="7277100" y="6350000"/>
          <p14:tracePt t="6361" x="7359650" y="6318250"/>
          <p14:tracePt t="6394" x="7385050" y="6305550"/>
          <p14:tracePt t="6427" x="7410450" y="6299200"/>
          <p14:tracePt t="6460" x="7416800" y="6299200"/>
          <p14:tracePt t="6527" x="7423150" y="6299200"/>
          <p14:tracePt t="6576" x="7467600" y="6286500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sz="4400" spc="-100" dirty="0">
                <a:latin typeface="Elephant" panose="02020904090505020303" pitchFamily="18" charset="0"/>
              </a:rPr>
              <a:t>Derived Classes are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300" dirty="0">
                <a:latin typeface="Elephant" panose="02020904090505020303" pitchFamily="18" charset="0"/>
              </a:rPr>
              <a:t>Ne</a:t>
            </a:r>
            <a:r>
              <a:rPr lang="en-US" altLang="en-US" sz="4400" spc="-100" dirty="0">
                <a:latin typeface="Elephant" panose="02020904090505020303" pitchFamily="18" charset="0"/>
              </a:rPr>
              <a:t>w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100" dirty="0">
                <a:latin typeface="Elephant" panose="02020904090505020303" pitchFamily="18" charset="0"/>
              </a:rPr>
              <a:t>Classes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304800" y="884238"/>
            <a:ext cx="8839200" cy="5973762"/>
          </a:xfrm>
        </p:spPr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Specialization</a:t>
            </a:r>
            <a:r>
              <a:rPr lang="en-US" altLang="en-US" dirty="0"/>
              <a:t> is achieved by adding new attributes and methods to a base class. Think of it as </a:t>
            </a:r>
            <a:r>
              <a:rPr lang="en-US" altLang="en-US" i="1" dirty="0">
                <a:solidFill>
                  <a:srgbClr val="7030A0"/>
                </a:solidFill>
              </a:rPr>
              <a:t>subtyping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 err="1"/>
              <a:t>Eg</a:t>
            </a:r>
            <a:r>
              <a:rPr lang="en-US" altLang="en-US" dirty="0"/>
              <a:t>, you can take the absolute value of </a:t>
            </a:r>
            <a:r>
              <a:rPr lang="en-US" altLang="en-US" dirty="0">
                <a:solidFill>
                  <a:srgbClr val="FFA300"/>
                </a:solidFill>
              </a:rPr>
              <a:t>any number</a:t>
            </a:r>
            <a:r>
              <a:rPr lang="en-US" altLang="en-US" dirty="0"/>
              <a:t>. </a:t>
            </a:r>
          </a:p>
          <a:p>
            <a:pPr lvl="2"/>
            <a:r>
              <a:rPr lang="en-US" altLang="en-US" dirty="0"/>
              <a:t>But you can only take the factorial of </a:t>
            </a:r>
            <a:r>
              <a:rPr lang="en-US" altLang="en-US" dirty="0">
                <a:solidFill>
                  <a:srgbClr val="FF0000"/>
                </a:solidFill>
              </a:rPr>
              <a:t>integers</a:t>
            </a:r>
            <a:r>
              <a:rPr lang="en-US" altLang="en-US" dirty="0"/>
              <a:t>. </a:t>
            </a:r>
          </a:p>
          <a:p>
            <a:pPr lvl="3"/>
            <a:r>
              <a:rPr lang="en-US" altLang="en-US" dirty="0"/>
              <a:t>So the factorial is a specialized method that applied to just a </a:t>
            </a:r>
            <a:r>
              <a:rPr lang="en-US" altLang="en-US" dirty="0">
                <a:solidFill>
                  <a:srgbClr val="7030A0"/>
                </a:solidFill>
              </a:rPr>
              <a:t>subset</a:t>
            </a:r>
            <a:r>
              <a:rPr lang="en-US" altLang="en-US" dirty="0"/>
              <a:t> of all numbers. </a:t>
            </a:r>
          </a:p>
          <a:p>
            <a:pPr lvl="3"/>
            <a:r>
              <a:rPr lang="en-US" altLang="en-US" dirty="0"/>
              <a:t>And so </a:t>
            </a:r>
            <a:r>
              <a:rPr lang="en-US" altLang="en-US" dirty="0">
                <a:solidFill>
                  <a:srgbClr val="FF0000"/>
                </a:solidFill>
              </a:rPr>
              <a:t>integers</a:t>
            </a:r>
            <a:r>
              <a:rPr lang="en-US" altLang="en-US" dirty="0"/>
              <a:t> are a specialized </a:t>
            </a:r>
            <a:r>
              <a:rPr lang="en-US" altLang="en-US" dirty="0">
                <a:solidFill>
                  <a:srgbClr val="7030A0"/>
                </a:solidFill>
              </a:rPr>
              <a:t>subtype</a:t>
            </a:r>
            <a:r>
              <a:rPr lang="en-US" altLang="en-US" dirty="0"/>
              <a:t> of the more generic </a:t>
            </a:r>
            <a:r>
              <a:rPr lang="en-US" altLang="en-US" dirty="0">
                <a:solidFill>
                  <a:srgbClr val="FFA300"/>
                </a:solidFill>
              </a:rPr>
              <a:t>number type</a:t>
            </a:r>
            <a:r>
              <a:rPr lang="en-US" altLang="en-US" dirty="0"/>
              <a:t>.</a:t>
            </a:r>
          </a:p>
          <a:p>
            <a:pPr lvl="4"/>
            <a:r>
              <a:rPr lang="en-US" altLang="en-US" dirty="0"/>
              <a:t>Although Python does not treat </a:t>
            </a:r>
            <a:r>
              <a:rPr lang="en-US" altLang="en-US" b="1" dirty="0" err="1">
                <a:solidFill>
                  <a:srgbClr val="FF0000"/>
                </a:solidFill>
              </a:rPr>
              <a:t>int</a:t>
            </a:r>
            <a:r>
              <a:rPr lang="en-US" altLang="en-US" dirty="0"/>
              <a:t> as a subclass of </a:t>
            </a:r>
            <a:r>
              <a:rPr lang="en-US" altLang="en-US" b="1" dirty="0">
                <a:solidFill>
                  <a:srgbClr val="FFA300"/>
                </a:solidFill>
              </a:rPr>
              <a:t>float</a:t>
            </a:r>
            <a:r>
              <a:rPr lang="en-US" altLang="en-US" dirty="0"/>
              <a:t>, the popular Numbers.py module has some of this idea. 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Generalization</a:t>
            </a:r>
            <a:r>
              <a:rPr lang="en-US" altLang="en-US" sz="2000" dirty="0"/>
              <a:t> </a:t>
            </a:r>
            <a:r>
              <a:rPr lang="en-US" altLang="en-US" dirty="0"/>
              <a:t>removes</a:t>
            </a:r>
            <a:r>
              <a:rPr lang="en-US" altLang="en-US" sz="2000" dirty="0"/>
              <a:t> </a:t>
            </a:r>
            <a:r>
              <a:rPr lang="en-US" altLang="en-US" dirty="0"/>
              <a:t>attributes or methods from a base class. (This is less common, but classes allow it.)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Overriding</a:t>
            </a:r>
            <a:r>
              <a:rPr lang="en-US" altLang="en-US" sz="2400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changes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implementation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from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the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base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class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(</a:t>
            </a:r>
            <a:r>
              <a:rPr lang="en-US" altLang="en-US" dirty="0" err="1">
                <a:solidFill>
                  <a:srgbClr val="FF0000"/>
                </a:solidFill>
              </a:rPr>
              <a:t>eg</a:t>
            </a:r>
            <a:r>
              <a:rPr lang="en-US" altLang="en-US" dirty="0">
                <a:solidFill>
                  <a:srgbClr val="FF0000"/>
                </a:solidFill>
              </a:rPr>
              <a:t>, + has a different meaning for numbers than strings).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You can also add onto the base method using </a:t>
            </a:r>
            <a:r>
              <a:rPr lang="en-US" altLang="en-US" dirty="0">
                <a:latin typeface="Lucida Console" panose="020B0609040504020204" pitchFamily="49" charset="0"/>
              </a:rPr>
              <a:t>super()</a:t>
            </a:r>
            <a:r>
              <a:rPr lang="en-US" altLang="en-US" dirty="0"/>
              <a:t>.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6959651" y="244061"/>
            <a:ext cx="2945498" cy="935078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Recall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lang="en-US" sz="2800" b="0" dirty="0">
                <a:latin typeface="Arial" charset="0"/>
                <a:ea typeface="新細明體" charset="-120"/>
              </a:rPr>
              <a:t>this</a:t>
            </a:r>
          </a:p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earlier slide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384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908"/>
    </mc:Choice>
    <mc:Fallback xmlns="">
      <p:transition spd="slow" advTm="29908"/>
    </mc:Fallback>
  </mc:AlternateContent>
  <p:extLst>
    <p:ext uri="{3A86A75C-4F4B-4683-9AE1-C65F6400EC91}">
      <p14:laserTraceLst xmlns:p14="http://schemas.microsoft.com/office/powerpoint/2010/main">
        <p14:tracePtLst>
          <p14:tracePt t="3167" x="7346950" y="6216650"/>
          <p14:tracePt t="3198" x="7213600" y="6153150"/>
          <p14:tracePt t="3231" x="6965950" y="6007100"/>
          <p14:tracePt t="3250" x="6838950" y="5949950"/>
          <p14:tracePt t="3284" x="6604000" y="5803900"/>
          <p14:tracePt t="3314" x="6432550" y="5702300"/>
          <p14:tracePt t="3347" x="6229350" y="5600700"/>
          <p14:tracePt t="3383" x="5975350" y="5378450"/>
          <p14:tracePt t="3414" x="5715000" y="5118100"/>
          <p14:tracePt t="3447" x="5562600" y="4883150"/>
          <p14:tracePt t="3465" x="5543550" y="4813300"/>
          <p14:tracePt t="3497" x="5518150" y="4718050"/>
          <p14:tracePt t="3530" x="5492750" y="4629150"/>
          <p14:tracePt t="4097" x="5410200" y="4578350"/>
          <p14:tracePt t="4128" x="5137150" y="4400550"/>
          <p14:tracePt t="4161" x="4660900" y="4095750"/>
          <p14:tracePt t="4182" x="4356100" y="3905250"/>
          <p14:tracePt t="4213" x="4013200" y="3689350"/>
          <p14:tracePt t="4244" x="3714750" y="3505200"/>
          <p14:tracePt t="4282" x="3295650" y="3270250"/>
          <p14:tracePt t="4312" x="3041650" y="3117850"/>
          <p14:tracePt t="4344" x="2679700" y="2851150"/>
          <p14:tracePt t="4367" x="2501900" y="2673350"/>
          <p14:tracePt t="4398" x="2305050" y="2413000"/>
          <p14:tracePt t="4429" x="2254250" y="2266950"/>
          <p14:tracePt t="5091" x="2222500" y="2197100"/>
          <p14:tracePt t="5114" x="2171700" y="2127250"/>
          <p14:tracePt t="5147" x="2127250" y="2038350"/>
          <p14:tracePt t="5191" x="2051050" y="1866900"/>
          <p14:tracePt t="5224" x="2019300" y="1790700"/>
          <p14:tracePt t="5247" x="1968500" y="1708150"/>
          <p14:tracePt t="5290" x="1949450" y="1644650"/>
          <p14:tracePt t="5324" x="1943100" y="1625600"/>
          <p14:tracePt t="5347" x="1936750" y="1619250"/>
          <p14:tracePt t="5375" x="1936750" y="1612900"/>
          <p14:tracePt t="5423" x="1930400" y="1612900"/>
          <p14:tracePt t="5446" x="1930400" y="1606550"/>
          <p14:tracePt t="5772" x="1930400" y="1612900"/>
          <p14:tracePt t="5792" x="1930400" y="1619250"/>
          <p14:tracePt t="5922" x="1943100" y="1625600"/>
          <p14:tracePt t="5955" x="1955800" y="1631950"/>
          <p14:tracePt t="5988" x="1968500" y="1638300"/>
          <p14:tracePt t="6021" x="1987550" y="1638300"/>
          <p14:tracePt t="6055" x="2012950" y="1638300"/>
          <p14:tracePt t="6088" x="2038350" y="1638300"/>
          <p14:tracePt t="6121" x="2063750" y="1638300"/>
          <p14:tracePt t="6154" x="2095500" y="1638300"/>
          <p14:tracePt t="6188" x="2108200" y="1638300"/>
          <p14:tracePt t="6221" x="2120900" y="1638300"/>
          <p14:tracePt t="6271" x="2127250" y="1638300"/>
          <p14:tracePt t="6290" x="2133600" y="1638300"/>
          <p14:tracePt t="6320" x="2152650" y="1631950"/>
          <p14:tracePt t="6353" x="2184400" y="1631950"/>
          <p14:tracePt t="6387" x="2260600" y="1625600"/>
          <p14:tracePt t="7167" x="2279650" y="1606550"/>
          <p14:tracePt t="7203" x="2317750" y="1581150"/>
          <p14:tracePt t="7234" x="2381250" y="1549400"/>
          <p14:tracePt t="7267" x="2451100" y="1517650"/>
          <p14:tracePt t="7303" x="2559050" y="1473200"/>
          <p14:tracePt t="7319" x="2571750" y="1466850"/>
          <p14:tracePt t="7351" x="2616200" y="1447800"/>
          <p14:tracePt t="7388" x="2647950" y="1441450"/>
          <p14:tracePt t="7418" x="2686050" y="1441450"/>
          <p14:tracePt t="7450" x="2730500" y="1435100"/>
          <p14:tracePt t="7488" x="2838450" y="1435100"/>
          <p14:tracePt t="7518" x="2933700" y="1441450"/>
          <p14:tracePt t="7549" x="3035300" y="1447800"/>
          <p14:tracePt t="7572" x="3092450" y="1454150"/>
          <p14:tracePt t="7603" x="3232150" y="1485900"/>
          <p14:tracePt t="7635" x="3384550" y="1524000"/>
          <p14:tracePt t="7666" x="3568700" y="1562100"/>
          <p14:tracePt t="7704" x="3816350" y="1606550"/>
          <p14:tracePt t="7734" x="3949700" y="1625600"/>
          <p14:tracePt t="7765" x="4235450" y="1631950"/>
          <p14:tracePt t="7788" x="4349750" y="1631950"/>
          <p14:tracePt t="7819" x="4603750" y="1625600"/>
          <p14:tracePt t="7837" x="4813300" y="1581150"/>
          <p14:tracePt t="7867" x="4946650" y="1511300"/>
          <p14:tracePt t="8330" x="5130800" y="1473200"/>
          <p14:tracePt t="8338" x="5219700" y="1454150"/>
          <p14:tracePt t="8367" x="5543550" y="1377950"/>
          <p14:tracePt t="8413" x="5943600" y="1327150"/>
          <p14:tracePt t="8436" x="6191250" y="1289050"/>
          <p14:tracePt t="8469" x="6356350" y="1276350"/>
          <p14:tracePt t="8498" x="6477000" y="1276350"/>
          <p14:tracePt t="8529" x="6591300" y="1276350"/>
          <p14:tracePt t="8565" x="6711950" y="1289050"/>
          <p14:tracePt t="8596" x="6756400" y="1295400"/>
          <p14:tracePt t="8629" x="6851650" y="1320800"/>
          <p14:tracePt t="8652" x="6902450" y="1339850"/>
          <p14:tracePt t="8695" x="6985000" y="1358900"/>
          <p14:tracePt t="8729" x="7004050" y="1358900"/>
          <p14:tracePt t="8779" x="7016750" y="1365250"/>
          <p14:tracePt t="8829" x="6985000" y="1358900"/>
          <p14:tracePt t="8861" x="6915150" y="1339850"/>
          <p14:tracePt t="8896" x="6718300" y="1314450"/>
          <p14:tracePt t="8928" x="6388100" y="1282700"/>
          <p14:tracePt t="8961" x="5829300" y="1238250"/>
          <p14:tracePt t="8969" x="5689600" y="1231900"/>
          <p14:tracePt t="9011" x="5130800" y="1193800"/>
          <p14:tracePt t="9044" x="4743450" y="1193800"/>
          <p14:tracePt t="9077" x="4235450" y="1187450"/>
          <p14:tracePt t="9111" x="3943350" y="1168400"/>
          <p14:tracePt t="9144" x="3556000" y="1117600"/>
          <p14:tracePt t="9177" x="3416300" y="1098550"/>
          <p14:tracePt t="9210" x="3257550" y="1085850"/>
          <p14:tracePt t="9243" x="3181350" y="1104900"/>
          <p14:tracePt t="9277" x="3105150" y="1117600"/>
          <p14:tracePt t="9310" x="3073400" y="1123950"/>
          <p14:tracePt t="9343" x="3041650" y="1143000"/>
          <p14:tracePt t="9362" x="3035300" y="1149350"/>
          <p14:tracePt t="9393" x="3016250" y="1168400"/>
          <p14:tracePt t="9426" x="2997200" y="1174750"/>
          <p14:tracePt t="9460" x="2978150" y="1200150"/>
          <p14:tracePt t="9493" x="2946400" y="1219200"/>
          <p14:tracePt t="9526" x="2914650" y="1244600"/>
          <p14:tracePt t="9559" x="2882900" y="1257300"/>
          <p14:tracePt t="9592" x="2863850" y="1270000"/>
          <p14:tracePt t="10209" x="2724150" y="1543050"/>
          <p14:tracePt t="10240" x="2628900" y="1771650"/>
          <p14:tracePt t="10273" x="2463800" y="2311400"/>
          <p14:tracePt t="10309" x="2368550" y="2787650"/>
          <p14:tracePt t="10340" x="2279650" y="3206750"/>
          <p14:tracePt t="10359" x="2235200" y="3467100"/>
          <p14:tracePt t="10394" x="2133600" y="3854450"/>
          <p14:tracePt t="10424" x="2076450" y="4070350"/>
          <p14:tracePt t="10456" x="2044700" y="4267200"/>
          <p14:tracePt t="10477" x="2019300" y="4362450"/>
          <p14:tracePt t="10508" x="1981200" y="4445000"/>
          <p14:tracePt t="10542" x="1962150" y="4483100"/>
          <p14:tracePt t="10573" x="1962150" y="4495800"/>
          <p14:tracePt t="10608" x="1924050" y="4533900"/>
          <p14:tracePt t="10641" x="1898650" y="4578350"/>
          <p14:tracePt t="11120" x="1873250" y="4641850"/>
          <p14:tracePt t="11141" x="1847850" y="4711700"/>
          <p14:tracePt t="11173" x="1790700" y="4857750"/>
          <p14:tracePt t="11203" x="1765300" y="4921250"/>
          <p14:tracePt t="11241" x="1752600" y="4959350"/>
          <p14:tracePt t="11274" x="1727200" y="4984750"/>
          <p14:tracePt t="11320" x="1720850" y="4984750"/>
          <p14:tracePt t="11569" x="1708150" y="4997450"/>
          <p14:tracePt t="11602" x="1701800" y="5003800"/>
          <p14:tracePt t="11652" x="1689100" y="5010150"/>
          <p14:tracePt t="11685" x="1682750" y="5010150"/>
          <p14:tracePt t="11735" x="1682750" y="5029200"/>
          <p14:tracePt t="11785" x="1695450" y="5041900"/>
          <p14:tracePt t="11818" x="1714500" y="5041900"/>
          <p14:tracePt t="11851" x="1771650" y="5041900"/>
          <p14:tracePt t="11870" x="1847850" y="5041900"/>
          <p14:tracePt t="11886" x="1962150" y="5041900"/>
          <p14:tracePt t="11917" x="2197100" y="5041900"/>
          <p14:tracePt t="11951" x="2387600" y="5041900"/>
          <p14:tracePt t="11984" x="2520950" y="5041900"/>
          <p14:tracePt t="12017" x="2609850" y="5041900"/>
          <p14:tracePt t="12051" x="2647950" y="5054600"/>
          <p14:tracePt t="12084" x="2660650" y="5060950"/>
          <p14:tracePt t="12117" x="2679700" y="5067300"/>
          <p14:tracePt t="12150" x="2686050" y="5067300"/>
          <p14:tracePt t="12183" x="2705100" y="5067300"/>
          <p14:tracePt t="12731" x="2749550" y="5073650"/>
          <p14:tracePt t="12765" x="2832100" y="5118100"/>
          <p14:tracePt t="12798" x="2908300" y="5168900"/>
          <p14:tracePt t="12831" x="2927350" y="5194300"/>
          <p14:tracePt t="12864" x="2940050" y="5207000"/>
          <p14:tracePt t="12916" x="2927350" y="5213350"/>
          <p14:tracePt t="12948" x="2901950" y="5219700"/>
          <p14:tracePt t="12981" x="2876550" y="5219700"/>
          <p14:tracePt t="13014" x="2851150" y="5219700"/>
          <p14:tracePt t="13047" x="2762250" y="5238750"/>
          <p14:tracePt t="13080" x="2552700" y="5264150"/>
          <p14:tracePt t="13114" x="2393950" y="5283200"/>
          <p14:tracePt t="13147" x="2298700" y="5295900"/>
          <p14:tracePt t="13180" x="2235200" y="5314950"/>
          <p14:tracePt t="13213" x="2216150" y="5327650"/>
          <p14:tracePt t="13247" x="2203450" y="5334000"/>
          <p14:tracePt t="13329" x="2209800" y="5334000"/>
          <p14:tracePt t="13363" x="2222500" y="5321300"/>
          <p14:tracePt t="16219" x="2235200" y="5270500"/>
          <p14:tracePt t="16253" x="2235200" y="5092700"/>
          <p14:tracePt t="16286" x="2190750" y="4635500"/>
          <p14:tracePt t="16319" x="2114550" y="4108450"/>
          <p14:tracePt t="16353" x="2012950" y="3663950"/>
          <p14:tracePt t="16386" x="1854200" y="3219450"/>
          <p14:tracePt t="16405" x="1746250" y="2857500"/>
          <p14:tracePt t="16436" x="1651000" y="2146300"/>
          <p14:tracePt t="16469" x="1612900" y="1733550"/>
          <p14:tracePt t="16504" x="1631950" y="1409700"/>
          <p14:tracePt t="16535" x="1644650" y="1339850"/>
          <p14:tracePt t="16568" x="1670050" y="1238250"/>
          <p14:tracePt t="16589" x="1689100" y="1200150"/>
          <p14:tracePt t="16620" x="1701800" y="1155700"/>
          <p14:tracePt t="16651" x="1708150" y="1143000"/>
          <p14:tracePt t="16684" x="1714500" y="1123950"/>
          <p14:tracePt t="16735" x="1720850" y="1130300"/>
          <p14:tracePt t="16753" x="1720850" y="1136650"/>
          <p14:tracePt t="16784" x="1720850" y="1162050"/>
          <p14:tracePt t="16824" x="1720850" y="1193800"/>
          <p14:tracePt t="16853" x="1720850" y="1289050"/>
          <p14:tracePt t="16886" x="1663700" y="1612900"/>
          <p14:tracePt t="16919" x="1511300" y="2355850"/>
          <p14:tracePt t="16952" x="1428750" y="2870200"/>
          <p14:tracePt t="16983" x="1371600" y="3238500"/>
          <p14:tracePt t="17019" x="1320800" y="3606800"/>
          <p14:tracePt t="17053" x="1282700" y="3810000"/>
          <p14:tracePt t="17083" x="1250950" y="3911600"/>
          <p14:tracePt t="17119" x="1231900" y="3975100"/>
          <p14:tracePt t="17152" x="1225550" y="4019550"/>
          <p14:tracePt t="17183" x="1219200" y="4083050"/>
          <p14:tracePt t="17220" x="1219200" y="4178300"/>
          <p14:tracePt t="17251" x="1206500" y="4248150"/>
          <p14:tracePt t="17283" x="1200150" y="4337050"/>
          <p14:tracePt t="17306" x="1200150" y="4394200"/>
          <p14:tracePt t="17337" x="1187450" y="4445000"/>
          <p14:tracePt t="17368" x="1187450" y="4489450"/>
          <p14:tracePt t="17416" x="1187450" y="4533900"/>
          <p14:tracePt t="17437" x="1187450" y="4546600"/>
          <p14:tracePt t="17468" x="1187450" y="4559300"/>
          <p14:tracePt t="17498" x="1193800" y="4572000"/>
          <p14:tracePt t="17536" x="1193800" y="4591050"/>
          <p14:tracePt t="17569" x="1181100" y="4629150"/>
          <p14:tracePt t="17615" x="1174750" y="4648200"/>
          <p14:tracePt t="21634" x="1168400" y="4381500"/>
          <p14:tracePt t="21657" x="1200150" y="4165600"/>
          <p14:tracePt t="21688" x="1270000" y="3746500"/>
          <p14:tracePt t="21717" x="1511300" y="3327400"/>
          <p14:tracePt t="21740" x="1536700" y="3289300"/>
          <p14:tracePt t="21774" x="1549400" y="3270250"/>
          <p14:tracePt t="21807" x="1555750" y="3251200"/>
          <p14:tracePt t="21850" x="1555750" y="3238500"/>
          <p14:tracePt t="21883" x="1562100" y="3232150"/>
          <p14:tracePt t="21916" x="1581150" y="3232150"/>
          <p14:tracePt t="21949" x="1606550" y="3200400"/>
          <p14:tracePt t="21983" x="1619250" y="3124200"/>
          <p14:tracePt t="22003" x="1619250" y="3098800"/>
          <p14:tracePt t="22038" x="1625600" y="3028950"/>
          <p14:tracePt t="22072" x="1631950" y="2857500"/>
          <p14:tracePt t="22103" x="1631950" y="2667000"/>
          <p14:tracePt t="22135" x="1631950" y="2438400"/>
          <p14:tracePt t="22168" x="1631950" y="2209800"/>
          <p14:tracePt t="22199" x="1612900" y="1949450"/>
          <p14:tracePt t="22232" x="1600200" y="1828800"/>
          <p14:tracePt t="22265" x="1606550" y="1631950"/>
          <p14:tracePt t="22286" x="1612900" y="1581150"/>
          <p14:tracePt t="22319" x="1612900" y="1562100"/>
          <p14:tracePt t="22355" x="1612900" y="1549400"/>
          <p14:tracePt t="22431" x="1612900" y="1543050"/>
          <p14:tracePt t="22481" x="1606550" y="1543050"/>
          <p14:tracePt t="22569" x="1606550" y="1549400"/>
          <p14:tracePt t="22602" x="1600200" y="1562100"/>
          <p14:tracePt t="22635" x="1600200" y="1600200"/>
          <p14:tracePt t="22665" x="1606550" y="1778000"/>
          <p14:tracePt t="22697" x="1612900" y="2159000"/>
          <p14:tracePt t="22730" x="1612900" y="2571750"/>
          <p14:tracePt t="22763" x="1612900" y="3054350"/>
          <p14:tracePt t="22784" x="1587500" y="3244850"/>
          <p14:tracePt t="22830" x="1536700" y="3587750"/>
          <p14:tracePt t="22867" x="1498600" y="3733800"/>
          <p14:tracePt t="22900" x="1473200" y="3911600"/>
          <p14:tracePt t="22929" x="1466850" y="3994150"/>
          <p14:tracePt t="22963" x="1447800" y="4140200"/>
          <p14:tracePt t="22981" x="1447800" y="4184650"/>
          <p14:tracePt t="22999" x="1441450" y="4273550"/>
          <p14:tracePt t="23031" x="1435100" y="4356100"/>
          <p14:tracePt t="23050" x="1435100" y="4375150"/>
          <p14:tracePt t="25487" x="1498600" y="4248150"/>
          <p14:tracePt t="25521" x="1644650" y="3987800"/>
          <p14:tracePt t="25541" x="1695450" y="3930650"/>
          <p14:tracePt t="25572" x="1892300" y="3670300"/>
          <p14:tracePt t="25603" x="2076450" y="3422650"/>
          <p14:tracePt t="25637" x="2241550" y="3187700"/>
          <p14:tracePt t="25673" x="2432050" y="2895600"/>
          <p14:tracePt t="25704" x="2571750" y="2711450"/>
          <p14:tracePt t="25736" x="2686050" y="2540000"/>
          <p14:tracePt t="25757" x="2730500" y="2482850"/>
          <p14:tracePt t="25789" x="2794000" y="2406650"/>
          <p14:tracePt t="25819" x="2813050" y="2387600"/>
          <p14:tracePt t="25858" x="2882900" y="2305050"/>
          <p14:tracePt t="25874" x="2901950" y="2279650"/>
          <p14:tracePt t="25904" x="2952750" y="2222500"/>
          <p14:tracePt t="25936" x="3003550" y="2178050"/>
          <p14:tracePt t="25958" x="3048000" y="2133600"/>
          <p14:tracePt t="25990" x="3105150" y="2089150"/>
          <p14:tracePt t="26022" x="3175000" y="2044700"/>
          <p14:tracePt t="26058" x="3206750" y="2019300"/>
          <p14:tracePt t="26089" x="3232150" y="1987550"/>
          <p14:tracePt t="26121" x="3251200" y="1968500"/>
          <p14:tracePt t="26168" x="3270250" y="1917700"/>
          <p14:tracePt t="26189" x="3276600" y="1905000"/>
          <p14:tracePt t="26221" x="3282950" y="1879600"/>
          <p14:tracePt t="26251" x="3289300" y="1847850"/>
          <p14:tracePt t="26289" x="3289300" y="1822450"/>
          <p14:tracePt t="26322" x="3289300" y="1816100"/>
          <p14:tracePt t="26384" x="3282950" y="1803400"/>
          <p14:tracePt t="26405" x="3276600" y="1803400"/>
          <p14:tracePt t="26436" x="3270250" y="1803400"/>
          <p14:tracePt t="26467" x="3257550" y="1809750"/>
          <p14:tracePt t="26505" x="3200400" y="1860550"/>
          <p14:tracePt t="26522" x="3175000" y="1905000"/>
          <p14:tracePt t="26567" x="2889250" y="2330450"/>
          <p14:tracePt t="26590" x="2717800" y="2622550"/>
          <p14:tracePt t="26623" x="2425700" y="3206750"/>
          <p14:tracePt t="26667" x="2254250" y="3651250"/>
          <p14:tracePt t="26700" x="2139950" y="4032250"/>
          <p14:tracePt t="26737" x="2082800" y="4305300"/>
          <p14:tracePt t="26768" x="2063750" y="4451350"/>
          <p14:tracePt t="26799" x="2044700" y="4527550"/>
          <p14:tracePt t="26822" x="2044700" y="4584700"/>
          <p14:tracePt t="26866" x="2019300" y="4756150"/>
          <p14:tracePt t="26899" x="2000250" y="4864100"/>
          <p14:tracePt t="26922" x="1974850" y="4953000"/>
          <p14:tracePt t="26950" x="1974850" y="5022850"/>
          <p14:tracePt t="26982" x="1974850" y="5048250"/>
          <p14:tracePt t="27032" x="1974850" y="5054600"/>
          <p14:tracePt t="27040" x="1974850" y="5060950"/>
          <p14:tracePt t="27082" x="1974850" y="5067300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Combining Objects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839200" cy="5867400"/>
          </a:xfrm>
        </p:spPr>
        <p:txBody>
          <a:bodyPr/>
          <a:lstStyle/>
          <a:p>
            <a:pPr eaLnBrk="1" hangingPunct="1"/>
            <a:r>
              <a:rPr lang="en-US" altLang="en-US" sz="3200" spc="-70" dirty="0">
                <a:solidFill>
                  <a:schemeClr val="tx1"/>
                </a:solidFill>
              </a:rPr>
              <a:t>Real-world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objects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can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be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made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of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other</a:t>
            </a:r>
            <a:r>
              <a:rPr lang="en-US" altLang="en-US" sz="28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objects</a:t>
            </a:r>
            <a:r>
              <a:rPr lang="en-US" altLang="en-US" sz="3200" spc="-10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spc="-100" dirty="0">
                <a:solidFill>
                  <a:schemeClr val="tx1"/>
                </a:solidFill>
              </a:rPr>
              <a:t>This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</a:rPr>
              <a:t>mimics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b="1" spc="-100" dirty="0">
                <a:solidFill>
                  <a:srgbClr val="006600"/>
                </a:solidFill>
              </a:rPr>
              <a:t>composition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</a:rPr>
              <a:t>and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b="1" spc="-100" dirty="0">
                <a:solidFill>
                  <a:srgbClr val="FF9900"/>
                </a:solidFill>
              </a:rPr>
              <a:t>collection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</a:rPr>
              <a:t>in</a:t>
            </a:r>
            <a:r>
              <a:rPr lang="en-US" altLang="en-US" sz="2800" spc="-100" dirty="0">
                <a:solidFill>
                  <a:schemeClr val="tx1"/>
                </a:solidFill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</a:rPr>
              <a:t>OOP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A racecar is </a:t>
            </a:r>
            <a:r>
              <a:rPr lang="en-US" altLang="en-US" sz="3200" b="1" dirty="0">
                <a:solidFill>
                  <a:srgbClr val="006600"/>
                </a:solidFill>
              </a:rPr>
              <a:t>composed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of tires, engine, etc.</a:t>
            </a:r>
          </a:p>
          <a:p>
            <a:pPr marL="684213" lvl="1" indent="-342900" eaLnBrk="1" hangingPunct="1">
              <a:spcBef>
                <a:spcPts val="300"/>
              </a:spcBef>
            </a:pPr>
            <a:r>
              <a:rPr lang="en-US" altLang="en-US" sz="2800" dirty="0">
                <a:solidFill>
                  <a:schemeClr val="tx1"/>
                </a:solidFill>
              </a:rPr>
              <a:t>A racecar’s engine is different than a regular car’s, but its rearview mirror may be no different.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en-US" sz="2800" dirty="0">
                <a:solidFill>
                  <a:schemeClr val="tx1"/>
                </a:solidFill>
              </a:rPr>
              <a:t>So it can define its own engine, but can </a:t>
            </a:r>
            <a:r>
              <a:rPr lang="en-US" altLang="en-US" sz="2800" b="1" i="1" dirty="0">
                <a:solidFill>
                  <a:srgbClr val="006600"/>
                </a:solidFill>
              </a:rPr>
              <a:t>inherit</a:t>
            </a:r>
            <a:r>
              <a:rPr lang="en-US" altLang="en-US" sz="2800" dirty="0">
                <a:solidFill>
                  <a:schemeClr val="tx1"/>
                </a:solidFill>
              </a:rPr>
              <a:t> the same mirror as other cars do.</a:t>
            </a:r>
            <a:endParaRPr lang="en-US" altLang="en-US" sz="3600" dirty="0">
              <a:solidFill>
                <a:schemeClr val="tx1"/>
              </a:solidFill>
            </a:endParaRPr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A zoo is </a:t>
            </a:r>
            <a:r>
              <a:rPr lang="en-US" altLang="en-US" sz="3200" b="1" dirty="0">
                <a:solidFill>
                  <a:srgbClr val="FF9900"/>
                </a:solidFill>
              </a:rPr>
              <a:t>collection</a:t>
            </a:r>
            <a:r>
              <a:rPr lang="en-US" altLang="en-US" sz="3200" dirty="0">
                <a:solidFill>
                  <a:schemeClr val="tx1"/>
                </a:solidFill>
              </a:rPr>
              <a:t> of animals.</a:t>
            </a:r>
          </a:p>
          <a:p>
            <a:pPr marL="684213" lvl="1" indent="-342900" eaLnBrk="1" hangingPunct="1">
              <a:spcBef>
                <a:spcPts val="300"/>
              </a:spcBef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Zoo</a:t>
            </a:r>
            <a:r>
              <a:rPr lang="en-US" altLang="en-US" sz="3200" dirty="0">
                <a:solidFill>
                  <a:schemeClr val="tx1"/>
                </a:solidFill>
              </a:rPr>
              <a:t> class can inherit different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Animal</a:t>
            </a:r>
            <a:r>
              <a:rPr lang="en-US" altLang="en-US" sz="3200" dirty="0">
                <a:solidFill>
                  <a:schemeClr val="tx1"/>
                </a:solidFill>
              </a:rPr>
              <a:t> objects.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6959651" y="244061"/>
            <a:ext cx="2945498" cy="935078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Recall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lang="en-US" sz="2800" b="0" dirty="0">
                <a:latin typeface="Arial" charset="0"/>
                <a:ea typeface="新細明體" charset="-120"/>
              </a:rPr>
              <a:t>this</a:t>
            </a:r>
          </a:p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earlier slide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583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79"/>
    </mc:Choice>
    <mc:Fallback xmlns="">
      <p:transition spd="slow" advTm="39079"/>
    </mc:Fallback>
  </mc:AlternateContent>
  <p:extLst>
    <p:ext uri="{3A86A75C-4F4B-4683-9AE1-C65F6400EC91}">
      <p14:laserTraceLst xmlns:p14="http://schemas.microsoft.com/office/powerpoint/2010/main">
        <p14:tracePtLst>
          <p14:tracePt t="1260" x="1987550" y="4946650"/>
          <p14:tracePt t="1293" x="2051050" y="4622800"/>
          <p14:tracePt t="1327" x="2190750" y="4102100"/>
          <p14:tracePt t="1359" x="2279650" y="3816350"/>
          <p14:tracePt t="1393" x="2355850" y="3638550"/>
          <p14:tracePt t="1426" x="2514600" y="3371850"/>
          <p14:tracePt t="1459" x="2800350" y="2940050"/>
          <p14:tracePt t="1492" x="3225800" y="2400300"/>
          <p14:tracePt t="1526" x="3594100" y="1962150"/>
          <p14:tracePt t="1559" x="3841750" y="1752600"/>
          <p14:tracePt t="1592" x="4000500" y="1612900"/>
          <p14:tracePt t="1625" x="4044950" y="1574800"/>
          <p14:tracePt t="1659" x="4146550" y="1530350"/>
          <p14:tracePt t="1679" x="4210050" y="1504950"/>
          <p14:tracePt t="1710" x="4349750" y="1454150"/>
          <p14:tracePt t="1742" x="4533900" y="1416050"/>
          <p14:tracePt t="1775" x="4724400" y="1390650"/>
          <p14:tracePt t="1808" x="4895850" y="1390650"/>
          <p14:tracePt t="1841" x="5048250" y="1435100"/>
          <p14:tracePt t="1874" x="5130800" y="1485900"/>
          <p14:tracePt t="1908" x="5168900" y="1524000"/>
          <p14:tracePt t="1926" x="5207000" y="1574800"/>
          <p14:tracePt t="1958" x="5308600" y="1733550"/>
          <p14:tracePt t="1991" x="5403850" y="1911350"/>
          <p14:tracePt t="2024" x="5473700" y="2089150"/>
          <p14:tracePt t="2057" x="5461000" y="2228850"/>
          <p14:tracePt t="2090" x="5441950" y="2241550"/>
          <p14:tracePt t="3038" x="5321300" y="2330450"/>
          <p14:tracePt t="3073" x="5073650" y="2559050"/>
          <p14:tracePt t="3107" x="4851400" y="2743200"/>
          <p14:tracePt t="3140" x="4610100" y="2901950"/>
          <p14:tracePt t="3175" x="4540250" y="2946400"/>
          <p14:tracePt t="3191" x="4533900" y="2952750"/>
          <p14:tracePt t="3222" x="4521200" y="2952750"/>
          <p14:tracePt t="3269" x="4514850" y="2959100"/>
          <p14:tracePt t="3305" x="4508500" y="2959100"/>
          <p14:tracePt t="3391" x="4502150" y="2965450"/>
          <p14:tracePt t="3452" x="4495800" y="2971800"/>
          <p14:tracePt t="3521" x="4489450" y="2971800"/>
          <p14:tracePt t="3585" x="4483100" y="2978150"/>
          <p14:tracePt t="3638" x="4476750" y="2978150"/>
          <p14:tracePt t="3668" x="4470400" y="2984500"/>
          <p14:tracePt t="3706" x="4457700" y="2990850"/>
          <p14:tracePt t="3768" x="4438650" y="3016250"/>
          <p14:tracePt t="3793" x="4406900" y="3054350"/>
          <p14:tracePt t="3822" x="4375150" y="3092450"/>
          <p14:tracePt t="3867" x="4337050" y="3130550"/>
          <p14:tracePt t="3891" x="4330700" y="3143250"/>
          <p14:tracePt t="4017" x="4330700" y="3136900"/>
          <p14:tracePt t="5180" x="4222750" y="3327400"/>
          <p14:tracePt t="5213" x="4114800" y="3530600"/>
          <p14:tracePt t="5246" x="3892550" y="3962400"/>
          <p14:tracePt t="5280" x="3708400" y="4222750"/>
          <p14:tracePt t="5313" x="3543300" y="4597400"/>
          <p14:tracePt t="5331" x="3511550" y="4673600"/>
          <p14:tracePt t="5363" x="3460750" y="4800600"/>
          <p14:tracePt t="5396" x="3454400" y="4819650"/>
          <p14:tracePt t="5429" x="3448050" y="4845050"/>
          <p14:tracePt t="5462" x="3435350" y="4889500"/>
          <p14:tracePt t="5495" x="3429000" y="4940300"/>
          <p14:tracePt t="5528" x="3409950" y="5041900"/>
          <p14:tracePt t="5562" x="3397250" y="5149850"/>
          <p14:tracePt t="5595" x="3397250" y="5200650"/>
          <p14:tracePt t="5628" x="3365500" y="5264150"/>
          <p14:tracePt t="5664" x="3321050" y="5308600"/>
          <p14:tracePt t="8037" x="3365500" y="4819650"/>
          <p14:tracePt t="8055" x="3378200" y="4368800"/>
          <p14:tracePt t="8087" x="3403600" y="3810000"/>
          <p14:tracePt t="8119" x="3397250" y="3429000"/>
          <p14:tracePt t="8153" x="3390900" y="3124200"/>
          <p14:tracePt t="8186" x="3378200" y="2990850"/>
          <p14:tracePt t="8219" x="3352800" y="2781300"/>
          <p14:tracePt t="8237" x="3346450" y="2724150"/>
          <p14:tracePt t="8270" x="3327400" y="2603500"/>
          <p14:tracePt t="8302" x="3308350" y="2432050"/>
          <p14:tracePt t="8352" x="3314700" y="2209800"/>
          <p14:tracePt t="8385" x="3308350" y="2127250"/>
          <p14:tracePt t="8423" x="3308350" y="2114550"/>
          <p14:tracePt t="8459" x="3308350" y="2120900"/>
          <p14:tracePt t="8489" x="3308350" y="2139950"/>
          <p14:tracePt t="8520" x="3314700" y="2152650"/>
          <p14:tracePt t="8554" x="3340100" y="2184400"/>
          <p14:tracePt t="8590" x="3403600" y="2222500"/>
          <p14:tracePt t="8622" x="3575050" y="2311400"/>
          <p14:tracePt t="8667" x="3733800" y="2413000"/>
          <p14:tracePt t="8691" x="3892550" y="2495550"/>
          <p14:tracePt t="8722" x="4006850" y="2546350"/>
          <p14:tracePt t="8753" x="4108450" y="2584450"/>
          <p14:tracePt t="8785" x="4171950" y="2597150"/>
          <p14:tracePt t="8821" x="4241800" y="2603500"/>
          <p14:tracePt t="8853" x="4318000" y="2603500"/>
          <p14:tracePt t="8900" x="4387850" y="2609850"/>
          <p14:tracePt t="8924" x="4483100" y="2622550"/>
          <p14:tracePt t="8954" x="4552950" y="2635250"/>
          <p14:tracePt t="8975" x="4654550" y="2654300"/>
          <p14:tracePt t="9007" x="4724400" y="2647950"/>
          <p14:tracePt t="9037" x="4730750" y="2641600"/>
          <p14:tracePt t="9764" x="4838700" y="2641600"/>
          <p14:tracePt t="9797" x="5156200" y="2622550"/>
          <p14:tracePt t="9832" x="5340350" y="2635250"/>
          <p14:tracePt t="9863" x="5448300" y="2647950"/>
          <p14:tracePt t="9897" x="5524500" y="2660650"/>
          <p14:tracePt t="9930" x="5556250" y="2673350"/>
          <p14:tracePt t="9963" x="5575300" y="2673350"/>
          <p14:tracePt t="9996" x="5600700" y="2673350"/>
          <p14:tracePt t="10030" x="5632450" y="2673350"/>
          <p14:tracePt t="10063" x="5651500" y="2673350"/>
          <p14:tracePt t="10694" x="5524500" y="2711450"/>
          <p14:tracePt t="10727" x="5143500" y="2832100"/>
          <p14:tracePt t="10760" x="4921250" y="2895600"/>
          <p14:tracePt t="10794" x="4622800" y="2990850"/>
          <p14:tracePt t="10829" x="4330700" y="3067050"/>
          <p14:tracePt t="10860" x="4146550" y="3073400"/>
          <p14:tracePt t="10864" x="4095750" y="3073400"/>
          <p14:tracePt t="10893" x="3975100" y="3073400"/>
          <p14:tracePt t="10927" x="3892550" y="3067050"/>
          <p14:tracePt t="10960" x="3803650" y="3054350"/>
          <p14:tracePt t="10993" x="3784600" y="3048000"/>
          <p14:tracePt t="11662" x="3689350" y="3003550"/>
          <p14:tracePt t="11692" x="3543300" y="2921000"/>
          <p14:tracePt t="11724" x="3467100" y="2889250"/>
          <p14:tracePt t="11757" x="3371850" y="2863850"/>
          <p14:tracePt t="11793" x="3282950" y="2851150"/>
          <p14:tracePt t="11825" x="3124200" y="2844800"/>
          <p14:tracePt t="11857" x="2978150" y="2838450"/>
          <p14:tracePt t="11893" x="2813050" y="2825750"/>
          <p14:tracePt t="11926" x="2603500" y="2825750"/>
          <p14:tracePt t="11959" x="2482850" y="2806700"/>
          <p14:tracePt t="11994" x="2393950" y="2768600"/>
          <p14:tracePt t="12025" x="2355850" y="2724150"/>
          <p14:tracePt t="13158" x="2330450" y="2724150"/>
          <p14:tracePt t="13202" x="2184400" y="2762250"/>
          <p14:tracePt t="13235" x="2095500" y="2768600"/>
          <p14:tracePt t="13259" x="2044700" y="2768600"/>
          <p14:tracePt t="13292" x="1943100" y="2768600"/>
          <p14:tracePt t="13309" x="1898650" y="2768600"/>
          <p14:tracePt t="13339" x="1828800" y="2768600"/>
          <p14:tracePt t="13368" x="1790700" y="2774950"/>
          <p14:tracePt t="13401" x="1746250" y="2787650"/>
          <p14:tracePt t="13435" x="1727200" y="2794000"/>
          <p14:tracePt t="13453" x="1720850" y="2806700"/>
          <p14:tracePt t="13484" x="1689100" y="2832100"/>
          <p14:tracePt t="14348" x="2044700" y="2863850"/>
          <p14:tracePt t="14382" x="3505200" y="2914650"/>
          <p14:tracePt t="14414" x="4159250" y="2946400"/>
          <p14:tracePt t="14448" x="4972050" y="2997200"/>
          <p14:tracePt t="14484" x="5372100" y="2990850"/>
          <p14:tracePt t="14514" x="5816600" y="2997200"/>
          <p14:tracePt t="14547" x="6000750" y="3035300"/>
          <p14:tracePt t="14583" x="6134100" y="3041650"/>
          <p14:tracePt t="14614" x="6324600" y="3143250"/>
          <p14:tracePt t="14647" x="6483350" y="3276600"/>
          <p14:tracePt t="14683" x="6838950" y="3511550"/>
          <p14:tracePt t="14714" x="7061200" y="3644900"/>
          <p14:tracePt t="14747" x="7181850" y="3702050"/>
          <p14:tracePt t="14782" x="7156450" y="3733800"/>
          <p14:tracePt t="15362" x="7124700" y="3727450"/>
          <p14:tracePt t="15382" x="7099300" y="3721100"/>
          <p14:tracePt t="15414" x="7080250" y="3714750"/>
          <p14:tracePt t="15444" x="7054850" y="3714750"/>
          <p14:tracePt t="15482" x="7023100" y="3714750"/>
          <p14:tracePt t="15515" x="6991350" y="3714750"/>
          <p14:tracePt t="15547" x="6908800" y="3714750"/>
          <p14:tracePt t="15568" x="6826250" y="3727450"/>
          <p14:tracePt t="15598" x="6680200" y="3746500"/>
          <p14:tracePt t="15630" x="6521450" y="3784600"/>
          <p14:tracePt t="15663" x="6381750" y="3829050"/>
          <p14:tracePt t="15699" x="6242050" y="3860800"/>
          <p14:tracePt t="15714" x="6197600" y="3860800"/>
          <p14:tracePt t="15748" x="6064250" y="3873500"/>
          <p14:tracePt t="15762" x="6013450" y="3873500"/>
          <p14:tracePt t="15809" x="5842000" y="3854450"/>
          <p14:tracePt t="15847" x="5689600" y="3822700"/>
          <p14:tracePt t="15892" x="5588000" y="3797300"/>
          <p14:tracePt t="15916" x="5562600" y="3784600"/>
          <p14:tracePt t="15947" x="5518150" y="3771900"/>
          <p14:tracePt t="15992" x="5492750" y="3765550"/>
          <p14:tracePt t="16042" x="5461000" y="3765550"/>
          <p14:tracePt t="16075" x="5441950" y="3765550"/>
          <p14:tracePt t="16108" x="5429250" y="3765550"/>
          <p14:tracePt t="16192" x="5416550" y="3765550"/>
          <p14:tracePt t="16248" x="5410200" y="3765550"/>
          <p14:tracePt t="16291" x="5410200" y="3771900"/>
          <p14:tracePt t="16342" x="5416550" y="3771900"/>
          <p14:tracePt t="16955" x="5416550" y="3816350"/>
          <p14:tracePt t="16989" x="5403850" y="3886200"/>
          <p14:tracePt t="17022" x="5346700" y="3949700"/>
          <p14:tracePt t="17055" x="5302250" y="3968750"/>
          <p14:tracePt t="17088" x="5257800" y="3975100"/>
          <p14:tracePt t="17122" x="5200650" y="3994150"/>
          <p14:tracePt t="17155" x="5168900" y="4019550"/>
          <p14:tracePt t="17188" x="5149850" y="4051300"/>
          <p14:tracePt t="17221" x="5149850" y="4070350"/>
          <p14:tracePt t="17305" x="5162550" y="4070350"/>
          <p14:tracePt t="17371" x="5168900" y="4070350"/>
          <p14:tracePt t="17404" x="5187950" y="4070350"/>
          <p14:tracePt t="17470" x="5194300" y="4070350"/>
          <p14:tracePt t="17489" x="5207000" y="4070350"/>
          <p14:tracePt t="18982" x="5181600" y="4064000"/>
          <p14:tracePt t="19003" x="5130800" y="4057650"/>
          <p14:tracePt t="19034" x="5035550" y="4051300"/>
          <p14:tracePt t="19068" x="4921250" y="4051300"/>
          <p14:tracePt t="19103" x="4686300" y="4038600"/>
          <p14:tracePt t="19136" x="4445000" y="4044950"/>
          <p14:tracePt t="19167" x="4197350" y="4032250"/>
          <p14:tracePt t="19215" x="3778250" y="3917950"/>
          <p14:tracePt t="19237" x="3594100" y="3835400"/>
          <p14:tracePt t="19268" x="3219450" y="3651250"/>
          <p14:tracePt t="19282" x="3130550" y="3600450"/>
          <p14:tracePt t="19304" x="2952750" y="3505200"/>
          <p14:tracePt t="19335" x="2559050" y="3289300"/>
          <p14:tracePt t="19370" x="2254250" y="3073400"/>
          <p14:tracePt t="19408" x="2184400" y="2990850"/>
          <p14:tracePt t="19437" x="2159000" y="2933700"/>
          <p14:tracePt t="19468" x="2139950" y="2832100"/>
          <p14:tracePt t="19496" x="2171700" y="2819400"/>
          <p14:tracePt t="20626" x="2432050" y="2832100"/>
          <p14:tracePt t="20659" x="2698750" y="2819400"/>
          <p14:tracePt t="20693" x="3054350" y="2819400"/>
          <p14:tracePt t="20711" x="3155950" y="2819400"/>
          <p14:tracePt t="20743" x="3524250" y="2819400"/>
          <p14:tracePt t="20776" x="3676650" y="2819400"/>
          <p14:tracePt t="20809" x="4051300" y="2851150"/>
          <p14:tracePt t="20842" x="4279900" y="2857500"/>
          <p14:tracePt t="20876" x="4502150" y="2857500"/>
          <p14:tracePt t="20909" x="4591050" y="2870200"/>
          <p14:tracePt t="20943" x="4610100" y="2870200"/>
          <p14:tracePt t="20992" x="4603750" y="2857500"/>
          <p14:tracePt t="21026" x="4591050" y="2851150"/>
          <p14:tracePt t="21074" x="4584700" y="2851150"/>
          <p14:tracePt t="21593" x="4311650" y="3213100"/>
          <p14:tracePt t="21623" x="3937000" y="3632200"/>
          <p14:tracePt t="21657" x="3403600" y="4292600"/>
          <p14:tracePt t="21678" x="3194050" y="4565650"/>
          <p14:tracePt t="21723" x="2876550" y="5067300"/>
          <p14:tracePt t="21756" x="2749550" y="5295900"/>
          <p14:tracePt t="21791" x="2705100" y="5327650"/>
          <p14:tracePt t="21822" x="2705100" y="5334000"/>
          <p14:tracePt t="21908" x="2698750" y="5340350"/>
          <p14:tracePt t="21955" x="2692400" y="5340350"/>
          <p14:tracePt t="22039" x="2698750" y="5340350"/>
          <p14:tracePt t="22093" x="2711450" y="5334000"/>
          <p14:tracePt t="22138" x="2724150" y="5327650"/>
          <p14:tracePt t="22171" x="2736850" y="5327650"/>
          <p14:tracePt t="22192" x="2743200" y="5327650"/>
          <p14:tracePt t="22224" x="2762250" y="5327650"/>
          <p14:tracePt t="22271" x="2832100" y="5334000"/>
          <p14:tracePt t="22309" x="2990850" y="5340350"/>
          <p14:tracePt t="22339" x="3295650" y="5327650"/>
          <p14:tracePt t="22370" x="3530600" y="5308600"/>
          <p14:tracePt t="22409" x="3829050" y="5270500"/>
          <p14:tracePt t="22438" x="4038600" y="5251450"/>
          <p14:tracePt t="22470" x="4133850" y="5226050"/>
          <p14:tracePt t="22493" x="4254500" y="5226050"/>
          <p14:tracePt t="22525" x="4298950" y="5251450"/>
          <p14:tracePt t="23350" x="4279900" y="5175250"/>
          <p14:tracePt t="23374" x="4273550" y="5137150"/>
          <p14:tracePt t="23402" x="4267200" y="5092700"/>
          <p14:tracePt t="23433" x="4260850" y="5054600"/>
          <p14:tracePt t="23466" x="4260850" y="5035550"/>
          <p14:tracePt t="23516" x="4260850" y="5003800"/>
          <p14:tracePt t="23549" x="4260850" y="4984750"/>
          <p14:tracePt t="23574" x="4254500" y="4959350"/>
          <p14:tracePt t="23601" x="4254500" y="4921250"/>
          <p14:tracePt t="23632" x="4254500" y="4889500"/>
          <p14:tracePt t="23666" x="4267200" y="4775200"/>
          <p14:tracePt t="23699" x="4298950" y="4660900"/>
          <p14:tracePt t="23732" x="4324350" y="4552950"/>
          <p14:tracePt t="23765" x="4400550" y="4362450"/>
          <p14:tracePt t="23799" x="4464050" y="4222750"/>
          <p14:tracePt t="23832" x="4508500" y="4127500"/>
          <p14:tracePt t="23850" x="4508500" y="4114800"/>
          <p14:tracePt t="23882" x="4546600" y="4064000"/>
          <p14:tracePt t="23915" x="4559300" y="4038600"/>
          <p14:tracePt t="23948" x="4559300" y="4032250"/>
          <p14:tracePt t="24629" x="4603750" y="4140200"/>
          <p14:tracePt t="24662" x="4660900" y="4279900"/>
          <p14:tracePt t="24699" x="4762500" y="4483100"/>
          <p14:tracePt t="24729" x="4838700" y="4572000"/>
          <p14:tracePt t="24762" x="4959350" y="4718050"/>
          <p14:tracePt t="24798" x="5010150" y="4775200"/>
          <p14:tracePt t="24829" x="5048250" y="4838700"/>
          <p14:tracePt t="24862" x="5073650" y="4870450"/>
          <p14:tracePt t="24883" x="5086350" y="4895850"/>
          <p14:tracePt t="24914" x="5099050" y="4908550"/>
          <p14:tracePt t="24944" x="5105400" y="4933950"/>
          <p14:tracePt t="24980" x="5111750" y="4972050"/>
          <p14:tracePt t="25014" x="5111750" y="5029200"/>
          <p14:tracePt t="25476" x="5010150" y="5041900"/>
          <p14:tracePt t="25514" x="4648200" y="5124450"/>
          <p14:tracePt t="25544" x="4298950" y="5187950"/>
          <p14:tracePt t="25576" x="3949700" y="5257800"/>
          <p14:tracePt t="25599" x="3676650" y="5314950"/>
          <p14:tracePt t="25630" x="3219450" y="5346700"/>
          <p14:tracePt t="25662" x="2940050" y="5359400"/>
          <p14:tracePt t="25709" x="2647950" y="5359400"/>
          <p14:tracePt t="25730" x="2489200" y="5346700"/>
          <p14:tracePt t="25761" x="2425700" y="5346700"/>
          <p14:tracePt t="25808" x="2273300" y="5346700"/>
          <p14:tracePt t="25829" x="2235200" y="5340350"/>
          <p14:tracePt t="25861" x="2190750" y="5334000"/>
          <p14:tracePt t="25891" x="2165350" y="5321300"/>
          <p14:tracePt t="25930" x="2139950" y="5314950"/>
          <p14:tracePt t="25962" x="2114550" y="5302250"/>
          <p14:tracePt t="26008" x="2063750" y="5289550"/>
          <p14:tracePt t="26046" x="2032000" y="5276850"/>
          <p14:tracePt t="26079" x="1993900" y="5270500"/>
          <p14:tracePt t="26107" x="1955800" y="5270500"/>
          <p14:tracePt t="26131" x="1930400" y="5264150"/>
          <p14:tracePt t="26161" x="1905000" y="5264150"/>
          <p14:tracePt t="26207" x="1866900" y="5251450"/>
          <p14:tracePt t="26231" x="1854200" y="5251450"/>
          <p14:tracePt t="26264" x="1841500" y="5251450"/>
          <p14:tracePt t="26362" x="1828800" y="5238750"/>
          <p14:tracePt t="26423" x="1816100" y="5232400"/>
          <p14:tracePt t="26523" x="1866900" y="5232400"/>
          <p14:tracePt t="26556" x="2044700" y="5251450"/>
          <p14:tracePt t="26579" x="2184400" y="5270500"/>
          <p14:tracePt t="26607" x="2514600" y="5283200"/>
          <p14:tracePt t="26639" x="2882900" y="5276850"/>
          <p14:tracePt t="26672" x="3225800" y="5245100"/>
          <p14:tracePt t="26706" x="3543300" y="5245100"/>
          <p14:tracePt t="26738" x="3702050" y="5257800"/>
          <p14:tracePt t="26772" x="3822700" y="5276850"/>
          <p14:tracePt t="26790" x="3892550" y="5289550"/>
          <p14:tracePt t="26821" x="4019550" y="5321300"/>
          <p14:tracePt t="26855" x="4133850" y="5359400"/>
          <p14:tracePt t="26888" x="4197350" y="5391150"/>
          <p14:tracePt t="26921" x="4273550" y="5422900"/>
          <p14:tracePt t="26954" x="4324350" y="5435600"/>
          <p14:tracePt t="26974" x="4343400" y="5435600"/>
          <p14:tracePt t="28500" x="4298950" y="5429250"/>
          <p14:tracePt t="28532" x="4203700" y="5403850"/>
          <p14:tracePt t="28571" x="3981450" y="5334000"/>
          <p14:tracePt t="28615" x="3651250" y="5213350"/>
          <p14:tracePt t="28639" x="3397250" y="5118100"/>
          <p14:tracePt t="28656" x="3314700" y="5080000"/>
          <p14:tracePt t="28686" x="3060700" y="4978400"/>
          <p14:tracePt t="28715" x="2863850" y="4851400"/>
          <p14:tracePt t="28748" x="2724150" y="4711700"/>
          <p14:tracePt t="28773" x="2667000" y="4654550"/>
          <p14:tracePt t="28787" x="2622550" y="4597400"/>
          <p14:tracePt t="28808" x="2609850" y="4578350"/>
          <p14:tracePt t="28881" x="2635250" y="4591050"/>
          <p14:tracePt t="28914" x="2641600" y="4591050"/>
          <p14:tracePt t="34400" x="2736850" y="4489450"/>
          <p14:tracePt t="34430" x="2933700" y="4216400"/>
          <p14:tracePt t="34462" x="3232150" y="3930650"/>
          <p14:tracePt t="34495" x="3460750" y="3670300"/>
          <p14:tracePt t="34531" x="3702050" y="3390900"/>
          <p14:tracePt t="34561" x="3867150" y="3155950"/>
          <p14:tracePt t="34595" x="3968750" y="2978150"/>
          <p14:tracePt t="34631" x="4000500" y="2901950"/>
          <p14:tracePt t="34661" x="4019550" y="2838450"/>
          <p14:tracePt t="34695" x="4044950" y="2768600"/>
          <p14:tracePt t="34730" x="4070350" y="2692400"/>
          <p14:tracePt t="34764" x="4095750" y="2647950"/>
          <p14:tracePt t="34794" x="4108450" y="2590800"/>
          <p14:tracePt t="34815" x="4127500" y="2546350"/>
          <p14:tracePt t="34847" x="4140200" y="2495550"/>
          <p14:tracePt t="34877" x="4146550" y="2457450"/>
          <p14:tracePt t="34915" x="4146550" y="2444750"/>
          <p14:tracePt t="34948" x="4146550" y="2438400"/>
          <p14:tracePt t="34993" x="4152900" y="2438400"/>
          <p14:tracePt t="35063" x="4152900" y="2432050"/>
          <p14:tracePt t="35132" x="4159250" y="2419350"/>
          <p14:tracePt t="35179" x="4171950" y="2413000"/>
          <p14:tracePt t="35226" x="4184650" y="2400300"/>
          <p14:tracePt t="35309" x="4191000" y="2400300"/>
          <p14:tracePt t="35347" x="4197350" y="2400300"/>
          <p14:tracePt t="35387" x="4203700" y="2413000"/>
          <p14:tracePt t="35442" x="4203700" y="2432050"/>
          <p14:tracePt t="35465" x="4203700" y="2444750"/>
          <p14:tracePt t="35496" x="4210050" y="2476500"/>
          <p14:tracePt t="35541" x="4216400" y="2552700"/>
          <p14:tracePt t="35565" x="4222750" y="2597150"/>
          <p14:tracePt t="35595" x="4229100" y="2622550"/>
          <p14:tracePt t="35624" x="4235450" y="2635250"/>
          <p14:tracePt t="35696" x="4235450" y="2641600"/>
          <p14:tracePt t="35774" x="4235450" y="2647950"/>
          <p14:tracePt t="35797" x="4229100" y="2679700"/>
          <p14:tracePt t="35825" x="4184650" y="2762250"/>
          <p14:tracePt t="35874" x="3949700" y="3263900"/>
          <p14:tracePt t="35923" x="3467100" y="4210050"/>
          <p14:tracePt t="35956" x="3282950" y="4622800"/>
          <p14:tracePt t="35981" x="3124200" y="5086350"/>
          <p14:tracePt t="36008" x="3054350" y="5283200"/>
          <p14:tracePt t="36040" x="3041650" y="5340350"/>
          <p14:tracePt t="36073" x="3041650" y="5353050"/>
          <p14:tracePt t="36172" x="3041650" y="5346700"/>
          <p14:tracePt t="36256" x="3041650" y="5340350"/>
          <p14:tracePt t="36289" x="3041650" y="5334000"/>
          <p14:tracePt t="36338" x="3048000" y="5327650"/>
          <p14:tracePt t="36372" x="3060700" y="5327650"/>
          <p14:tracePt t="36405" x="3067050" y="5314950"/>
          <p14:tracePt t="36438" x="3111500" y="5283200"/>
          <p14:tracePt t="36471" x="3225800" y="5162550"/>
          <p14:tracePt t="36505" x="3416300" y="4883150"/>
          <p14:tracePt t="36538" x="3651250" y="4337050"/>
          <p14:tracePt t="36571" x="3943350" y="3302000"/>
          <p14:tracePt t="36590" x="4044950" y="2940050"/>
          <p14:tracePt t="36621" x="4140200" y="2641600"/>
          <p14:tracePt t="36654" x="4171950" y="2540000"/>
          <p14:tracePt t="36687" x="4184650" y="2520950"/>
          <p14:tracePt t="36737" x="4191000" y="2520950"/>
          <p14:tracePt t="36804" x="4197350" y="2514600"/>
          <p14:tracePt t="36838" x="4222750" y="2463800"/>
          <p14:tracePt t="36870" x="4254500" y="2406650"/>
          <p14:tracePt t="36903" x="4387850" y="2228850"/>
          <p14:tracePt t="36937" x="4572000" y="2038350"/>
          <p14:tracePt t="36970" x="4864100" y="1847850"/>
          <p14:tracePt t="37003" x="5067300" y="1758950"/>
          <p14:tracePt t="37036" x="5194300" y="1708150"/>
          <p14:tracePt t="37069" x="5346700" y="1676400"/>
          <p14:tracePt t="37103" x="5461000" y="1657350"/>
          <p14:tracePt t="37138" x="5619750" y="1644650"/>
          <p14:tracePt t="37169" x="5797550" y="1644650"/>
          <p14:tracePt t="37202" x="6153150" y="1657350"/>
          <p14:tracePt t="37236" x="6699250" y="1714500"/>
          <p14:tracePt t="37254" x="6845300" y="1733550"/>
          <p14:tracePt t="37286" x="7321550" y="1809750"/>
          <p14:tracePt t="37306" x="7442200" y="1835150"/>
          <p14:tracePt t="37335" x="7499350" y="1847850"/>
          <p14:tracePt t="37438" x="7480300" y="184785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5029200" y="3886200"/>
            <a:ext cx="3200400" cy="2438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-20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type of car</a:t>
            </a:r>
            <a:endParaRPr kumimoji="0" lang="en-US" sz="5400" b="0" i="0" u="none" strike="noStrike" cap="none" spc="-200" normalizeH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581400" y="5486400"/>
            <a:ext cx="1371600" cy="83820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i</a:t>
            </a:r>
            <a:r>
              <a:rPr kumimoji="0" 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s a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229600" y="3886200"/>
            <a:ext cx="381000" cy="2438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.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029200" y="914400"/>
            <a:ext cx="3200400" cy="2438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s</a:t>
            </a:r>
            <a:r>
              <a:rPr kumimoji="0" lang="en-US" sz="6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ports car</a:t>
            </a:r>
            <a:endParaRPr kumimoji="0" lang="en-US" sz="54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581400" y="2514600"/>
            <a:ext cx="1371600" cy="83820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i</a:t>
            </a:r>
            <a:r>
              <a:rPr kumimoji="0" 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s a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077200" y="914400"/>
            <a:ext cx="685800" cy="2438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,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762000" y="914400"/>
            <a:ext cx="2743200" cy="2438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17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F</a:t>
            </a:r>
            <a:r>
              <a:rPr kumimoji="0" lang="en-US" sz="6000" b="0" i="0" u="none" strike="noStrike" cap="none" spc="37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errari</a:t>
            </a:r>
            <a:r>
              <a: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</a:t>
            </a:r>
          </a:p>
        </p:txBody>
      </p:sp>
      <p:pic>
        <p:nvPicPr>
          <p:cNvPr id="19" name="Picture 4" descr="Line up: the Ferrari official car ran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36" y="533400"/>
            <a:ext cx="2947164" cy="221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Sports Car Model Drawing Royalty-Free Stock Image - Storyblocks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865032"/>
            <a:ext cx="3352800" cy="210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y Galant sketch &quot; Poster by asteepyk | Redbubble"/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1" t="29791" r="7946" b="29956"/>
          <a:stretch/>
        </p:blipFill>
        <p:spPr bwMode="auto">
          <a:xfrm flipH="1">
            <a:off x="5105400" y="4045226"/>
            <a:ext cx="3048000" cy="145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 bwMode="auto">
          <a:xfrm>
            <a:off x="25400" y="914400"/>
            <a:ext cx="685800" cy="2438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A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295400" y="3886200"/>
            <a:ext cx="2286000" cy="2438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which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4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468"/>
    </mc:Choice>
    <mc:Fallback xmlns="">
      <p:transition spd="slow" advTm="1924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966" x="7429500" y="1835150"/>
          <p14:tracePt t="9999" x="7315200" y="1790700"/>
          <p14:tracePt t="10032" x="7143750" y="1714500"/>
          <p14:tracePt t="10055" x="6902450" y="1612900"/>
          <p14:tracePt t="10089" x="6508750" y="1498600"/>
          <p14:tracePt t="10122" x="5924550" y="1314450"/>
          <p14:tracePt t="10153" x="5334000" y="1168400"/>
          <p14:tracePt t="10184" x="4794250" y="1022350"/>
          <p14:tracePt t="10217" x="4324350" y="889000"/>
          <p14:tracePt t="10248" x="4102100" y="806450"/>
          <p14:tracePt t="10281" x="3822700" y="660400"/>
          <p14:tracePt t="10314" x="3746500" y="635000"/>
          <p14:tracePt t="10322" x="3727450" y="647700"/>
          <p14:tracePt t="10354" x="3702050" y="666750"/>
          <p14:tracePt t="10796" x="3524250" y="857250"/>
          <p14:tracePt t="10829" x="3346450" y="1035050"/>
          <p14:tracePt t="10863" x="3130550" y="1282700"/>
          <p14:tracePt t="10896" x="2901950" y="1625600"/>
          <p14:tracePt t="10934" x="2794000" y="1797050"/>
          <p14:tracePt t="10966" x="2749550" y="1885950"/>
          <p14:tracePt t="10995" x="2749550" y="1898650"/>
          <p14:tracePt t="11045" x="2743200" y="1898650"/>
          <p14:tracePt t="11095" x="2749550" y="1892300"/>
          <p14:tracePt t="11149" x="2736850" y="1892300"/>
          <p14:tracePt t="11577" x="2927350" y="1905000"/>
          <p14:tracePt t="11610" x="3524250" y="1943100"/>
          <p14:tracePt t="11643" x="3930650" y="1987550"/>
          <p14:tracePt t="11664" x="4165600" y="2038350"/>
          <p14:tracePt t="11681" x="4337050" y="2108200"/>
          <p14:tracePt t="11713" x="4432300" y="2152650"/>
          <p14:tracePt t="11745" x="4451350" y="2159000"/>
          <p14:tracePt t="11779" x="4457700" y="2171700"/>
          <p14:tracePt t="12011" x="4508500" y="2171700"/>
          <p14:tracePt t="12044" x="4648200" y="2171700"/>
          <p14:tracePt t="12077" x="4864100" y="2171700"/>
          <p14:tracePt t="12108" x="5105400" y="2171700"/>
          <p14:tracePt t="12142" x="5499100" y="2184400"/>
          <p14:tracePt t="12165" x="5670550" y="2190750"/>
          <p14:tracePt t="12182" x="5746750" y="2190750"/>
          <p14:tracePt t="12215" x="5969000" y="2228850"/>
          <p14:tracePt t="12248" x="6146800" y="2216150"/>
          <p14:tracePt t="12281" x="6203950" y="2203450"/>
          <p14:tracePt t="12309" x="6242050" y="2171700"/>
          <p14:tracePt t="12340" x="6242050" y="2159000"/>
          <p14:tracePt t="13261" x="6064250" y="2279650"/>
          <p14:tracePt t="13293" x="5626100" y="2578100"/>
          <p14:tracePt t="13325" x="4692650" y="3219450"/>
          <p14:tracePt t="13341" x="4457700" y="3359150"/>
          <p14:tracePt t="13370" x="3797300" y="3765550"/>
          <p14:tracePt t="13404" x="3333750" y="4064000"/>
          <p14:tracePt t="13437" x="2990850" y="4286250"/>
          <p14:tracePt t="13470" x="2774950" y="4451350"/>
          <p14:tracePt t="13503" x="2705100" y="4508500"/>
          <p14:tracePt t="13524" x="2686050" y="4533900"/>
          <p14:tracePt t="13572" x="2686050" y="4540250"/>
          <p14:tracePt t="13605" x="2692400" y="4540250"/>
          <p14:tracePt t="13652" x="2705100" y="4552950"/>
          <p14:tracePt t="13686" x="2724150" y="4629150"/>
          <p14:tracePt t="13706" x="2743200" y="4660900"/>
          <p14:tracePt t="13728" x="2781300" y="4686300"/>
          <p14:tracePt t="13759" x="2851150" y="4718050"/>
          <p14:tracePt t="13790" x="3009900" y="4718050"/>
          <p14:tracePt t="13825" x="3340100" y="4705350"/>
          <p14:tracePt t="13856" x="3517900" y="4692650"/>
          <p14:tracePt t="13890" x="3790950" y="4705350"/>
          <p14:tracePt t="13920" x="3937000" y="4743450"/>
          <p14:tracePt t="13951" x="4051300" y="4756150"/>
          <p14:tracePt t="13985" x="4146550" y="4762500"/>
          <p14:tracePt t="14018" x="4248150" y="4756150"/>
          <p14:tracePt t="14051" x="4324350" y="4743450"/>
          <p14:tracePt t="14089" x="4413250" y="4730750"/>
          <p14:tracePt t="14122" x="4476750" y="4711700"/>
          <p14:tracePt t="14151" x="4591050" y="4692650"/>
          <p14:tracePt t="14184" x="4787900" y="4641850"/>
          <p14:tracePt t="14217" x="5124450" y="4591050"/>
          <p14:tracePt t="14250" x="5416550" y="4572000"/>
          <p14:tracePt t="14284" x="5638800" y="4565650"/>
          <p14:tracePt t="14308" x="5772150" y="4546600"/>
          <p14:tracePt t="14350" x="5886450" y="4502150"/>
          <p14:tracePt t="14368" x="5930900" y="4470400"/>
          <p14:tracePt t="14400" x="5949950" y="4425950"/>
          <p14:tracePt t="15263" x="5943600" y="4419600"/>
          <p14:tracePt t="15297" x="5930900" y="4406900"/>
          <p14:tracePt t="15352" x="5911850" y="4394200"/>
          <p14:tracePt t="15384" x="5905500" y="4381500"/>
          <p14:tracePt t="15418" x="5892800" y="4362450"/>
          <p14:tracePt t="15451" x="5861050" y="4267200"/>
          <p14:tracePt t="15482" x="5829300" y="4203700"/>
          <p14:tracePt t="15513" x="5772150" y="4070350"/>
          <p14:tracePt t="15546" x="5740400" y="3981450"/>
          <p14:tracePt t="15585" x="5721350" y="3879850"/>
          <p14:tracePt t="15617" x="5702300" y="3810000"/>
          <p14:tracePt t="15651" x="5670550" y="3733800"/>
          <p14:tracePt t="15686" x="5626100" y="3613150"/>
          <p14:tracePt t="15716" x="5588000" y="3517900"/>
          <p14:tracePt t="15731" x="5556250" y="3467100"/>
          <p14:tracePt t="15763" x="5524500" y="3397250"/>
          <p14:tracePt t="15795" x="5441950" y="3251200"/>
          <p14:tracePt t="15828" x="5391150" y="3168650"/>
          <p14:tracePt t="15861" x="5346700" y="3086100"/>
          <p14:tracePt t="15885" x="5295900" y="3003550"/>
          <p14:tracePt t="15916" x="5245100" y="2927350"/>
          <p14:tracePt t="15947" x="5181600" y="2851150"/>
          <p14:tracePt t="15981" x="5118100" y="2768600"/>
          <p14:tracePt t="16011" x="5022850" y="2635250"/>
          <p14:tracePt t="16044" x="4965700" y="2578100"/>
          <p14:tracePt t="16077" x="4883150" y="2495550"/>
          <p14:tracePt t="16128" x="4775200" y="2413000"/>
          <p14:tracePt t="16151" x="4718050" y="2381250"/>
          <p14:tracePt t="16166" x="4629150" y="2355850"/>
          <p14:tracePt t="16198" x="4483100" y="2317750"/>
          <p14:tracePt t="16232" x="4267200" y="2273300"/>
          <p14:tracePt t="16264" x="4000500" y="2184400"/>
          <p14:tracePt t="16294" x="3752850" y="2108200"/>
          <p14:tracePt t="16327" x="3530600" y="2063750"/>
          <p14:tracePt t="16345" x="3403600" y="2025650"/>
          <p14:tracePt t="16377" x="3219450" y="1981200"/>
          <p14:tracePt t="16397" x="3111500" y="1962150"/>
          <p14:tracePt t="16431" x="2965450" y="1943100"/>
          <p14:tracePt t="16464" x="2851150" y="1936750"/>
          <p14:tracePt t="16498" x="2762250" y="1936750"/>
          <p14:tracePt t="16531" x="2724150" y="1924050"/>
          <p14:tracePt t="16559" x="2711450" y="1917700"/>
          <p14:tracePt t="16592" x="2692400" y="1930400"/>
          <p14:tracePt t="17278" x="2730500" y="1892300"/>
          <p14:tracePt t="17311" x="2800350" y="1822450"/>
          <p14:tracePt t="17342" x="2927350" y="1727200"/>
          <p14:tracePt t="17373" x="3048000" y="1631950"/>
          <p14:tracePt t="17397" x="3105150" y="1574800"/>
          <p14:tracePt t="17430" x="3162300" y="1492250"/>
          <p14:tracePt t="17463" x="3187700" y="1441450"/>
          <p14:tracePt t="17496" x="3187700" y="1403350"/>
          <p14:tracePt t="17527" x="3187700" y="1397000"/>
          <p14:tracePt t="17561" x="3162300" y="1384300"/>
          <p14:tracePt t="17591" x="3136900" y="1371600"/>
          <p14:tracePt t="17622" x="3079750" y="1346200"/>
          <p14:tracePt t="17655" x="2959100" y="1282700"/>
          <p14:tracePt t="17689" x="2749550" y="1181100"/>
          <p14:tracePt t="17710" x="2647950" y="1136650"/>
          <p14:tracePt t="17743" x="2482850" y="1085850"/>
          <p14:tracePt t="17763" x="2355850" y="1054100"/>
          <p14:tracePt t="17795" x="2197100" y="1054100"/>
          <p14:tracePt t="17826" x="2000250" y="1066800"/>
          <p14:tracePt t="17872" x="1841500" y="1123950"/>
          <p14:tracePt t="17904" x="1746250" y="1162050"/>
          <p14:tracePt t="17938" x="1689100" y="1206500"/>
          <p14:tracePt t="17956" x="1663700" y="1231900"/>
          <p14:tracePt t="17988" x="1631950" y="1289050"/>
          <p14:tracePt t="18026" x="1625600" y="1327150"/>
          <p14:tracePt t="18059" x="1651000" y="1403350"/>
          <p14:tracePt t="18092" x="1695450" y="1473200"/>
          <p14:tracePt t="18108" x="1714500" y="1511300"/>
          <p14:tracePt t="18139" x="1746250" y="1536700"/>
          <p14:tracePt t="18170" x="1816100" y="1593850"/>
          <p14:tracePt t="18194" x="1879600" y="1644650"/>
          <p14:tracePt t="18227" x="1981200" y="1727200"/>
          <p14:tracePt t="18260" x="2070100" y="1790700"/>
          <p14:tracePt t="18293" x="2127250" y="1847850"/>
          <p14:tracePt t="18324" x="2159000" y="1860550"/>
          <p14:tracePt t="18353" x="2203450" y="1873250"/>
          <p14:tracePt t="18386" x="2266950" y="1885950"/>
          <p14:tracePt t="18419" x="2368550" y="1866900"/>
          <p14:tracePt t="18453" x="2501900" y="1803400"/>
          <p14:tracePt t="18486" x="2578100" y="1758950"/>
          <p14:tracePt t="18519" x="2660650" y="1714500"/>
          <p14:tracePt t="18540" x="2711450" y="1682750"/>
          <p14:tracePt t="18571" x="2749550" y="1657350"/>
          <p14:tracePt t="18607" x="2755900" y="1651000"/>
          <p14:tracePt t="18719" x="2781300" y="1657350"/>
          <p14:tracePt t="18768" x="2787650" y="1657350"/>
          <p14:tracePt t="20368" x="3092450" y="1644650"/>
          <p14:tracePt t="20400" x="3530600" y="1644650"/>
          <p14:tracePt t="20432" x="3835400" y="1657350"/>
          <p14:tracePt t="20462" x="4051300" y="1657350"/>
          <p14:tracePt t="20496" x="4191000" y="1670050"/>
          <p14:tracePt t="20529" x="4337050" y="1689100"/>
          <p14:tracePt t="20547" x="4375150" y="1695450"/>
          <p14:tracePt t="20579" x="4603750" y="1733550"/>
          <p14:tracePt t="20612" x="4806950" y="1752600"/>
          <p14:tracePt t="20635" x="4991100" y="1746250"/>
          <p14:tracePt t="20678" x="5080000" y="1708150"/>
          <p14:tracePt t="21232" x="5181600" y="1739900"/>
          <p14:tracePt t="21264" x="5321300" y="1771650"/>
          <p14:tracePt t="21293" x="5448300" y="1816100"/>
          <p14:tracePt t="21326" x="5575300" y="1847850"/>
          <p14:tracePt t="21359" x="5759450" y="1917700"/>
          <p14:tracePt t="21393" x="5911850" y="1962150"/>
          <p14:tracePt t="21401" x="5962650" y="1981200"/>
          <p14:tracePt t="21442" x="6172200" y="2063750"/>
          <p14:tracePt t="21466" x="6235700" y="2082800"/>
          <p14:tracePt t="21499" x="6343650" y="2152650"/>
          <p14:tracePt t="21527" x="6388100" y="2190750"/>
          <p14:tracePt t="23236" x="6464300" y="2184400"/>
          <p14:tracePt t="23257" x="6515100" y="2178050"/>
          <p14:tracePt t="23291" x="6591300" y="2159000"/>
          <p14:tracePt t="23324" x="6680200" y="2146300"/>
          <p14:tracePt t="23343" x="6750050" y="2120900"/>
          <p14:tracePt t="23373" x="6864350" y="2082800"/>
          <p14:tracePt t="23402" x="6978650" y="2038350"/>
          <p14:tracePt t="23435" x="7112000" y="1993900"/>
          <p14:tracePt t="23469" x="7219950" y="1949450"/>
          <p14:tracePt t="23502" x="7251700" y="1930400"/>
          <p14:tracePt t="23535" x="7251700" y="1911350"/>
          <p14:tracePt t="23568" x="7251700" y="1898650"/>
          <p14:tracePt t="23604" x="7232650" y="1885950"/>
          <p14:tracePt t="23635" x="7181850" y="1854200"/>
          <p14:tracePt t="23668" x="7137400" y="1828800"/>
          <p14:tracePt t="23701" x="6985000" y="1714500"/>
          <p14:tracePt t="23734" x="6832600" y="1593850"/>
          <p14:tracePt t="23768" x="6680200" y="1511300"/>
          <p14:tracePt t="23788" x="6578600" y="1466850"/>
          <p14:tracePt t="23823" x="6426200" y="1428750"/>
          <p14:tracePt t="23855" x="6356350" y="1422400"/>
          <p14:tracePt t="23887" x="6311900" y="1422400"/>
          <p14:tracePt t="23920" x="6235700" y="1447800"/>
          <p14:tracePt t="23950" x="6210300" y="1454150"/>
          <p14:tracePt t="23983" x="6153150" y="1485900"/>
          <p14:tracePt t="24017" x="6115050" y="1524000"/>
          <p14:tracePt t="24050" x="6083300" y="1568450"/>
          <p14:tracePt t="24086" x="6070600" y="1638300"/>
          <p14:tracePt t="24120" x="6057900" y="1752600"/>
          <p14:tracePt t="24152" x="6064250" y="1816100"/>
          <p14:tracePt t="24183" x="6089650" y="1866900"/>
          <p14:tracePt t="24216" x="6134100" y="1898650"/>
          <p14:tracePt t="24249" x="6203950" y="1943100"/>
          <p14:tracePt t="24283" x="6324600" y="1987550"/>
          <p14:tracePt t="24303" x="6388100" y="2000250"/>
          <p14:tracePt t="24321" x="6426200" y="2012950"/>
          <p14:tracePt t="24352" x="6604000" y="2051050"/>
          <p14:tracePt t="24384" x="6756400" y="2082800"/>
          <p14:tracePt t="24418" x="6851650" y="2095500"/>
          <p14:tracePt t="24451" x="6934200" y="2101850"/>
          <p14:tracePt t="24482" x="6997700" y="2101850"/>
          <p14:tracePt t="24515" x="7048500" y="2101850"/>
          <p14:tracePt t="24539" x="7080250" y="2101850"/>
          <p14:tracePt t="24572" x="7131050" y="2101850"/>
          <p14:tracePt t="24602" x="7137400" y="2101850"/>
          <p14:tracePt t="25296" x="7092950" y="2095500"/>
          <p14:tracePt t="25329" x="7048500" y="2082800"/>
          <p14:tracePt t="25348" x="7004050" y="2082800"/>
          <p14:tracePt t="25366" x="6959600" y="2076450"/>
          <p14:tracePt t="25398" x="6832600" y="2057400"/>
          <p14:tracePt t="25433" x="6686550" y="2025650"/>
          <p14:tracePt t="25468" x="6534150" y="2000250"/>
          <p14:tracePt t="25497" x="6432550" y="1968500"/>
          <p14:tracePt t="25528" x="6343650" y="1936750"/>
          <p14:tracePt t="25562" x="6261100" y="1917700"/>
          <p14:tracePt t="25580" x="6235700" y="1905000"/>
          <p14:tracePt t="25611" x="6191250" y="1879600"/>
          <p14:tracePt t="25632" x="6140450" y="1866900"/>
          <p14:tracePt t="25666" x="6102350" y="1854200"/>
          <p14:tracePt t="25699" x="5988050" y="1797050"/>
          <p14:tracePt t="25730" x="5911850" y="1758950"/>
          <p14:tracePt t="25766" x="5842000" y="1714500"/>
          <p14:tracePt t="25796" x="5810250" y="1689100"/>
          <p14:tracePt t="25827" x="5803900" y="1682750"/>
          <p14:tracePt t="25846" x="5797550" y="1676400"/>
          <p14:tracePt t="25893" x="5778500" y="1651000"/>
          <p14:tracePt t="25927" x="5772150" y="1644650"/>
          <p14:tracePt t="25977" x="5759450" y="1638300"/>
          <p14:tracePt t="26043" x="5746750" y="1631950"/>
          <p14:tracePt t="26076" x="5740400" y="1631950"/>
          <p14:tracePt t="26126" x="5727700" y="1631950"/>
          <p14:tracePt t="26176" x="5715000" y="1638300"/>
          <p14:tracePt t="26226" x="5708650" y="1651000"/>
          <p14:tracePt t="26259" x="5702300" y="1682750"/>
          <p14:tracePt t="26295" x="5676900" y="1739900"/>
          <p14:tracePt t="26325" x="5651500" y="1866900"/>
          <p14:tracePt t="26344" x="5638800" y="1949450"/>
          <p14:tracePt t="26375" x="5619750" y="2038350"/>
          <p14:tracePt t="26397" x="5613400" y="2070100"/>
          <p14:tracePt t="26415" x="5613400" y="2089150"/>
          <p14:tracePt t="26448" x="5613400" y="2101850"/>
          <p14:tracePt t="26479" x="5619750" y="2108200"/>
          <p14:tracePt t="26511" x="5626100" y="2114550"/>
          <p14:tracePt t="26546" x="5638800" y="2114550"/>
          <p14:tracePt t="26576" x="5645150" y="2114550"/>
          <p14:tracePt t="26608" x="5645150" y="2127250"/>
          <p14:tracePt t="27306" x="5594350" y="2127250"/>
          <p14:tracePt t="27339" x="5422900" y="2139950"/>
          <p14:tracePt t="27372" x="5283200" y="2139950"/>
          <p14:tracePt t="27405" x="4838700" y="2114550"/>
          <p14:tracePt t="27438" x="4514850" y="2057400"/>
          <p14:tracePt t="27472" x="4108450" y="2051050"/>
          <p14:tracePt t="27489" x="4006850" y="2063750"/>
          <p14:tracePt t="27511" x="3816350" y="2076450"/>
          <p14:tracePt t="27545" x="3397250" y="2051050"/>
          <p14:tracePt t="27578" x="3098800" y="2000250"/>
          <p14:tracePt t="27606" x="2851150" y="1955800"/>
          <p14:tracePt t="27637" x="2724150" y="1949450"/>
          <p14:tracePt t="27671" x="2578100" y="1943100"/>
          <p14:tracePt t="27704" x="2501900" y="1943100"/>
          <p14:tracePt t="27725" x="2482850" y="1943100"/>
          <p14:tracePt t="27792" x="2495550" y="1943100"/>
          <p14:tracePt t="27905" x="2501900" y="1943100"/>
          <p14:tracePt t="28006" x="2514600" y="1943100"/>
          <p14:tracePt t="28042" x="2584450" y="1955800"/>
          <p14:tracePt t="28074" x="2787650" y="1968500"/>
          <p14:tracePt t="28108" x="3219450" y="1949450"/>
          <p14:tracePt t="28140" x="4222750" y="1835150"/>
          <p14:tracePt t="28169" x="4876800" y="1765300"/>
          <p14:tracePt t="28202" x="5295900" y="1739900"/>
          <p14:tracePt t="28235" x="5537200" y="1733550"/>
          <p14:tracePt t="28269" x="5683250" y="1733550"/>
          <p14:tracePt t="28290" x="5740400" y="1733550"/>
          <p14:tracePt t="28321" x="5759450" y="1733550"/>
          <p14:tracePt t="28354" x="5772150" y="1733550"/>
          <p14:tracePt t="28451" x="5753100" y="1733550"/>
          <p14:tracePt t="28805" x="5835650" y="1993900"/>
          <p14:tracePt t="28838" x="6045200" y="2324100"/>
          <p14:tracePt t="28869" x="6426200" y="2876550"/>
          <p14:tracePt t="28904" x="6705600" y="3333750"/>
          <p14:tracePt t="28933" x="6877050" y="3695700"/>
          <p14:tracePt t="28966" x="6940550" y="3994150"/>
          <p14:tracePt t="28999" x="6953250" y="4298950"/>
          <p14:tracePt t="29033" x="6946900" y="4521200"/>
          <p14:tracePt t="29066" x="6940550" y="4565650"/>
          <p14:tracePt t="29099" x="6940550" y="4578350"/>
          <p14:tracePt t="29152" x="6940550" y="4584700"/>
          <p14:tracePt t="29982" x="6927850" y="4540250"/>
          <p14:tracePt t="30015" x="6908800" y="4451350"/>
          <p14:tracePt t="30046" x="6902450" y="4400550"/>
          <p14:tracePt t="30079" x="6870700" y="4286250"/>
          <p14:tracePt t="30112" x="6864350" y="4178300"/>
          <p14:tracePt t="30134" x="6858000" y="4108450"/>
          <p14:tracePt t="30164" x="6832600" y="3975100"/>
          <p14:tracePt t="30198" x="6781800" y="3657600"/>
          <p14:tracePt t="30228" x="6750050" y="3378200"/>
          <p14:tracePt t="30262" x="6756400" y="3162300"/>
          <p14:tracePt t="30295" x="6762750" y="2889250"/>
          <p14:tracePt t="30329" x="6750050" y="2692400"/>
          <p14:tracePt t="30361" x="6718300" y="2520950"/>
          <p14:tracePt t="30395" x="6692900" y="2463800"/>
          <p14:tracePt t="30428" x="6711950" y="2444750"/>
          <p14:tracePt t="30451" x="6762750" y="2381250"/>
          <p14:tracePt t="30480" x="6902450" y="2254250"/>
          <p14:tracePt t="30511" x="6972300" y="2190750"/>
          <p14:tracePt t="30544" x="6991350" y="2171700"/>
          <p14:tracePt t="30661" x="7023100" y="2133600"/>
          <p14:tracePt t="30694" x="7080250" y="2038350"/>
          <p14:tracePt t="30727" x="7188200" y="1866900"/>
          <p14:tracePt t="30760" x="7327900" y="1644650"/>
          <p14:tracePt t="31460" x="7245350" y="1803400"/>
          <p14:tracePt t="31491" x="7169150" y="1917700"/>
          <p14:tracePt t="31512" x="7035800" y="2089150"/>
          <p14:tracePt t="31544" x="6883400" y="2266950"/>
          <p14:tracePt t="31574" x="6737350" y="2419350"/>
          <p14:tracePt t="31607" x="6604000" y="2590800"/>
          <p14:tracePt t="31643" x="6464300" y="2724150"/>
          <p14:tracePt t="31676" x="6362700" y="2787650"/>
          <p14:tracePt t="31707" x="6311900" y="2832100"/>
          <p14:tracePt t="31728" x="6273800" y="2851150"/>
          <p14:tracePt t="31759" x="6235700" y="2889250"/>
          <p14:tracePt t="31793" x="6172200" y="2997200"/>
          <p14:tracePt t="31828" x="6153150" y="3073400"/>
          <p14:tracePt t="31860" x="6153150" y="3200400"/>
          <p14:tracePt t="31892" x="6172200" y="3270250"/>
          <p14:tracePt t="31913" x="6184900" y="3340100"/>
          <p14:tracePt t="31947" x="6267450" y="3524250"/>
          <p14:tracePt t="31977" x="6324600" y="3657600"/>
          <p14:tracePt t="32008" x="6375400" y="3752850"/>
          <p14:tracePt t="32045" x="6407150" y="3816350"/>
          <p14:tracePt t="32077" x="6438900" y="3867150"/>
          <p14:tracePt t="32108" x="6477000" y="3930650"/>
          <p14:tracePt t="32155" x="6527800" y="4095750"/>
          <p14:tracePt t="32176" x="6546850" y="4178300"/>
          <p14:tracePt t="32208" x="6572250" y="4298950"/>
          <p14:tracePt t="32229" x="6572250" y="4362450"/>
          <p14:tracePt t="32262" x="6534150" y="4464050"/>
          <p14:tracePt t="33268" x="6534150" y="4419600"/>
          <p14:tracePt t="33301" x="6565900" y="4318000"/>
          <p14:tracePt t="33334" x="6578600" y="4210050"/>
          <p14:tracePt t="33368" x="6623050" y="4006850"/>
          <p14:tracePt t="33401" x="6699250" y="3683000"/>
          <p14:tracePt t="33434" x="6807200" y="3181350"/>
          <p14:tracePt t="33453" x="6902450" y="2863850"/>
          <p14:tracePt t="33484" x="6985000" y="2578100"/>
          <p14:tracePt t="33517" x="7042150" y="2349500"/>
          <p14:tracePt t="33551" x="7042150" y="2305050"/>
          <p14:tracePt t="33584" x="7054850" y="2286000"/>
          <p14:tracePt t="33700" x="7042150" y="2273300"/>
          <p14:tracePt t="33733" x="7042150" y="2254250"/>
          <p14:tracePt t="33767" x="7035800" y="2235200"/>
          <p14:tracePt t="33816" x="7029450" y="2235200"/>
          <p14:tracePt t="33866" x="7023100" y="2222500"/>
          <p14:tracePt t="33916" x="7016750" y="2216150"/>
          <p14:tracePt t="33950" x="7004050" y="2209800"/>
          <p14:tracePt t="33999" x="6985000" y="2203450"/>
          <p14:tracePt t="34035" x="6972300" y="2197100"/>
          <p14:tracePt t="34065" x="6915150" y="2171700"/>
          <p14:tracePt t="34099" x="6756400" y="2108200"/>
          <p14:tracePt t="34120" x="6648450" y="2051050"/>
          <p14:tracePt t="34151" x="6451600" y="1962150"/>
          <p14:tracePt t="34182" x="6280150" y="1930400"/>
          <p14:tracePt t="34215" x="6235700" y="1917700"/>
          <p14:tracePt t="36175" x="6191250" y="1905000"/>
          <p14:tracePt t="36208" x="6115050" y="1885950"/>
          <p14:tracePt t="36241" x="6038850" y="1860550"/>
          <p14:tracePt t="36274" x="5949950" y="1847850"/>
          <p14:tracePt t="36307" x="5727700" y="1809750"/>
          <p14:tracePt t="36341" x="5480050" y="1765300"/>
          <p14:tracePt t="36374" x="5099050" y="1670050"/>
          <p14:tracePt t="36407" x="4921250" y="1638300"/>
          <p14:tracePt t="36441" x="4616450" y="1562100"/>
          <p14:tracePt t="36474" x="4413250" y="1504950"/>
          <p14:tracePt t="36496" x="4171950" y="1473200"/>
          <p14:tracePt t="36524" x="4038600" y="1447800"/>
          <p14:tracePt t="36557" x="3778250" y="1428750"/>
          <p14:tracePt t="36590" x="3606800" y="1409700"/>
          <p14:tracePt t="36623" x="3486150" y="1403350"/>
          <p14:tracePt t="36657" x="3378200" y="1441450"/>
          <p14:tracePt t="36689" x="3359150" y="1428750"/>
          <p14:tracePt t="38904" x="3403600" y="1479550"/>
          <p14:tracePt t="38949" x="3905250" y="1873250"/>
          <p14:tracePt t="38981" x="4273550" y="2114550"/>
          <p14:tracePt t="39005" x="4686300" y="2451100"/>
          <p14:tracePt t="39033" x="4984750" y="2749550"/>
          <p14:tracePt t="39065" x="5162550" y="2921000"/>
          <p14:tracePt t="39098" x="5397500" y="3194050"/>
          <p14:tracePt t="39121" x="5448300" y="3257550"/>
          <p14:tracePt t="39164" x="5480050" y="3333750"/>
          <p14:tracePt t="39197" x="5505450" y="3378200"/>
          <p14:tracePt t="39231" x="5524500" y="3422650"/>
          <p14:tracePt t="39264" x="5562600" y="3549650"/>
          <p14:tracePt t="39282" x="5581650" y="3581400"/>
          <p14:tracePt t="39314" x="5657850" y="3740150"/>
          <p14:tracePt t="39364" x="5702300" y="3892550"/>
          <p14:tracePt t="39397" x="5708650" y="3975100"/>
          <p14:tracePt t="39420" x="5746750" y="4127500"/>
          <p14:tracePt t="39463" x="5816600" y="4343400"/>
          <p14:tracePt t="39497" x="5848350" y="4445000"/>
          <p14:tracePt t="39516" x="5854700" y="4451350"/>
          <p14:tracePt t="39531" x="5854700" y="4457700"/>
          <p14:tracePt t="39579" x="5842000" y="4451350"/>
          <p14:tracePt t="39613" x="5810250" y="4445000"/>
          <p14:tracePt t="40646" x="5810250" y="4387850"/>
          <p14:tracePt t="40676" x="5803900" y="4305300"/>
          <p14:tracePt t="40709" x="5810250" y="4108450"/>
          <p14:tracePt t="40745" x="5892800" y="3708400"/>
          <p14:tracePt t="40776" x="5994400" y="3314700"/>
          <p14:tracePt t="40809" x="6127750" y="2914650"/>
          <p14:tracePt t="40844" x="6267450" y="2476500"/>
          <p14:tracePt t="40875" x="6311900" y="2311400"/>
          <p14:tracePt t="40909" x="6343650" y="2209800"/>
          <p14:tracePt t="40944" x="6343650" y="2178050"/>
          <p14:tracePt t="40975" x="6350000" y="2165350"/>
          <p14:tracePt t="41008" x="6350000" y="2146300"/>
          <p14:tracePt t="41029" x="6356350" y="2133600"/>
          <p14:tracePt t="41061" x="6362700" y="2120900"/>
          <p14:tracePt t="41091" x="6375400" y="2089150"/>
          <p14:tracePt t="41143" x="6381750" y="2089150"/>
          <p14:tracePt t="41191" x="6381750" y="2082800"/>
          <p14:tracePt t="42719" x="6388100" y="2044700"/>
          <p14:tracePt t="42768" x="6432550" y="1943100"/>
          <p14:tracePt t="42802" x="6464300" y="1860550"/>
          <p14:tracePt t="42835" x="6508750" y="1790700"/>
          <p14:tracePt t="42869" x="6527800" y="1746250"/>
          <p14:tracePt t="42902" x="6553200" y="1689100"/>
          <p14:tracePt t="42935" x="6584950" y="1631950"/>
          <p14:tracePt t="42968" x="6604000" y="1581150"/>
          <p14:tracePt t="43001" x="6616700" y="1562100"/>
          <p14:tracePt t="43034" x="6629400" y="1549400"/>
          <p14:tracePt t="43067" x="6635750" y="1536700"/>
          <p14:tracePt t="43101" x="6642100" y="1530350"/>
          <p14:tracePt t="43134" x="6648450" y="1524000"/>
          <p14:tracePt t="43167" x="6654800" y="1517650"/>
          <p14:tracePt t="44380" x="6661150" y="1524000"/>
          <p14:tracePt t="44429" x="6661150" y="1530350"/>
          <p14:tracePt t="44450" x="6661150" y="1536700"/>
          <p14:tracePt t="44496" x="6667500" y="1543050"/>
          <p14:tracePt t="44532" x="6673850" y="1555750"/>
          <p14:tracePt t="44565" x="6673850" y="1568450"/>
          <p14:tracePt t="44596" x="6680200" y="1574800"/>
          <p14:tracePt t="44630" x="6686550" y="1587500"/>
          <p14:tracePt t="44650" x="6686550" y="1593850"/>
          <p14:tracePt t="44681" x="6686550" y="1612900"/>
          <p14:tracePt t="44729" x="6692900" y="1631950"/>
          <p14:tracePt t="44767" x="6699250" y="1644650"/>
          <p14:tracePt t="44797" x="6705600" y="1663700"/>
          <p14:tracePt t="44850" x="6705600" y="1708150"/>
          <p14:tracePt t="44882" x="6699250" y="1765300"/>
          <p14:tracePt t="44914" x="6686550" y="1866900"/>
          <p14:tracePt t="44950" x="6673850" y="1917700"/>
          <p14:tracePt t="44983" x="6667500" y="1962150"/>
          <p14:tracePt t="44998" x="6661150" y="1968500"/>
          <p14:tracePt t="45027" x="6654800" y="1993900"/>
          <p14:tracePt t="45082" x="6654800" y="2000250"/>
          <p14:tracePt t="45099" x="6654800" y="2006600"/>
          <p14:tracePt t="45166" x="6648450" y="2019300"/>
          <p14:tracePt t="45198" x="6642100" y="2032000"/>
          <p14:tracePt t="45276" x="6635750" y="2044700"/>
          <p14:tracePt t="45315" x="6629400" y="2057400"/>
          <p14:tracePt t="45376" x="6623050" y="2063750"/>
          <p14:tracePt t="45399" x="6616700" y="2070100"/>
          <p14:tracePt t="45430" x="6610350" y="2076450"/>
          <p14:tracePt t="45492" x="6597650" y="2082800"/>
          <p14:tracePt t="45513" x="6597650" y="2089150"/>
          <p14:tracePt t="45559" x="6584950" y="2095500"/>
          <p14:tracePt t="45610" x="6578600" y="2095500"/>
          <p14:tracePt t="45659" x="6572250" y="2095500"/>
          <p14:tracePt t="45708" x="6565900" y="2101850"/>
          <p14:tracePt t="45792" x="6559550" y="2101850"/>
          <p14:tracePt t="45875" x="6534150" y="2101850"/>
          <p14:tracePt t="45893" x="6527800" y="2101850"/>
          <p14:tracePt t="45914" x="6515100" y="2095500"/>
          <p14:tracePt t="45957" x="6419850" y="2076450"/>
          <p14:tracePt t="45991" x="6248400" y="2057400"/>
          <p14:tracePt t="46041" x="5911850" y="2063750"/>
          <p14:tracePt t="46074" x="5657850" y="2070100"/>
          <p14:tracePt t="46107" x="5226050" y="2070100"/>
          <p14:tracePt t="46140" x="4997450" y="2057400"/>
          <p14:tracePt t="46173" x="4533900" y="2038350"/>
          <p14:tracePt t="46207" x="4216400" y="2025650"/>
          <p14:tracePt t="46240" x="3854450" y="2038350"/>
          <p14:tracePt t="46258" x="3778250" y="2051050"/>
          <p14:tracePt t="46290" x="3651250" y="2051050"/>
          <p14:tracePt t="46323" x="3625850" y="2057400"/>
          <p14:tracePt t="46356" x="3625850" y="2063750"/>
          <p14:tracePt t="46389" x="3727450" y="2108200"/>
          <p14:tracePt t="46423" x="4051300" y="2235200"/>
          <p14:tracePt t="46456" x="4635500" y="2438400"/>
          <p14:tracePt t="46489" x="5149850" y="2635250"/>
          <p14:tracePt t="46522" x="5645150" y="2965450"/>
          <p14:tracePt t="46555" x="5803900" y="3238500"/>
          <p14:tracePt t="46589" x="5861050" y="3498850"/>
          <p14:tracePt t="46608" x="5880100" y="3619500"/>
          <p14:tracePt t="46640" x="5873750" y="3860800"/>
          <p14:tracePt t="46657" x="5880100" y="3905250"/>
          <p14:tracePt t="46688" x="5886450" y="3975100"/>
          <p14:tracePt t="46721" x="5918200" y="4051300"/>
          <p14:tracePt t="46755" x="5930900" y="4102100"/>
          <p14:tracePt t="46788" x="5949950" y="4152900"/>
          <p14:tracePt t="46821" x="5949950" y="4171950"/>
          <p14:tracePt t="46855" x="5956300" y="4191000"/>
          <p14:tracePt t="46888" x="5969000" y="4222750"/>
          <p14:tracePt t="46921" x="5975350" y="4298950"/>
          <p14:tracePt t="46954" x="5956300" y="4368800"/>
          <p14:tracePt t="48549" x="5943600" y="4292600"/>
          <p14:tracePt t="48572" x="5937250" y="4216400"/>
          <p14:tracePt t="48605" x="5924550" y="4051300"/>
          <p14:tracePt t="48636" x="5924550" y="3975100"/>
          <p14:tracePt t="48666" x="5930900" y="3790950"/>
          <p14:tracePt t="48688" x="5956300" y="3562350"/>
          <p14:tracePt t="48719" x="5975350" y="3181350"/>
          <p14:tracePt t="48748" x="6007100" y="2882900"/>
          <p14:tracePt t="48781" x="6064250" y="2393950"/>
          <p14:tracePt t="48805" x="6070600" y="2273300"/>
          <p14:tracePt t="48847" x="6070600" y="2197100"/>
          <p14:tracePt t="48881" x="6070600" y="2184400"/>
          <p14:tracePt t="48905" x="6070600" y="2178050"/>
          <p14:tracePt t="49977" x="6070600" y="2184400"/>
          <p14:tracePt t="50093" x="6083300" y="2184400"/>
          <p14:tracePt t="50127" x="6102350" y="2178050"/>
          <p14:tracePt t="50160" x="6127750" y="2139950"/>
          <p14:tracePt t="50179" x="6165850" y="2095500"/>
          <p14:tracePt t="50209" x="6210300" y="2038350"/>
          <p14:tracePt t="50242" x="6235700" y="2006600"/>
          <p14:tracePt t="50276" x="6242050" y="1993900"/>
          <p14:tracePt t="50309" x="6267450" y="1987550"/>
          <p14:tracePt t="50342" x="6305550" y="1974850"/>
          <p14:tracePt t="50376" x="6400800" y="1905000"/>
          <p14:tracePt t="50409" x="6489700" y="1841500"/>
          <p14:tracePt t="50442" x="6572250" y="1778000"/>
          <p14:tracePt t="50476" x="6604000" y="1739900"/>
          <p14:tracePt t="50508" x="6610350" y="1701800"/>
          <p14:tracePt t="50541" x="6610350" y="1682750"/>
          <p14:tracePt t="51024" x="6604000" y="1809750"/>
          <p14:tracePt t="51045" x="6540500" y="2197100"/>
          <p14:tracePt t="51076" x="6483350" y="2635250"/>
          <p14:tracePt t="51107" x="6318250" y="3727450"/>
          <p14:tracePt t="51139" x="6223000" y="4349750"/>
          <p14:tracePt t="51176" x="6178550" y="4730750"/>
          <p14:tracePt t="51206" x="6172200" y="4978400"/>
          <p14:tracePt t="51239" x="6191250" y="5156200"/>
          <p14:tracePt t="51276" x="6229350" y="5314950"/>
          <p14:tracePt t="51306" x="6235700" y="5353050"/>
          <p14:tracePt t="51339" x="6242050" y="5359400"/>
          <p14:tracePt t="51438" x="6242050" y="5372100"/>
          <p14:tracePt t="51474" x="6242050" y="5378450"/>
          <p14:tracePt t="51522" x="6229350" y="5378450"/>
          <p14:tracePt t="51545" x="6223000" y="5372100"/>
          <p14:tracePt t="52092" x="6223000" y="5359400"/>
          <p14:tracePt t="52124" x="6242050" y="5257800"/>
          <p14:tracePt t="52170" x="6311900" y="4794250"/>
          <p14:tracePt t="52177" x="6356350" y="4413250"/>
          <p14:tracePt t="52209" x="6356350" y="3943350"/>
          <p14:tracePt t="52225" x="6381750" y="3486150"/>
          <p14:tracePt t="52247" x="6457950" y="2952750"/>
          <p14:tracePt t="52262" x="6483350" y="2844800"/>
          <p14:tracePt t="52292" x="6565900" y="2584450"/>
          <p14:tracePt t="52323" x="6623050" y="2374900"/>
          <p14:tracePt t="52369" x="6692900" y="2203450"/>
          <p14:tracePt t="52392" x="6699250" y="2178050"/>
          <p14:tracePt t="52425" x="6711950" y="2146300"/>
          <p14:tracePt t="52453" x="6711950" y="2139950"/>
          <p14:tracePt t="52668" x="6724650" y="2127250"/>
          <p14:tracePt t="52686" x="6737350" y="2101850"/>
          <p14:tracePt t="52718" x="6762750" y="2057400"/>
          <p14:tracePt t="52767" x="6781800" y="2038350"/>
          <p14:tracePt t="52800" x="6794500" y="2025650"/>
          <p14:tracePt t="53266" x="6794500" y="2260600"/>
          <p14:tracePt t="53299" x="6781800" y="2540000"/>
          <p14:tracePt t="53332" x="6750050" y="2813050"/>
          <p14:tracePt t="53365" x="6686550" y="3232150"/>
          <p14:tracePt t="53398" x="6635750" y="3517900"/>
          <p14:tracePt t="53432" x="6597650" y="3803650"/>
          <p14:tracePt t="53465" x="6591300" y="3917950"/>
          <p14:tracePt t="53498" x="6591300" y="3968750"/>
          <p14:tracePt t="53532" x="6591300" y="3987800"/>
          <p14:tracePt t="53647" x="6591300" y="4032250"/>
          <p14:tracePt t="53682" x="6591300" y="4114800"/>
          <p14:tracePt t="53714" x="6584950" y="4146550"/>
          <p14:tracePt t="56206" x="6616700" y="4178300"/>
          <p14:tracePt t="56238" x="6654800" y="4216400"/>
          <p14:tracePt t="56272" x="6705600" y="4260850"/>
          <p14:tracePt t="56305" x="6781800" y="4349750"/>
          <p14:tracePt t="56338" x="6864350" y="4419600"/>
          <p14:tracePt t="56371" x="6921500" y="4476750"/>
          <p14:tracePt t="56405" x="6965950" y="4540250"/>
          <p14:tracePt t="56438" x="6985000" y="4572000"/>
          <p14:tracePt t="56472" x="6997700" y="4591050"/>
          <p14:tracePt t="56490" x="7004050" y="4597400"/>
          <p14:tracePt t="56521" x="7023100" y="4635500"/>
          <p14:tracePt t="56554" x="7035800" y="4686300"/>
          <p14:tracePt t="56587" x="7023100" y="4699000"/>
          <p14:tracePt t="67151" x="6991350" y="4667250"/>
          <p14:tracePt t="67184" x="6959600" y="4622800"/>
          <p14:tracePt t="67217" x="6908800" y="4559300"/>
          <p14:tracePt t="67250" x="6845300" y="4419600"/>
          <p14:tracePt t="67284" x="6743700" y="4178300"/>
          <p14:tracePt t="67317" x="6642100" y="3968750"/>
          <p14:tracePt t="67350" x="6534150" y="3676650"/>
          <p14:tracePt t="67383" x="6419850" y="3403600"/>
          <p14:tracePt t="67417" x="6311900" y="3124200"/>
          <p14:tracePt t="67450" x="6254750" y="2965450"/>
          <p14:tracePt t="67486" x="6210300" y="2825750"/>
          <p14:tracePt t="67517" x="6172200" y="2717800"/>
          <p14:tracePt t="67549" x="6159500" y="2647950"/>
          <p14:tracePt t="67586" x="6153150" y="2603500"/>
          <p14:tracePt t="67732" x="6159500" y="2603500"/>
          <p14:tracePt t="67756" x="6159500" y="2616200"/>
          <p14:tracePt t="67901" x="6165850" y="2597150"/>
          <p14:tracePt t="67932" x="6178550" y="2533650"/>
          <p14:tracePt t="67966" x="6197600" y="2438400"/>
          <p14:tracePt t="68005" x="6216650" y="2343150"/>
          <p14:tracePt t="68025" x="6216650" y="2311400"/>
          <p14:tracePt t="68057" x="6223000" y="2247900"/>
          <p14:tracePt t="68100" x="6229350" y="2228850"/>
          <p14:tracePt t="68131" x="6242050" y="2190750"/>
          <p14:tracePt t="69210" x="6267450" y="2184400"/>
          <p14:tracePt t="69234" x="6299200" y="2171700"/>
          <p14:tracePt t="69251" x="6311900" y="2171700"/>
          <p14:tracePt t="69293" x="6356350" y="2159000"/>
          <p14:tracePt t="69327" x="6381750" y="2146300"/>
          <p14:tracePt t="69350" x="6394450" y="2146300"/>
          <p14:tracePt t="69378" x="6432550" y="2133600"/>
          <p14:tracePt t="69410" x="6546850" y="2108200"/>
          <p14:tracePt t="69428" x="6572250" y="2095500"/>
          <p14:tracePt t="70212" x="6540500" y="2089150"/>
          <p14:tracePt t="70247" x="6477000" y="2089150"/>
          <p14:tracePt t="70280" x="6381750" y="2089150"/>
          <p14:tracePt t="70308" x="6267450" y="2089150"/>
          <p14:tracePt t="70340" x="6121400" y="2089150"/>
          <p14:tracePt t="70373" x="5835650" y="2076450"/>
          <p14:tracePt t="70391" x="5746750" y="2076450"/>
          <p14:tracePt t="70423" x="5416550" y="2089150"/>
          <p14:tracePt t="70446" x="5041900" y="2089150"/>
          <p14:tracePt t="70461" x="4914900" y="2101850"/>
          <p14:tracePt t="70496" x="4521200" y="2095500"/>
          <p14:tracePt t="70529" x="4057650" y="2089150"/>
          <p14:tracePt t="70560" x="3841750" y="2089150"/>
          <p14:tracePt t="70589" x="3695700" y="2076450"/>
          <p14:tracePt t="70622" x="3530600" y="2120900"/>
          <p14:tracePt t="70656" x="3289300" y="2228850"/>
          <p14:tracePt t="71624" x="3625850" y="2152650"/>
          <p14:tracePt t="71654" x="4171950" y="1981200"/>
          <p14:tracePt t="71685" x="4826000" y="1854200"/>
          <p14:tracePt t="71718" x="5302250" y="1758950"/>
          <p14:tracePt t="71751" x="5645150" y="1752600"/>
          <p14:tracePt t="71773" x="5835650" y="1739900"/>
          <p14:tracePt t="71806" x="5886450" y="1739900"/>
          <p14:tracePt t="71839" x="5905500" y="1739900"/>
          <p14:tracePt t="71873" x="5975350" y="1739900"/>
          <p14:tracePt t="71903" x="6038850" y="1746250"/>
          <p14:tracePt t="71937" x="6089650" y="1746250"/>
          <p14:tracePt t="71967" x="6146800" y="1746250"/>
          <p14:tracePt t="72001" x="6153150" y="1746250"/>
          <p14:tracePt t="72715" x="6038850" y="1758950"/>
          <p14:tracePt t="72748" x="5842000" y="1797050"/>
          <p14:tracePt t="72781" x="5670550" y="1803400"/>
          <p14:tracePt t="72815" x="5340350" y="1803400"/>
          <p14:tracePt t="72853" x="4978400" y="1860550"/>
          <p14:tracePt t="72885" x="4254500" y="1930400"/>
          <p14:tracePt t="72931" x="3460750" y="1955800"/>
          <p14:tracePt t="72950" x="3130550" y="1981200"/>
          <p14:tracePt t="72981" x="2813050" y="1974850"/>
          <p14:tracePt t="73014" x="2622550" y="1987550"/>
          <p14:tracePt t="73047" x="2482850" y="1987550"/>
          <p14:tracePt t="73081" x="2400300" y="2012950"/>
          <p14:tracePt t="73113" x="2273300" y="2063750"/>
          <p14:tracePt t="73135" x="2254250" y="2082800"/>
          <p14:tracePt t="74741" x="2292350" y="2082800"/>
          <p14:tracePt t="74774" x="2406650" y="2095500"/>
          <p14:tracePt t="74808" x="2540000" y="2114550"/>
          <p14:tracePt t="74841" x="2698750" y="2120900"/>
          <p14:tracePt t="74874" x="2794000" y="2120900"/>
          <p14:tracePt t="74908" x="2889250" y="2114550"/>
          <p14:tracePt t="74931" x="2959100" y="2101850"/>
          <p14:tracePt t="74964" x="3098800" y="2082800"/>
          <p14:tracePt t="74997" x="3181350" y="2076450"/>
          <p14:tracePt t="75028" x="3232150" y="2070100"/>
          <p14:tracePt t="75061" x="3232150" y="2057400"/>
          <p14:tracePt t="75091" x="3232150" y="2038350"/>
          <p14:tracePt t="75123" x="3219450" y="2025650"/>
          <p14:tracePt t="75157" x="3194050" y="2006600"/>
          <p14:tracePt t="75179" x="3181350" y="2000250"/>
          <p14:tracePt t="75211" x="3149600" y="1993900"/>
          <p14:tracePt t="75246" x="3060700" y="1962150"/>
          <p14:tracePt t="75277" x="2914650" y="1905000"/>
          <p14:tracePt t="75306" x="2711450" y="1797050"/>
          <p14:tracePt t="75339" x="2501900" y="1682750"/>
          <p14:tracePt t="75372" x="2330450" y="1543050"/>
          <p14:tracePt t="75406" x="2216150" y="1466850"/>
          <p14:tracePt t="75439" x="2197100" y="1454150"/>
          <p14:tracePt t="75525" x="2209800" y="1466850"/>
          <p14:tracePt t="75541" x="2209800" y="1473200"/>
          <p14:tracePt t="75573" x="2222500" y="1492250"/>
          <p14:tracePt t="75622" x="2228850" y="1504950"/>
          <p14:tracePt t="75655" x="2241550" y="1504950"/>
          <p14:tracePt t="75678" x="2273300" y="1517650"/>
          <p14:tracePt t="75712" x="2368550" y="1562100"/>
          <p14:tracePt t="75744" x="2616200" y="1638300"/>
          <p14:tracePt t="75778" x="3213100" y="1727200"/>
          <p14:tracePt t="75811" x="3797300" y="1752600"/>
          <p14:tracePt t="75842" x="4375150" y="1746250"/>
          <p14:tracePt t="75871" x="4895850" y="1714500"/>
          <p14:tracePt t="75904" x="5327650" y="1682750"/>
          <p14:tracePt t="75937" x="5759450" y="1695450"/>
          <p14:tracePt t="75970" x="5937250" y="1695450"/>
          <p14:tracePt t="75994" x="5994400" y="1695450"/>
          <p14:tracePt t="76053" x="5975350" y="1689100"/>
          <p14:tracePt t="76385" x="5975350" y="1905000"/>
          <p14:tracePt t="76419" x="5791200" y="2806700"/>
          <p14:tracePt t="76452" x="5607050" y="3549650"/>
          <p14:tracePt t="76485" x="5530850" y="3987800"/>
          <p14:tracePt t="76518" x="5467350" y="4311650"/>
          <p14:tracePt t="76539" x="5435600" y="4578350"/>
          <p14:tracePt t="76557" x="5429250" y="4660900"/>
          <p14:tracePt t="76589" x="5391150" y="4883150"/>
          <p14:tracePt t="76621" x="5384800" y="4965700"/>
          <p14:tracePt t="76654" x="5372100" y="5029200"/>
          <p14:tracePt t="76685" x="5372100" y="5041900"/>
          <p14:tracePt t="76757" x="5372100" y="5060950"/>
          <p14:tracePt t="76788" x="5372100" y="5067300"/>
          <p14:tracePt t="76822" x="5372100" y="5086350"/>
          <p14:tracePt t="76933" x="5353050" y="5086350"/>
          <p14:tracePt t="77352" x="5416550" y="4991100"/>
          <p14:tracePt t="77385" x="5524500" y="4876800"/>
          <p14:tracePt t="77419" x="5708650" y="4737100"/>
          <p14:tracePt t="77434" x="5765800" y="4711700"/>
          <p14:tracePt t="77465" x="5937250" y="4654550"/>
          <p14:tracePt t="77498" x="6127750" y="4616450"/>
          <p14:tracePt t="77532" x="6337300" y="4622800"/>
          <p14:tracePt t="77565" x="6477000" y="4673600"/>
          <p14:tracePt t="77586" x="6521450" y="4711700"/>
          <p14:tracePt t="77620" x="6540500" y="4743450"/>
          <p14:tracePt t="77655" x="6534150" y="4781550"/>
          <p14:tracePt t="77686" x="6515100" y="4806950"/>
          <p14:tracePt t="77715" x="6483350" y="4826000"/>
          <p14:tracePt t="77747" x="6438900" y="4832350"/>
          <p14:tracePt t="77781" x="6369050" y="4826000"/>
          <p14:tracePt t="77814" x="6216650" y="4756150"/>
          <p14:tracePt t="77835" x="6184900" y="4730750"/>
          <p14:tracePt t="77866" x="6083300" y="4584700"/>
          <p14:tracePt t="77900" x="6038850" y="4432300"/>
          <p14:tracePt t="77933" x="6013450" y="4171950"/>
          <p14:tracePt t="77964" x="6013450" y="3968750"/>
          <p14:tracePt t="77997" x="6032500" y="3733800"/>
          <p14:tracePt t="78030" x="6089650" y="3492500"/>
          <p14:tracePt t="78069" x="6127750" y="3378200"/>
          <p14:tracePt t="78087" x="6165850" y="3314700"/>
          <p14:tracePt t="78120" x="6223000" y="3206750"/>
          <p14:tracePt t="78153" x="6254750" y="3092450"/>
          <p14:tracePt t="78184" x="6273800" y="3003550"/>
          <p14:tracePt t="78203" x="6273800" y="2978150"/>
          <p14:tracePt t="78231" x="6273800" y="2933700"/>
          <p14:tracePt t="78263" x="6267450" y="2870200"/>
          <p14:tracePt t="78296" x="6261100" y="2838450"/>
          <p14:tracePt t="78329" x="6248400" y="2743200"/>
          <p14:tracePt t="78362" x="6248400" y="2647950"/>
          <p14:tracePt t="78398" x="6248400" y="2514600"/>
          <p14:tracePt t="78431" x="6261100" y="2406650"/>
          <p14:tracePt t="78462" x="6261100" y="2330450"/>
          <p14:tracePt t="78495" x="6248400" y="2235200"/>
          <p14:tracePt t="78528" x="6235700" y="2165350"/>
          <p14:tracePt t="78561" x="6235700" y="2108200"/>
          <p14:tracePt t="78581" x="6235700" y="2076450"/>
          <p14:tracePt t="78618" x="6242050" y="2025650"/>
          <p14:tracePt t="78649" x="6261100" y="1993900"/>
          <p14:tracePt t="78683" x="6299200" y="1949450"/>
          <p14:tracePt t="78715" x="6318250" y="1930400"/>
          <p14:tracePt t="78749" x="6337300" y="1892300"/>
          <p14:tracePt t="78779" x="6343650" y="1879600"/>
          <p14:tracePt t="78811" x="6343650" y="1873250"/>
          <p14:tracePt t="78877" x="6343650" y="1860550"/>
          <p14:tracePt t="78915" x="6356350" y="1847850"/>
          <p14:tracePt t="79309" x="6191250" y="2489200"/>
          <p14:tracePt t="79342" x="6064250" y="3194050"/>
          <p14:tracePt t="79375" x="5962650" y="3695700"/>
          <p14:tracePt t="79408" x="5886450" y="4279900"/>
          <p14:tracePt t="79442" x="5842000" y="4572000"/>
          <p14:tracePt t="79475" x="5835650" y="4768850"/>
          <p14:tracePt t="79511" x="5829300" y="4806950"/>
          <p14:tracePt t="79545" x="5822950" y="4819650"/>
          <p14:tracePt t="79591" x="5816600" y="4806950"/>
          <p14:tracePt t="79626" x="5816600" y="4794250"/>
          <p14:tracePt t="79680" x="5816600" y="4768850"/>
          <p14:tracePt t="79712" x="5822950" y="4673600"/>
          <p14:tracePt t="79744" x="5854700" y="4368800"/>
          <p14:tracePt t="79779" x="5962650" y="3683000"/>
          <p14:tracePt t="79824" x="6134100" y="2946400"/>
          <p14:tracePt t="79857" x="6210300" y="2533650"/>
          <p14:tracePt t="79890" x="6261100" y="2133600"/>
          <p14:tracePt t="79923" x="6280150" y="2044700"/>
          <p14:tracePt t="79956" x="6280150" y="2038350"/>
          <p14:tracePt t="80109" x="6280150" y="2044700"/>
          <p14:tracePt t="80139" x="6280150" y="2057400"/>
          <p14:tracePt t="80173" x="6267450" y="2063750"/>
          <p14:tracePt t="80555" x="6051550" y="2063750"/>
          <p14:tracePt t="80588" x="5600700" y="2070100"/>
          <p14:tracePt t="80606" x="5473700" y="2070100"/>
          <p14:tracePt t="80624" x="5232400" y="2070100"/>
          <p14:tracePt t="80656" x="4845050" y="2070100"/>
          <p14:tracePt t="80687" x="4483100" y="2006600"/>
          <p14:tracePt t="80721" x="4171950" y="1924050"/>
          <p14:tracePt t="80754" x="3949700" y="1873250"/>
          <p14:tracePt t="80787" x="3746500" y="1847850"/>
          <p14:tracePt t="80820" x="3600450" y="1828800"/>
          <p14:tracePt t="80853" x="3486150" y="1828800"/>
          <p14:tracePt t="80887" x="3378200" y="1803400"/>
          <p14:tracePt t="80920" x="3346450" y="1790700"/>
          <p14:tracePt t="80970" x="3378200" y="1790700"/>
          <p14:tracePt t="81003" x="3524250" y="1835150"/>
          <p14:tracePt t="81036" x="3810000" y="1885950"/>
          <p14:tracePt t="81072" x="4311650" y="1930400"/>
          <p14:tracePt t="81103" x="5200650" y="1924050"/>
          <p14:tracePt t="81122" x="5511800" y="1924050"/>
          <p14:tracePt t="81138" x="5651500" y="1924050"/>
          <p14:tracePt t="81169" x="5969000" y="1930400"/>
          <p14:tracePt t="81202" x="6153150" y="1949450"/>
          <p14:tracePt t="81236" x="6235700" y="1936750"/>
          <p14:tracePt t="81259" x="6261100" y="1936750"/>
          <p14:tracePt t="81292" x="6273800" y="1930400"/>
          <p14:tracePt t="81402" x="6267450" y="1930400"/>
          <p14:tracePt t="81435" x="6223000" y="1924050"/>
          <p14:tracePt t="81468" x="6165850" y="1917700"/>
          <p14:tracePt t="81502" x="5835650" y="1905000"/>
          <p14:tracePt t="81520" x="5676900" y="1898650"/>
          <p14:tracePt t="81551" x="5118100" y="1885950"/>
          <p14:tracePt t="81584" x="4610100" y="1860550"/>
          <p14:tracePt t="81603" x="4356100" y="1847850"/>
          <p14:tracePt t="81634" x="4064000" y="1841500"/>
          <p14:tracePt t="81669" x="3854450" y="1828800"/>
          <p14:tracePt t="81700" x="3727450" y="1841500"/>
          <p14:tracePt t="81734" x="3651250" y="1847850"/>
          <p14:tracePt t="81767" x="3619500" y="1854200"/>
          <p14:tracePt t="81788" x="3556000" y="1866900"/>
          <p14:tracePt t="81820" x="3505200" y="1866900"/>
          <p14:tracePt t="81855" x="3441700" y="1866900"/>
          <p14:tracePt t="81890" x="3384550" y="1866900"/>
          <p14:tracePt t="82619" x="3289300" y="1866900"/>
          <p14:tracePt t="82636" x="3194050" y="1866900"/>
          <p14:tracePt t="82671" x="2984500" y="1866900"/>
          <p14:tracePt t="82701" x="2857500" y="1879600"/>
          <p14:tracePt t="82730" x="2660650" y="1911350"/>
          <p14:tracePt t="82764" x="2444750" y="1943100"/>
          <p14:tracePt t="82797" x="2368550" y="1949450"/>
          <p14:tracePt t="82830" x="2336800" y="1943100"/>
          <p14:tracePt t="82901" x="2336800" y="1930400"/>
          <p14:tracePt t="82936" x="2343150" y="1924050"/>
          <p14:tracePt t="82967" x="2343150" y="1917700"/>
          <p14:tracePt t="82996" x="2355850" y="1917700"/>
          <p14:tracePt t="83029" x="2381250" y="1917700"/>
          <p14:tracePt t="83063" x="2540000" y="1898650"/>
          <p14:tracePt t="83096" x="2844800" y="1898650"/>
          <p14:tracePt t="83129" x="3244850" y="1898650"/>
          <p14:tracePt t="83152" x="3536950" y="1898650"/>
          <p14:tracePt t="83185" x="4064000" y="1879600"/>
          <p14:tracePt t="83214" x="4362450" y="1866900"/>
          <p14:tracePt t="83245" x="4495800" y="1841500"/>
          <p14:tracePt t="83278" x="4540250" y="1828800"/>
          <p14:tracePt t="83311" x="4546600" y="1828800"/>
          <p14:tracePt t="83345" x="4521200" y="1816100"/>
          <p14:tracePt t="83366" x="4483100" y="1803400"/>
          <p14:tracePt t="83399" x="4413250" y="1790700"/>
          <p14:tracePt t="83433" x="4267200" y="1765300"/>
          <p14:tracePt t="83464" x="3892550" y="1714500"/>
          <p14:tracePt t="83497" x="3663950" y="1701800"/>
          <p14:tracePt t="83528" x="3187700" y="1727200"/>
          <p14:tracePt t="83561" x="2806700" y="1809750"/>
          <p14:tracePt t="83594" x="2711450" y="1835150"/>
          <p14:tracePt t="83628" x="2641600" y="1841500"/>
          <p14:tracePt t="83684" x="2641600" y="1835150"/>
          <p14:tracePt t="83744" x="2660650" y="1835150"/>
          <p14:tracePt t="83793" x="2679700" y="1835150"/>
          <p14:tracePt t="83843" x="2717800" y="1847850"/>
          <p14:tracePt t="83877" x="2755900" y="1860550"/>
          <p14:tracePt t="83885" x="2774950" y="1879600"/>
          <p14:tracePt t="83916" x="2876550" y="1898650"/>
          <p14:tracePt t="83947" x="3054350" y="1968500"/>
          <p14:tracePt t="83979" x="3213100" y="2025650"/>
          <p14:tracePt t="84012" x="3257550" y="2057400"/>
          <p14:tracePt t="84527" x="3219450" y="2038350"/>
          <p14:tracePt t="84560" x="3175000" y="2000250"/>
          <p14:tracePt t="84592" x="3073400" y="1936750"/>
          <p14:tracePt t="84624" x="2946400" y="1873250"/>
          <p14:tracePt t="84648" x="2806700" y="1822450"/>
          <p14:tracePt t="84665" x="2762250" y="1803400"/>
          <p14:tracePt t="84697" x="2679700" y="1784350"/>
          <p14:tracePt t="84728" x="2647950" y="1784350"/>
          <p14:tracePt t="84762" x="2616200" y="1784350"/>
          <p14:tracePt t="84794" x="2597150" y="1784350"/>
          <p14:tracePt t="84823" x="2590800" y="1784350"/>
          <p14:tracePt t="85338" x="2597150" y="1784350"/>
          <p14:tracePt t="86052" x="2933700" y="2101850"/>
          <p14:tracePt t="86076" x="3181350" y="2349500"/>
          <p14:tracePt t="86109" x="3575050" y="2743200"/>
          <p14:tracePt t="86137" x="3892550" y="3168650"/>
          <p14:tracePt t="86168" x="4114800" y="3486150"/>
          <p14:tracePt t="86202" x="4298950" y="3930650"/>
          <p14:tracePt t="86235" x="4406900" y="4184650"/>
          <p14:tracePt t="86256" x="4457700" y="4292600"/>
          <p14:tracePt t="86290" x="4495800" y="4419600"/>
          <p14:tracePt t="86322" x="4508500" y="4451350"/>
          <p14:tracePt t="86353" x="4508500" y="4425950"/>
          <p14:tracePt t="86966" x="4603750" y="4425950"/>
          <p14:tracePt t="86999" x="4730750" y="4425950"/>
          <p14:tracePt t="87032" x="4889500" y="4425950"/>
          <p14:tracePt t="87065" x="5124450" y="4425950"/>
          <p14:tracePt t="87103" x="5264150" y="4425950"/>
          <p14:tracePt t="87136" x="5353050" y="4425950"/>
          <p14:tracePt t="87168" x="5384800" y="4425950"/>
          <p14:tracePt t="87184" x="5391150" y="4425950"/>
          <p14:tracePt t="87202" x="5397500" y="4425950"/>
          <p14:tracePt t="87232" x="5422900" y="4425950"/>
          <p14:tracePt t="87868" x="5397500" y="4425950"/>
          <p14:tracePt t="87900" x="5264150" y="4394200"/>
          <p14:tracePt t="87932" x="5086350" y="4305300"/>
          <p14:tracePt t="87967" x="4851400" y="4152900"/>
          <p14:tracePt t="87998" x="4451350" y="3911600"/>
          <p14:tracePt t="88014" x="4362450" y="3848100"/>
          <p14:tracePt t="88045" x="4140200" y="3676650"/>
          <p14:tracePt t="88079" x="3949700" y="3581400"/>
          <p14:tracePt t="88112" x="3746500" y="3448050"/>
          <p14:tracePt t="88135" x="3657600" y="3397250"/>
          <p14:tracePt t="88168" x="3498850" y="3282950"/>
          <p14:tracePt t="88202" x="3397250" y="3213100"/>
          <p14:tracePt t="88217" x="3365500" y="3194050"/>
          <p14:tracePt t="88246" x="3270250" y="3149600"/>
          <p14:tracePt t="88278" x="3194050" y="3092450"/>
          <p14:tracePt t="88311" x="3136900" y="3041650"/>
          <p14:tracePt t="88344" x="3092450" y="3003550"/>
          <p14:tracePt t="88378" x="3060700" y="2921000"/>
          <p14:tracePt t="88399" x="3048000" y="2908300"/>
          <p14:tracePt t="88909" x="3022600" y="2870200"/>
          <p14:tracePt t="88930" x="2990850" y="2819400"/>
          <p14:tracePt t="88964" x="2895600" y="2686050"/>
          <p14:tracePt t="88996" x="2794000" y="2559050"/>
          <p14:tracePt t="89025" x="2705100" y="2425700"/>
          <p14:tracePt t="89059" x="2609850" y="2292350"/>
          <p14:tracePt t="89091" x="2533650" y="2159000"/>
          <p14:tracePt t="89125" x="2457450" y="2032000"/>
          <p14:tracePt t="89158" x="2413000" y="1955800"/>
          <p14:tracePt t="89179" x="2393950" y="1930400"/>
          <p14:tracePt t="89213" x="2374900" y="1898650"/>
          <p14:tracePt t="89230" x="2362200" y="1879600"/>
          <p14:tracePt t="89265" x="2330450" y="1841500"/>
          <p14:tracePt t="89293" x="2311400" y="1809750"/>
          <p14:tracePt t="89324" x="2298700" y="1784350"/>
          <p14:tracePt t="89357" x="2273300" y="1733550"/>
          <p14:tracePt t="89391" x="2260600" y="1720850"/>
          <p14:tracePt t="89424" x="2260600" y="1701800"/>
          <p14:tracePt t="89474" x="2266950" y="1682750"/>
          <p14:tracePt t="89526" x="2273300" y="1676400"/>
          <p14:tracePt t="89559" x="2279650" y="1657350"/>
          <p14:tracePt t="89592" x="2279650" y="1651000"/>
          <p14:tracePt t="89624" x="2292350" y="1638300"/>
          <p14:tracePt t="89657" x="2292350" y="1625600"/>
          <p14:tracePt t="89712" x="2305050" y="1606550"/>
          <p14:tracePt t="89743" x="2324100" y="1593850"/>
          <p14:tracePt t="89775" x="2381250" y="1574800"/>
          <p14:tracePt t="89809" x="2571750" y="1524000"/>
          <p14:tracePt t="89839" x="2768600" y="1485900"/>
          <p14:tracePt t="89872" x="2965450" y="1479550"/>
          <p14:tracePt t="89906" x="3111500" y="1479550"/>
          <p14:tracePt t="89955" x="3168650" y="1479550"/>
          <p14:tracePt t="89979" x="3200400" y="1485900"/>
          <p14:tracePt t="90012" x="3232150" y="1498600"/>
          <p14:tracePt t="90043" x="3263900" y="1504950"/>
          <p14:tracePt t="90077" x="3295650" y="1511300"/>
          <p14:tracePt t="90107" x="3422650" y="1511300"/>
          <p14:tracePt t="90138" x="3600450" y="1511300"/>
          <p14:tracePt t="90171" x="3860800" y="1504950"/>
          <p14:tracePt t="90204" x="4229100" y="1504950"/>
          <p14:tracePt t="90226" x="4381500" y="1504950"/>
          <p14:tracePt t="90259" x="4572000" y="1511300"/>
          <p14:tracePt t="90294" x="4705350" y="1517650"/>
          <p14:tracePt t="90327" x="4724400" y="1511300"/>
          <p14:tracePt t="91307" x="4718050" y="1511300"/>
          <p14:tracePt t="91338" x="4641850" y="1511300"/>
          <p14:tracePt t="91384" x="4419600" y="1549400"/>
          <p14:tracePt t="91417" x="4095750" y="1600200"/>
          <p14:tracePt t="91440" x="3594100" y="1663700"/>
          <p14:tracePt t="91484" x="3048000" y="1695450"/>
          <p14:tracePt t="91507" x="2857500" y="1701800"/>
          <p14:tracePt t="91540" x="2616200" y="1701800"/>
          <p14:tracePt t="91583" x="2508250" y="1720850"/>
          <p14:tracePt t="91616" x="2470150" y="1727200"/>
          <p14:tracePt t="91639" x="2444750" y="1727200"/>
          <p14:tracePt t="91683" x="2400300" y="1714500"/>
          <p14:tracePt t="91716" x="2387600" y="1701800"/>
          <p14:tracePt t="91740" x="2381250" y="1695450"/>
          <p14:tracePt t="91768" x="2374900" y="1695450"/>
          <p14:tracePt t="91799" x="2362200" y="1689100"/>
          <p14:tracePt t="92613" x="2362200" y="1682750"/>
          <p14:tracePt t="92663" x="2368550" y="1682750"/>
          <p14:tracePt t="92712" x="2374900" y="1682750"/>
          <p14:tracePt t="92747" x="2381250" y="1682750"/>
          <p14:tracePt t="92812" x="2393950" y="1682750"/>
          <p14:tracePt t="92846" x="2419350" y="1689100"/>
          <p14:tracePt t="92879" x="2489200" y="1701800"/>
          <p14:tracePt t="92912" x="2660650" y="1739900"/>
          <p14:tracePt t="92945" x="3086100" y="1803400"/>
          <p14:tracePt t="92979" x="3498850" y="1835150"/>
          <p14:tracePt t="93011" x="3917950" y="1866900"/>
          <p14:tracePt t="93045" x="4298950" y="1885950"/>
          <p14:tracePt t="93078" x="4705350" y="1905000"/>
          <p14:tracePt t="93111" x="4940300" y="1924050"/>
          <p14:tracePt t="93144" x="5105400" y="1936750"/>
          <p14:tracePt t="93178" x="5276850" y="1949450"/>
          <p14:tracePt t="93211" x="5403850" y="1974850"/>
          <p14:tracePt t="93244" x="5492750" y="1987550"/>
          <p14:tracePt t="93247" x="5518150" y="2000250"/>
          <p14:tracePt t="93280" x="5549900" y="2000250"/>
          <p14:tracePt t="93310" x="5537200" y="1987550"/>
          <p14:tracePt t="94241" x="5511800" y="1974850"/>
          <p14:tracePt t="94279" x="5486400" y="1955800"/>
          <p14:tracePt t="94311" x="5461000" y="1943100"/>
          <p14:tracePt t="94343" x="5448300" y="1930400"/>
          <p14:tracePt t="94378" x="5441950" y="1924050"/>
          <p14:tracePt t="94411" x="5435600" y="1924050"/>
          <p14:tracePt t="94457" x="5435600" y="1917700"/>
          <p14:tracePt t="94480" x="5435600" y="1911350"/>
          <p14:tracePt t="94727" x="5391150" y="1911350"/>
          <p14:tracePt t="94745" x="5213350" y="1911350"/>
          <p14:tracePt t="94773" x="4972050" y="1911350"/>
          <p14:tracePt t="94795" x="4565650" y="1911350"/>
          <p14:tracePt t="94829" x="3390900" y="1943100"/>
          <p14:tracePt t="94843" x="3130550" y="1943100"/>
          <p14:tracePt t="94888" x="2298700" y="1936750"/>
          <p14:tracePt t="94927" x="2095500" y="1936750"/>
          <p14:tracePt t="94957" x="2038350" y="1936750"/>
          <p14:tracePt t="94988" x="2012950" y="1936750"/>
          <p14:tracePt t="95021" x="1974850" y="1930400"/>
          <p14:tracePt t="95045" x="1962150" y="1930400"/>
          <p14:tracePt t="95087" x="1949450" y="1930400"/>
          <p14:tracePt t="95121" x="1943100" y="1930400"/>
          <p14:tracePt t="95270" x="1949450" y="1924050"/>
          <p14:tracePt t="95320" x="1955800" y="1917700"/>
          <p14:tracePt t="95344" x="1962150" y="1917700"/>
          <p14:tracePt t="95436" x="1968500" y="1917700"/>
          <p14:tracePt t="95536" x="1974850" y="1917700"/>
          <p14:tracePt t="95686" x="1987550" y="1911350"/>
          <p14:tracePt t="95718" x="1993900" y="1911350"/>
          <p14:tracePt t="95752" x="2038350" y="1911350"/>
          <p14:tracePt t="95772" x="2101850" y="1911350"/>
          <p14:tracePt t="95803" x="2368550" y="1917700"/>
          <p14:tracePt t="95835" x="2851150" y="1962150"/>
          <p14:tracePt t="95869" x="3886200" y="2095500"/>
          <p14:tracePt t="95902" x="4413250" y="2114550"/>
          <p14:tracePt t="95936" x="5410200" y="2089150"/>
          <p14:tracePt t="95969" x="5886450" y="2070100"/>
          <p14:tracePt t="96001" x="6102350" y="2057400"/>
          <p14:tracePt t="96034" x="6184900" y="2057400"/>
          <p14:tracePt t="96070" x="6197600" y="2057400"/>
          <p14:tracePt t="96101" x="6223000" y="2057400"/>
          <p14:tracePt t="96150" x="6267450" y="2044700"/>
          <p14:tracePt t="96184" x="6273800" y="2044700"/>
          <p14:tracePt t="99987" x="6261100" y="2044700"/>
          <p14:tracePt t="100021" x="6248400" y="2044700"/>
          <p14:tracePt t="100057" x="6242050" y="2057400"/>
          <p14:tracePt t="100087" x="6235700" y="2101850"/>
          <p14:tracePt t="100121" x="6172200" y="2279650"/>
          <p14:tracePt t="100154" x="5981700" y="2724150"/>
          <p14:tracePt t="100187" x="5911850" y="2921000"/>
          <p14:tracePt t="100220" x="5797550" y="3168650"/>
          <p14:tracePt t="100253" x="5753100" y="3276600"/>
          <p14:tracePt t="100289" x="5740400" y="3422650"/>
          <p14:tracePt t="100320" x="5721350" y="3568700"/>
          <p14:tracePt t="100353" x="5695950" y="3778250"/>
          <p14:tracePt t="100389" x="5657850" y="3994150"/>
          <p14:tracePt t="100419" x="5657850" y="4038600"/>
          <p14:tracePt t="100452" x="5645150" y="4114800"/>
          <p14:tracePt t="100489" x="5581650" y="4260850"/>
          <p14:tracePt t="100519" x="5543550" y="4286250"/>
          <p14:tracePt t="101847" x="5543550" y="4273550"/>
          <p14:tracePt t="101882" x="5543550" y="4254500"/>
          <p14:tracePt t="101914" x="5543550" y="4235450"/>
          <p14:tracePt t="101964" x="5543550" y="4222750"/>
          <p14:tracePt t="101997" x="5549900" y="4216400"/>
          <p14:tracePt t="102030" x="5549900" y="4203700"/>
          <p14:tracePt t="102097" x="5556250" y="4191000"/>
          <p14:tracePt t="102179" x="5556250" y="4178300"/>
          <p14:tracePt t="102213" x="5556250" y="4171950"/>
          <p14:tracePt t="102246" x="5562600" y="4159250"/>
          <p14:tracePt t="102296" x="5568950" y="4146550"/>
          <p14:tracePt t="102346" x="5575300" y="4121150"/>
          <p14:tracePt t="102379" x="5581650" y="4076700"/>
          <p14:tracePt t="102412" x="5594350" y="3981450"/>
          <p14:tracePt t="102445" x="5562600" y="3765550"/>
          <p14:tracePt t="102479" x="5486400" y="3600450"/>
          <p14:tracePt t="102512" x="5353050" y="3448050"/>
          <p14:tracePt t="102545" x="5111750" y="3295650"/>
          <p14:tracePt t="102578" x="4705350" y="3162300"/>
          <p14:tracePt t="102612" x="4387850" y="3035300"/>
          <p14:tracePt t="102645" x="4044950" y="2889250"/>
          <p14:tracePt t="102679" x="3759200" y="2724150"/>
          <p14:tracePt t="102711" x="3524250" y="2552700"/>
          <p14:tracePt t="102744" x="3340100" y="2432050"/>
          <p14:tracePt t="102778" x="3175000" y="2343150"/>
          <p14:tracePt t="102811" x="3041650" y="2279650"/>
          <p14:tracePt t="102844" x="2978150" y="2241550"/>
          <p14:tracePt t="102879" x="2959100" y="2228850"/>
          <p14:tracePt t="102963" x="2959100" y="2235200"/>
          <p14:tracePt t="102994" x="2959100" y="2247900"/>
          <p14:tracePt t="103027" x="3028950" y="2292350"/>
          <p14:tracePt t="103060" x="3327400" y="2400300"/>
          <p14:tracePt t="103093" x="3733800" y="2540000"/>
          <p14:tracePt t="103127" x="4356100" y="2717800"/>
          <p14:tracePt t="103160" x="5194300" y="2971800"/>
          <p14:tracePt t="103193" x="5664200" y="3155950"/>
          <p14:tracePt t="103226" x="5784850" y="3213100"/>
          <p14:tracePt t="103260" x="5937250" y="3295650"/>
          <p14:tracePt t="103293" x="5994400" y="3359150"/>
          <p14:tracePt t="103326" x="6019800" y="3378200"/>
          <p14:tracePt t="103359" x="6026150" y="3378200"/>
          <p14:tracePt t="103409" x="6032500" y="3378200"/>
          <p14:tracePt t="103461" x="6032500" y="3365500"/>
          <p14:tracePt t="103495" x="6083300" y="3295650"/>
          <p14:tracePt t="103511" x="6102350" y="3263900"/>
          <p14:tracePt t="103542" x="6216650" y="3092450"/>
          <p14:tracePt t="103577" x="6324600" y="2851150"/>
          <p14:tracePt t="103611" x="6407150" y="2457450"/>
          <p14:tracePt t="103641" x="6419850" y="2279650"/>
          <p14:tracePt t="103663" x="6432550" y="2171700"/>
          <p14:tracePt t="103694" x="6457950" y="2051050"/>
          <p14:tracePt t="103725" x="6489700" y="1987550"/>
          <p14:tracePt t="103758" x="6496050" y="1962150"/>
          <p14:tracePt t="103796" x="6502400" y="1955800"/>
          <p14:tracePt t="104211" x="6502400" y="1987550"/>
          <p14:tracePt t="104243" x="6496050" y="2165350"/>
          <p14:tracePt t="104289" x="6445250" y="3048000"/>
          <p14:tracePt t="104329" x="6400800" y="3689350"/>
          <p14:tracePt t="104360" x="6381750" y="4171950"/>
          <p14:tracePt t="104389" x="6381750" y="4324350"/>
          <p14:tracePt t="104412" x="6381750" y="4464050"/>
          <p14:tracePt t="104443" x="6381750" y="4552950"/>
          <p14:tracePt t="104472" x="6381750" y="4603750"/>
          <p14:tracePt t="104495" x="6381750" y="4648200"/>
          <p14:tracePt t="104529" x="6388100" y="4699000"/>
          <p14:tracePt t="104559" x="6394450" y="4743450"/>
          <p14:tracePt t="104605" x="6400800" y="4787900"/>
          <p14:tracePt t="104628" x="6400800" y="4800600"/>
          <p14:tracePt t="104659" x="6400800" y="4806950"/>
          <p14:tracePt t="104688" x="6400800" y="4832350"/>
          <p14:tracePt t="105601" x="6394450" y="4775200"/>
          <p14:tracePt t="105634" x="6388100" y="4578350"/>
          <p14:tracePt t="105668" x="6388100" y="4298950"/>
          <p14:tracePt t="105701" x="6356350" y="3981450"/>
          <p14:tracePt t="105734" x="6305550" y="3708400"/>
          <p14:tracePt t="105768" x="6203950" y="3365500"/>
          <p14:tracePt t="105801" x="6102350" y="3124200"/>
          <p14:tracePt t="105834" x="5981700" y="2838450"/>
          <p14:tracePt t="105868" x="5708650" y="2489200"/>
          <p14:tracePt t="105900" x="5486400" y="2336800"/>
          <p14:tracePt t="105920" x="5314950" y="2266950"/>
          <p14:tracePt t="105952" x="5041900" y="2228850"/>
          <p14:tracePt t="105984" x="4622800" y="2203450"/>
          <p14:tracePt t="106016" x="4432300" y="2184400"/>
          <p14:tracePt t="106050" x="4019550" y="2133600"/>
          <p14:tracePt t="106083" x="3740150" y="2114550"/>
          <p14:tracePt t="106117" x="3460750" y="2057400"/>
          <p14:tracePt t="106149" x="3359150" y="2044700"/>
          <p14:tracePt t="106183" x="3282950" y="2019300"/>
          <p14:tracePt t="106216" x="3225800" y="2000250"/>
          <p14:tracePt t="106249" x="3162300" y="1987550"/>
          <p14:tracePt t="106285" x="3124200" y="1955800"/>
          <p14:tracePt t="106365" x="3124200" y="1949450"/>
          <p14:tracePt t="106487" x="3175000" y="1962150"/>
          <p14:tracePt t="106517" x="3251200" y="1987550"/>
          <p14:tracePt t="106548" x="3327400" y="2000250"/>
          <p14:tracePt t="106572" x="3422650" y="2012950"/>
          <p14:tracePt t="106602" x="3644900" y="2044700"/>
          <p14:tracePt t="106634" x="3905250" y="2082800"/>
          <p14:tracePt t="106664" x="4159250" y="2114550"/>
          <p14:tracePt t="106703" x="4318000" y="2152650"/>
          <p14:tracePt t="106735" x="4337050" y="2165350"/>
          <p14:tracePt t="106802" x="4292600" y="2165350"/>
          <p14:tracePt t="106835" x="4191000" y="2139950"/>
          <p14:tracePt t="106866" x="4006850" y="2108200"/>
          <p14:tracePt t="106888" x="3835400" y="2076450"/>
          <p14:tracePt t="106918" x="3517900" y="2012950"/>
          <p14:tracePt t="106949" x="3409950" y="1993900"/>
          <p14:tracePt t="106996" x="3035300" y="1911350"/>
          <p14:tracePt t="107020" x="2940050" y="1885950"/>
          <p14:tracePt t="107051" x="2882900" y="1854200"/>
          <p14:tracePt t="107079" x="2870200" y="1854200"/>
          <p14:tracePt t="107118" x="2870200" y="1841500"/>
          <p14:tracePt t="107165" x="2870200" y="1835150"/>
          <p14:tracePt t="107212" x="2876550" y="1835150"/>
          <p14:tracePt t="107295" x="2876550" y="1841500"/>
          <p14:tracePt t="107319" x="2882900" y="1847850"/>
          <p14:tracePt t="107352" x="2927350" y="1873250"/>
          <p14:tracePt t="107366" x="2978150" y="1885950"/>
          <p14:tracePt t="107412" x="3841750" y="2133600"/>
          <p14:tracePt t="107451" x="5143500" y="2432050"/>
          <p14:tracePt t="107495" x="6235700" y="2603500"/>
          <p14:tracePt t="107528" x="6667500" y="2654300"/>
          <p14:tracePt t="107578" x="6750050" y="2654300"/>
          <p14:tracePt t="107611" x="6762750" y="2654300"/>
          <p14:tracePt t="107644" x="6762750" y="2641600"/>
          <p14:tracePt t="107711" x="6762750" y="2635250"/>
          <p14:tracePt t="107777" x="6762750" y="2628900"/>
          <p14:tracePt t="107810" x="6756400" y="2628900"/>
          <p14:tracePt t="107860" x="6750050" y="2622550"/>
          <p14:tracePt t="108292" x="6750050" y="2635250"/>
          <p14:tracePt t="108342" x="6750050" y="2654300"/>
          <p14:tracePt t="108375" x="6750050" y="2705100"/>
          <p14:tracePt t="108408" x="6750050" y="2800350"/>
          <p14:tracePt t="108441" x="6750050" y="2940050"/>
          <p14:tracePt t="108475" x="6750050" y="3181350"/>
          <p14:tracePt t="108508" x="6737350" y="3625850"/>
          <p14:tracePt t="108541" x="6731000" y="3987800"/>
          <p14:tracePt t="108574" x="6705600" y="4292600"/>
          <p14:tracePt t="108607" x="6680200" y="4565650"/>
          <p14:tracePt t="108641" x="6680200" y="4679950"/>
          <p14:tracePt t="108674" x="6680200" y="4705350"/>
          <p14:tracePt t="108740" x="6680200" y="4711700"/>
          <p14:tracePt t="108774" x="6648450" y="4724400"/>
          <p14:tracePt t="109870" x="6648450" y="4718050"/>
          <p14:tracePt t="110207" x="6648450" y="4699000"/>
          <p14:tracePt t="110240" x="6648450" y="4692650"/>
          <p14:tracePt t="110271" x="6642100" y="4679950"/>
          <p14:tracePt t="110307" x="6635750" y="4660900"/>
          <p14:tracePt t="110337" x="6635750" y="4654550"/>
          <p14:tracePt t="110368" x="6629400" y="4641850"/>
          <p14:tracePt t="110406" x="6623050" y="4622800"/>
          <p14:tracePt t="110439" x="6616700" y="4610100"/>
          <p14:tracePt t="110470" x="6610350" y="4597400"/>
          <p14:tracePt t="110492" x="6610350" y="4578350"/>
          <p14:tracePt t="110537" x="6610350" y="4565650"/>
          <p14:tracePt t="110570" x="6604000" y="4540250"/>
          <p14:tracePt t="110592" x="6591300" y="4521200"/>
          <p14:tracePt t="110621" x="6572250" y="4464050"/>
          <p14:tracePt t="110653" x="6546850" y="4419600"/>
          <p14:tracePt t="110700" x="6496050" y="4330700"/>
          <p14:tracePt t="110724" x="6477000" y="4292600"/>
          <p14:tracePt t="110738" x="6470650" y="4286250"/>
          <p14:tracePt t="110783" x="6464300" y="4279900"/>
          <p14:tracePt t="110833" x="6457950" y="4260850"/>
          <p14:tracePt t="110869" x="6451600" y="4248150"/>
          <p14:tracePt t="110916" x="6438900" y="4235450"/>
          <p14:tracePt t="110971" x="6426200" y="4210050"/>
          <p14:tracePt t="111002" x="6413500" y="4197350"/>
          <p14:tracePt t="111023" x="6400800" y="4171950"/>
          <p14:tracePt t="111056" x="6356350" y="4127500"/>
          <p14:tracePt t="111099" x="6299200" y="4083050"/>
          <p14:tracePt t="111132" x="6242050" y="4032250"/>
          <p14:tracePt t="111170" x="6184900" y="3981450"/>
          <p14:tracePt t="111215" x="6096000" y="3898900"/>
          <p14:tracePt t="111223" x="6083300" y="3873500"/>
          <p14:tracePt t="111255" x="6032500" y="3822700"/>
          <p14:tracePt t="111283" x="6019800" y="3803650"/>
          <p14:tracePt t="111315" x="5994400" y="3771900"/>
          <p14:tracePt t="111348" x="5988050" y="3765550"/>
          <p14:tracePt t="111388" x="5981700" y="3759200"/>
          <p14:tracePt t="111416" x="5988050" y="3759200"/>
          <p14:tracePt t="111448" x="5994400" y="3778250"/>
          <p14:tracePt t="111481" x="5994400" y="3784600"/>
          <p14:tracePt t="115168" x="6026150" y="3708400"/>
          <p14:tracePt t="115201" x="6057900" y="3619500"/>
          <p14:tracePt t="115234" x="6108700" y="3435350"/>
          <p14:tracePt t="115268" x="6140450" y="3225800"/>
          <p14:tracePt t="115301" x="6178550" y="2940050"/>
          <p14:tracePt t="115334" x="6216650" y="2724150"/>
          <p14:tracePt t="115367" x="6229350" y="2641600"/>
          <p14:tracePt t="115401" x="6273800" y="2495550"/>
          <p14:tracePt t="115434" x="6299200" y="2393950"/>
          <p14:tracePt t="115468" x="6337300" y="2298700"/>
          <p14:tracePt t="115485" x="6337300" y="2279650"/>
          <p14:tracePt t="115517" x="6356350" y="2222500"/>
          <p14:tracePt t="115550" x="6356350" y="2184400"/>
          <p14:tracePt t="115583" x="6362700" y="2152650"/>
          <p14:tracePt t="115603" x="6362700" y="2139950"/>
          <p14:tracePt t="115634" x="6362700" y="2133600"/>
          <p14:tracePt t="115666" x="6362700" y="2127250"/>
          <p14:tracePt t="115733" x="6362700" y="2133600"/>
          <p14:tracePt t="116563" x="6330950" y="2133600"/>
          <p14:tracePt t="116584" x="6305550" y="2133600"/>
          <p14:tracePt t="116613" x="6273800" y="2120900"/>
          <p14:tracePt t="116653" x="6203950" y="2108200"/>
          <p14:tracePt t="116684" x="6108700" y="2108200"/>
          <p14:tracePt t="116730" x="5899150" y="2108200"/>
          <p14:tracePt t="116779" x="5600700" y="2108200"/>
          <p14:tracePt t="116813" x="5448300" y="2108200"/>
          <p14:tracePt t="116846" x="5181600" y="2101850"/>
          <p14:tracePt t="116869" x="4997450" y="2114550"/>
          <p14:tracePt t="116912" x="4546600" y="2197100"/>
          <p14:tracePt t="116930" x="4470400" y="2203450"/>
          <p14:tracePt t="116962" x="4159250" y="2228850"/>
          <p14:tracePt t="116995" x="4044950" y="2235200"/>
          <p14:tracePt t="117028" x="3867150" y="2222500"/>
          <p14:tracePt t="117062" x="3752850" y="2203450"/>
          <p14:tracePt t="117085" x="3689350" y="2184400"/>
          <p14:tracePt t="117128" x="3575050" y="2171700"/>
          <p14:tracePt t="117161" x="3479800" y="2159000"/>
          <p14:tracePt t="117195" x="3327400" y="2139950"/>
          <p14:tracePt t="117228" x="3200400" y="2133600"/>
          <p14:tracePt t="117261" x="3054350" y="2114550"/>
          <p14:tracePt t="117294" x="2895600" y="2082800"/>
          <p14:tracePt t="117327" x="2832100" y="2070100"/>
          <p14:tracePt t="117361" x="2800350" y="2057400"/>
          <p14:tracePt t="117394" x="2781300" y="2044700"/>
          <p14:tracePt t="117427" x="2768600" y="2032000"/>
          <p14:tracePt t="117460" x="2762250" y="2019300"/>
          <p14:tracePt t="117493" x="2768600" y="2019300"/>
          <p14:tracePt t="117527" x="2768600" y="2025650"/>
          <p14:tracePt t="118257" x="2844800" y="2012950"/>
          <p14:tracePt t="118291" x="3079750" y="1949450"/>
          <p14:tracePt t="118324" x="3263900" y="1905000"/>
          <p14:tracePt t="118357" x="3422650" y="1873250"/>
          <p14:tracePt t="118390" x="3460750" y="1866900"/>
          <p14:tracePt t="118426" x="3479800" y="1860550"/>
          <p14:tracePt t="118457" x="3517900" y="1854200"/>
          <p14:tracePt t="118490" x="3543300" y="1854200"/>
          <p14:tracePt t="118526" x="3568700" y="1854200"/>
          <p14:tracePt t="118556" x="3581400" y="1841500"/>
          <p14:tracePt t="118589" x="3581400" y="1828800"/>
          <p14:tracePt t="118995" x="3581400" y="1809750"/>
          <p14:tracePt t="119026" x="3581400" y="1765300"/>
          <p14:tracePt t="119043" x="3581400" y="1733550"/>
          <p14:tracePt t="119071" x="3575050" y="1657350"/>
          <p14:tracePt t="119110" x="3575050" y="1549400"/>
          <p14:tracePt t="119142" x="3581400" y="1409700"/>
          <p14:tracePt t="119157" x="3581400" y="1384300"/>
          <p14:tracePt t="119188" x="3587750" y="1301750"/>
          <p14:tracePt t="119209" x="3594100" y="1270000"/>
          <p14:tracePt t="119257" x="3600450" y="1244600"/>
          <p14:tracePt t="119304" x="3600450" y="1238250"/>
          <p14:tracePt t="119325" x="3600450" y="1231900"/>
          <p14:tracePt t="120051" x="3644900" y="1250950"/>
          <p14:tracePt t="120085" x="3702050" y="1276350"/>
          <p14:tracePt t="120118" x="3784600" y="1301750"/>
          <p14:tracePt t="120151" x="3854450" y="1320800"/>
          <p14:tracePt t="120159" x="3873500" y="1327150"/>
          <p14:tracePt t="120191" x="3943350" y="1333500"/>
          <p14:tracePt t="120219" x="3994150" y="1333500"/>
          <p14:tracePt t="120250" x="4032250" y="1333500"/>
          <p14:tracePt t="120284" x="4070350" y="1333500"/>
          <p14:tracePt t="120333" x="4089400" y="1327150"/>
          <p14:tracePt t="120367" x="4095750" y="1327150"/>
          <p14:tracePt t="120798" x="4064000" y="1327150"/>
          <p14:tracePt t="120832" x="4013200" y="1320800"/>
          <p14:tracePt t="120865" x="3968750" y="1276350"/>
          <p14:tracePt t="120898" x="3956050" y="1244600"/>
          <p14:tracePt t="120931" x="3956050" y="1206500"/>
          <p14:tracePt t="120965" x="3956050" y="1162050"/>
          <p14:tracePt t="120999" x="3968750" y="1123950"/>
          <p14:tracePt t="121031" x="3975100" y="1060450"/>
          <p14:tracePt t="121064" x="3981450" y="996950"/>
          <p14:tracePt t="121098" x="3962400" y="914400"/>
          <p14:tracePt t="121120" x="3956050" y="895350"/>
          <p14:tracePt t="121152" x="3943350" y="895350"/>
          <p14:tracePt t="121182" x="3930650" y="895350"/>
          <p14:tracePt t="121214" x="3917950" y="920750"/>
          <p14:tracePt t="121247" x="3854450" y="996950"/>
          <p14:tracePt t="121280" x="3733800" y="1123950"/>
          <p14:tracePt t="121314" x="3543300" y="1333500"/>
          <p14:tracePt t="121347" x="3454400" y="1409700"/>
          <p14:tracePt t="121380" x="3321050" y="1492250"/>
          <p14:tracePt t="121413" x="3257550" y="1517650"/>
          <p14:tracePt t="121446" x="3225800" y="1530350"/>
          <p14:tracePt t="121479" x="3194050" y="1555750"/>
          <p14:tracePt t="121516" x="3175000" y="1568450"/>
          <p14:tracePt t="121546" x="3155950" y="1581150"/>
          <p14:tracePt t="121663" x="3162300" y="1574800"/>
          <p14:tracePt t="121697" x="3168650" y="1568450"/>
          <p14:tracePt t="121745" x="3181350" y="1562100"/>
          <p14:tracePt t="121779" x="3200400" y="1543050"/>
          <p14:tracePt t="121815" x="3257550" y="1492250"/>
          <p14:tracePt t="121845" x="3371850" y="1409700"/>
          <p14:tracePt t="121878" x="3511550" y="1257300"/>
          <p14:tracePt t="121899" x="3562350" y="1193800"/>
          <p14:tracePt t="121931" x="3613150" y="1136650"/>
          <p14:tracePt t="121962" x="3689350" y="1047750"/>
          <p14:tracePt t="121994" x="3759200" y="990600"/>
          <p14:tracePt t="122031" x="3816350" y="933450"/>
          <p14:tracePt t="122061" x="3873500" y="889000"/>
          <p14:tracePt t="122094" x="3905250" y="863600"/>
          <p14:tracePt t="122592" x="3892550" y="901700"/>
          <p14:tracePt t="122631" x="3784600" y="1035050"/>
          <p14:tracePt t="122664" x="3651250" y="1143000"/>
          <p14:tracePt t="122694" x="3473450" y="1295400"/>
          <p14:tracePt t="122730" x="3289300" y="1511300"/>
          <p14:tracePt t="122763" x="3079750" y="1727200"/>
          <p14:tracePt t="122795" x="2978150" y="1797050"/>
          <p14:tracePt t="122830" x="2940050" y="1828800"/>
          <p14:tracePt t="122863" x="2901950" y="1835150"/>
          <p14:tracePt t="122908" x="2895600" y="1835150"/>
          <p14:tracePt t="122946" x="2901950" y="1835150"/>
          <p14:tracePt t="122979" x="2914650" y="1835150"/>
          <p14:tracePt t="123024" x="2946400" y="1822450"/>
          <p14:tracePt t="123063" x="2978150" y="1803400"/>
          <p14:tracePt t="123096" x="3086100" y="1720850"/>
          <p14:tracePt t="123124" x="3308350" y="1543050"/>
          <p14:tracePt t="123162" x="3670300" y="1225550"/>
          <p14:tracePt t="123195" x="3822700" y="1079500"/>
          <p14:tracePt t="123240" x="3879850" y="1028700"/>
          <p14:tracePt t="123278" x="3886200" y="1022350"/>
          <p14:tracePt t="123323" x="3892550" y="1016000"/>
          <p14:tracePt t="123378" x="3898900" y="1016000"/>
          <p14:tracePt t="123473" x="3911600" y="1016000"/>
          <p14:tracePt t="123522" x="3924300" y="1028700"/>
          <p14:tracePt t="123556" x="4032250" y="1066800"/>
          <p14:tracePt t="123579" x="4152900" y="1111250"/>
          <p14:tracePt t="123607" x="4445000" y="1257300"/>
          <p14:tracePt t="123639" x="4819650" y="1524000"/>
          <p14:tracePt t="123672" x="4965700" y="1701800"/>
          <p14:tracePt t="124121" x="5118100" y="1701800"/>
          <p14:tracePt t="124154" x="5448300" y="1701800"/>
          <p14:tracePt t="124187" x="5632450" y="1714500"/>
          <p14:tracePt t="124206" x="5797550" y="1733550"/>
          <p14:tracePt t="124237" x="5994400" y="1752600"/>
          <p14:tracePt t="124270" x="6229350" y="1790700"/>
          <p14:tracePt t="124303" x="6318250" y="1803400"/>
          <p14:tracePt t="124337" x="6350000" y="1809750"/>
          <p14:tracePt t="124369" x="6356350" y="1809750"/>
          <p14:tracePt t="124403" x="6337300" y="1803400"/>
          <p14:tracePt t="124436" x="6223000" y="1765300"/>
          <p14:tracePt t="124470" x="5937250" y="1701800"/>
          <p14:tracePt t="124488" x="5746750" y="1644650"/>
          <p14:tracePt t="124519" x="4705350" y="1320800"/>
          <p14:tracePt t="124552" x="4178300" y="1149350"/>
          <p14:tracePt t="124585" x="3854450" y="1066800"/>
          <p14:tracePt t="124619" x="3619500" y="1016000"/>
          <p14:tracePt t="124652" x="3568700" y="996950"/>
          <p14:tracePt t="124685" x="3562350" y="990600"/>
          <p14:tracePt t="124768" x="3575050" y="990600"/>
          <p14:tracePt t="124802" x="3600450" y="996950"/>
          <p14:tracePt t="124835" x="3663950" y="1047750"/>
          <p14:tracePt t="124868" x="3778250" y="1168400"/>
          <p14:tracePt t="124901" x="3981450" y="1460500"/>
          <p14:tracePt t="124935" x="4114800" y="1619250"/>
          <p14:tracePt t="124968" x="4311650" y="1670050"/>
          <p14:tracePt t="124986" x="4584700" y="1651000"/>
          <p14:tracePt t="125020" x="5537200" y="1460500"/>
          <p14:tracePt t="125051" x="6013450" y="1447800"/>
          <p14:tracePt t="125084" x="6692900" y="1466850"/>
          <p14:tracePt t="125105" x="6934200" y="1485900"/>
          <p14:tracePt t="125137" x="7150100" y="1555750"/>
          <p14:tracePt t="125152" x="7232650" y="1581150"/>
          <p14:tracePt t="125183" x="7289800" y="1606550"/>
          <p14:tracePt t="125219" x="7308850" y="1625600"/>
          <p14:tracePt t="125250" x="7327900" y="1600200"/>
          <p14:tracePt t="125801" x="7327900" y="1689100"/>
          <p14:tracePt t="125816" x="7327900" y="1720850"/>
          <p14:tracePt t="125838" x="7315200" y="1784350"/>
          <p14:tracePt t="125869" x="7296150" y="1885950"/>
          <p14:tracePt t="125900" x="7283450" y="1987550"/>
          <p14:tracePt t="125936" x="7277100" y="2012950"/>
          <p14:tracePt t="125968" x="7277100" y="2025650"/>
          <p14:tracePt t="126000" x="7277100" y="2038350"/>
          <p14:tracePt t="126645" x="7264400" y="2324100"/>
          <p14:tracePt t="126678" x="7226300" y="2540000"/>
          <p14:tracePt t="126712" x="7112000" y="2971800"/>
          <p14:tracePt t="126745" x="6940550" y="3282950"/>
          <p14:tracePt t="126780" x="6832600" y="3441700"/>
          <p14:tracePt t="126811" x="6769100" y="3562350"/>
          <p14:tracePt t="126844" x="6705600" y="3702050"/>
          <p14:tracePt t="126878" x="6648450" y="3841750"/>
          <p14:tracePt t="126911" x="6610350" y="3905250"/>
          <p14:tracePt t="126944" x="6559550" y="4000500"/>
          <p14:tracePt t="126977" x="6534150" y="4038600"/>
          <p14:tracePt t="127642" x="6546850" y="3905250"/>
          <p14:tracePt t="127675" x="6661150" y="3587750"/>
          <p14:tracePt t="127708" x="6864350" y="3155950"/>
          <p14:tracePt t="127741" x="6953250" y="2901950"/>
          <p14:tracePt t="127774" x="6972300" y="2813050"/>
          <p14:tracePt t="127809" x="6985000" y="2787650"/>
          <p14:tracePt t="127841" x="6991350" y="2768600"/>
          <p14:tracePt t="127891" x="6991350" y="2755900"/>
          <p14:tracePt t="127943" x="6991350" y="2749550"/>
          <p14:tracePt t="128043" x="6997700" y="2762250"/>
          <p14:tracePt t="128511" x="6927850" y="2806700"/>
          <p14:tracePt t="128543" x="6711950" y="2927350"/>
          <p14:tracePt t="128574" x="6464300" y="3022600"/>
          <p14:tracePt t="128605" x="6159500" y="3136900"/>
          <p14:tracePt t="128643" x="5810250" y="3289300"/>
          <p14:tracePt t="128676" x="5562600" y="3390900"/>
          <p14:tracePt t="128705" x="5359400" y="3530600"/>
          <p14:tracePt t="128743" x="5181600" y="3632200"/>
          <p14:tracePt t="128776" x="5048250" y="3721100"/>
          <p14:tracePt t="128807" x="4965700" y="3765550"/>
          <p14:tracePt t="128844" x="4864100" y="3873500"/>
          <p14:tracePt t="128875" x="4762500" y="3937000"/>
          <p14:tracePt t="128907" x="4699000" y="3962400"/>
          <p14:tracePt t="128954" x="4654550" y="3994150"/>
          <p14:tracePt t="128974" x="4641850" y="4000500"/>
          <p14:tracePt t="129006" x="4635500" y="4000500"/>
          <p14:tracePt t="129153" x="4635500" y="3994150"/>
          <p14:tracePt t="129236" x="4635500" y="3987800"/>
          <p14:tracePt t="129291" x="4635500" y="3981450"/>
          <p14:tracePt t="129336" x="4629150" y="3975100"/>
          <p14:tracePt t="129386" x="4629150" y="3968750"/>
          <p14:tracePt t="130149" x="4654550" y="3956050"/>
          <p14:tracePt t="130183" x="4749800" y="3911600"/>
          <p14:tracePt t="130216" x="4908550" y="3816350"/>
          <p14:tracePt t="130250" x="5251450" y="3568700"/>
          <p14:tracePt t="130273" x="5486400" y="3403600"/>
          <p14:tracePt t="130306" x="5848350" y="3092450"/>
          <p14:tracePt t="130337" x="5937250" y="3009900"/>
          <p14:tracePt t="130355" x="6000750" y="2946400"/>
          <p14:tracePt t="130385" x="6108700" y="2870200"/>
          <p14:tracePt t="130415" x="6318250" y="2698750"/>
          <p14:tracePt t="130449" x="6604000" y="2444750"/>
          <p14:tracePt t="130482" x="6699250" y="2336800"/>
          <p14:tracePt t="130515" x="6711950" y="2305050"/>
          <p14:tracePt t="130581" x="6654800" y="2387600"/>
          <p14:tracePt t="131201" x="6813550" y="2559050"/>
          <p14:tracePt t="131233" x="6985000" y="2679700"/>
          <p14:tracePt t="131265" x="7169150" y="2895600"/>
          <p14:tracePt t="131296" x="7302500" y="3124200"/>
          <p14:tracePt t="131329" x="7404100" y="3295650"/>
          <p14:tracePt t="131352" x="7448550" y="3371850"/>
          <p14:tracePt t="131370" x="7480300" y="3448050"/>
          <p14:tracePt t="131401" x="7518400" y="3524250"/>
          <p14:tracePt t="131435" x="7569200" y="3587750"/>
          <p14:tracePt t="131467" x="7613650" y="3632200"/>
          <p14:tracePt t="131495" x="7620000" y="3632200"/>
          <p14:tracePt t="131528" x="7620000" y="3644900"/>
          <p14:tracePt t="132293" x="7626350" y="3568700"/>
          <p14:tracePt t="132311" x="7632700" y="3543300"/>
          <p14:tracePt t="132342" x="7645400" y="3448050"/>
          <p14:tracePt t="132375" x="7664450" y="3378200"/>
          <p14:tracePt t="132399" x="7670800" y="3232150"/>
          <p14:tracePt t="132432" x="7677150" y="3041650"/>
          <p14:tracePt t="132464" x="7658100" y="2832100"/>
          <p14:tracePt t="132497" x="7607300" y="2647950"/>
          <p14:tracePt t="132529" x="7581900" y="2603500"/>
          <p14:tracePt t="132575" x="7556500" y="2603500"/>
          <p14:tracePt t="132608" x="7550150" y="2616200"/>
          <p14:tracePt t="132641" x="7531100" y="2641600"/>
          <p14:tracePt t="132674" x="7499350" y="2654300"/>
          <p14:tracePt t="132696" x="7454900" y="2679700"/>
          <p14:tracePt t="132727" x="7391400" y="2711450"/>
          <p14:tracePt t="132760" x="7232650" y="2768600"/>
          <p14:tracePt t="132790" x="7118350" y="2794000"/>
          <p14:tracePt t="132824" x="7023100" y="2794000"/>
          <p14:tracePt t="132857" x="6826250" y="2781300"/>
          <p14:tracePt t="132890" x="6654800" y="2781300"/>
          <p14:tracePt t="132925" x="6407150" y="2794000"/>
          <p14:tracePt t="132962" x="6223000" y="2844800"/>
          <p14:tracePt t="132997" x="6083300" y="2895600"/>
          <p14:tracePt t="133027" x="6057900" y="2901950"/>
          <p14:tracePt t="133059" x="6026150" y="2895600"/>
          <p14:tracePt t="133089" x="6007100" y="2863850"/>
          <p14:tracePt t="133123" x="6000750" y="2813050"/>
          <p14:tracePt t="133156" x="6000750" y="2743200"/>
          <p14:tracePt t="133189" x="6032500" y="2628900"/>
          <p14:tracePt t="133223" x="6115050" y="2527300"/>
          <p14:tracePt t="133258" x="6375400" y="2374900"/>
          <p14:tracePt t="133289" x="6572250" y="2324100"/>
          <p14:tracePt t="133322" x="7004050" y="2292350"/>
          <p14:tracePt t="133355" x="7219950" y="2330450"/>
          <p14:tracePt t="133389" x="7353300" y="2406650"/>
          <p14:tracePt t="133407" x="7359650" y="2425700"/>
          <p14:tracePt t="133438" x="7353300" y="2501900"/>
          <p14:tracePt t="133460" x="7340600" y="2559050"/>
          <p14:tracePt t="133494" x="7277100" y="2698750"/>
          <p14:tracePt t="133526" x="7156450" y="2838450"/>
          <p14:tracePt t="133558" x="6940550" y="2978150"/>
          <p14:tracePt t="133590" x="6832600" y="3016250"/>
          <p14:tracePt t="133621" x="6642100" y="3016250"/>
          <p14:tracePt t="133654" x="6502400" y="2914650"/>
          <p14:tracePt t="133687" x="6381750" y="2755900"/>
          <p14:tracePt t="133721" x="6292850" y="2400300"/>
          <p14:tracePt t="133742" x="6292850" y="2286000"/>
          <p14:tracePt t="133776" x="6311900" y="2235200"/>
          <p14:tracePt t="133810" x="6381750" y="2203450"/>
          <p14:tracePt t="133839" x="6477000" y="2190750"/>
          <p14:tracePt t="133870" x="6553200" y="2190750"/>
          <p14:tracePt t="133903" x="6794500" y="2247900"/>
          <p14:tracePt t="133923" x="6959600" y="2317750"/>
          <p14:tracePt t="133955" x="7162800" y="2514600"/>
          <p14:tracePt t="133986" x="7327900" y="2794000"/>
          <p14:tracePt t="134010" x="7378700" y="2952750"/>
          <p14:tracePt t="134041" x="7385050" y="3194050"/>
          <p14:tracePt t="134074" x="7359650" y="3238500"/>
          <p14:tracePt t="134506" x="7226300" y="3346450"/>
          <p14:tracePt t="134540" x="6965950" y="3575050"/>
          <p14:tracePt t="134572" x="6673850" y="3905250"/>
          <p14:tracePt t="134605" x="6305550" y="4476750"/>
          <p14:tracePt t="134639" x="6108700" y="4838700"/>
          <p14:tracePt t="134669" x="6032500" y="5041900"/>
          <p14:tracePt t="134700" x="6019800" y="5124450"/>
          <p14:tracePt t="134734" x="6019800" y="5168900"/>
          <p14:tracePt t="134767" x="6013450" y="5207000"/>
          <p14:tracePt t="134788" x="6013450" y="5226050"/>
          <p14:tracePt t="134819" x="6013450" y="5251450"/>
          <p14:tracePt t="134852" x="6007100" y="5308600"/>
          <p14:tracePt t="134888" x="5994400" y="5327650"/>
          <p14:tracePt t="136262" x="5981700" y="5283200"/>
          <p14:tracePt t="136296" x="5956300" y="5226050"/>
          <p14:tracePt t="136328" x="5899150" y="5124450"/>
          <p14:tracePt t="136361" x="5816600" y="4953000"/>
          <p14:tracePt t="136385" x="5715000" y="4794250"/>
          <p14:tracePt t="136400" x="5626100" y="4699000"/>
          <p14:tracePt t="136432" x="5505450" y="4603750"/>
          <p14:tracePt t="136450" x="5391150" y="4559300"/>
          <p14:tracePt t="136483" x="5194300" y="4489450"/>
          <p14:tracePt t="136513" x="5029200" y="4438650"/>
          <p14:tracePt t="136544" x="4667250" y="4324350"/>
          <p14:tracePt t="136577" x="4387850" y="4235450"/>
          <p14:tracePt t="136611" x="4064000" y="4064000"/>
          <p14:tracePt t="136633" x="3949700" y="3994150"/>
          <p14:tracePt t="136663" x="3873500" y="3949700"/>
          <p14:tracePt t="136699" x="3854450" y="3924300"/>
          <p14:tracePt t="136731" x="3848100" y="3937000"/>
          <p14:tracePt t="138075" x="3803650" y="3886200"/>
          <p14:tracePt t="138108" x="3746500" y="3803650"/>
          <p14:tracePt t="138139" x="3670300" y="3733800"/>
          <p14:tracePt t="138163" x="3606800" y="3632200"/>
          <p14:tracePt t="138196" x="3359150" y="3289300"/>
          <p14:tracePt t="138229" x="3105150" y="2921000"/>
          <p14:tracePt t="138262" x="2870200" y="2597150"/>
          <p14:tracePt t="138295" x="2711450" y="2406650"/>
          <p14:tracePt t="138323" x="2641600" y="2330450"/>
          <p14:tracePt t="138354" x="2635250" y="2317750"/>
          <p14:tracePt t="138388" x="2622550" y="2286000"/>
          <p14:tracePt t="138421" x="2597150" y="2241550"/>
          <p14:tracePt t="138454" x="2540000" y="2146300"/>
          <p14:tracePt t="138476" x="2476500" y="2044700"/>
          <p14:tracePt t="138510" x="2317750" y="1739900"/>
          <p14:tracePt t="138544" x="2184400" y="1498600"/>
          <p14:tracePt t="138575" x="2089150" y="1308100"/>
          <p14:tracePt t="138604" x="2063750" y="1276350"/>
          <p14:tracePt t="138637" x="2063750" y="1270000"/>
          <p14:tracePt t="138670" x="2070100" y="1295400"/>
          <p14:tracePt t="138704" x="2070100" y="1371600"/>
          <p14:tracePt t="139584" x="2279650" y="1422400"/>
          <p14:tracePt t="139619" x="2590800" y="1473200"/>
          <p14:tracePt t="139651" x="3365500" y="1536700"/>
          <p14:tracePt t="139684" x="4273550" y="1631950"/>
          <p14:tracePt t="139702" x="4940300" y="1701800"/>
          <p14:tracePt t="139734" x="5848350" y="1873250"/>
          <p14:tracePt t="139766" x="6400800" y="2044700"/>
          <p14:tracePt t="139790" x="6629400" y="2114550"/>
          <p14:tracePt t="139821" x="6667500" y="2133600"/>
          <p14:tracePt t="139855" x="6692900" y="2159000"/>
          <p14:tracePt t="139889" x="6699250" y="2171700"/>
          <p14:tracePt t="139949" x="6680200" y="2190750"/>
          <p14:tracePt t="139982" x="6680200" y="2197100"/>
          <p14:tracePt t="140663" x="6699250" y="2247900"/>
          <p14:tracePt t="140696" x="6769100" y="2374900"/>
          <p14:tracePt t="140730" x="6832600" y="2527300"/>
          <p14:tracePt t="140764" x="6889750" y="2800350"/>
          <p14:tracePt t="140782" x="6908800" y="2908300"/>
          <p14:tracePt t="140813" x="6934200" y="3263900"/>
          <p14:tracePt t="140846" x="6934200" y="3568700"/>
          <p14:tracePt t="140870" x="6934200" y="3746500"/>
          <p14:tracePt t="140902" x="6940550" y="3962400"/>
          <p14:tracePt t="140933" x="6959600" y="4197350"/>
          <p14:tracePt t="140965" x="6959600" y="4273550"/>
          <p14:tracePt t="140984" x="6959600" y="4324350"/>
          <p14:tracePt t="141014" x="6965950" y="4387850"/>
          <p14:tracePt t="141046" x="6972300" y="4438650"/>
          <p14:tracePt t="141078" x="6972300" y="4476750"/>
          <p14:tracePt t="141129" x="6965950" y="4597400"/>
          <p14:tracePt t="141152" x="6946900" y="4641850"/>
          <p14:tracePt t="142108" x="6902450" y="4616450"/>
          <p14:tracePt t="142132" x="6864350" y="4603750"/>
          <p14:tracePt t="142165" x="6788150" y="4578350"/>
          <p14:tracePt t="142198" x="6629400" y="4527550"/>
          <p14:tracePt t="142229" x="6508750" y="4495800"/>
          <p14:tracePt t="142261" x="6184900" y="4438650"/>
          <p14:tracePt t="142276" x="6102350" y="4406900"/>
          <p14:tracePt t="142311" x="5708650" y="4305300"/>
          <p14:tracePt t="142341" x="5384800" y="4210050"/>
          <p14:tracePt t="142374" x="5060950" y="4064000"/>
          <p14:tracePt t="142407" x="4800600" y="3917950"/>
          <p14:tracePt t="142440" x="4616450" y="3860800"/>
          <p14:tracePt t="142464" x="4533900" y="3848100"/>
          <p14:tracePt t="142495" x="4489450" y="3848100"/>
          <p14:tracePt t="142529" x="4457700" y="3841750"/>
          <p14:tracePt t="142561" x="4445000" y="3854450"/>
          <p14:tracePt t="142590" x="4419600" y="3860800"/>
          <p14:tracePt t="142623" x="4406900" y="3886200"/>
          <p14:tracePt t="142656" x="4394200" y="3905250"/>
          <p14:tracePt t="142678" x="4387850" y="3917950"/>
          <p14:tracePt t="142712" x="4375150" y="3937000"/>
          <p14:tracePt t="142761" x="4375150" y="3943350"/>
          <p14:tracePt t="142873" x="4368800" y="3937000"/>
          <p14:tracePt t="142906" x="4356100" y="3930650"/>
          <p14:tracePt t="143840" x="4432300" y="3968750"/>
          <p14:tracePt t="143871" x="4622800" y="4038600"/>
          <p14:tracePt t="143902" x="4895850" y="4095750"/>
          <p14:tracePt t="143936" x="5359400" y="4222750"/>
          <p14:tracePt t="143968" x="5676900" y="4330700"/>
          <p14:tracePt t="144002" x="5854700" y="4425950"/>
          <p14:tracePt t="144011" x="5892800" y="4457700"/>
          <p14:tracePt t="144042" x="5930900" y="4508500"/>
          <p14:tracePt t="144075" x="5937250" y="4514850"/>
          <p14:tracePt t="144106" x="5911850" y="4489450"/>
          <p14:tracePt t="144134" x="5886450" y="4476750"/>
          <p14:tracePt t="144168" x="5867400" y="4457700"/>
          <p14:tracePt t="144217" x="5867400" y="4451350"/>
          <p14:tracePt t="144267" x="5861050" y="4438650"/>
          <p14:tracePt t="144304" x="5854700" y="4432300"/>
          <p14:tracePt t="144336" x="5854700" y="4419600"/>
          <p14:tracePt t="144638" x="5854700" y="4425950"/>
          <p14:tracePt t="144685" x="5861050" y="4425950"/>
          <p14:tracePt t="144716" x="5867400" y="4432300"/>
          <p14:tracePt t="144766" x="5873750" y="4438650"/>
          <p14:tracePt t="144870" x="5880100" y="4432300"/>
          <p14:tracePt t="144920" x="5880100" y="4419600"/>
          <p14:tracePt t="144965" x="5880100" y="4406900"/>
          <p14:tracePt t="144998" x="5880100" y="4387850"/>
          <p14:tracePt t="145032" x="5880100" y="4260850"/>
          <p14:tracePt t="145050" x="5880100" y="4197350"/>
          <p14:tracePt t="145069" x="5867400" y="4006850"/>
          <p14:tracePt t="145103" x="5848350" y="3409950"/>
          <p14:tracePt t="145135" x="5835650" y="2806700"/>
          <p14:tracePt t="145167" x="5822950" y="2343150"/>
          <p14:tracePt t="145200" x="5810250" y="2114550"/>
          <p14:tracePt t="145233" x="5803900" y="2063750"/>
          <p14:tracePt t="145264" x="5803900" y="2038350"/>
          <p14:tracePt t="145350" x="5803900" y="2044700"/>
          <p14:tracePt t="145402" x="5797550" y="2051050"/>
          <p14:tracePt t="145497" x="5797550" y="2057400"/>
          <p14:tracePt t="145584" x="5797550" y="2063750"/>
          <p14:tracePt t="145667" x="5791200" y="2063750"/>
          <p14:tracePt t="145729" x="5784850" y="2063750"/>
          <p14:tracePt t="145762" x="5753100" y="2063750"/>
          <p14:tracePt t="145795" x="5683250" y="2063750"/>
          <p14:tracePt t="145828" x="5429250" y="2089150"/>
          <p14:tracePt t="145862" x="4438650" y="2317750"/>
          <p14:tracePt t="145900" x="3378200" y="2622550"/>
          <p14:tracePt t="145934" x="2508250" y="2844800"/>
          <p14:tracePt t="145967" x="1987550" y="2946400"/>
          <p14:tracePt t="145997" x="1689100" y="2965450"/>
          <p14:tracePt t="146029" x="1581150" y="2959100"/>
          <p14:tracePt t="146061" x="1536700" y="2933700"/>
          <p14:tracePt t="146094" x="1524000" y="2914650"/>
          <p14:tracePt t="146128" x="1517650" y="2901950"/>
          <p14:tracePt t="146167" x="1511300" y="2889250"/>
          <p14:tracePt t="146246" x="1504950" y="2882900"/>
          <p14:tracePt t="146327" x="1498600" y="2882900"/>
          <p14:tracePt t="146529" x="1504950" y="2889250"/>
          <p14:tracePt t="146609" x="1504950" y="2895600"/>
          <p14:tracePt t="146714" x="1504950" y="2901950"/>
          <p14:tracePt t="147777" x="1562100" y="2901950"/>
          <p14:tracePt t="147810" x="1695450" y="2946400"/>
          <p14:tracePt t="147841" x="1822450" y="2984500"/>
          <p14:tracePt t="147873" x="1955800" y="3048000"/>
          <p14:tracePt t="147905" x="2063750" y="3124200"/>
          <p14:tracePt t="147928" x="2165350" y="3219450"/>
          <p14:tracePt t="147962" x="2216150" y="3276600"/>
          <p14:tracePt t="147995" x="2247900" y="3302000"/>
          <p14:tracePt t="148028" x="2298700" y="3314700"/>
          <p14:tracePt t="148059" x="2330450" y="3314700"/>
          <p14:tracePt t="148076" x="2381250" y="3308350"/>
          <p14:tracePt t="148108" x="2508250" y="3257550"/>
          <p14:tracePt t="148140" x="2724150" y="3136900"/>
          <p14:tracePt t="148170" x="2857500" y="3035300"/>
          <p14:tracePt t="148204" x="2978150" y="2965450"/>
          <p14:tracePt t="148237" x="3200400" y="2876550"/>
          <p14:tracePt t="148270" x="3333750" y="2844800"/>
          <p14:tracePt t="148304" x="3606800" y="2838450"/>
          <p14:tracePt t="148322" x="3727450" y="2851150"/>
          <p14:tracePt t="148354" x="3873500" y="2876550"/>
          <p14:tracePt t="148387" x="3911600" y="2889250"/>
          <p14:tracePt t="148420" x="3924300" y="2889250"/>
          <p14:tracePt t="148470" x="3892550" y="2870200"/>
          <p14:tracePt t="148503" x="3860800" y="2851150"/>
          <p14:tracePt t="148524" x="3810000" y="2832100"/>
          <p14:tracePt t="148555" x="3765550" y="2794000"/>
          <p14:tracePt t="148586" x="3702050" y="2768600"/>
          <p14:tracePt t="148621" x="3644900" y="2736850"/>
          <p14:tracePt t="148653" x="3536950" y="2705100"/>
          <p14:tracePt t="148687" x="3403600" y="2647950"/>
          <p14:tracePt t="148719" x="3238500" y="2584450"/>
          <p14:tracePt t="148742" x="3117850" y="2540000"/>
          <p14:tracePt t="148776" x="2901950" y="2438400"/>
          <p14:tracePt t="148806" x="2679700" y="2349500"/>
          <p14:tracePt t="148838" x="2559050" y="2292350"/>
          <p14:tracePt t="148871" x="2413000" y="2203450"/>
          <p14:tracePt t="148902" x="2368550" y="2165350"/>
          <p14:tracePt t="148968" x="2362200" y="2165350"/>
          <p14:tracePt t="149001" x="2368550" y="2165350"/>
          <p14:tracePt t="149034" x="2381250" y="2178050"/>
          <p14:tracePt t="149071" x="2387600" y="2178050"/>
          <p14:tracePt t="149087" x="2393950" y="2178050"/>
          <p14:tracePt t="149117" x="2393950" y="2184400"/>
          <p14:tracePt t="149168" x="2406650" y="2184400"/>
          <p14:tracePt t="149201" x="2419350" y="2190750"/>
          <p14:tracePt t="149234" x="2438400" y="2197100"/>
          <p14:tracePt t="149266" x="2667000" y="2260600"/>
          <p14:tracePt t="149290" x="2889250" y="2343150"/>
          <p14:tracePt t="149323" x="3384550" y="2578100"/>
          <p14:tracePt t="149354" x="4070350" y="2990850"/>
          <p14:tracePt t="149388" x="4451350" y="3276600"/>
          <p14:tracePt t="149418" x="4730750" y="3575050"/>
          <p14:tracePt t="149449" x="4927600" y="3810000"/>
          <p14:tracePt t="149483" x="5124450" y="4000500"/>
          <p14:tracePt t="149516" x="5359400" y="4197350"/>
          <p14:tracePt t="149537" x="5473700" y="4292600"/>
          <p14:tracePt t="149571" x="5651500" y="4419600"/>
          <p14:tracePt t="149604" x="5822950" y="4521200"/>
          <p14:tracePt t="149637" x="5962650" y="4610100"/>
          <p14:tracePt t="149668" x="6000750" y="4622800"/>
          <p14:tracePt t="149699" x="6019800" y="4603750"/>
          <p14:tracePt t="149732" x="6019800" y="4559300"/>
          <p14:tracePt t="149765" x="6045200" y="4356100"/>
          <p14:tracePt t="149798" x="6159500" y="3638550"/>
          <p14:tracePt t="149819" x="6216650" y="3219450"/>
          <p14:tracePt t="149853" x="6223000" y="2781300"/>
          <p14:tracePt t="149886" x="6172200" y="2692400"/>
          <p14:tracePt t="149915" x="6076950" y="2635250"/>
          <p14:tracePt t="149948" x="5899150" y="2552700"/>
          <p14:tracePt t="149981" x="5683250" y="2463800"/>
          <p14:tracePt t="150015" x="5308600" y="2362200"/>
          <p14:tracePt t="150047" x="4902200" y="2266950"/>
          <p14:tracePt t="150069" x="4311650" y="2120900"/>
          <p14:tracePt t="150102" x="3841750" y="1987550"/>
          <p14:tracePt t="150135" x="3327400" y="1898650"/>
          <p14:tracePt t="150166" x="2997200" y="1847850"/>
          <p14:tracePt t="150200" x="2641600" y="1847850"/>
          <p14:tracePt t="150232" x="2476500" y="1866900"/>
          <p14:tracePt t="150263" x="2393950" y="1885950"/>
          <p14:tracePt t="150297" x="2362200" y="1885950"/>
          <p14:tracePt t="150330" x="2355850" y="1892300"/>
          <p14:tracePt t="150351" x="2355850" y="1905000"/>
          <p14:tracePt t="150429" x="2362200" y="1898650"/>
          <p14:tracePt t="150512" x="2381250" y="1892300"/>
          <p14:tracePt t="150546" x="2393950" y="1892300"/>
          <p14:tracePt t="150564" x="2419350" y="1917700"/>
          <p14:tracePt t="150595" x="2546350" y="2057400"/>
          <p14:tracePt t="150630" x="2921000" y="2489200"/>
          <p14:tracePt t="150678" x="3314700" y="3048000"/>
          <p14:tracePt t="150712" x="3511550" y="3371850"/>
          <p14:tracePt t="150745" x="3543300" y="3441700"/>
          <p14:tracePt t="150763" x="3549650" y="3454400"/>
          <p14:tracePt t="150795" x="3543300" y="3473450"/>
          <p14:tracePt t="150828" x="3524250" y="3473450"/>
          <p14:tracePt t="150861" x="3492500" y="3460750"/>
          <p14:tracePt t="150894" x="3441700" y="3416300"/>
          <p14:tracePt t="150928" x="3346450" y="3333750"/>
          <p14:tracePt t="150961" x="3276600" y="3276600"/>
          <p14:tracePt t="150994" x="3155950" y="3194050"/>
          <p14:tracePt t="151028" x="3079750" y="3155950"/>
          <p14:tracePt t="151061" x="3009900" y="3124200"/>
          <p14:tracePt t="151079" x="2997200" y="3111500"/>
          <p14:tracePt t="151097" x="2971800" y="3098800"/>
          <p14:tracePt t="151127" x="2952750" y="3092450"/>
          <p14:tracePt t="151160" x="2927350" y="3073400"/>
          <p14:tracePt t="151194" x="2921000" y="3067050"/>
          <p14:tracePt t="151227" x="2914650" y="3060700"/>
          <p14:tracePt t="151260" x="2908300" y="3060700"/>
          <p14:tracePt t="151293" x="2901950" y="3054350"/>
          <p14:tracePt t="151393" x="2901950" y="3048000"/>
          <p14:tracePt t="151509" x="2914650" y="3048000"/>
          <p14:tracePt t="151542" x="2927350" y="3054350"/>
          <p14:tracePt t="151592" x="2940050" y="3054350"/>
          <p14:tracePt t="151611" x="3003550" y="3054350"/>
          <p14:tracePt t="151644" x="3105150" y="3041650"/>
          <p14:tracePt t="151678" x="3492500" y="2927350"/>
          <p14:tracePt t="151709" x="3867150" y="2787650"/>
          <p14:tracePt t="151741" x="4235450" y="2635250"/>
          <p14:tracePt t="151778" x="4603750" y="2514600"/>
          <p14:tracePt t="151808" x="4940300" y="2438400"/>
          <p14:tracePt t="151844" x="5251450" y="2432050"/>
          <p14:tracePt t="151877" x="5581650" y="2495550"/>
          <p14:tracePt t="151908" x="5765800" y="2533650"/>
          <p14:tracePt t="151941" x="5943600" y="2578100"/>
          <p14:tracePt t="151962" x="6083300" y="2622550"/>
          <p14:tracePt t="151993" x="6134100" y="2641600"/>
          <p14:tracePt t="152024" x="6216650" y="2698750"/>
          <p14:tracePt t="152057" x="6273800" y="2743200"/>
          <p14:tracePt t="152093" x="6343650" y="2819400"/>
          <p14:tracePt t="152110" x="6362700" y="2876550"/>
          <p14:tracePt t="152140" x="6388100" y="2971800"/>
          <p14:tracePt t="152179" x="6369050" y="3181350"/>
          <p14:tracePt t="152208" x="6330950" y="3416300"/>
          <p14:tracePt t="152240" x="6292850" y="3613150"/>
          <p14:tracePt t="152261" x="6267450" y="3695700"/>
          <p14:tracePt t="152295" x="6248400" y="3879850"/>
          <p14:tracePt t="152325" x="6248400" y="4108450"/>
          <p14:tracePt t="152356" x="6267450" y="4343400"/>
          <p14:tracePt t="152394" x="6286500" y="4514850"/>
          <p14:tracePt t="152425" x="6292850" y="4610100"/>
          <p14:tracePt t="152456" x="6292850" y="4635500"/>
          <p14:tracePt t="152589" x="6292850" y="4610100"/>
          <p14:tracePt t="152610" x="6292850" y="4597400"/>
          <p14:tracePt t="152640" x="6292850" y="4540250"/>
          <p14:tracePt t="152672" x="6292850" y="4387850"/>
          <p14:tracePt t="152695" x="6286500" y="4235450"/>
          <p14:tracePt t="152726" x="6299200" y="3778250"/>
          <p14:tracePt t="152743" x="6311900" y="3663950"/>
          <p14:tracePt t="152788" x="6375400" y="3206750"/>
          <p14:tracePt t="152811" x="6375400" y="2965450"/>
          <p14:tracePt t="152843" x="6350000" y="2832100"/>
          <p14:tracePt t="152888" x="6197600" y="2698750"/>
          <p14:tracePt t="152895" x="6165850" y="2679700"/>
          <p14:tracePt t="152925" x="6070600" y="2647950"/>
          <p14:tracePt t="152957" x="5873750" y="2609850"/>
          <p14:tracePt t="152987" x="5276850" y="2552700"/>
          <p14:tracePt t="153037" x="4159250" y="2368550"/>
          <p14:tracePt t="153087" x="3517900" y="2216150"/>
          <p14:tracePt t="153110" x="3136900" y="2120900"/>
          <p14:tracePt t="153141" x="2730500" y="2006600"/>
          <p14:tracePt t="153170" x="2628900" y="1974850"/>
          <p14:tracePt t="153203" x="2590800" y="1962150"/>
          <p14:tracePt t="153253" x="2552700" y="1949450"/>
          <p14:tracePt t="153319" x="2603500" y="1955800"/>
          <p14:tracePt t="153359" x="2781300" y="1955800"/>
          <p14:tracePt t="153402" x="3492500" y="1917700"/>
          <p14:tracePt t="153436" x="4737100" y="1930400"/>
          <p14:tracePt t="153469" x="5314950" y="1943100"/>
          <p14:tracePt t="153502" x="6083300" y="2070100"/>
          <p14:tracePt t="153536" x="6381750" y="2165350"/>
          <p14:tracePt t="153559" x="6502400" y="2247900"/>
          <p14:tracePt t="153602" x="6616700" y="2362200"/>
          <p14:tracePt t="153621" x="6623050" y="2387600"/>
          <p14:tracePt t="153659" x="6629400" y="2406650"/>
          <p14:tracePt t="153687" x="6629400" y="2438400"/>
          <p14:tracePt t="153718" x="6572250" y="2565400"/>
          <p14:tracePt t="153751" x="6540500" y="2654300"/>
          <p14:tracePt t="153784" x="6470650" y="2813050"/>
          <p14:tracePt t="153818" x="6400800" y="3041650"/>
          <p14:tracePt t="153851" x="6292850" y="3397250"/>
          <p14:tracePt t="153869" x="6280150" y="3473450"/>
          <p14:tracePt t="153901" x="6242050" y="3721100"/>
          <p14:tracePt t="153934" x="6235700" y="3810000"/>
          <p14:tracePt t="153967" x="6235700" y="3848100"/>
          <p14:tracePt t="154000" x="6235700" y="3879850"/>
          <p14:tracePt t="154034" x="6223000" y="3930650"/>
          <p14:tracePt t="154067" x="6172200" y="3987800"/>
          <p14:tracePt t="171623" x="6223000" y="4064000"/>
          <p14:tracePt t="171656" x="6280150" y="4260850"/>
          <p14:tracePt t="171689" x="6299200" y="4375150"/>
          <p14:tracePt t="171726" x="6273800" y="4578350"/>
          <p14:tracePt t="171741" x="6242050" y="4699000"/>
          <p14:tracePt t="171773" x="6153150" y="5003800"/>
          <p14:tracePt t="171793" x="6115050" y="5130800"/>
          <p14:tracePt t="171825" x="6051550" y="5295900"/>
          <p14:tracePt t="171856" x="6013450" y="5391150"/>
          <p14:tracePt t="171889" x="6000750" y="5429250"/>
          <p14:tracePt t="171924" x="6000750" y="5435600"/>
          <p14:tracePt t="171955" x="5994400" y="5435600"/>
          <p14:tracePt t="171988" x="5994400" y="5441950"/>
          <p14:tracePt t="172072" x="5994400" y="5422900"/>
          <p14:tracePt t="172124" x="6000750" y="5403850"/>
          <p14:tracePt t="172155" x="6013450" y="5391150"/>
          <p14:tracePt t="172188" x="6038850" y="5353050"/>
          <p14:tracePt t="172223" x="6108700" y="5270500"/>
          <p14:tracePt t="172254" x="6203950" y="5162550"/>
          <p14:tracePt t="172287" x="6292850" y="5092700"/>
          <p14:tracePt t="172308" x="6350000" y="5041900"/>
          <p14:tracePt t="172340" x="6432550" y="4972050"/>
          <p14:tracePt t="172370" x="6483350" y="4940300"/>
          <p14:tracePt t="172409" x="6553200" y="4902200"/>
          <p14:tracePt t="172429" x="6578600" y="4889500"/>
          <p14:tracePt t="172470" x="6604000" y="4870450"/>
          <p14:tracePt t="172493" x="6610350" y="4870450"/>
          <p14:tracePt t="172524" x="6616700" y="4876800"/>
          <p14:tracePt t="172572" x="6604000" y="4876800"/>
          <p14:tracePt t="173002" x="6597650" y="4813300"/>
          <p14:tracePt t="173026" x="6578600" y="4692650"/>
          <p14:tracePt t="173059" x="6546850" y="4425950"/>
          <p14:tracePt t="173089" x="6508750" y="4191000"/>
          <p14:tracePt t="173134" x="6470650" y="3905250"/>
          <p14:tracePt t="173158" x="6470650" y="3683000"/>
          <p14:tracePt t="173189" x="6464300" y="3562350"/>
          <p14:tracePt t="173217" x="6464300" y="3498850"/>
          <p14:tracePt t="173251" x="6464300" y="3448050"/>
          <p14:tracePt t="173274" x="6464300" y="3441700"/>
          <p14:tracePt t="173417" x="6470650" y="3460750"/>
          <p14:tracePt t="173450" x="6483350" y="3479800"/>
          <p14:tracePt t="173483" x="6483350" y="3511550"/>
          <p14:tracePt t="173502" x="6489700" y="3562350"/>
          <p14:tracePt t="173533" x="6508750" y="3714750"/>
          <p14:tracePt t="173566" x="6527800" y="4013200"/>
          <p14:tracePt t="173589" x="6527800" y="4140200"/>
          <p14:tracePt t="173632" x="6527800" y="4387850"/>
          <p14:tracePt t="173666" x="6527800" y="4540250"/>
          <p14:tracePt t="173699" x="6527800" y="4679950"/>
          <p14:tracePt t="173732" x="6527800" y="4699000"/>
          <p14:tracePt t="174330" x="6534150" y="4552950"/>
          <p14:tracePt t="174363" x="6534150" y="4356100"/>
          <p14:tracePt t="174397" x="6553200" y="4089400"/>
          <p14:tracePt t="174415" x="6546850" y="4000500"/>
          <p14:tracePt t="174446" x="6527800" y="3778250"/>
          <p14:tracePt t="174480" x="6527800" y="3562350"/>
          <p14:tracePt t="174513" x="6546850" y="3359150"/>
          <p14:tracePt t="174546" x="6565900" y="3213100"/>
          <p14:tracePt t="174580" x="6591300" y="3028950"/>
          <p14:tracePt t="174598" x="6604000" y="2971800"/>
          <p14:tracePt t="174629" x="6623050" y="2819400"/>
          <p14:tracePt t="174662" x="6629400" y="2762250"/>
          <p14:tracePt t="174695" x="6629400" y="2667000"/>
          <p14:tracePt t="174729" x="6610350" y="2603500"/>
          <p14:tracePt t="174762" x="6597650" y="2565400"/>
          <p14:tracePt t="174780" x="6597650" y="2559050"/>
          <p14:tracePt t="174812" x="6597650" y="2552700"/>
          <p14:tracePt t="174845" x="6591300" y="2552700"/>
          <p14:tracePt t="174928" x="6584950" y="2552700"/>
          <p14:tracePt t="174997" x="6584950" y="2565400"/>
          <p14:tracePt t="176131" x="6584950" y="2559050"/>
          <p14:tracePt t="176175" x="6584950" y="2552700"/>
          <p14:tracePt t="176201" x="6578600" y="2552700"/>
          <p14:tracePt t="176257" x="6565900" y="2540000"/>
          <p14:tracePt t="176307" x="6553200" y="2520950"/>
          <p14:tracePt t="176362" x="6546850" y="2514600"/>
          <p14:tracePt t="176395" x="6540500" y="2508250"/>
          <p14:tracePt t="176446" x="6540500" y="2501900"/>
          <p14:tracePt t="176556" x="6540500" y="2508250"/>
          <p14:tracePt t="176578" x="6546850" y="2527300"/>
          <p14:tracePt t="176594" x="6546850" y="2540000"/>
          <p14:tracePt t="176639" x="6578600" y="2667000"/>
          <p14:tracePt t="176664" x="6610350" y="2921000"/>
          <p14:tracePt t="176694" x="6629400" y="3263900"/>
          <p14:tracePt t="176722" x="6648450" y="3619500"/>
          <p14:tracePt t="176747" x="6661150" y="3860800"/>
          <p14:tracePt t="176779" x="6673850" y="3981450"/>
          <p14:tracePt t="176821" x="6692900" y="4197350"/>
          <p14:tracePt t="176855" x="6699250" y="4273550"/>
          <p14:tracePt t="176880" x="6699250" y="4298950"/>
          <p14:tracePt t="177104" x="6699250" y="4305300"/>
          <p14:tracePt t="177602" x="6642100" y="4032250"/>
          <p14:tracePt t="177636" x="6578600" y="3670300"/>
          <p14:tracePt t="177669" x="6515100" y="3308350"/>
          <p14:tracePt t="177702" x="6445250" y="2921000"/>
          <p14:tracePt t="177735" x="6413500" y="2724150"/>
          <p14:tracePt t="177769" x="6381750" y="2584450"/>
          <p14:tracePt t="177787" x="6381750" y="2559050"/>
          <p14:tracePt t="177818" x="6356350" y="2457450"/>
          <p14:tracePt t="177851" x="6350000" y="2400300"/>
          <p14:tracePt t="177884" x="6343650" y="2362200"/>
          <p14:tracePt t="177922" x="6324600" y="2336800"/>
          <p14:tracePt t="177951" x="6292850" y="2305050"/>
          <p14:tracePt t="177984" x="6242050" y="2266950"/>
          <p14:tracePt t="178020" x="6172200" y="2254250"/>
          <p14:tracePt t="178051" x="5886450" y="2235200"/>
          <p14:tracePt t="178084" x="5670550" y="2247900"/>
          <p14:tracePt t="178106" x="5410200" y="2247900"/>
          <p14:tracePt t="178137" x="4826000" y="2241550"/>
          <p14:tracePt t="178167" x="4425950" y="2197100"/>
          <p14:tracePt t="178200" x="4095750" y="2159000"/>
          <p14:tracePt t="178236" x="3721100" y="2108200"/>
          <p14:tracePt t="178267" x="3517900" y="2038350"/>
          <p14:tracePt t="178300" x="3365500" y="1987550"/>
          <p14:tracePt t="178323" x="3244850" y="1949450"/>
          <p14:tracePt t="178353" x="3041650" y="1905000"/>
          <p14:tracePt t="178383" x="2959100" y="1885950"/>
          <p14:tracePt t="178423" x="2838450" y="1879600"/>
          <p14:tracePt t="178438" x="2819400" y="1873250"/>
          <p14:tracePt t="178468" x="2794000" y="1866900"/>
          <p14:tracePt t="178499" x="2774950" y="1860550"/>
          <p14:tracePt t="178586" x="2787650" y="1860550"/>
          <p14:tracePt t="178652" x="2794000" y="1866900"/>
          <p14:tracePt t="178699" x="2800350" y="1866900"/>
          <p14:tracePt t="178768" x="2806700" y="1866900"/>
          <p14:tracePt t="178802" x="2819400" y="1866900"/>
          <p14:tracePt t="178838" x="2876550" y="1866900"/>
          <p14:tracePt t="178870" x="3054350" y="1866900"/>
          <p14:tracePt t="178901" x="3409950" y="1854200"/>
          <p14:tracePt t="178937" x="4235450" y="1803400"/>
          <p14:tracePt t="178969" x="4933950" y="1746250"/>
          <p14:tracePt t="179001" x="5499100" y="1720850"/>
          <p14:tracePt t="179023" x="5759450" y="1727200"/>
          <p14:tracePt t="179055" x="6115050" y="1771650"/>
          <p14:tracePt t="179086" x="6261100" y="1835150"/>
          <p14:tracePt t="179106" x="6400800" y="1898650"/>
          <p14:tracePt t="179138" x="6477000" y="1936750"/>
          <p14:tracePt t="179169" x="6597650" y="2006600"/>
          <p14:tracePt t="179200" x="6680200" y="2051050"/>
          <p14:tracePt t="179247" x="6781800" y="2165350"/>
          <p14:tracePt t="179745" x="6718300" y="2178050"/>
          <p14:tracePt t="179778" x="6610350" y="2184400"/>
          <p14:tracePt t="179812" x="6451600" y="2165350"/>
          <p14:tracePt t="179845" x="6178550" y="2133600"/>
          <p14:tracePt t="179878" x="5505450" y="1987550"/>
          <p14:tracePt t="179928" x="4527550" y="1797050"/>
          <p14:tracePt t="179961" x="3384550" y="1549400"/>
          <p14:tracePt t="179986" x="2895600" y="1428750"/>
          <p14:tracePt t="180013" x="2336800" y="1301750"/>
          <p14:tracePt t="180030" x="2235200" y="1282700"/>
          <p14:tracePt t="180061" x="1917700" y="1212850"/>
          <p14:tracePt t="180094" x="1847850" y="1219200"/>
          <p14:tracePt t="180127" x="1828800" y="1238250"/>
          <p14:tracePt t="180177" x="1828800" y="1244600"/>
          <p14:tracePt t="180210" x="1828800" y="1257300"/>
          <p14:tracePt t="180243" x="1841500" y="1270000"/>
          <p14:tracePt t="180293" x="1860550" y="1276350"/>
          <p14:tracePt t="180326" x="1879600" y="1282700"/>
          <p14:tracePt t="180359" x="1936750" y="1295400"/>
          <p14:tracePt t="180393" x="2247900" y="1384300"/>
          <p14:tracePt t="180427" x="2667000" y="1435100"/>
          <p14:tracePt t="180460" x="3397250" y="1485900"/>
          <p14:tracePt t="180492" x="3790950" y="1485900"/>
          <p14:tracePt t="180526" x="4381500" y="1530350"/>
          <p14:tracePt t="180545" x="4578350" y="1562100"/>
          <p14:tracePt t="180577" x="4813300" y="1619250"/>
          <p14:tracePt t="180609" x="5099050" y="1758950"/>
          <p14:tracePt t="180642" x="5130800" y="1778000"/>
          <p14:tracePt t="182818" x="5080000" y="1778000"/>
          <p14:tracePt t="182851" x="4997450" y="1790700"/>
          <p14:tracePt t="182884" x="4851400" y="1797050"/>
          <p14:tracePt t="182909" x="4641850" y="1835150"/>
          <p14:tracePt t="182950" x="4203700" y="1917700"/>
          <p14:tracePt t="182983" x="3822700" y="2012950"/>
          <p14:tracePt t="183008" x="3549650" y="2070100"/>
          <p14:tracePt t="183050" x="3175000" y="2139950"/>
          <p14:tracePt t="183069" x="2997200" y="2178050"/>
          <p14:tracePt t="183093" x="2946400" y="2203450"/>
          <p14:tracePt t="183133" x="2940050" y="2216150"/>
          <p14:tracePt t="183881" x="2914650" y="2273300"/>
          <p14:tracePt t="183914" x="2832100" y="2406650"/>
          <p14:tracePt t="183951" x="2755900" y="2540000"/>
          <p14:tracePt t="183980" x="2667000" y="2673350"/>
          <p14:tracePt t="184014" x="2533650" y="2863850"/>
          <p14:tracePt t="184050" x="2489200" y="2940050"/>
          <p14:tracePt t="184080" x="2470150" y="2978150"/>
          <p14:tracePt t="184113" x="2463800" y="2990850"/>
          <p14:tracePt t="184135" x="2457450" y="3009900"/>
          <p14:tracePt t="184166" x="2457450" y="3060700"/>
          <p14:tracePt t="184196" x="2457450" y="3168650"/>
          <p14:tracePt t="184236" x="2457450" y="3257550"/>
          <p14:tracePt t="189948" x="2520950" y="3257550"/>
          <p14:tracePt t="189978" x="2660650" y="3257550"/>
          <p14:tracePt t="190014" x="2832100" y="3257550"/>
          <p14:tracePt t="190044" x="2965450" y="3276600"/>
          <p14:tracePt t="190076" x="3136900" y="3289300"/>
          <p14:tracePt t="190109" x="3327400" y="3295650"/>
          <p14:tracePt t="190142" x="3549650" y="3295650"/>
          <p14:tracePt t="190175" x="3663950" y="3295650"/>
          <p14:tracePt t="190196" x="3727450" y="3289300"/>
          <p14:tracePt t="190230" x="3873500" y="3276600"/>
          <p14:tracePt t="190265" x="3968750" y="3270250"/>
          <p14:tracePt t="190294" x="4019550" y="3270250"/>
          <p14:tracePt t="190325" x="4057650" y="3282950"/>
          <p14:tracePt t="190358" x="4083050" y="3295650"/>
          <p14:tracePt t="190391" x="4089400" y="3321050"/>
          <p14:tracePt t="190415" x="4102100" y="3333750"/>
        </p14:tracePtLst>
      </p14:laserTrace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5400" y="2438400"/>
            <a:ext cx="8737600" cy="914400"/>
            <a:chOff x="25400" y="2438400"/>
            <a:chExt cx="8737600" cy="914400"/>
          </a:xfrm>
        </p:grpSpPr>
        <p:sp>
          <p:nvSpPr>
            <p:cNvPr id="17" name="Rectangle 16"/>
            <p:cNvSpPr/>
            <p:nvPr/>
          </p:nvSpPr>
          <p:spPr bwMode="auto">
            <a:xfrm>
              <a:off x="8077200" y="2514600"/>
              <a:ext cx="685800" cy="8382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,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5029200" y="2514600"/>
              <a:ext cx="3200400" cy="838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s</a:t>
              </a:r>
              <a:r>
                <a:rPr kumimoji="0" lang="en-US" sz="60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ports car</a:t>
              </a:r>
              <a:endParaRPr kumimoji="0" lang="en-US" sz="5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3581400" y="2514600"/>
              <a:ext cx="1371600" cy="83820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i</a:t>
              </a:r>
              <a:r>
                <a:rPr kumimoji="0" lang="en-US" sz="6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s a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762000" y="2514600"/>
              <a:ext cx="2743200" cy="838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0" b="0" i="0" u="none" strike="noStrike" cap="none" spc="17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F</a:t>
              </a:r>
              <a:r>
                <a:rPr kumimoji="0" lang="en-US" sz="6000" b="0" i="0" u="none" strike="noStrike" cap="none" spc="37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errari</a:t>
              </a:r>
              <a:r>
                <a:rPr kumimoji="0" lang="en-US" sz="5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 </a:t>
              </a: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25400" y="2438400"/>
              <a:ext cx="685800" cy="9144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A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295400" y="5410200"/>
            <a:ext cx="7315200" cy="914400"/>
            <a:chOff x="1295400" y="5410200"/>
            <a:chExt cx="7315200" cy="914400"/>
          </a:xfrm>
        </p:grpSpPr>
        <p:sp>
          <p:nvSpPr>
            <p:cNvPr id="7" name="Rectangle 6"/>
            <p:cNvSpPr/>
            <p:nvPr/>
          </p:nvSpPr>
          <p:spPr bwMode="auto">
            <a:xfrm>
              <a:off x="5029200" y="5486400"/>
              <a:ext cx="3200400" cy="8382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0" b="0" i="0" u="none" strike="noStrike" cap="none" spc="-20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type of car</a:t>
              </a:r>
              <a:endParaRPr kumimoji="0" lang="en-US" sz="5400" b="0" i="0" u="none" strike="noStrike" cap="none" spc="-20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3581400" y="5486400"/>
              <a:ext cx="1371600" cy="83820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i</a:t>
              </a:r>
              <a:r>
                <a:rPr kumimoji="0" lang="en-US" sz="6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s a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8229600" y="5410200"/>
              <a:ext cx="381000" cy="9144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.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1295400" y="5410200"/>
              <a:ext cx="2286000" cy="9144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which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</p:grpSp>
      <p:sp>
        <p:nvSpPr>
          <p:cNvPr id="21" name="Rounded Rectangular Callout 20"/>
          <p:cNvSpPr/>
          <p:nvPr/>
        </p:nvSpPr>
        <p:spPr bwMode="auto">
          <a:xfrm>
            <a:off x="4876800" y="2667000"/>
            <a:ext cx="4038600" cy="1524000"/>
          </a:xfrm>
          <a:prstGeom prst="wedgeRoundRectCallout">
            <a:avLst>
              <a:gd name="adj1" fmla="val -44284"/>
              <a:gd name="adj2" fmla="val 7706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A </a:t>
            </a:r>
            <a:r>
              <a:rPr lang="en-US" altLang="zh-TW" sz="3200" dirty="0" err="1">
                <a:solidFill>
                  <a:srgbClr val="C00000"/>
                </a:solidFill>
                <a:latin typeface="Times New Roman" charset="0"/>
              </a:rPr>
              <a:t>SportsCar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inherits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many features that are shared by all Cars.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868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999"/>
    </mc:Choice>
    <mc:Fallback xmlns="">
      <p:transition spd="slow" advTm="759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22222E-6 L 0.00156 -0.3784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1893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-0.00018 -0.7182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3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  <p:extLst>
    <p:ext uri="{3A86A75C-4F4B-4683-9AE1-C65F6400EC91}">
      <p14:laserTraceLst xmlns:p14="http://schemas.microsoft.com/office/powerpoint/2010/main">
        <p14:tracePtLst>
          <p14:tracePt t="2517" x="3530600" y="2736850"/>
          <p14:tracePt t="2552" x="3530600" y="2730500"/>
          <p14:tracePt t="2573" x="3530600" y="2724150"/>
          <p14:tracePt t="2708" x="3524250" y="2705100"/>
          <p14:tracePt t="2732" x="3524250" y="2698750"/>
          <p14:tracePt t="2810" x="3517900" y="2698750"/>
          <p14:tracePt t="2929" x="3517900" y="2692400"/>
          <p14:tracePt t="3042" x="3505200" y="2686050"/>
          <p14:tracePt t="3105" x="3498850" y="2679700"/>
          <p14:tracePt t="3210" x="3492500" y="2679700"/>
          <p14:tracePt t="3323" x="3486150" y="2679700"/>
          <p14:tracePt t="3350" x="3486150" y="2686050"/>
          <p14:tracePt t="3463" x="3492500" y="2692400"/>
          <p14:tracePt t="3491" x="3492500" y="2698750"/>
          <p14:tracePt t="3533" x="3498850" y="2705100"/>
          <p14:tracePt t="3555" x="3498850" y="2711450"/>
          <p14:tracePt t="3563" x="3505200" y="2711450"/>
          <p14:tracePt t="3576" x="3511550" y="2717800"/>
          <p14:tracePt t="3604" x="3517900" y="2724150"/>
          <p14:tracePt t="3625" x="3524250" y="2730500"/>
          <p14:tracePt t="3632" x="3524250" y="2736850"/>
          <p14:tracePt t="3648" x="3530600" y="2743200"/>
          <p14:tracePt t="3661" x="3530600" y="2755900"/>
          <p14:tracePt t="3678" x="3543300" y="2813050"/>
          <p14:tracePt t="3696" x="3556000" y="2895600"/>
          <p14:tracePt t="3711" x="3568700" y="2959100"/>
          <p14:tracePt t="3728" x="3575050" y="3079750"/>
          <p14:tracePt t="3745" x="3594100" y="3200400"/>
          <p14:tracePt t="3761" x="3594100" y="3263900"/>
          <p14:tracePt t="3778" x="3594100" y="3352800"/>
          <p14:tracePt t="3794" x="3587750" y="3409950"/>
          <p14:tracePt t="3811" x="3581400" y="3435350"/>
          <p14:tracePt t="3828" x="3581400" y="3448050"/>
          <p14:tracePt t="3844" x="3562350" y="3473450"/>
          <p14:tracePt t="3878" x="3562350" y="3479800"/>
          <p14:tracePt t="3913" x="3562350" y="3486150"/>
          <p14:tracePt t="3928" x="3556000" y="3492500"/>
          <p14:tracePt t="3934" x="3549650" y="3498850"/>
          <p14:tracePt t="3943" x="3549650" y="3505200"/>
          <p14:tracePt t="3960" x="3536950" y="3511550"/>
          <p14:tracePt t="4810" x="3530600" y="3511550"/>
          <p14:tracePt t="4817" x="3530600" y="3505200"/>
          <p14:tracePt t="4831" x="3524250" y="3486150"/>
          <p14:tracePt t="4841" x="3524250" y="3479800"/>
          <p14:tracePt t="4857" x="3511550" y="3460750"/>
          <p14:tracePt t="4874" x="3486150" y="3409950"/>
          <p14:tracePt t="4891" x="3435350" y="3333750"/>
          <p14:tracePt t="4907" x="3409950" y="3263900"/>
          <p14:tracePt t="4924" x="3340100" y="3149600"/>
          <p14:tracePt t="4940" x="3282950" y="3028950"/>
          <p14:tracePt t="4959" x="3206750" y="2921000"/>
          <p14:tracePt t="4974" x="3181350" y="2876550"/>
          <p14:tracePt t="4990" x="3155950" y="2832100"/>
          <p14:tracePt t="5007" x="3073400" y="2698750"/>
          <p14:tracePt t="5023" x="3048000" y="2667000"/>
          <p14:tracePt t="5040" x="3022600" y="2622550"/>
          <p14:tracePt t="5057" x="2997200" y="2527300"/>
          <p14:tracePt t="5073" x="2978150" y="2470150"/>
          <p14:tracePt t="5089" x="2940050" y="2324100"/>
          <p14:tracePt t="5106" x="2901950" y="2146300"/>
          <p14:tracePt t="5123" x="2876550" y="2051050"/>
          <p14:tracePt t="5141" x="2806700" y="1803400"/>
          <p14:tracePt t="5156" x="2787650" y="1739900"/>
          <p14:tracePt t="5173" x="2762250" y="1619250"/>
          <p14:tracePt t="5190" x="2755900" y="1511300"/>
          <p14:tracePt t="5206" x="2736850" y="1454150"/>
          <p14:tracePt t="5223" x="2736850" y="1352550"/>
          <p14:tracePt t="5239" x="2736850" y="1263650"/>
          <p14:tracePt t="5256" x="2736850" y="1219200"/>
          <p14:tracePt t="5272" x="2736850" y="1168400"/>
          <p14:tracePt t="5289" x="2762250" y="1079500"/>
          <p14:tracePt t="5305" x="2762250" y="1047750"/>
          <p14:tracePt t="5323" x="2774950" y="1016000"/>
          <p14:tracePt t="5339" x="2774950" y="996950"/>
          <p14:tracePt t="5356" x="2774950" y="952500"/>
          <p14:tracePt t="5372" x="2781300" y="927100"/>
          <p14:tracePt t="5389" x="2781300" y="920750"/>
          <p14:tracePt t="5405" x="2781300" y="908050"/>
          <p14:tracePt t="5422" x="2781300" y="901700"/>
          <p14:tracePt t="5439" x="2781300" y="895350"/>
          <p14:tracePt t="5457" x="2781300" y="889000"/>
          <p14:tracePt t="5499" x="2781300" y="882650"/>
          <p14:tracePt t="5611" x="2781300" y="876300"/>
          <p14:tracePt t="5639" x="2781300" y="869950"/>
          <p14:tracePt t="5660" x="2781300" y="863600"/>
          <p14:tracePt t="5680" x="2781300" y="857250"/>
          <p14:tracePt t="5694" x="2781300" y="850900"/>
          <p14:tracePt t="5701" x="2787650" y="844550"/>
          <p14:tracePt t="5708" x="2787650" y="838200"/>
          <p14:tracePt t="5724" x="2794000" y="825500"/>
          <p14:tracePt t="5738" x="2794000" y="812800"/>
          <p14:tracePt t="5754" x="2806700" y="749300"/>
          <p14:tracePt t="5772" x="2813050" y="711200"/>
          <p14:tracePt t="5788" x="2832100" y="641350"/>
          <p14:tracePt t="5804" x="2857500" y="552450"/>
          <p14:tracePt t="5821" x="2863850" y="527050"/>
          <p14:tracePt t="5837" x="2895600" y="457200"/>
          <p14:tracePt t="5854" x="2927350" y="419100"/>
          <p14:tracePt t="5872" x="2959100" y="381000"/>
          <p14:tracePt t="5887" x="2971800" y="374650"/>
          <p14:tracePt t="5904" x="2984500" y="361950"/>
          <p14:tracePt t="5920" x="3041650" y="349250"/>
          <p14:tracePt t="5937" x="3054350" y="342900"/>
          <p14:tracePt t="5954" x="3086100" y="342900"/>
          <p14:tracePt t="5970" x="3130550" y="342900"/>
          <p14:tracePt t="5987" x="3187700" y="342900"/>
          <p14:tracePt t="6004" x="3257550" y="342900"/>
          <p14:tracePt t="6021" x="3276600" y="349250"/>
          <p14:tracePt t="6037" x="3340100" y="355600"/>
          <p14:tracePt t="6054" x="3378200" y="361950"/>
          <p14:tracePt t="6070" x="3403600" y="368300"/>
          <p14:tracePt t="6087" x="3448050" y="381000"/>
          <p14:tracePt t="6103" x="3505200" y="381000"/>
          <p14:tracePt t="6120" x="3530600" y="381000"/>
          <p14:tracePt t="6136" x="3587750" y="374650"/>
          <p14:tracePt t="6153" x="3638550" y="336550"/>
          <p14:tracePt t="6169" x="3644900" y="336550"/>
          <p14:tracePt t="6635" x="3670300" y="336550"/>
          <p14:tracePt t="6643" x="3721100" y="336550"/>
          <p14:tracePt t="6657" x="3771900" y="330200"/>
          <p14:tracePt t="6667" x="3822700" y="330200"/>
          <p14:tracePt t="6685" x="3956050" y="317500"/>
          <p14:tracePt t="6701" x="4019550" y="317500"/>
          <p14:tracePt t="6717" x="4146550" y="330200"/>
          <p14:tracePt t="6735" x="4298950" y="330200"/>
          <p14:tracePt t="6751" x="4362450" y="330200"/>
          <p14:tracePt t="6767" x="4419600" y="330200"/>
          <p14:tracePt t="6784" x="4521200" y="330200"/>
          <p14:tracePt t="6801" x="4578350" y="330200"/>
          <p14:tracePt t="6817" x="4597400" y="330200"/>
          <p14:tracePt t="6834" x="4629150" y="330200"/>
          <p14:tracePt t="6851" x="4654550" y="336550"/>
          <p14:tracePt t="6868" x="4667250" y="336550"/>
          <p14:tracePt t="6884" x="4686300" y="336550"/>
          <p14:tracePt t="6900" x="4711700" y="336550"/>
          <p14:tracePt t="6917" x="4730750" y="336550"/>
          <p14:tracePt t="6933" x="4743450" y="342900"/>
          <p14:tracePt t="6951" x="4762500" y="342900"/>
          <p14:tracePt t="6967" x="4768850" y="342900"/>
          <p14:tracePt t="7000" x="4781550" y="349250"/>
          <p14:tracePt t="7523" x="4724400" y="400050"/>
          <p14:tracePt t="7537" x="4616450" y="476250"/>
          <p14:tracePt t="7544" x="4508500" y="546100"/>
          <p14:tracePt t="7551" x="4387850" y="628650"/>
          <p14:tracePt t="7567" x="4267200" y="679450"/>
          <p14:tracePt t="7581" x="4108450" y="749300"/>
          <p14:tracePt t="7598" x="4044950" y="800100"/>
          <p14:tracePt t="7615" x="3962400" y="825500"/>
          <p14:tracePt t="7631" x="3879850" y="863600"/>
          <p14:tracePt t="7648" x="3848100" y="863600"/>
          <p14:tracePt t="7664" x="3810000" y="869950"/>
          <p14:tracePt t="7681" x="3797300" y="869950"/>
          <p14:tracePt t="7698" x="3778250" y="869950"/>
          <p14:tracePt t="7714" x="3759200" y="869950"/>
          <p14:tracePt t="7731" x="3752850" y="869950"/>
          <p14:tracePt t="7749" x="3746500" y="863600"/>
          <p14:tracePt t="7764" x="3727450" y="863600"/>
          <p14:tracePt t="7780" x="3727450" y="857250"/>
          <p14:tracePt t="7839" x="3727450" y="850900"/>
          <p14:tracePt t="7853" x="3733800" y="850900"/>
          <p14:tracePt t="7875" x="3740150" y="850900"/>
          <p14:tracePt t="7896" x="3746500" y="850900"/>
          <p14:tracePt t="7903" x="3752850" y="850900"/>
          <p14:tracePt t="7924" x="3759200" y="850900"/>
          <p14:tracePt t="7933" x="3765550" y="850900"/>
          <p14:tracePt t="7946" x="3771900" y="850900"/>
          <p14:tracePt t="7963" x="3784600" y="850900"/>
          <p14:tracePt t="7981" x="3822700" y="857250"/>
          <p14:tracePt t="7996" x="3841750" y="857250"/>
          <p14:tracePt t="8013" x="3860800" y="857250"/>
          <p14:tracePt t="8030" x="3949700" y="863600"/>
          <p14:tracePt t="8046" x="4064000" y="863600"/>
          <p14:tracePt t="8063" x="4159250" y="863600"/>
          <p14:tracePt t="8066" x="4235450" y="863600"/>
          <p14:tracePt t="8079" x="4311650" y="863600"/>
          <p14:tracePt t="8096" x="4489450" y="850900"/>
          <p14:tracePt t="8114" x="4667250" y="831850"/>
          <p14:tracePt t="8129" x="4743450" y="831850"/>
          <p14:tracePt t="8146" x="4933950" y="831850"/>
          <p14:tracePt t="8163" x="5099050" y="831850"/>
          <p14:tracePt t="8179" x="5162550" y="831850"/>
          <p14:tracePt t="8196" x="5283200" y="838200"/>
          <p14:tracePt t="8213" x="5365750" y="844550"/>
          <p14:tracePt t="8229" x="5403850" y="850900"/>
          <p14:tracePt t="8246" x="5429250" y="850900"/>
          <p14:tracePt t="8262" x="5499100" y="857250"/>
          <p14:tracePt t="8278" x="5530850" y="857250"/>
          <p14:tracePt t="8297" x="5562600" y="863600"/>
          <p14:tracePt t="8312" x="5581650" y="857250"/>
          <p14:tracePt t="8918" x="5575300" y="882650"/>
          <p14:tracePt t="8925" x="5549900" y="939800"/>
          <p14:tracePt t="8939" x="5505450" y="1009650"/>
          <p14:tracePt t="8946" x="5467350" y="1066800"/>
          <p14:tracePt t="8962" x="5429250" y="1149350"/>
          <p14:tracePt t="8978" x="5314950" y="1333500"/>
          <p14:tracePt t="8993" x="5251450" y="1441450"/>
          <p14:tracePt t="9010" x="5105400" y="1689100"/>
          <p14:tracePt t="9027" x="5010150" y="1866900"/>
          <p14:tracePt t="9043" x="4876800" y="2095500"/>
          <p14:tracePt t="9059" x="4794250" y="2292350"/>
          <p14:tracePt t="9076" x="4743450" y="2387600"/>
          <p14:tracePt t="9094" x="4686300" y="2501900"/>
          <p14:tracePt t="9109" x="4648200" y="2565400"/>
          <p14:tracePt t="9126" x="4629150" y="2584450"/>
          <p14:tracePt t="9143" x="4597400" y="2654300"/>
          <p14:tracePt t="9159" x="4552950" y="2755900"/>
          <p14:tracePt t="9176" x="4533900" y="2813050"/>
          <p14:tracePt t="9193" x="4502150" y="2921000"/>
          <p14:tracePt t="9209" x="4464050" y="3009900"/>
          <p14:tracePt t="9228" x="4425950" y="3130550"/>
          <p14:tracePt t="9242" x="4406900" y="3181350"/>
          <p14:tracePt t="9259" x="4406900" y="3289300"/>
          <p14:tracePt t="9276" x="4394200" y="3359150"/>
          <p14:tracePt t="9292" x="4387850" y="3390900"/>
          <p14:tracePt t="9309" x="4375150" y="3429000"/>
          <p14:tracePt t="9326" x="4324350" y="3581400"/>
          <p14:tracePt t="9342" x="4298950" y="3625850"/>
          <p14:tracePt t="9763" x="4292600" y="3657600"/>
          <p14:tracePt t="9770" x="4286250" y="3683000"/>
          <p14:tracePt t="9777" x="4273550" y="3727450"/>
          <p14:tracePt t="9793" x="4267200" y="3759200"/>
          <p14:tracePt t="9807" x="4248150" y="3797300"/>
          <p14:tracePt t="9824" x="4229100" y="3860800"/>
          <p14:tracePt t="9841" x="4203700" y="3930650"/>
          <p14:tracePt t="9856" x="4203700" y="3975100"/>
          <p14:tracePt t="9873" x="4191000" y="4013200"/>
          <p14:tracePt t="9889" x="4191000" y="4064000"/>
          <p14:tracePt t="9906" x="4191000" y="4076700"/>
          <p14:tracePt t="9923" x="4184650" y="4108450"/>
          <p14:tracePt t="9940" x="4184650" y="4121150"/>
          <p14:tracePt t="9956" x="4178300" y="4133850"/>
          <p14:tracePt t="9975" x="4178300" y="4146550"/>
          <p14:tracePt t="9989" x="4178300" y="4152900"/>
          <p14:tracePt t="10006" x="4178300" y="4165600"/>
          <p14:tracePt t="10023" x="4178300" y="4171950"/>
          <p14:tracePt t="10039" x="4178300" y="4191000"/>
          <p14:tracePt t="10056" x="4178300" y="4197350"/>
          <p14:tracePt t="10073" x="4178300" y="4210050"/>
          <p14:tracePt t="10089" x="4178300" y="4216400"/>
          <p14:tracePt t="10108" x="4178300" y="4222750"/>
          <p14:tracePt t="10128" x="4178300" y="4229100"/>
          <p14:tracePt t="10163" x="4178300" y="4235450"/>
          <p14:tracePt t="10198" x="4184650" y="4235450"/>
          <p14:tracePt t="10241" x="4191000" y="4235450"/>
          <p14:tracePt t="10663" x="4210050" y="4235450"/>
          <p14:tracePt t="10671" x="4241800" y="4229100"/>
          <p14:tracePt t="10684" x="4267200" y="4222750"/>
          <p14:tracePt t="10691" x="4311650" y="4203700"/>
          <p14:tracePt t="10707" x="4368800" y="4184650"/>
          <p14:tracePt t="10720" x="4425950" y="4159250"/>
          <p14:tracePt t="10737" x="4546600" y="4102100"/>
          <p14:tracePt t="10755" x="4686300" y="4044950"/>
          <p14:tracePt t="10770" x="4749800" y="4000500"/>
          <p14:tracePt t="10787" x="4902200" y="3930650"/>
          <p14:tracePt t="10804" x="5048250" y="3873500"/>
          <p14:tracePt t="10820" x="5118100" y="3848100"/>
          <p14:tracePt t="10837" x="5257800" y="3765550"/>
          <p14:tracePt t="10854" x="5365750" y="3708400"/>
          <p14:tracePt t="10870" x="5435600" y="3683000"/>
          <p14:tracePt t="10886" x="5537200" y="3638550"/>
          <p14:tracePt t="10903" x="5607050" y="3625850"/>
          <p14:tracePt t="10920" x="5626100" y="3619500"/>
          <p14:tracePt t="10937" x="5657850" y="3613150"/>
          <p14:tracePt t="10953" x="5676900" y="3606800"/>
          <p14:tracePt t="10970" x="5689600" y="3600450"/>
          <p14:tracePt t="10987" x="5715000" y="3594100"/>
          <p14:tracePt t="11003" x="5721350" y="3594100"/>
          <p14:tracePt t="11019" x="5727700" y="3594100"/>
          <p14:tracePt t="11036" x="5734050" y="3594100"/>
          <p14:tracePt t="11052" x="5740400" y="3594100"/>
          <p14:tracePt t="11069" x="5753100" y="3594100"/>
          <p14:tracePt t="11086" x="5772150" y="3594100"/>
          <p14:tracePt t="11102" x="5778500" y="3594100"/>
          <p14:tracePt t="11105" x="5803900" y="3594100"/>
          <p14:tracePt t="11120" x="5822950" y="3594100"/>
          <p14:tracePt t="11135" x="5873750" y="3594100"/>
          <p14:tracePt t="11152" x="5899150" y="3606800"/>
          <p14:tracePt t="11169" x="5994400" y="3613150"/>
          <p14:tracePt t="11185" x="6108700" y="3613150"/>
          <p14:tracePt t="11202" x="6159500" y="3613150"/>
          <p14:tracePt t="11219" x="6267450" y="3613150"/>
          <p14:tracePt t="11235" x="6343650" y="3600450"/>
          <p14:tracePt t="11253" x="6388100" y="3594100"/>
          <p14:tracePt t="11268" x="6445250" y="3587750"/>
          <p14:tracePt t="11285" x="6464300" y="3587750"/>
          <p14:tracePt t="11303" x="6496050" y="3581400"/>
          <p14:tracePt t="11318" x="6502400" y="3581400"/>
          <p14:tracePt t="11335" x="6508750" y="3581400"/>
          <p14:tracePt t="11352" x="6521450" y="3581400"/>
          <p14:tracePt t="11385" x="6527800" y="3581400"/>
          <p14:tracePt t="11401" x="6534150" y="3587750"/>
          <p14:tracePt t="11418" x="6540500" y="3587750"/>
          <p14:tracePt t="11451" x="6546850" y="3594100"/>
          <p14:tracePt t="11478" x="6553200" y="3600450"/>
          <p14:tracePt t="11527" x="6553200" y="3606800"/>
          <p14:tracePt t="11577" x="6553200" y="3613150"/>
          <p14:tracePt t="11584" x="6546850" y="3613150"/>
          <p14:tracePt t="11605" x="6540500" y="3619500"/>
          <p14:tracePt t="11619" x="6534150" y="3619500"/>
          <p14:tracePt t="11626" x="6527800" y="3619500"/>
          <p14:tracePt t="11646" x="6515100" y="3619500"/>
          <p14:tracePt t="11654" x="6508750" y="3619500"/>
          <p14:tracePt t="11670" x="6489700" y="3625850"/>
          <p14:tracePt t="11683" x="6477000" y="3625850"/>
          <p14:tracePt t="11700" x="6426200" y="3638550"/>
          <p14:tracePt t="11718" x="6388100" y="3644900"/>
          <p14:tracePt t="11733" x="6356350" y="3651250"/>
          <p14:tracePt t="11750" x="6286500" y="3676650"/>
          <p14:tracePt t="11767" x="6197600" y="3708400"/>
          <p14:tracePt t="11784" x="6153150" y="3733800"/>
          <p14:tracePt t="11800" x="6096000" y="3752850"/>
          <p14:tracePt t="11817" x="5994400" y="3816350"/>
          <p14:tracePt t="11833" x="5873750" y="3886200"/>
          <p14:tracePt t="11851" x="5759450" y="3956050"/>
          <p14:tracePt t="11866" x="5715000" y="3981450"/>
          <p14:tracePt t="11883" x="5632450" y="4032250"/>
          <p14:tracePt t="11900" x="5556250" y="4076700"/>
          <p14:tracePt t="11916" x="5524500" y="4095750"/>
          <p14:tracePt t="11933" x="5454650" y="4133850"/>
          <p14:tracePt t="11950" x="5384800" y="4171950"/>
          <p14:tracePt t="11966" x="5359400" y="4178300"/>
          <p14:tracePt t="11983" x="5295900" y="4222750"/>
          <p14:tracePt t="11999" x="5251450" y="4248150"/>
          <p14:tracePt t="12016" x="5232400" y="4254500"/>
          <p14:tracePt t="12034" x="5194300" y="4279900"/>
          <p14:tracePt t="12049" x="5175250" y="4279900"/>
          <p14:tracePt t="12066" x="5162550" y="4286250"/>
          <p14:tracePt t="12083" x="5137150" y="4292600"/>
          <p14:tracePt t="12099" x="5124450" y="4292600"/>
          <p14:tracePt t="12116" x="5105400" y="4292600"/>
          <p14:tracePt t="12132" x="5092700" y="4279900"/>
          <p14:tracePt t="12149" x="5080000" y="4279900"/>
          <p14:tracePt t="12165" x="5067300" y="4267200"/>
          <p14:tracePt t="12182" x="5048250" y="4254500"/>
          <p14:tracePt t="12198" x="5041900" y="4254500"/>
          <p14:tracePt t="12217" x="5022850" y="4241800"/>
          <p14:tracePt t="12232" x="5010150" y="4229100"/>
          <p14:tracePt t="12248" x="5003800" y="4222750"/>
          <p14:tracePt t="12266" x="4984750" y="4216400"/>
          <p14:tracePt t="12282" x="4972050" y="4210050"/>
          <p14:tracePt t="12298" x="4959350" y="4210050"/>
          <p14:tracePt t="12315" x="4946650" y="4203700"/>
          <p14:tracePt t="12331" x="4933950" y="4203700"/>
          <p14:tracePt t="12364" x="4921250" y="4203700"/>
          <p14:tracePt t="12382" x="4902200" y="4203700"/>
          <p14:tracePt t="12399" x="4889500" y="4203700"/>
          <p14:tracePt t="12415" x="4883150" y="4210050"/>
          <p14:tracePt t="12432" x="4845050" y="4235450"/>
          <p14:tracePt t="12448" x="4813300" y="4273550"/>
          <p14:tracePt t="12464" x="4787900" y="4292600"/>
          <p14:tracePt t="12482" x="4768850" y="4311650"/>
          <p14:tracePt t="12498" x="4730750" y="4349750"/>
          <p14:tracePt t="12514" x="4718050" y="4356100"/>
          <p14:tracePt t="12531" x="4718050" y="4362450"/>
          <p14:tracePt t="12547" x="4705350" y="4381500"/>
          <p14:tracePt t="12564" x="4699000" y="4394200"/>
          <p14:tracePt t="12581" x="4692650" y="4413250"/>
          <p14:tracePt t="12597" x="4692650" y="4425950"/>
          <p14:tracePt t="12614" x="4686300" y="4445000"/>
          <p14:tracePt t="12631" x="4679950" y="4464050"/>
          <p14:tracePt t="12647" x="4673600" y="4464050"/>
          <p14:tracePt t="12664" x="4667250" y="4476750"/>
          <p14:tracePt t="12681" x="4667250" y="4483100"/>
          <p14:tracePt t="12697" x="4660900" y="4483100"/>
          <p14:tracePt t="12714" x="4654550" y="4489450"/>
          <p14:tracePt t="12730" x="4648200" y="4489450"/>
          <p14:tracePt t="12771" x="4641850" y="4489450"/>
          <p14:tracePt t="12813" x="4635500" y="4489450"/>
          <p14:tracePt t="12891" x="4635500" y="4483100"/>
          <p14:tracePt t="14319" x="4705350" y="4419600"/>
          <p14:tracePt t="14326" x="4845050" y="4324350"/>
          <p14:tracePt t="14340" x="5010150" y="4203700"/>
          <p14:tracePt t="14347" x="5194300" y="4076700"/>
          <p14:tracePt t="14358" x="5422900" y="3917950"/>
          <p14:tracePt t="14375" x="5632450" y="3790950"/>
          <p14:tracePt t="14391" x="5911850" y="3543300"/>
          <p14:tracePt t="14408" x="6007100" y="3460750"/>
          <p14:tracePt t="14425" x="6159500" y="3308350"/>
          <p14:tracePt t="14441" x="6197600" y="3270250"/>
          <p14:tracePt t="14457" x="6223000" y="3238500"/>
          <p14:tracePt t="14474" x="6242050" y="3213100"/>
          <p14:tracePt t="14490" x="6242050" y="3206750"/>
          <p14:tracePt t="14508" x="6248400" y="3200400"/>
          <p14:tracePt t="14529" x="6248400" y="3206750"/>
          <p14:tracePt t="14558" x="6248400" y="3213100"/>
          <p14:tracePt t="14564" x="6248400" y="3219450"/>
          <p14:tracePt t="14579" x="6248400" y="3225800"/>
          <p14:tracePt t="14590" x="6248400" y="3232150"/>
          <p14:tracePt t="14607" x="6223000" y="3244850"/>
          <p14:tracePt t="14623" x="6210300" y="3263900"/>
          <p14:tracePt t="14641" x="6184900" y="3270250"/>
          <p14:tracePt t="14657" x="6172200" y="3270250"/>
          <p14:tracePt t="14673" x="6165850" y="3263900"/>
          <p14:tracePt t="14691" x="6159500" y="3232150"/>
          <p14:tracePt t="14707" x="6165850" y="3213100"/>
          <p14:tracePt t="14741" x="6184900" y="3213100"/>
          <p14:tracePt t="14757" x="6197600" y="3213100"/>
          <p14:tracePt t="14773" x="6299200" y="3232150"/>
          <p14:tracePt t="14791" x="6432550" y="3238500"/>
          <p14:tracePt t="15522" x="6407150" y="3257550"/>
          <p14:tracePt t="15529" x="6362700" y="3270250"/>
          <p14:tracePt t="15543" x="6318250" y="3302000"/>
          <p14:tracePt t="15554" x="6261100" y="3327400"/>
          <p14:tracePt t="15572" x="6146800" y="3397250"/>
          <p14:tracePt t="15588" x="6089650" y="3441700"/>
          <p14:tracePt t="15603" x="6032500" y="3479800"/>
          <p14:tracePt t="15621" x="5854700" y="3638550"/>
          <p14:tracePt t="15637" x="5784850" y="3708400"/>
          <p14:tracePt t="15653" x="5632450" y="3841750"/>
          <p14:tracePt t="15670" x="5499100" y="3975100"/>
          <p14:tracePt t="15687" x="5441950" y="4032250"/>
          <p14:tracePt t="15690" x="5372100" y="4095750"/>
          <p14:tracePt t="15706" x="5314950" y="4140200"/>
          <p14:tracePt t="15720" x="5219700" y="4216400"/>
          <p14:tracePt t="15736" x="5187950" y="4229100"/>
          <p14:tracePt t="15754" x="5137150" y="4267200"/>
          <p14:tracePt t="15770" x="5111750" y="4286250"/>
          <p14:tracePt t="15786" x="5067300" y="4337050"/>
          <p14:tracePt t="15803" x="4997450" y="4406900"/>
          <p14:tracePt t="15820" x="4972050" y="4438650"/>
          <p14:tracePt t="15836" x="4933950" y="4495800"/>
          <p14:tracePt t="15853" x="4857750" y="4616450"/>
          <p14:tracePt t="15869" x="4832350" y="4648200"/>
          <p14:tracePt t="15887" x="4819650" y="4692650"/>
          <p14:tracePt t="15902" x="4800600" y="4730750"/>
          <p14:tracePt t="15936" x="4800600" y="4737100"/>
          <p14:tracePt t="16084" x="4800600" y="4730750"/>
          <p14:tracePt t="16161" x="4794250" y="4724400"/>
          <p14:tracePt t="16182" x="4781550" y="4724400"/>
          <p14:tracePt t="16196" x="4775200" y="4718050"/>
          <p14:tracePt t="16218" x="4762500" y="4718050"/>
          <p14:tracePt t="16231" x="4749800" y="4711700"/>
          <p14:tracePt t="16245" x="4730750" y="4705350"/>
          <p14:tracePt t="16254" x="4699000" y="4699000"/>
          <p14:tracePt t="16268" x="4660900" y="4686300"/>
          <p14:tracePt t="16284" x="4603750" y="4673600"/>
          <p14:tracePt t="16304" x="4483100" y="4641850"/>
          <p14:tracePt t="16317" x="4406900" y="4622800"/>
          <p14:tracePt t="16334" x="4349750" y="4616450"/>
          <p14:tracePt t="16352" x="4235450" y="4584700"/>
          <p14:tracePt t="16368" x="4191000" y="4578350"/>
          <p14:tracePt t="16384" x="4159250" y="4572000"/>
          <p14:tracePt t="16401" x="4121150" y="4565650"/>
          <p14:tracePt t="16417" x="4102100" y="4565650"/>
          <p14:tracePt t="16435" x="4089400" y="4565650"/>
          <p14:tracePt t="16519" x="4095750" y="4565650"/>
          <p14:tracePt t="16548" x="4102100" y="4565650"/>
          <p14:tracePt t="16554" x="4114800" y="4565650"/>
          <p14:tracePt t="16570" x="4127500" y="4565650"/>
          <p14:tracePt t="16584" x="4146550" y="4565650"/>
          <p14:tracePt t="16600" x="4229100" y="4572000"/>
          <p14:tracePt t="16618" x="4381500" y="4591050"/>
          <p14:tracePt t="16633" x="4483100" y="4591050"/>
          <p14:tracePt t="16650" x="4679950" y="4597400"/>
          <p14:tracePt t="16667" x="4781550" y="4597400"/>
          <p14:tracePt t="16683" x="4972050" y="4597400"/>
          <p14:tracePt t="16700" x="5060950" y="4597400"/>
          <p14:tracePt t="16717" x="5149850" y="4584700"/>
          <p14:tracePt t="16733" x="5302250" y="4584700"/>
          <p14:tracePt t="16750" x="5403850" y="4584700"/>
          <p14:tracePt t="16766" x="5473700" y="4584700"/>
          <p14:tracePt t="16783" x="5505450" y="4584700"/>
          <p14:tracePt t="16801" x="5575300" y="4591050"/>
          <p14:tracePt t="16815" x="5581650" y="4591050"/>
          <p14:tracePt t="16833" x="5600700" y="4597400"/>
          <p14:tracePt t="16850" x="5613400" y="4603750"/>
          <p14:tracePt t="17321" x="5626100" y="4572000"/>
          <p14:tracePt t="17335" x="5664200" y="4514850"/>
          <p14:tracePt t="17343" x="5689600" y="4457700"/>
          <p14:tracePt t="17350" x="5740400" y="4387850"/>
          <p14:tracePt t="17365" x="5778500" y="4330700"/>
          <p14:tracePt t="17380" x="5892800" y="4191000"/>
          <p14:tracePt t="17398" x="5949950" y="4114800"/>
          <p14:tracePt t="17414" x="6070600" y="3975100"/>
          <p14:tracePt t="17431" x="6172200" y="3835400"/>
          <p14:tracePt t="17448" x="6273800" y="3695700"/>
          <p14:tracePt t="17464" x="6318250" y="3651250"/>
          <p14:tracePt t="17480" x="6343650" y="3606800"/>
          <p14:tracePt t="17497" x="6407150" y="3549650"/>
          <p14:tracePt t="17514" x="6432550" y="3517900"/>
          <p14:tracePt t="17530" x="6445250" y="3511550"/>
          <p14:tracePt t="17547" x="6457950" y="3505200"/>
          <p14:tracePt t="17563" x="6464300" y="3505200"/>
          <p14:tracePt t="17680" x="6477000" y="3505200"/>
          <p14:tracePt t="17687" x="6483350" y="3498850"/>
          <p14:tracePt t="17696" x="6483350" y="3492500"/>
          <p14:tracePt t="17712" x="6489700" y="3486150"/>
          <p14:tracePt t="19616" x="6477000" y="3486150"/>
          <p14:tracePt t="19624" x="6464300" y="3486150"/>
          <p14:tracePt t="19638" x="6438900" y="3492500"/>
          <p14:tracePt t="19645" x="6407150" y="3498850"/>
          <p14:tracePt t="19659" x="6362700" y="3505200"/>
          <p14:tracePt t="19673" x="6267450" y="3536950"/>
          <p14:tracePt t="19689" x="6216650" y="3543300"/>
          <p14:tracePt t="19706" x="6153150" y="3549650"/>
          <p14:tracePt t="19723" x="5969000" y="3581400"/>
          <p14:tracePt t="19740" x="5854700" y="3594100"/>
          <p14:tracePt t="19756" x="5626100" y="3600450"/>
          <p14:tracePt t="19773" x="5359400" y="3606800"/>
          <p14:tracePt t="19789" x="5130800" y="3600450"/>
          <p14:tracePt t="19807" x="4914900" y="3568700"/>
          <p14:tracePt t="19822" x="4813300" y="3549650"/>
          <p14:tracePt t="19839" x="4591050" y="3492500"/>
          <p14:tracePt t="19856" x="4406900" y="3441700"/>
          <p14:tracePt t="19872" x="4337050" y="3416300"/>
          <p14:tracePt t="19889" x="4203700" y="3346450"/>
          <p14:tracePt t="19905" x="4076700" y="3289300"/>
          <p14:tracePt t="19922" x="4019550" y="3263900"/>
          <p14:tracePt t="19939" x="3968750" y="3251200"/>
          <p14:tracePt t="19955" x="3905250" y="3219450"/>
          <p14:tracePt t="19972" x="3860800" y="3200400"/>
          <p14:tracePt t="19990" x="3822700" y="3175000"/>
          <p14:tracePt t="20005" x="3790950" y="3162300"/>
          <p14:tracePt t="20022" x="3778250" y="3143250"/>
          <p14:tracePt t="20039" x="3759200" y="3117850"/>
          <p14:tracePt t="20055" x="3727450" y="3086100"/>
          <p14:tracePt t="20071" x="3702050" y="3073400"/>
          <p14:tracePt t="20591" x="3733800" y="3054350"/>
          <p14:tracePt t="20598" x="3790950" y="3016250"/>
          <p14:tracePt t="20612" x="3841750" y="2984500"/>
          <p14:tracePt t="20622" x="3898900" y="2933700"/>
          <p14:tracePt t="20636" x="3943350" y="2895600"/>
          <p14:tracePt t="20653" x="4044950" y="2819400"/>
          <p14:tracePt t="20670" x="4140200" y="2755900"/>
          <p14:tracePt t="20686" x="4171950" y="2736850"/>
          <p14:tracePt t="20703" x="4210050" y="2711450"/>
          <p14:tracePt t="20719" x="4229100" y="2698750"/>
          <p14:tracePt t="20736" x="4241800" y="2692400"/>
          <p14:tracePt t="20754" x="4260850" y="2686050"/>
          <p14:tracePt t="20769" x="4286250" y="2679700"/>
          <p14:tracePt t="20785" x="4298950" y="2679700"/>
          <p14:tracePt t="20803" x="4318000" y="2673350"/>
          <p14:tracePt t="20819" x="4337050" y="2673350"/>
          <p14:tracePt t="20835" x="4368800" y="2660650"/>
          <p14:tracePt t="20852" x="4419600" y="2654300"/>
          <p14:tracePt t="20869" x="4451350" y="2647950"/>
          <p14:tracePt t="20886" x="4514850" y="2641600"/>
          <p14:tracePt t="20902" x="4584700" y="2641600"/>
          <p14:tracePt t="20918" x="4610100" y="2635250"/>
          <p14:tracePt t="20936" x="4667250" y="2635250"/>
          <p14:tracePt t="20952" x="4730750" y="2635250"/>
          <p14:tracePt t="20968" x="4756150" y="2635250"/>
          <p14:tracePt t="20985" x="4813300" y="2635250"/>
          <p14:tracePt t="21002" x="4864100" y="2647950"/>
          <p14:tracePt t="21018" x="4883150" y="2647950"/>
          <p14:tracePt t="21035" x="4927600" y="2654300"/>
          <p14:tracePt t="21052" x="4978400" y="2660650"/>
          <p14:tracePt t="21068" x="4997450" y="2660650"/>
          <p14:tracePt t="21084" x="5035550" y="2660650"/>
          <p14:tracePt t="21101" x="5080000" y="2667000"/>
          <p14:tracePt t="21118" x="5086350" y="2667000"/>
          <p14:tracePt t="24707" x="5080000" y="2667000"/>
          <p14:tracePt t="24714" x="5067300" y="2667000"/>
          <p14:tracePt t="24722" x="5048250" y="2667000"/>
          <p14:tracePt t="24738" x="5035550" y="2667000"/>
          <p14:tracePt t="24755" x="5003800" y="2667000"/>
          <p14:tracePt t="24772" x="4965700" y="2660650"/>
          <p14:tracePt t="24788" x="4914900" y="2660650"/>
          <p14:tracePt t="24806" x="4857750" y="2660650"/>
          <p14:tracePt t="24822" x="4838700" y="2660650"/>
          <p14:tracePt t="24838" x="4787900" y="2660650"/>
          <p14:tracePt t="24855" x="4749800" y="2660650"/>
          <p14:tracePt t="24871" x="4724400" y="2660650"/>
          <p14:tracePt t="24888" x="4679950" y="2660650"/>
          <p14:tracePt t="24905" x="4641850" y="2667000"/>
          <p14:tracePt t="24921" x="4629150" y="2667000"/>
          <p14:tracePt t="24938" x="4610100" y="2673350"/>
          <p14:tracePt t="24954" x="4597400" y="2679700"/>
          <p14:tracePt t="24971" x="4591050" y="2679700"/>
          <p14:tracePt t="24988" x="4584700" y="2679700"/>
          <p14:tracePt t="25004" x="4572000" y="2679700"/>
          <p14:tracePt t="26307" x="4616450" y="2660650"/>
          <p14:tracePt t="26321" x="4686300" y="2641600"/>
          <p14:tracePt t="26328" x="4749800" y="2616200"/>
          <p14:tracePt t="26343" x="4832350" y="2597150"/>
          <p14:tracePt t="26352" x="4902200" y="2565400"/>
          <p14:tracePt t="26366" x="4965700" y="2546350"/>
          <p14:tracePt t="26383" x="5073650" y="2520950"/>
          <p14:tracePt t="26399" x="5137150" y="2501900"/>
          <p14:tracePt t="26416" x="5156200" y="2501900"/>
          <p14:tracePt t="26433" x="5168900" y="2501900"/>
          <p14:tracePt t="26449" x="5200650" y="2501900"/>
          <p14:tracePt t="26483" x="5207000" y="2501900"/>
          <p14:tracePt t="26500" x="5213350" y="2501900"/>
          <p14:tracePt t="26516" x="5219700" y="2501900"/>
          <p14:tracePt t="26533" x="5232400" y="2501900"/>
          <p14:tracePt t="26549" x="5238750" y="2501900"/>
          <p14:tracePt t="26566" x="5245100" y="2501900"/>
          <p14:tracePt t="26582" x="5264150" y="2501900"/>
          <p14:tracePt t="26599" x="5270500" y="2501900"/>
          <p14:tracePt t="26616" x="5283200" y="2508250"/>
          <p14:tracePt t="26632" x="5302250" y="2508250"/>
          <p14:tracePt t="26649" x="5314950" y="2508250"/>
          <p14:tracePt t="26666" x="5334000" y="2508250"/>
          <p14:tracePt t="26682" x="5346700" y="2508250"/>
          <p14:tracePt t="26699" x="5353050" y="2508250"/>
          <p14:tracePt t="26715" x="5384800" y="2508250"/>
          <p14:tracePt t="26732" x="5422900" y="2514600"/>
          <p14:tracePt t="26748" x="5435600" y="2514600"/>
          <p14:tracePt t="26765" x="5467350" y="2527300"/>
          <p14:tracePt t="26782" x="5467350" y="2540000"/>
          <p14:tracePt t="27333" x="5480050" y="2540000"/>
          <p14:tracePt t="27348" x="5499100" y="2540000"/>
          <p14:tracePt t="27354" x="5518150" y="2546350"/>
          <p14:tracePt t="27363" x="5524500" y="2546350"/>
          <p14:tracePt t="27379" x="5549900" y="2546350"/>
          <p14:tracePt t="27399" x="5556250" y="2546350"/>
          <p14:tracePt t="27412" x="5568950" y="2546350"/>
          <p14:tracePt t="27429" x="5575300" y="2546350"/>
          <p14:tracePt t="27452" x="5581650" y="2546350"/>
          <p14:tracePt t="27474" x="5588000" y="2546350"/>
          <p14:tracePt t="27495" x="5594350" y="2546350"/>
          <p14:tracePt t="27516" x="5600700" y="2552700"/>
          <p14:tracePt t="27522" x="5607050" y="2552700"/>
          <p14:tracePt t="27531" x="5613400" y="2559050"/>
          <p14:tracePt t="27546" x="5619750" y="2559050"/>
          <p14:tracePt t="27562" x="5619750" y="2565400"/>
          <p14:tracePt t="28656" x="5619750" y="2571750"/>
          <p14:tracePt t="28670" x="5607050" y="2578100"/>
          <p14:tracePt t="28678" x="5600700" y="2584450"/>
          <p14:tracePt t="28694" x="5588000" y="2597150"/>
          <p14:tracePt t="28708" x="5575300" y="2603500"/>
          <p14:tracePt t="28725" x="5524500" y="2641600"/>
          <p14:tracePt t="28742" x="5448300" y="2679700"/>
          <p14:tracePt t="28758" x="5416550" y="2705100"/>
          <p14:tracePt t="28775" x="5327650" y="2743200"/>
          <p14:tracePt t="28791" x="5232400" y="2768600"/>
          <p14:tracePt t="28808" x="5175250" y="2787650"/>
          <p14:tracePt t="28825" x="5080000" y="2813050"/>
          <p14:tracePt t="28841" x="4997450" y="2838450"/>
          <p14:tracePt t="28858" x="4965700" y="2844800"/>
          <p14:tracePt t="28874" x="4921250" y="2851150"/>
          <p14:tracePt t="28891" x="4870450" y="2857500"/>
          <p14:tracePt t="28909" x="4819650" y="2876550"/>
          <p14:tracePt t="28924" x="4800600" y="2882900"/>
          <p14:tracePt t="28941" x="4756150" y="2895600"/>
          <p14:tracePt t="28958" x="4724400" y="2908300"/>
          <p14:tracePt t="28974" x="4705350" y="2921000"/>
          <p14:tracePt t="28990" x="4692650" y="2927350"/>
          <p14:tracePt t="29008" x="4654550" y="2946400"/>
          <p14:tracePt t="29024" x="4641850" y="2952750"/>
          <p14:tracePt t="29057" x="4622800" y="2959100"/>
          <p14:tracePt t="29073" x="4610100" y="2965450"/>
          <p14:tracePt t="29090" x="4597400" y="2965450"/>
          <p14:tracePt t="29107" x="4591050" y="2965450"/>
          <p14:tracePt t="29123" x="4584700" y="2971800"/>
          <p14:tracePt t="29211" x="4578350" y="2978150"/>
          <p14:tracePt t="29288" x="4578350" y="2984500"/>
          <p14:tracePt t="29302" x="4578350" y="2990850"/>
          <p14:tracePt t="29316" x="4578350" y="2997200"/>
          <p14:tracePt t="29330" x="4578350" y="3003550"/>
          <p14:tracePt t="29339" x="4578350" y="3009900"/>
          <p14:tracePt t="29366" x="4578350" y="3016250"/>
          <p14:tracePt t="29407" x="4578350" y="3022600"/>
          <p14:tracePt t="29436" x="4578350" y="3028950"/>
          <p14:tracePt t="29457" x="4578350" y="3035300"/>
          <p14:tracePt t="29513" x="4584700" y="3041650"/>
          <p14:tracePt t="30552" x="4635500" y="3041650"/>
          <p14:tracePt t="30559" x="4654550" y="3041650"/>
          <p14:tracePt t="30573" x="4673600" y="3041650"/>
          <p14:tracePt t="30584" x="4705350" y="3048000"/>
          <p14:tracePt t="30603" x="4775200" y="3079750"/>
          <p14:tracePt t="30619" x="4806950" y="3086100"/>
          <p14:tracePt t="30636" x="4876800" y="3105150"/>
          <p14:tracePt t="30651" x="4953000" y="3130550"/>
          <p14:tracePt t="30668" x="4984750" y="3143250"/>
          <p14:tracePt t="30686" x="5035550" y="3168650"/>
          <p14:tracePt t="30702" x="5060950" y="3181350"/>
          <p14:tracePt t="30718" x="5067300" y="3181350"/>
          <p14:tracePt t="30735" x="5073650" y="3187700"/>
          <p14:tracePt t="30768" x="5080000" y="3194050"/>
          <p14:tracePt t="30861" x="5080000" y="3187700"/>
          <p14:tracePt t="30869" x="5086350" y="3187700"/>
          <p14:tracePt t="30882" x="5092700" y="3187700"/>
          <p14:tracePt t="30889" x="5099050" y="3181350"/>
          <p14:tracePt t="30904" x="5105400" y="3175000"/>
          <p14:tracePt t="32045" x="5099050" y="3175000"/>
          <p14:tracePt t="32066" x="5080000" y="3181350"/>
          <p14:tracePt t="32081" x="5073650" y="3187700"/>
          <p14:tracePt t="32087" x="5060950" y="3194050"/>
          <p14:tracePt t="32096" x="5048250" y="3213100"/>
          <p14:tracePt t="32113" x="5035550" y="3219450"/>
          <p14:tracePt t="32131" x="5010150" y="3244850"/>
          <p14:tracePt t="32146" x="5003800" y="3257550"/>
          <p14:tracePt t="32163" x="4991100" y="3270250"/>
          <p14:tracePt t="32179" x="4959350" y="3295650"/>
          <p14:tracePt t="32196" x="4927600" y="3333750"/>
          <p14:tracePt t="32213" x="4902200" y="3365500"/>
          <p14:tracePt t="32229" x="4851400" y="3422650"/>
          <p14:tracePt t="32246" x="4806950" y="3486150"/>
          <p14:tracePt t="32263" x="4768850" y="3543300"/>
          <p14:tracePt t="32279" x="4718050" y="3606800"/>
          <p14:tracePt t="32296" x="4692650" y="3651250"/>
          <p14:tracePt t="32313" x="4635500" y="3752850"/>
          <p14:tracePt t="32329" x="4578350" y="3854450"/>
          <p14:tracePt t="32346" x="4552950" y="3898900"/>
          <p14:tracePt t="32362" x="4476750" y="4013200"/>
          <p14:tracePt t="32379" x="4419600" y="4127500"/>
          <p14:tracePt t="32396" x="4394200" y="4178300"/>
          <p14:tracePt t="32412" x="4337050" y="4292600"/>
          <p14:tracePt t="32429" x="4318000" y="4337050"/>
          <p14:tracePt t="32446" x="4279900" y="4438650"/>
          <p14:tracePt t="32462" x="4273550" y="4464050"/>
          <p14:tracePt t="32478" x="4267200" y="4483100"/>
          <p14:tracePt t="32495" x="4248150" y="4514850"/>
          <p14:tracePt t="32512" x="4222750" y="4546600"/>
          <p14:tracePt t="32528" x="4210050" y="4552950"/>
          <p14:tracePt t="32545" x="4191000" y="4572000"/>
          <p14:tracePt t="32562" x="4184650" y="4578350"/>
          <p14:tracePt t="32594" x="4178300" y="4578350"/>
          <p14:tracePt t="32713" x="4171950" y="4578350"/>
          <p14:tracePt t="32720" x="4165600" y="4578350"/>
          <p14:tracePt t="32728" x="4159250" y="4578350"/>
          <p14:tracePt t="33400" x="4159250" y="4572000"/>
          <p14:tracePt t="33414" x="4146550" y="4559300"/>
          <p14:tracePt t="33421" x="4140200" y="4546600"/>
          <p14:tracePt t="33436" x="4127500" y="4527550"/>
          <p14:tracePt t="33445" x="4114800" y="4495800"/>
          <p14:tracePt t="33458" x="4089400" y="4451350"/>
          <p14:tracePt t="33475" x="4038600" y="4349750"/>
          <p14:tracePt t="33492" x="3975100" y="4235450"/>
          <p14:tracePt t="33508" x="3949700" y="4178300"/>
          <p14:tracePt t="33525" x="3867150" y="4064000"/>
          <p14:tracePt t="33542" x="3835400" y="4032250"/>
          <p14:tracePt t="33558" x="3810000" y="4000500"/>
          <p14:tracePt t="33575" x="3771900" y="3949700"/>
          <p14:tracePt t="33592" x="3765550" y="3937000"/>
          <p14:tracePt t="33608" x="3759200" y="3930650"/>
          <p14:tracePt t="33625" x="3752850" y="3924300"/>
          <p14:tracePt t="33641" x="3752850" y="3917950"/>
          <p14:tracePt t="33658" x="3752850" y="3905250"/>
          <p14:tracePt t="33675" x="3752850" y="3892550"/>
          <p14:tracePt t="33691" x="3752850" y="3886200"/>
          <p14:tracePt t="33707" x="3740150" y="3860800"/>
          <p14:tracePt t="33724" x="3733800" y="3835400"/>
          <p14:tracePt t="33741" x="3727450" y="3810000"/>
          <p14:tracePt t="33757" x="3714750" y="3778250"/>
          <p14:tracePt t="33774" x="3708400" y="3746500"/>
          <p14:tracePt t="33790" x="3702050" y="3727450"/>
          <p14:tracePt t="33808" x="3689350" y="3714750"/>
          <p14:tracePt t="33824" x="3689350" y="3702050"/>
          <p14:tracePt t="34116" x="3689350" y="3708400"/>
          <p14:tracePt t="34151" x="3689350" y="3714750"/>
          <p14:tracePt t="34174" x="3689350" y="3721100"/>
          <p14:tracePt t="34215" x="3689350" y="3727450"/>
          <p14:tracePt t="34363" x="3689350" y="3733800"/>
          <p14:tracePt t="34418" x="3695700" y="3740150"/>
          <p14:tracePt t="34447" x="3702050" y="3746500"/>
          <p14:tracePt t="34496" x="3714750" y="3746500"/>
          <p14:tracePt t="34517" x="3727450" y="3746500"/>
          <p14:tracePt t="34524" x="3733800" y="3746500"/>
          <p14:tracePt t="34540" x="3746500" y="3746500"/>
          <p14:tracePt t="34555" x="3759200" y="3746500"/>
          <p14:tracePt t="34571" x="3797300" y="3746500"/>
          <p14:tracePt t="34588" x="3841750" y="3746500"/>
          <p14:tracePt t="34605" x="3860800" y="3746500"/>
          <p14:tracePt t="34621" x="3892550" y="3746500"/>
          <p14:tracePt t="34638" x="3924300" y="3746500"/>
          <p14:tracePt t="34655" x="3930650" y="3740150"/>
          <p14:tracePt t="34672" x="3962400" y="3721100"/>
          <p14:tracePt t="34687" x="3962400" y="3714750"/>
          <p14:tracePt t="35080" x="3975100" y="3721100"/>
          <p14:tracePt t="35088" x="3994150" y="3746500"/>
          <p14:tracePt t="35102" x="4032250" y="3790950"/>
          <p14:tracePt t="35108" x="4089400" y="3835400"/>
          <p14:tracePt t="35119" x="4146550" y="3886200"/>
          <p14:tracePt t="35137" x="4273550" y="3962400"/>
          <p14:tracePt t="35153" x="4356100" y="4006850"/>
          <p14:tracePt t="35169" x="4425950" y="4044950"/>
          <p14:tracePt t="35186" x="4616450" y="4152900"/>
          <p14:tracePt t="35202" x="4673600" y="4171950"/>
          <p14:tracePt t="35219" x="4730750" y="4197350"/>
          <p14:tracePt t="35236" x="4794250" y="4222750"/>
          <p14:tracePt t="35252" x="4826000" y="4229100"/>
          <p14:tracePt t="35269" x="4838700" y="4229100"/>
          <p14:tracePt t="35285" x="4864100" y="4229100"/>
          <p14:tracePt t="35302" x="4876800" y="4216400"/>
          <p14:tracePt t="35319" x="4883150" y="4210050"/>
          <p14:tracePt t="35335" x="4889500" y="4203700"/>
          <p14:tracePt t="35352" x="4908550" y="4203700"/>
          <p14:tracePt t="35369" x="4921250" y="4197350"/>
          <p14:tracePt t="35385" x="4953000" y="4184650"/>
          <p14:tracePt t="35401" x="4991100" y="4165600"/>
          <p14:tracePt t="35418" x="5022850" y="4159250"/>
          <p14:tracePt t="35435" x="5054600" y="4152900"/>
          <p14:tracePt t="35453" x="5105400" y="4140200"/>
          <p14:tracePt t="35468" x="5175250" y="4127500"/>
          <p14:tracePt t="35484" x="5213350" y="4114800"/>
          <p14:tracePt t="35502" x="5283200" y="4114800"/>
          <p14:tracePt t="35518" x="5321300" y="4108450"/>
          <p14:tracePt t="35535" x="5391150" y="4108450"/>
          <p14:tracePt t="35552" x="5454650" y="4108450"/>
          <p14:tracePt t="35568" x="5480050" y="4108450"/>
          <p14:tracePt t="35584" x="5543550" y="4108450"/>
          <p14:tracePt t="35601" x="5613400" y="4127500"/>
          <p14:tracePt t="35618" x="5645150" y="4133850"/>
          <p14:tracePt t="35634" x="5727700" y="4140200"/>
          <p14:tracePt t="35650" x="5803900" y="4146550"/>
          <p14:tracePt t="35667" x="5848350" y="4159250"/>
          <p14:tracePt t="35684" x="5937250" y="4159250"/>
          <p14:tracePt t="35701" x="6032500" y="4146550"/>
          <p14:tracePt t="35717" x="6076950" y="4127500"/>
          <p14:tracePt t="35734" x="6184900" y="4108450"/>
          <p14:tracePt t="35751" x="6223000" y="4095750"/>
          <p14:tracePt t="37067" x="6216650" y="4095750"/>
          <p14:tracePt t="37074" x="6203950" y="4095750"/>
          <p14:tracePt t="37088" x="6191250" y="4095750"/>
          <p14:tracePt t="37097" x="6172200" y="4095750"/>
          <p14:tracePt t="37112" x="6153150" y="4095750"/>
          <p14:tracePt t="37129" x="6096000" y="4095750"/>
          <p14:tracePt t="37146" x="6026150" y="4095750"/>
          <p14:tracePt t="37162" x="5988050" y="4095750"/>
          <p14:tracePt t="37179" x="5892800" y="4102100"/>
          <p14:tracePt t="37195" x="5822950" y="4114800"/>
          <p14:tracePt t="37211" x="5778500" y="4127500"/>
          <p14:tracePt t="37229" x="5715000" y="4146550"/>
          <p14:tracePt t="37245" x="5664200" y="4152900"/>
          <p14:tracePt t="37262" x="5632450" y="4165600"/>
          <p14:tracePt t="37279" x="5588000" y="4184650"/>
          <p14:tracePt t="37295" x="5568950" y="4191000"/>
          <p14:tracePt t="37311" x="5543550" y="4203700"/>
          <p14:tracePt t="37328" x="5524500" y="4216400"/>
          <p14:tracePt t="37345" x="5511800" y="4222750"/>
          <p14:tracePt t="37361" x="5486400" y="4235450"/>
          <p14:tracePt t="37378" x="5461000" y="4254500"/>
          <p14:tracePt t="37395" x="5435600" y="4273550"/>
          <p14:tracePt t="37922" x="5384800" y="4273550"/>
          <p14:tracePt t="37929" x="5365750" y="4279900"/>
          <p14:tracePt t="37943" x="5346700" y="4286250"/>
          <p14:tracePt t="37959" x="5264150" y="4305300"/>
          <p14:tracePt t="37976" x="5207000" y="4311650"/>
          <p14:tracePt t="37993" x="5118100" y="4324350"/>
          <p14:tracePt t="38009" x="5010150" y="4337050"/>
          <p14:tracePt t="38026" x="4946650" y="4337050"/>
          <p14:tracePt t="38043" x="4813300" y="4356100"/>
          <p14:tracePt t="38059" x="4692650" y="4375150"/>
          <p14:tracePt t="38076" x="4641850" y="4387850"/>
          <p14:tracePt t="38093" x="4508500" y="4413250"/>
          <p14:tracePt t="38109" x="4432300" y="4425950"/>
          <p14:tracePt t="38126" x="4286250" y="4464050"/>
          <p14:tracePt t="38142" x="4140200" y="4483100"/>
          <p14:tracePt t="38159" x="4076700" y="4502150"/>
          <p14:tracePt t="38176" x="3917950" y="4540250"/>
          <p14:tracePt t="38192" x="3771900" y="4578350"/>
          <p14:tracePt t="38209" x="3721100" y="4591050"/>
          <p14:tracePt t="38225" x="3625850" y="4603750"/>
          <p14:tracePt t="38242" x="3543300" y="4622800"/>
          <p14:tracePt t="38259" x="3492500" y="4622800"/>
          <p14:tracePt t="38275" x="3422650" y="4629150"/>
          <p14:tracePt t="38292" x="3340100" y="4648200"/>
          <p14:tracePt t="38309" x="3251200" y="4673600"/>
          <p14:tracePt t="38325" x="3213100" y="4679950"/>
          <p14:tracePt t="38342" x="3155950" y="4692650"/>
          <p14:tracePt t="38359" x="3098800" y="4705350"/>
          <p14:tracePt t="38375" x="3073400" y="4711700"/>
          <p14:tracePt t="38391" x="3054350" y="4718050"/>
          <p14:tracePt t="38408" x="3009900" y="4724400"/>
          <p14:tracePt t="38425" x="3003550" y="4730750"/>
          <p14:tracePt t="38441" x="2990850" y="4730750"/>
          <p14:tracePt t="38458" x="2978150" y="4737100"/>
          <p14:tracePt t="38474" x="2965450" y="4737100"/>
          <p14:tracePt t="38492" x="2952750" y="4756150"/>
          <p14:tracePt t="38508" x="2933700" y="4768850"/>
          <p14:tracePt t="39116" x="2946400" y="4781550"/>
          <p14:tracePt t="39123" x="2965450" y="4787900"/>
          <p14:tracePt t="39130" x="2997200" y="4787900"/>
          <p14:tracePt t="39144" x="3022600" y="4794250"/>
          <p14:tracePt t="39158" x="3054350" y="4794250"/>
          <p14:tracePt t="39172" x="3092450" y="4800600"/>
          <p14:tracePt t="39189" x="3162300" y="4806950"/>
          <p14:tracePt t="39205" x="3200400" y="4813300"/>
          <p14:tracePt t="39222" x="3308350" y="4826000"/>
          <p14:tracePt t="39239" x="3340100" y="4826000"/>
          <p14:tracePt t="39255" x="3378200" y="4826000"/>
          <p14:tracePt t="39272" x="3524250" y="4819650"/>
          <p14:tracePt t="39288" x="3562350" y="4813300"/>
          <p14:tracePt t="39306" x="3651250" y="4813300"/>
          <p14:tracePt t="39322" x="3708400" y="4806950"/>
          <p14:tracePt t="39338" x="3778250" y="4787900"/>
          <p14:tracePt t="39355" x="3797300" y="4787900"/>
          <p14:tracePt t="39371" x="3848100" y="4787900"/>
          <p14:tracePt t="39388" x="3905250" y="4787900"/>
          <p14:tracePt t="39404" x="3956050" y="4794250"/>
          <p14:tracePt t="39421" x="3981450" y="4800600"/>
          <p14:tracePt t="39438" x="4032250" y="4800600"/>
          <p14:tracePt t="39454" x="4070350" y="4800600"/>
          <p14:tracePt t="39471" x="4095750" y="4800600"/>
          <p14:tracePt t="39488" x="4133850" y="4800600"/>
          <p14:tracePt t="39504" x="4171950" y="4800600"/>
          <p14:tracePt t="39521" x="4191000" y="4794250"/>
          <p14:tracePt t="39524" x="4210050" y="4794250"/>
          <p14:tracePt t="39540" x="4222750" y="4781550"/>
          <p14:tracePt t="39554" x="4273550" y="4775200"/>
          <p14:tracePt t="39571" x="4292600" y="4762500"/>
          <p14:tracePt t="39588" x="4324350" y="4743450"/>
          <p14:tracePt t="41178" x="4324350" y="4737100"/>
          <p14:tracePt t="41192" x="4324350" y="4730750"/>
          <p14:tracePt t="41200" x="4324350" y="4724400"/>
          <p14:tracePt t="41215" x="4324350" y="4711700"/>
          <p14:tracePt t="41231" x="4305300" y="4654550"/>
          <p14:tracePt t="41249" x="4298950" y="4502150"/>
          <p14:tracePt t="41265" x="4298950" y="4400550"/>
          <p14:tracePt t="41282" x="4298950" y="4260850"/>
          <p14:tracePt t="41299" x="4305300" y="3917950"/>
          <p14:tracePt t="41314" x="4330700" y="3486150"/>
          <p14:tracePt t="41331" x="4356100" y="3295650"/>
          <p14:tracePt t="41347" x="4368800" y="2971800"/>
          <p14:tracePt t="41364" x="4387850" y="2743200"/>
          <p14:tracePt t="41382" x="4387850" y="2641600"/>
          <p14:tracePt t="41397" x="4400550" y="2514600"/>
          <p14:tracePt t="41414" x="4406900" y="2444750"/>
          <p14:tracePt t="41432" x="4406900" y="2413000"/>
          <p14:tracePt t="41447" x="4413250" y="2400300"/>
          <p14:tracePt t="41464" x="4413250" y="2393950"/>
          <p14:tracePt t="41635" x="4413250" y="2381250"/>
          <p14:tracePt t="41641" x="4419600" y="2381250"/>
          <p14:tracePt t="41650" x="4419600" y="2368550"/>
          <p14:tracePt t="41664" x="4419600" y="2362200"/>
          <p14:tracePt t="41684" x="4425950" y="2355850"/>
          <p14:tracePt t="41714" x="4425950" y="2349500"/>
          <p14:tracePt t="41754" x="4425950" y="2343150"/>
          <p14:tracePt t="41810" x="4432300" y="2343150"/>
          <p14:tracePt t="41832" x="4432300" y="2349500"/>
          <p14:tracePt t="41853" x="4432300" y="2355850"/>
          <p14:tracePt t="41881" x="4432300" y="2368550"/>
          <p14:tracePt t="41896" x="4432300" y="2374900"/>
          <p14:tracePt t="41923" x="4432300" y="2387600"/>
          <p14:tracePt t="41930" x="4432300" y="2393950"/>
          <p14:tracePt t="41944" x="4438650" y="2393950"/>
          <p14:tracePt t="41951" x="4438650" y="2406650"/>
          <p14:tracePt t="41966" x="4438650" y="2419350"/>
          <p14:tracePt t="41980" x="4438650" y="2432050"/>
          <p14:tracePt t="41996" x="4445000" y="2476500"/>
          <p14:tracePt t="42012" x="4445000" y="2495550"/>
          <p14:tracePt t="42029" x="4464050" y="2552700"/>
          <p14:tracePt t="42045" x="4464050" y="2622550"/>
          <p14:tracePt t="42062" x="4470400" y="2647950"/>
          <p14:tracePt t="42079" x="4476750" y="2730500"/>
          <p14:tracePt t="42095" x="4483100" y="2800350"/>
          <p14:tracePt t="42114" x="4489450" y="2863850"/>
          <p14:tracePt t="42128" x="4489450" y="2889250"/>
          <p14:tracePt t="42145" x="4489450" y="2921000"/>
          <p14:tracePt t="42162" x="4489450" y="2933700"/>
          <p14:tracePt t="42178" x="4489450" y="2940050"/>
          <p14:tracePt t="42214" x="4489450" y="2946400"/>
          <p14:tracePt t="42562" x="4489450" y="2952750"/>
          <p14:tracePt t="42576" x="4489450" y="2946400"/>
          <p14:tracePt t="42957" x="4476750" y="2997200"/>
          <p14:tracePt t="42964" x="4457700" y="3067050"/>
          <p14:tracePt t="42979" x="4438650" y="3130550"/>
          <p14:tracePt t="42992" x="4432300" y="3219450"/>
          <p14:tracePt t="43008" x="4387850" y="3441700"/>
          <p14:tracePt t="43025" x="4356100" y="3556000"/>
          <p14:tracePt t="43042" x="4305300" y="3790950"/>
          <p14:tracePt t="43059" x="4241800" y="3981450"/>
          <p14:tracePt t="43077" x="4191000" y="4178300"/>
          <p14:tracePt t="43091" x="4184650" y="4267200"/>
          <p14:tracePt t="43108" x="4140200" y="4438650"/>
          <p14:tracePt t="43126" x="4114800" y="4546600"/>
          <p14:tracePt t="43142" x="4095750" y="4591050"/>
          <p14:tracePt t="43158" x="4089400" y="4635500"/>
          <p14:tracePt t="43176" x="4064000" y="4743450"/>
          <p14:tracePt t="43192" x="4057650" y="4787900"/>
          <p14:tracePt t="43208" x="4051300" y="4826000"/>
          <p14:tracePt t="43225" x="4044950" y="4895850"/>
          <p14:tracePt t="43241" x="4032250" y="4978400"/>
          <p14:tracePt t="43260" x="4032250" y="5022850"/>
          <p14:tracePt t="43274" x="4032250" y="5048250"/>
          <p14:tracePt t="43291" x="4032250" y="5073650"/>
          <p14:tracePt t="43309" x="4032250" y="5080000"/>
          <p14:tracePt t="43325" x="4032250" y="5086350"/>
          <p14:tracePt t="43435" x="4032250" y="5092700"/>
          <p14:tracePt t="43449" x="4032250" y="5099050"/>
          <p14:tracePt t="43455" x="4032250" y="5105400"/>
          <p14:tracePt t="43470" x="4032250" y="5111750"/>
          <p14:tracePt t="45194" x="4057650" y="5137150"/>
          <p14:tracePt t="45208" x="4089400" y="5156200"/>
          <p14:tracePt t="45215" x="4121150" y="5162550"/>
          <p14:tracePt t="45221" x="4171950" y="5181600"/>
          <p14:tracePt t="45237" x="4216400" y="5187950"/>
          <p14:tracePt t="45251" x="4254500" y="5194300"/>
          <p14:tracePt t="45268" x="4356100" y="5219700"/>
          <p14:tracePt t="45286" x="4432300" y="5232400"/>
          <p14:tracePt t="45301" x="4470400" y="5232400"/>
          <p14:tracePt t="45317" x="4540250" y="5232400"/>
          <p14:tracePt t="45335" x="4597400" y="5232400"/>
          <p14:tracePt t="45350" x="4629150" y="5219700"/>
          <p14:tracePt t="45367" x="4679950" y="5219700"/>
          <p14:tracePt t="45384" x="4724400" y="5219700"/>
          <p14:tracePt t="45400" x="4756150" y="5219700"/>
          <p14:tracePt t="45417" x="4775200" y="5219700"/>
          <p14:tracePt t="45434" x="4826000" y="5213350"/>
          <p14:tracePt t="45450" x="4838700" y="5213350"/>
          <p14:tracePt t="45468" x="4851400" y="5213350"/>
          <p14:tracePt t="45483" x="4876800" y="5213350"/>
          <p14:tracePt t="45500" x="4895850" y="5219700"/>
          <p14:tracePt t="45517" x="4914900" y="5226050"/>
          <p14:tracePt t="45533" x="4927600" y="5232400"/>
          <p14:tracePt t="45550" x="4946650" y="5232400"/>
          <p14:tracePt t="45567" x="4972050" y="5232400"/>
          <p14:tracePt t="45583" x="4991100" y="5232400"/>
          <p14:tracePt t="45600" x="5041900" y="5232400"/>
          <p14:tracePt t="45616" x="5118100" y="5232400"/>
          <p14:tracePt t="45633" x="5156200" y="5232400"/>
          <p14:tracePt t="45650" x="5264150" y="5232400"/>
          <p14:tracePt t="45666" x="5365750" y="5232400"/>
          <p14:tracePt t="45683" x="5422900" y="5238750"/>
          <p14:tracePt t="45700" x="5505450" y="5264150"/>
          <p14:tracePt t="45716" x="5588000" y="5289550"/>
          <p14:tracePt t="45733" x="5613400" y="5289550"/>
          <p14:tracePt t="45750" x="5651500" y="5308600"/>
          <p14:tracePt t="45767" x="5664200" y="5308600"/>
          <p14:tracePt t="45783" x="5689600" y="5321300"/>
          <p14:tracePt t="45799" x="5715000" y="5327650"/>
          <p14:tracePt t="45815" x="5727700" y="5327650"/>
          <p14:tracePt t="45833" x="5765800" y="5321300"/>
          <p14:tracePt t="45849" x="5810250" y="5321300"/>
          <p14:tracePt t="45865" x="5842000" y="5308600"/>
          <p14:tracePt t="45883" x="5924550" y="5314950"/>
          <p14:tracePt t="45915" x="5937250" y="5308600"/>
          <p14:tracePt t="47799" x="5962650" y="5302250"/>
          <p14:tracePt t="47814" x="6000750" y="5289550"/>
          <p14:tracePt t="47820" x="6064250" y="5283200"/>
          <p14:tracePt t="47829" x="6134100" y="5264150"/>
          <p14:tracePt t="47842" x="6197600" y="5245100"/>
          <p14:tracePt t="47859" x="6369050" y="5207000"/>
          <p14:tracePt t="47875" x="6457950" y="5181600"/>
          <p14:tracePt t="47892" x="6642100" y="5143500"/>
          <p14:tracePt t="47908" x="6813550" y="5111750"/>
          <p14:tracePt t="47926" x="6953250" y="5105400"/>
          <p14:tracePt t="47942" x="7029450" y="5105400"/>
          <p14:tracePt t="47958" x="7150100" y="5124450"/>
          <p14:tracePt t="47976" x="7258050" y="5143500"/>
          <p14:tracePt t="47991" x="7283450" y="5143500"/>
          <p14:tracePt t="48008" x="7353300" y="5168900"/>
          <p14:tracePt t="48025" x="7416800" y="5200650"/>
          <p14:tracePt t="48042" x="7448550" y="5213350"/>
          <p14:tracePt t="48058" x="7486650" y="5232400"/>
          <p14:tracePt t="48075" x="7518400" y="5238750"/>
          <p14:tracePt t="48091" x="7531100" y="5245100"/>
          <p14:tracePt t="48108" x="7550150" y="5251450"/>
          <p14:tracePt t="48124" x="7562850" y="5257800"/>
          <p14:tracePt t="48141" x="7569200" y="5257800"/>
          <p14:tracePt t="48158" x="7588250" y="5264150"/>
          <p14:tracePt t="48174" x="7607300" y="5270500"/>
          <p14:tracePt t="48191" x="7620000" y="5270500"/>
          <p14:tracePt t="48207" x="7632700" y="5276850"/>
          <p14:tracePt t="51939" x="7626350" y="5276850"/>
          <p14:tracePt t="51952" x="7607300" y="5276850"/>
          <p14:tracePt t="51960" x="7581900" y="5276850"/>
          <p14:tracePt t="51967" x="7556500" y="5283200"/>
          <p14:tracePt t="51981" x="7524750" y="5289550"/>
          <p14:tracePt t="51997" x="7486650" y="5289550"/>
          <p14:tracePt t="52011" x="7454900" y="5302250"/>
          <p14:tracePt t="52027" x="7346950" y="5314950"/>
          <p14:tracePt t="52045" x="7213600" y="5353050"/>
          <p14:tracePt t="52061" x="7150100" y="5372100"/>
          <p14:tracePt t="52077" x="7029450" y="5403850"/>
          <p14:tracePt t="52094" x="6946900" y="5416550"/>
          <p14:tracePt t="52110" x="6877050" y="5422900"/>
          <p14:tracePt t="52128" x="6858000" y="5422900"/>
          <p14:tracePt t="52144" x="6807200" y="5435600"/>
          <p14:tracePt t="52160" x="6788150" y="5435600"/>
          <p14:tracePt t="52178" x="6737350" y="5435600"/>
          <p14:tracePt t="52194" x="6711950" y="5429250"/>
          <p14:tracePt t="52210" x="6692900" y="5429250"/>
          <p14:tracePt t="52213" x="6673850" y="5429250"/>
          <p14:tracePt t="52227" x="6654800" y="5422900"/>
          <p14:tracePt t="52243" x="6616700" y="5422900"/>
          <p14:tracePt t="52260" x="6597650" y="5416550"/>
          <p14:tracePt t="52277" x="6578600" y="5416550"/>
          <p14:tracePt t="52294" x="6553200" y="5410200"/>
          <p14:tracePt t="52312" x="6527800" y="5410200"/>
          <p14:tracePt t="52326" x="6521450" y="5410200"/>
          <p14:tracePt t="52343" x="6489700" y="5410200"/>
          <p14:tracePt t="52360" x="6457950" y="5410200"/>
          <p14:tracePt t="52376" x="6432550" y="5403850"/>
          <p14:tracePt t="52393" x="6388100" y="5403850"/>
          <p14:tracePt t="52410" x="6343650" y="5403850"/>
          <p14:tracePt t="52426" x="6318250" y="5403850"/>
          <p14:tracePt t="52443" x="6299200" y="5403850"/>
          <p14:tracePt t="52459" x="6254750" y="5403850"/>
          <p14:tracePt t="52476" x="6229350" y="5403850"/>
          <p14:tracePt t="52494" x="6216650" y="5403850"/>
          <p14:tracePt t="52509" x="6203950" y="5403850"/>
          <p14:tracePt t="52526" x="6197600" y="5403850"/>
          <p14:tracePt t="52543" x="6184900" y="5403850"/>
          <p14:tracePt t="52559" x="6178550" y="5403850"/>
          <p14:tracePt t="52599" x="6178550" y="5397500"/>
          <p14:tracePt t="52620" x="6178550" y="5391150"/>
          <p14:tracePt t="52642" x="6172200" y="5384800"/>
          <p14:tracePt t="53482" x="6146800" y="5340350"/>
          <p14:tracePt t="53496" x="6121400" y="5283200"/>
          <p14:tracePt t="53503" x="6070600" y="5200650"/>
          <p14:tracePt t="53517" x="6026150" y="5099050"/>
          <p14:tracePt t="53525" x="5981700" y="4991100"/>
          <p14:tracePt t="53540" x="5930900" y="4857750"/>
          <p14:tracePt t="53555" x="5803900" y="4552950"/>
          <p14:tracePt t="53573" x="5746750" y="4413250"/>
          <p14:tracePt t="53588" x="5638800" y="4114800"/>
          <p14:tracePt t="53605" x="5594350" y="3994150"/>
          <p14:tracePt t="53623" x="5499100" y="3746500"/>
          <p14:tracePt t="53639" x="5403850" y="3536950"/>
          <p14:tracePt t="53655" x="5365750" y="3454400"/>
          <p14:tracePt t="53672" x="5295900" y="3295650"/>
          <p14:tracePt t="53689" x="5238750" y="3168650"/>
          <p14:tracePt t="53705" x="5200650" y="3111500"/>
          <p14:tracePt t="53722" x="5156200" y="3016250"/>
          <p14:tracePt t="53738" x="5124450" y="2959100"/>
          <p14:tracePt t="53741" x="5105400" y="2901950"/>
          <p14:tracePt t="53755" x="5086350" y="2832100"/>
          <p14:tracePt t="53772" x="5060950" y="2787650"/>
          <p14:tracePt t="53788" x="5029200" y="2717800"/>
          <p14:tracePt t="53805" x="5016500" y="2705100"/>
          <p14:tracePt t="53821" x="4991100" y="2667000"/>
          <p14:tracePt t="53838" x="4978400" y="2654300"/>
          <p14:tracePt t="53854" x="4965700" y="2635250"/>
          <p14:tracePt t="53871" x="4921250" y="2578100"/>
          <p14:tracePt t="53888" x="4908550" y="2559050"/>
          <p14:tracePt t="53904" x="4864100" y="2520950"/>
          <p14:tracePt t="53921" x="4813300" y="2495550"/>
          <p14:tracePt t="53938" x="4787900" y="2476500"/>
          <p14:tracePt t="53954" x="4737100" y="2438400"/>
          <p14:tracePt t="53971" x="4692650" y="2419350"/>
          <p14:tracePt t="53988" x="4660900" y="2393950"/>
          <p14:tracePt t="54004" x="4635500" y="2374900"/>
          <p14:tracePt t="54021" x="4578350" y="2336800"/>
          <p14:tracePt t="54037" x="4495800" y="2286000"/>
          <p14:tracePt t="54054" x="4451350" y="2260600"/>
          <p14:tracePt t="54071" x="4362450" y="2209800"/>
          <p14:tracePt t="54087" x="4260850" y="2133600"/>
          <p14:tracePt t="54104" x="4203700" y="2095500"/>
          <p14:tracePt t="54121" x="4114800" y="2019300"/>
          <p14:tracePt t="54137" x="4006850" y="1936750"/>
          <p14:tracePt t="54153" x="3949700" y="1905000"/>
          <p14:tracePt t="54170" x="3860800" y="1822450"/>
          <p14:tracePt t="54186" x="3759200" y="1771650"/>
          <p14:tracePt t="54203" x="3733800" y="1746250"/>
          <p14:tracePt t="54220" x="3708400" y="1720850"/>
          <p14:tracePt t="54236" x="3702050" y="1714500"/>
          <p14:tracePt t="54254" x="3695700" y="1701800"/>
          <p14:tracePt t="54290" x="3689350" y="1701800"/>
          <p14:tracePt t="54318" x="3689350" y="1708150"/>
          <p14:tracePt t="54346" x="3689350" y="1714500"/>
          <p14:tracePt t="54360" x="3689350" y="1720850"/>
          <p14:tracePt t="54367" x="3689350" y="1727200"/>
          <p14:tracePt t="54381" x="3695700" y="1727200"/>
          <p14:tracePt t="54389" x="3695700" y="1733550"/>
          <p14:tracePt t="54403" x="3702050" y="1739900"/>
          <p14:tracePt t="54420" x="3714750" y="1752600"/>
          <p14:tracePt t="54437" x="3721100" y="1765300"/>
          <p14:tracePt t="54452" x="3733800" y="1784350"/>
          <p14:tracePt t="54469" x="3771900" y="1822450"/>
          <p14:tracePt t="54487" x="3829050" y="1873250"/>
          <p14:tracePt t="54502" x="3860800" y="1905000"/>
          <p14:tracePt t="54519" x="3898900" y="1949450"/>
          <p14:tracePt t="54536" x="3994150" y="2057400"/>
          <p14:tracePt t="54552" x="4114800" y="2197100"/>
          <p14:tracePt t="54569" x="4184650" y="2266950"/>
          <p14:tracePt t="54586" x="4330700" y="2425700"/>
          <p14:tracePt t="54602" x="4489450" y="2578100"/>
          <p14:tracePt t="54619" x="4572000" y="2654300"/>
          <p14:tracePt t="54635" x="4718050" y="2819400"/>
          <p14:tracePt t="54652" x="4864100" y="3009900"/>
          <p14:tracePt t="54669" x="4997450" y="3175000"/>
          <p14:tracePt t="54685" x="5067300" y="3225800"/>
          <p14:tracePt t="54702" x="5175250" y="3333750"/>
          <p14:tracePt t="54719" x="5245100" y="3403600"/>
          <p14:tracePt t="54736" x="5270500" y="3435350"/>
          <p14:tracePt t="54752" x="5302250" y="3479800"/>
          <p14:tracePt t="54768" x="5314950" y="3498850"/>
          <p14:tracePt t="54785" x="5321300" y="3505200"/>
          <p14:tracePt t="54803" x="5327650" y="3524250"/>
          <p14:tracePt t="54817" x="5334000" y="3556000"/>
          <p14:tracePt t="54834" x="5334000" y="3568700"/>
          <p14:tracePt t="54852" x="5334000" y="3587750"/>
          <p14:tracePt t="54868" x="5327650" y="3613150"/>
          <p14:tracePt t="55383" x="5327650" y="3632200"/>
          <p14:tracePt t="55389" x="5327650" y="3651250"/>
          <p14:tracePt t="55403" x="5334000" y="3683000"/>
          <p14:tracePt t="55416" x="5346700" y="3721100"/>
          <p14:tracePt t="55432" x="5359400" y="3816350"/>
          <p14:tracePt t="55449" x="5359400" y="3879850"/>
          <p14:tracePt t="55466" x="5359400" y="4044950"/>
          <p14:tracePt t="55482" x="5359400" y="4216400"/>
          <p14:tracePt t="55499" x="5346700" y="4292600"/>
          <p14:tracePt t="55516" x="5321300" y="4457700"/>
          <p14:tracePt t="55532" x="5289550" y="4616450"/>
          <p14:tracePt t="55549" x="5257800" y="4699000"/>
          <p14:tracePt t="55566" x="5219700" y="4819650"/>
          <p14:tracePt t="55582" x="5187950" y="4902200"/>
          <p14:tracePt t="55598" x="5175250" y="4927600"/>
          <p14:tracePt t="55615" x="5156200" y="4959350"/>
          <p14:tracePt t="55631" x="5149850" y="4972050"/>
          <p14:tracePt t="55651" x="5143500" y="4991100"/>
          <p14:tracePt t="55665" x="5143500" y="4997450"/>
          <p14:tracePt t="55705" x="5137150" y="4997450"/>
          <p14:tracePt t="55789" x="5130800" y="4997450"/>
          <p14:tracePt t="55859" x="5130800" y="5003800"/>
          <p14:tracePt t="55929" x="5137150" y="5003800"/>
          <p14:tracePt t="55965" x="5143500" y="5003800"/>
          <p14:tracePt t="55971" x="5143500" y="5010150"/>
          <p14:tracePt t="55985" x="5143500" y="5016500"/>
          <p14:tracePt t="55998" x="5143500" y="5022850"/>
          <p14:tracePt t="56014" x="5149850" y="5035550"/>
          <p14:tracePt t="56030" x="5149850" y="5060950"/>
          <p14:tracePt t="56047" x="5156200" y="5105400"/>
          <p14:tracePt t="56065" x="5168900" y="5175250"/>
          <p14:tracePt t="56081" x="5175250" y="5219700"/>
          <p14:tracePt t="56097" x="5194300" y="5302250"/>
          <p14:tracePt t="56114" x="5200650" y="5365750"/>
          <p14:tracePt t="56131" x="5207000" y="5397500"/>
          <p14:tracePt t="56147" x="5207000" y="5448300"/>
          <p14:tracePt t="56164" x="5213350" y="5480050"/>
          <p14:tracePt t="56181" x="5213350" y="5486400"/>
          <p14:tracePt t="56198" x="5213350" y="5499100"/>
          <p14:tracePt t="56213" x="5219700" y="5499100"/>
          <p14:tracePt t="57189" x="5207000" y="5499100"/>
          <p14:tracePt t="57195" x="5187950" y="5499100"/>
          <p14:tracePt t="57212" x="5168900" y="5499100"/>
          <p14:tracePt t="57226" x="5137150" y="5499100"/>
          <p14:tracePt t="57243" x="5073650" y="5499100"/>
          <p14:tracePt t="57260" x="4972050" y="5499100"/>
          <p14:tracePt t="57276" x="4902200" y="5499100"/>
          <p14:tracePt t="57279" x="4819650" y="5499100"/>
          <p14:tracePt t="57293" x="4730750" y="5499100"/>
          <p14:tracePt t="57309" x="4521200" y="5524500"/>
          <p14:tracePt t="57326" x="4419600" y="5543550"/>
          <p14:tracePt t="57343" x="4191000" y="5575300"/>
          <p14:tracePt t="57359" x="3937000" y="5607050"/>
          <p14:tracePt t="57375" x="3822700" y="5613400"/>
          <p14:tracePt t="57393" x="3632200" y="5626100"/>
          <p14:tracePt t="57409" x="3435350" y="5645150"/>
          <p14:tracePt t="57426" x="3346450" y="5645150"/>
          <p14:tracePt t="57442" x="3181350" y="5632450"/>
          <p14:tracePt t="57459" x="3048000" y="5613400"/>
          <p14:tracePt t="57477" x="2940050" y="5588000"/>
          <p14:tracePt t="57491" x="2901950" y="5581650"/>
          <p14:tracePt t="57509" x="2876550" y="5562600"/>
          <p14:tracePt t="57526" x="2825750" y="5537200"/>
          <p14:tracePt t="57542" x="2819400" y="5537200"/>
          <p14:tracePt t="57558" x="2813050" y="5537200"/>
          <p14:tracePt t="57575" x="2794000" y="5530850"/>
          <p14:tracePt t="57592" x="2768600" y="5524500"/>
          <p14:tracePt t="57608" x="2755900" y="5524500"/>
          <p14:tracePt t="57625" x="2743200" y="5518150"/>
          <p14:tracePt t="57641" x="2730500" y="5518150"/>
          <p14:tracePt t="57658" x="2711450" y="5511800"/>
          <p14:tracePt t="57674" x="2673350" y="5505450"/>
          <p14:tracePt t="57691" x="2641600" y="5505450"/>
          <p14:tracePt t="57709" x="2609850" y="5499100"/>
          <p14:tracePt t="57724" x="2590800" y="5492750"/>
          <p14:tracePt t="57741" x="2565400" y="5486400"/>
          <p14:tracePt t="57758" x="2546350" y="5480050"/>
          <p14:tracePt t="57775" x="2533650" y="5473700"/>
          <p14:tracePt t="57778" x="2520950" y="5473700"/>
          <p14:tracePt t="57808" x="2501900" y="5467350"/>
          <p14:tracePt t="57824" x="2495550" y="5467350"/>
          <p14:tracePt t="57841" x="2489200" y="5467350"/>
          <p14:tracePt t="57857" x="2476500" y="5461000"/>
          <p14:tracePt t="57874" x="2470150" y="5461000"/>
          <p14:tracePt t="57891" x="2457450" y="5461000"/>
          <p14:tracePt t="57907" x="2451100" y="5461000"/>
          <p14:tracePt t="57924" x="2432050" y="5461000"/>
          <p14:tracePt t="57941" x="2425700" y="5467350"/>
          <p14:tracePt t="57957" x="2413000" y="5467350"/>
          <p14:tracePt t="57974" x="2400300" y="5480050"/>
          <p14:tracePt t="57991" x="2381250" y="5492750"/>
          <p14:tracePt t="58007" x="2374900" y="5505450"/>
          <p14:tracePt t="58024" x="2355850" y="5524500"/>
          <p14:tracePt t="58040" x="2336800" y="5530850"/>
          <p14:tracePt t="58057" x="2330450" y="5537200"/>
          <p14:tracePt t="58089" x="2330450" y="5543550"/>
          <p14:tracePt t="58124" x="2317750" y="5543550"/>
          <p14:tracePt t="58591" x="2317750" y="5524500"/>
          <p14:tracePt t="58606" x="2317750" y="5492750"/>
          <p14:tracePt t="58611" x="2324100" y="5441950"/>
          <p14:tracePt t="58625" x="2324100" y="5403850"/>
          <p14:tracePt t="58638" x="2355850" y="5346700"/>
          <p14:tracePt t="58655" x="2381250" y="5226050"/>
          <p14:tracePt t="58671" x="2393950" y="5168900"/>
          <p14:tracePt t="58689" x="2419350" y="5041900"/>
          <p14:tracePt t="58705" x="2444750" y="4953000"/>
          <p14:tracePt t="58721" x="2463800" y="4908550"/>
          <p14:tracePt t="58738" x="2476500" y="4851400"/>
          <p14:tracePt t="58754" x="2495550" y="4819650"/>
          <p14:tracePt t="58771" x="2501900" y="4794250"/>
          <p14:tracePt t="58774" x="2501900" y="4787900"/>
          <p14:tracePt t="58788" x="2508250" y="4775200"/>
          <p14:tracePt t="58804" x="2508250" y="4749800"/>
          <p14:tracePt t="58821" x="2514600" y="4737100"/>
          <p14:tracePt t="58838" x="2514600" y="4718050"/>
          <p14:tracePt t="58854" x="2520950" y="4699000"/>
          <p14:tracePt t="58872" x="2520950" y="4679950"/>
          <p14:tracePt t="58887" x="2527300" y="4673600"/>
          <p14:tracePt t="58904" x="2527300" y="4660900"/>
          <p14:tracePt t="58921" x="2533650" y="4610100"/>
          <p14:tracePt t="58937" x="2540000" y="4591050"/>
          <p14:tracePt t="58953" x="2552700" y="4572000"/>
          <p14:tracePt t="58971" x="2559050" y="4514850"/>
          <p14:tracePt t="58987" x="2565400" y="4464050"/>
          <p14:tracePt t="59004" x="2565400" y="4438650"/>
          <p14:tracePt t="59020" x="2571750" y="4375150"/>
          <p14:tracePt t="59036" x="2578100" y="4311650"/>
          <p14:tracePt t="59054" x="2584450" y="4260850"/>
          <p14:tracePt t="59070" x="2597150" y="4229100"/>
          <p14:tracePt t="59086" x="2597150" y="4191000"/>
          <p14:tracePt t="59104" x="2597150" y="4165600"/>
          <p14:tracePt t="59120" x="2597150" y="4152900"/>
          <p14:tracePt t="59136" x="2597150" y="4133850"/>
          <p14:tracePt t="59153" x="2597150" y="4121150"/>
          <p14:tracePt t="59170" x="2597150" y="4114800"/>
          <p14:tracePt t="59186" x="2597150" y="4108450"/>
          <p14:tracePt t="59203" x="2597150" y="4095750"/>
          <p14:tracePt t="59237" x="2597150" y="4089400"/>
          <p14:tracePt t="59253" x="2597150" y="4083050"/>
          <p14:tracePt t="59269" x="2590800" y="4076700"/>
          <p14:tracePt t="59293" x="2590800" y="4070350"/>
          <p14:tracePt t="59314" x="2590800" y="4064000"/>
          <p14:tracePt t="59336" x="2590800" y="4057650"/>
          <p14:tracePt t="59363" x="2590800" y="4051300"/>
          <p14:tracePt t="59384" x="2590800" y="4044950"/>
          <p14:tracePt t="59398" x="2590800" y="4038600"/>
          <p14:tracePt t="59405" x="2597150" y="4032250"/>
          <p14:tracePt t="59419" x="2597150" y="4019550"/>
          <p14:tracePt t="59435" x="2603500" y="3994150"/>
          <p14:tracePt t="59452" x="2603500" y="3975100"/>
          <p14:tracePt t="59470" x="2609850" y="3924300"/>
          <p14:tracePt t="59485" x="2616200" y="3873500"/>
          <p14:tracePt t="59502" x="2616200" y="3848100"/>
          <p14:tracePt t="59518" x="2622550" y="3803650"/>
          <p14:tracePt t="59535" x="2628900" y="3790950"/>
          <p14:tracePt t="59552" x="2628900" y="3778250"/>
          <p14:tracePt t="59568" x="2628900" y="3765550"/>
          <p14:tracePt t="59615" x="2635250" y="3759200"/>
          <p14:tracePt t="59658" x="2641600" y="3759200"/>
          <p14:tracePt t="59665" x="2641600" y="3765550"/>
          <p14:tracePt t="59707" x="2647950" y="3771900"/>
          <p14:tracePt t="59757" x="2654300" y="3771900"/>
          <p14:tracePt t="59763" x="2667000" y="3771900"/>
          <p14:tracePt t="59778" x="2679700" y="3771900"/>
          <p14:tracePt t="59787" x="2692400" y="3771900"/>
          <p14:tracePt t="59801" x="2711450" y="3771900"/>
          <p14:tracePt t="59817" x="2743200" y="3765550"/>
          <p14:tracePt t="59834" x="2901950" y="3752850"/>
          <p14:tracePt t="59850" x="2952750" y="3740150"/>
          <p14:tracePt t="59867" x="3016250" y="3733800"/>
          <p14:tracePt t="59884" x="3175000" y="3721100"/>
          <p14:tracePt t="59900" x="3327400" y="3721100"/>
          <p14:tracePt t="59918" x="3403600" y="3721100"/>
          <p14:tracePt t="59933" x="3556000" y="3721100"/>
          <p14:tracePt t="59950" x="3670300" y="3721100"/>
          <p14:tracePt t="59968" x="3752850" y="3721100"/>
          <p14:tracePt t="59984" x="3790950" y="3721100"/>
          <p14:tracePt t="60000" x="3854450" y="3721100"/>
          <p14:tracePt t="60017" x="3905250" y="3721100"/>
          <p14:tracePt t="60034" x="3924300" y="3721100"/>
          <p14:tracePt t="60050" x="3975100" y="3733800"/>
          <p14:tracePt t="60066" x="4006850" y="3740150"/>
          <p14:tracePt t="60083" x="4019550" y="3746500"/>
          <p14:tracePt t="60100" x="4044950" y="3752850"/>
          <p14:tracePt t="60117" x="4057650" y="3771900"/>
          <p14:tracePt t="60133" x="4044950" y="3778250"/>
          <p14:tracePt t="60840" x="4038600" y="3778250"/>
          <p14:tracePt t="60854" x="4032250" y="3778250"/>
          <p14:tracePt t="60867" x="4025900" y="3778250"/>
          <p14:tracePt t="60882" x="4019550" y="3778250"/>
          <p14:tracePt t="60889" x="4006850" y="3778250"/>
          <p14:tracePt t="60903" x="3994150" y="3778250"/>
          <p14:tracePt t="60913" x="3975100" y="3771900"/>
          <p14:tracePt t="60932" x="3930650" y="3771900"/>
          <p14:tracePt t="60946" x="3905250" y="3771900"/>
          <p14:tracePt t="60963" x="3854450" y="3771900"/>
          <p14:tracePt t="60981" x="3797300" y="3771900"/>
          <p14:tracePt t="60997" x="3771900" y="3765550"/>
          <p14:tracePt t="61013" x="3689350" y="3765550"/>
          <p14:tracePt t="61030" x="3613150" y="3765550"/>
          <p14:tracePt t="61046" x="3562350" y="3765550"/>
          <p14:tracePt t="61063" x="3517900" y="3752850"/>
          <p14:tracePt t="61080" x="3365500" y="3752850"/>
          <p14:tracePt t="61096" x="3302000" y="3746500"/>
          <p14:tracePt t="61114" x="3206750" y="3746500"/>
          <p14:tracePt t="61129" x="3181350" y="3740150"/>
          <p14:tracePt t="61146" x="3136900" y="3740150"/>
          <p14:tracePt t="61163" x="3098800" y="3740150"/>
          <p14:tracePt t="61179" x="3079750" y="3740150"/>
          <p14:tracePt t="61196" x="3054350" y="3740150"/>
          <p14:tracePt t="61212" x="3041650" y="3740150"/>
          <p14:tracePt t="61229" x="3016250" y="3740150"/>
          <p14:tracePt t="61246" x="3003550" y="3740150"/>
          <p14:tracePt t="61262" x="2990850" y="3746500"/>
          <p14:tracePt t="61296" x="2978150" y="3746500"/>
          <p14:tracePt t="61312" x="2959100" y="3746500"/>
          <p14:tracePt t="61329" x="2952750" y="3746500"/>
          <p14:tracePt t="61362" x="2940050" y="3746500"/>
          <p14:tracePt t="61379" x="2933700" y="3746500"/>
          <p14:tracePt t="61395" x="2933700" y="3740150"/>
          <p14:tracePt t="61412" x="2927350" y="3740150"/>
          <p14:tracePt t="61428" x="2921000" y="3740150"/>
          <p14:tracePt t="61445" x="2914650" y="3733800"/>
          <p14:tracePt t="61493" x="2908300" y="3727450"/>
          <p14:tracePt t="61500" x="2901950" y="3727450"/>
          <p14:tracePt t="61542" x="2895600" y="3727450"/>
          <p14:tracePt t="61563" x="2889250" y="3727450"/>
          <p14:tracePt t="61592" x="2882900" y="3727450"/>
          <p14:tracePt t="61634" x="2876550" y="3733800"/>
          <p14:tracePt t="61676" x="2876550" y="3752850"/>
          <p14:tracePt t="61683" x="2876550" y="3759200"/>
          <p14:tracePt t="61704" x="2876550" y="3765550"/>
          <p14:tracePt t="61725" x="2876550" y="3771900"/>
          <p14:tracePt t="61753" x="2876550" y="3778250"/>
          <p14:tracePt t="61767" x="2876550" y="3784600"/>
          <p14:tracePt t="61795" x="2876550" y="3790950"/>
          <p14:tracePt t="61802" x="2876550" y="3797300"/>
          <p14:tracePt t="61823" x="2876550" y="3803650"/>
          <p14:tracePt t="61837" x="2870200" y="3810000"/>
          <p14:tracePt t="61851" x="2863850" y="3816350"/>
          <p14:tracePt t="61866" x="2857500" y="3816350"/>
          <p14:tracePt t="61876" x="2844800" y="3822700"/>
          <p14:tracePt t="61894" x="2813050" y="3841750"/>
          <p14:tracePt t="61910" x="2794000" y="3848100"/>
          <p14:tracePt t="61927" x="2755900" y="3867150"/>
          <p14:tracePt t="61943" x="2724150" y="3886200"/>
          <p14:tracePt t="61960" x="2711450" y="3905250"/>
          <p14:tracePt t="61977" x="2705100" y="3905250"/>
          <p14:tracePt t="61993" x="2686050" y="3937000"/>
          <p14:tracePt t="62010" x="2686050" y="3949700"/>
          <p14:tracePt t="62028" x="2686050" y="3975100"/>
          <p14:tracePt t="62043" x="2686050" y="3994150"/>
          <p14:tracePt t="62059" x="2686050" y="4019550"/>
          <p14:tracePt t="62077" x="2686050" y="4051300"/>
          <p14:tracePt t="62093" x="2686050" y="4064000"/>
          <p14:tracePt t="62109" x="2686050" y="4083050"/>
          <p14:tracePt t="62126" x="2686050" y="4089400"/>
          <p14:tracePt t="62142" x="2686050" y="4095750"/>
          <p14:tracePt t="62159" x="2686050" y="4102100"/>
          <p14:tracePt t="62176" x="2686050" y="4108450"/>
          <p14:tracePt t="62238" x="2686050" y="4114800"/>
          <p14:tracePt t="62364" x="2692400" y="4114800"/>
          <p14:tracePt t="62385" x="2698750" y="4114800"/>
          <p14:tracePt t="62406" x="2705100" y="4108450"/>
          <p14:tracePt t="62427" x="2711450" y="4102100"/>
          <p14:tracePt t="62434" x="2717800" y="4102100"/>
          <p14:tracePt t="62456" x="2724150" y="4102100"/>
          <p14:tracePt t="62470" x="2730500" y="4095750"/>
          <p14:tracePt t="62478" x="2743200" y="4095750"/>
          <p14:tracePt t="62491" x="2755900" y="4089400"/>
          <p14:tracePt t="62508" x="2806700" y="4076700"/>
          <p14:tracePt t="62524" x="2838450" y="4064000"/>
          <p14:tracePt t="62541" x="2921000" y="4019550"/>
          <p14:tracePt t="62558" x="3035300" y="3962400"/>
          <p14:tracePt t="62575" x="3162300" y="3892550"/>
          <p14:tracePt t="62591" x="3225800" y="3867150"/>
          <p14:tracePt t="62607" x="3282950" y="3829050"/>
          <p14:tracePt t="62625" x="3422650" y="3740150"/>
          <p14:tracePt t="62641" x="3467100" y="3721100"/>
          <p14:tracePt t="62658" x="3517900" y="3676650"/>
          <p14:tracePt t="62674" x="3517900" y="3663950"/>
          <p14:tracePt t="63079" x="3505200" y="3689350"/>
          <p14:tracePt t="63086" x="3467100" y="3721100"/>
          <p14:tracePt t="63100" x="3441700" y="3765550"/>
          <p14:tracePt t="63109" x="3403600" y="3810000"/>
          <p14:tracePt t="63122" x="3352800" y="3867150"/>
          <p14:tracePt t="63139" x="3308350" y="3930650"/>
          <p14:tracePt t="63157" x="3130550" y="4171950"/>
          <p14:tracePt t="63173" x="3073400" y="4248150"/>
          <p14:tracePt t="63189" x="3009900" y="4330700"/>
          <p14:tracePt t="63206" x="2895600" y="4483100"/>
          <p14:tracePt t="63222" x="2794000" y="4641850"/>
          <p14:tracePt t="63239" x="2755900" y="4711700"/>
          <p14:tracePt t="63255" x="2673350" y="4864100"/>
          <p14:tracePt t="63272" x="2647950" y="4946650"/>
          <p14:tracePt t="63290" x="2603500" y="5022850"/>
          <p14:tracePt t="63305" x="2520950" y="5181600"/>
          <p14:tracePt t="63322" x="2508250" y="5213350"/>
          <p14:tracePt t="63339" x="2476500" y="5245100"/>
          <p14:tracePt t="63355" x="2463800" y="5283200"/>
          <p14:tracePt t="63372" x="2451100" y="5308600"/>
          <p14:tracePt t="63389" x="2451100" y="5321300"/>
          <p14:tracePt t="63405" x="2444750" y="5334000"/>
          <p14:tracePt t="63421" x="2444750" y="5340350"/>
          <p14:tracePt t="63438" x="2432050" y="5397500"/>
          <p14:tracePt t="63458" x="2432050" y="5410200"/>
          <p14:tracePt t="63474" x="2425700" y="5422900"/>
          <p14:tracePt t="63488" x="2425700" y="5435600"/>
          <p14:tracePt t="63504" x="2425700" y="5441950"/>
          <p14:tracePt t="63522" x="2419350" y="5448300"/>
          <p14:tracePt t="63564" x="2413000" y="5448300"/>
          <p14:tracePt t="63662" x="2406650" y="5441950"/>
          <p14:tracePt t="63689" x="2406650" y="5435600"/>
          <p14:tracePt t="63901" x="2406650" y="5429250"/>
          <p14:tracePt t="63950" x="2413000" y="5429250"/>
          <p14:tracePt t="63985" x="2419350" y="5429250"/>
          <p14:tracePt t="63999" x="2425700" y="5429250"/>
          <p14:tracePt t="64027" x="2432050" y="5429250"/>
          <p14:tracePt t="64034" x="2438400" y="5429250"/>
          <p14:tracePt t="64049" x="2438400" y="5422900"/>
          <p14:tracePt t="64063" x="2438400" y="5416550"/>
          <p14:tracePt t="64072" x="2444750" y="5416550"/>
          <p14:tracePt t="64085" x="2451100" y="5403850"/>
          <p14:tracePt t="64102" x="2489200" y="5359400"/>
          <p14:tracePt t="64119" x="2546350" y="5257800"/>
          <p14:tracePt t="64136" x="2616200" y="5086350"/>
          <p14:tracePt t="64152" x="2660650" y="4972050"/>
          <p14:tracePt t="64169" x="2768600" y="4718050"/>
          <p14:tracePt t="64185" x="2863850" y="4483100"/>
          <p14:tracePt t="64204" x="2952750" y="4248150"/>
          <p14:tracePt t="64219" x="2971800" y="4152900"/>
          <p14:tracePt t="64235" x="3009900" y="4000500"/>
          <p14:tracePt t="64253" x="3028950" y="3917950"/>
          <p14:tracePt t="64268" x="3028950" y="3886200"/>
          <p14:tracePt t="64285" x="3035300" y="3854450"/>
          <p14:tracePt t="64302" x="3041650" y="3841750"/>
          <p14:tracePt t="64351" x="3048000" y="3841750"/>
          <p14:tracePt t="64414" x="3054350" y="3841750"/>
          <p14:tracePt t="64436" x="3054350" y="3848100"/>
          <p14:tracePt t="64442" x="3054350" y="3860800"/>
          <p14:tracePt t="64456" x="3054350" y="3867150"/>
          <p14:tracePt t="64477" x="3054350" y="3879850"/>
          <p14:tracePt t="64487" x="3054350" y="3886200"/>
          <p14:tracePt t="64501" x="3054350" y="3905250"/>
          <p14:tracePt t="64518" x="3048000" y="3956050"/>
          <p14:tracePt t="64534" x="3022600" y="4038600"/>
          <p14:tracePt t="64551" x="3016250" y="4083050"/>
          <p14:tracePt t="64568" x="2959100" y="4203700"/>
          <p14:tracePt t="64584" x="2895600" y="4349750"/>
          <p14:tracePt t="64601" x="2876550" y="4445000"/>
          <p14:tracePt t="64618" x="2794000" y="4629150"/>
          <p14:tracePt t="64634" x="2762250" y="4724400"/>
          <p14:tracePt t="64650" x="2724150" y="4813300"/>
          <p14:tracePt t="64667" x="2647950" y="4997450"/>
          <p14:tracePt t="64684" x="2609850" y="5080000"/>
          <p14:tracePt t="64700" x="2552700" y="5213350"/>
          <p14:tracePt t="64717" x="2514600" y="5314950"/>
          <p14:tracePt t="64734" x="2501900" y="5346700"/>
          <p14:tracePt t="64751" x="2489200" y="5378450"/>
          <p14:tracePt t="64767" x="2476500" y="5403850"/>
          <p14:tracePt t="64784" x="2476500" y="5410200"/>
          <p14:tracePt t="64800" x="2476500" y="5416550"/>
          <p14:tracePt t="64885" x="2476500" y="5422900"/>
          <p14:tracePt t="64906" x="2476500" y="5435600"/>
          <p14:tracePt t="64933" x="2476500" y="5441950"/>
          <p14:tracePt t="64976" x="2476500" y="5448300"/>
          <p14:tracePt t="65004" x="2476500" y="5454650"/>
          <p14:tracePt t="65025" x="2476500" y="5461000"/>
          <p14:tracePt t="65046" x="2470150" y="5461000"/>
          <p14:tracePt t="65053" x="2470150" y="5467350"/>
          <p14:tracePt t="65068" x="2470150" y="5473700"/>
          <p14:tracePt t="65083" x="2470150" y="5480050"/>
          <p14:tracePt t="65109" x="2470150" y="5486400"/>
          <p14:tracePt t="65118" x="2470150" y="5492750"/>
          <p14:tracePt t="65132" x="2470150" y="5505450"/>
          <p14:tracePt t="65149" x="2470150" y="5530850"/>
          <p14:tracePt t="65166" x="2482850" y="5556250"/>
          <p14:tracePt t="65182" x="2489200" y="5568950"/>
          <p14:tracePt t="65198" x="2501900" y="5600700"/>
          <p14:tracePt t="65215" x="2520950" y="5626100"/>
          <p14:tracePt t="65232" x="2533650" y="5645150"/>
          <p14:tracePt t="65250" x="2546350" y="5676900"/>
          <p14:tracePt t="65265" x="2552700" y="5695950"/>
          <p14:tracePt t="65663" x="2597150" y="5695950"/>
          <p14:tracePt t="65670" x="2654300" y="5683250"/>
          <p14:tracePt t="65680" x="2730500" y="5664200"/>
          <p14:tracePt t="65696" x="2813050" y="5645150"/>
          <p14:tracePt t="65713" x="3016250" y="5613400"/>
          <p14:tracePt t="65730" x="3232150" y="5581650"/>
          <p14:tracePt t="65748" x="3416300" y="5562600"/>
          <p14:tracePt t="65763" x="3505200" y="5556250"/>
          <p14:tracePt t="65780" x="3695700" y="5556250"/>
          <p14:tracePt t="65797" x="3860800" y="5556250"/>
          <p14:tracePt t="65813" x="3962400" y="5568950"/>
          <p14:tracePt t="65830" x="4064000" y="5575300"/>
          <p14:tracePt t="65847" x="4375150" y="5619750"/>
          <p14:tracePt t="65862" x="4464050" y="5626100"/>
          <p14:tracePt t="65880" x="4540250" y="5638800"/>
          <p14:tracePt t="65883" x="4629150" y="5651500"/>
          <p14:tracePt t="65896" x="4787900" y="5670550"/>
          <p14:tracePt t="65913" x="4838700" y="5683250"/>
          <p14:tracePt t="65932" x="4921250" y="5695950"/>
          <p14:tracePt t="65946" x="4940300" y="5695950"/>
          <p14:tracePt t="65962" x="4997450" y="5695950"/>
          <p14:tracePt t="65981" x="5041900" y="5695950"/>
          <p14:tracePt t="65996" x="5060950" y="5695950"/>
          <p14:tracePt t="66012" x="5118100" y="5683250"/>
          <p14:tracePt t="66030" x="5175250" y="5676900"/>
          <p14:tracePt t="66046" x="5213350" y="5676900"/>
          <p14:tracePt t="66062" x="5283200" y="5676900"/>
          <p14:tracePt t="66079" x="5340350" y="5676900"/>
          <p14:tracePt t="66095" x="5365750" y="5676900"/>
          <p14:tracePt t="66113" x="5416550" y="5676900"/>
          <p14:tracePt t="66129" x="5473700" y="5689600"/>
          <p14:tracePt t="66145" x="5492750" y="5695950"/>
          <p14:tracePt t="66163" x="5537200" y="5695950"/>
          <p14:tracePt t="66179" x="5549900" y="5695950"/>
          <p14:tracePt t="66575" x="5568950" y="5695950"/>
          <p14:tracePt t="66582" x="5607050" y="5695950"/>
          <p14:tracePt t="66594" x="5632450" y="5695950"/>
          <p14:tracePt t="66611" x="5708650" y="5695950"/>
          <p14:tracePt t="66627" x="5753100" y="5695950"/>
          <p14:tracePt t="66643" x="5791200" y="5695950"/>
          <p14:tracePt t="66660" x="5949950" y="5702300"/>
          <p14:tracePt t="66677" x="6013450" y="5702300"/>
          <p14:tracePt t="66695" x="6115050" y="5715000"/>
          <p14:tracePt t="66710" x="6178550" y="5721350"/>
          <p14:tracePt t="66726" x="6261100" y="5721350"/>
          <p14:tracePt t="66744" x="6286500" y="5721350"/>
          <p14:tracePt t="66760" x="6337300" y="5727700"/>
          <p14:tracePt t="66776" x="6388100" y="5727700"/>
          <p14:tracePt t="66793" x="6419850" y="5727700"/>
          <p14:tracePt t="66810" x="6432550" y="5727700"/>
          <p14:tracePt t="66827" x="6464300" y="5727700"/>
          <p14:tracePt t="66843" x="6496050" y="5721350"/>
          <p14:tracePt t="66859" x="6521450" y="5715000"/>
          <p14:tracePt t="66877" x="6584950" y="5664200"/>
          <p14:tracePt t="66892" x="6584950" y="5657850"/>
          <p14:tracePt t="68146" x="6572250" y="5664200"/>
          <p14:tracePt t="68160" x="6553200" y="5670550"/>
          <p14:tracePt t="68168" x="6534150" y="5670550"/>
          <p14:tracePt t="68175" x="6502400" y="5676900"/>
          <p14:tracePt t="68191" x="6483350" y="5683250"/>
          <p14:tracePt t="68204" x="6438900" y="5702300"/>
          <p14:tracePt t="68221" x="6318250" y="5740400"/>
          <p14:tracePt t="68238" x="6121400" y="5810250"/>
          <p14:tracePt t="68255" x="5975350" y="5854700"/>
          <p14:tracePt t="68271" x="5594350" y="6007100"/>
          <p14:tracePt t="68288" x="5099050" y="6140450"/>
          <p14:tracePt t="68304" x="4870450" y="6197600"/>
          <p14:tracePt t="68322" x="4400550" y="6267450"/>
          <p14:tracePt t="68338" x="4152900" y="6299200"/>
          <p14:tracePt t="68354" x="3784600" y="6311900"/>
          <p14:tracePt t="68372" x="3568700" y="6324600"/>
          <p14:tracePt t="68388" x="3079750" y="6350000"/>
          <p14:tracePt t="68404" x="2978150" y="6356350"/>
          <p14:tracePt t="68421" x="2787650" y="6369050"/>
          <p14:tracePt t="68437" x="2698750" y="6375400"/>
          <p14:tracePt t="68454" x="2533650" y="6388100"/>
          <p14:tracePt t="68458" x="2470150" y="6388100"/>
          <p14:tracePt t="68471" x="2419350" y="6388100"/>
          <p14:tracePt t="68487" x="2362200" y="6388100"/>
          <p14:tracePt t="68505" x="2298700" y="6388100"/>
          <p14:tracePt t="68521" x="2247900" y="6388100"/>
          <p14:tracePt t="68537" x="2209800" y="6394450"/>
          <p14:tracePt t="68554" x="2152650" y="6419850"/>
          <p14:tracePt t="68570" x="2101850" y="6438900"/>
          <p14:tracePt t="68587" x="2057400" y="6445250"/>
          <p14:tracePt t="68604" x="2000250" y="6457950"/>
          <p14:tracePt t="68620" x="1943100" y="6457950"/>
          <p14:tracePt t="68637" x="1917700" y="6451600"/>
          <p14:tracePt t="68653" x="1866900" y="6438900"/>
          <p14:tracePt t="68670" x="1828800" y="6419850"/>
          <p14:tracePt t="68687" x="1797050" y="6394450"/>
          <p14:tracePt t="68703" x="1784350" y="6375400"/>
          <p14:tracePt t="68720" x="1758950" y="6362700"/>
          <p14:tracePt t="68737" x="1727200" y="6324600"/>
          <p14:tracePt t="68753" x="1720850" y="6311900"/>
          <p14:tracePt t="68770" x="1714500" y="6305550"/>
          <p14:tracePt t="68786" x="1701800" y="6286500"/>
          <p14:tracePt t="68803" x="1701800" y="6273800"/>
          <p14:tracePt t="68819" x="1701800" y="6267450"/>
          <p14:tracePt t="68836" x="1701800" y="6261100"/>
          <p14:tracePt t="69053" x="1708150" y="6261100"/>
          <p14:tracePt t="69060" x="1714500" y="6254750"/>
          <p14:tracePt t="69074" x="1727200" y="6254750"/>
          <p14:tracePt t="69085" x="1746250" y="6248400"/>
          <p14:tracePt t="69102" x="1816100" y="6242050"/>
          <p14:tracePt t="69118" x="1879600" y="6229350"/>
          <p14:tracePt t="69135" x="2038350" y="6203950"/>
          <p14:tracePt t="69153" x="2228850" y="6178550"/>
          <p14:tracePt t="69168" x="2343150" y="6159500"/>
          <p14:tracePt t="69185" x="2559050" y="6159500"/>
          <p14:tracePt t="69202" x="2749550" y="6146800"/>
          <p14:tracePt t="69218" x="2838450" y="6146800"/>
          <p14:tracePt t="69235" x="2959100" y="6153150"/>
          <p14:tracePt t="69252" x="3028950" y="6165850"/>
          <p14:tracePt t="69268" x="3054350" y="6172200"/>
          <p14:tracePt t="69285" x="3092450" y="6191250"/>
          <p14:tracePt t="69301" x="3098800" y="6197600"/>
          <p14:tracePt t="69318" x="3105150" y="6203950"/>
          <p14:tracePt t="69334" x="3117850" y="6203950"/>
          <p14:tracePt t="69351" x="3117850" y="6210300"/>
          <p14:tracePt t="69367" x="3124200" y="6210300"/>
          <p14:tracePt t="69384" x="3136900" y="6210300"/>
          <p14:tracePt t="69432" x="3143250" y="6216650"/>
          <p14:tracePt t="69439" x="3149600" y="6223000"/>
          <p14:tracePt t="69454" x="3155950" y="6229350"/>
          <p14:tracePt t="69474" x="3162300" y="6235700"/>
          <p14:tracePt t="69483" x="3168650" y="6235700"/>
          <p14:tracePt t="69504" x="3175000" y="6235700"/>
          <p14:tracePt t="69517" x="3181350" y="6235700"/>
          <p14:tracePt t="69534" x="3194050" y="6248400"/>
          <p14:tracePt t="69552" x="3206750" y="6254750"/>
          <p14:tracePt t="69567" x="3238500" y="6273800"/>
          <p14:tracePt t="69583" x="3263900" y="6280150"/>
          <p14:tracePt t="69601" x="3321050" y="6305550"/>
          <p14:tracePt t="69616" x="3384550" y="6330950"/>
          <p14:tracePt t="69633" x="3409950" y="6337300"/>
          <p14:tracePt t="69652" x="3511550" y="6369050"/>
          <p14:tracePt t="69667" x="3556000" y="6369050"/>
          <p14:tracePt t="69683" x="3594100" y="6375400"/>
          <p14:tracePt t="69700" x="3676650" y="6381750"/>
          <p14:tracePt t="69716" x="3752850" y="6381750"/>
          <p14:tracePt t="69733" x="3784600" y="6381750"/>
          <p14:tracePt t="69749" x="3860800" y="6381750"/>
          <p14:tracePt t="69766" x="3924300" y="6381750"/>
          <p14:tracePt t="69783" x="3956050" y="6381750"/>
          <p14:tracePt t="69800" x="4019550" y="6381750"/>
          <p14:tracePt t="69816" x="4083050" y="6400800"/>
          <p14:tracePt t="69833" x="4171950" y="6400800"/>
          <p14:tracePt t="69849" x="4222750" y="6407150"/>
          <p14:tracePt t="69866" x="4356100" y="6426200"/>
          <p14:tracePt t="69883" x="4527550" y="6457950"/>
          <p14:tracePt t="69900" x="4616450" y="6477000"/>
          <p14:tracePt t="69916" x="4705350" y="6483350"/>
          <p14:tracePt t="69932" x="5003800" y="6534150"/>
          <p14:tracePt t="69949" x="5105400" y="6546850"/>
          <p14:tracePt t="69966" x="5295900" y="6565900"/>
          <p14:tracePt t="69982" x="5365750" y="6565900"/>
          <p14:tracePt t="69999" x="5467350" y="6565900"/>
          <p14:tracePt t="70016" x="5537200" y="6546850"/>
          <p14:tracePt t="70032" x="5588000" y="6527800"/>
          <p14:tracePt t="70048" x="5594350" y="6515100"/>
          <p14:tracePt t="70065" x="5607050" y="6483350"/>
          <p14:tracePt t="72381" x="5607050" y="6477000"/>
          <p14:tracePt t="72402" x="5607050" y="6470650"/>
          <p14:tracePt t="72423" x="5607050" y="6464300"/>
          <p14:tracePt t="72473" x="5607050" y="6457950"/>
          <p14:tracePt t="72571" x="5607050" y="6451600"/>
          <p14:tracePt t="72634" x="5607050" y="6445250"/>
          <p14:tracePt t="72697" x="5600700" y="6438900"/>
          <p14:tracePt t="72753" x="5588000" y="6432550"/>
          <p14:tracePt t="72802" x="5581650" y="6426200"/>
          <p14:tracePt t="72838" x="5568950" y="6426200"/>
          <p14:tracePt t="72852" x="5562600" y="6426200"/>
          <p14:tracePt t="72866" x="5562600" y="6419850"/>
          <p14:tracePt t="72887" x="5556250" y="6413500"/>
          <p14:tracePt t="72894" x="5549900" y="6407150"/>
          <p14:tracePt t="72908" x="5537200" y="6394450"/>
          <p14:tracePt t="72922" x="5505450" y="6350000"/>
          <p14:tracePt t="72938" x="5473700" y="6318250"/>
          <p14:tracePt t="72955" x="5448300" y="6273800"/>
          <p14:tracePt t="72958" x="5410200" y="6216650"/>
          <p14:tracePt t="72972" x="5359400" y="6159500"/>
          <p14:tracePt t="72988" x="5270500" y="6019800"/>
          <p14:tracePt t="73005" x="5219700" y="5937250"/>
          <p14:tracePt t="73022" x="5105400" y="5759450"/>
          <p14:tracePt t="73038" x="4978400" y="5562600"/>
          <p14:tracePt t="73057" x="4851400" y="5359400"/>
          <p14:tracePt t="73072" x="4775200" y="5238750"/>
          <p14:tracePt t="73088" x="4572000" y="4883150"/>
          <p14:tracePt t="73105" x="4356100" y="4483100"/>
          <p14:tracePt t="73121" x="4241800" y="4279900"/>
          <p14:tracePt t="73138" x="4133850" y="4038600"/>
          <p14:tracePt t="73155" x="3956050" y="3644900"/>
          <p14:tracePt t="73171" x="3867150" y="3429000"/>
          <p14:tracePt t="73188" x="3740150" y="3105150"/>
          <p14:tracePt t="73205" x="3644900" y="2889250"/>
          <p14:tracePt t="73221" x="3568700" y="2730500"/>
          <p14:tracePt t="73239" x="3517900" y="2622550"/>
          <p14:tracePt t="73255" x="3511550" y="2590800"/>
          <p14:tracePt t="73271" x="3486150" y="2527300"/>
          <p14:tracePt t="73288" x="3479800" y="2470150"/>
          <p14:tracePt t="73304" x="3473450" y="2444750"/>
          <p14:tracePt t="73321" x="3460750" y="2393950"/>
          <p14:tracePt t="73337" x="3454400" y="2343150"/>
          <p14:tracePt t="73354" x="3454400" y="2311400"/>
          <p14:tracePt t="73371" x="3454400" y="2266950"/>
          <p14:tracePt t="73387" x="3454400" y="2241550"/>
          <p14:tracePt t="73403" x="3454400" y="2228850"/>
          <p14:tracePt t="73421" x="3454400" y="2209800"/>
          <p14:tracePt t="73437" x="3454400" y="2190750"/>
          <p14:tracePt t="73471" x="3454400" y="2178050"/>
          <p14:tracePt t="73519" x="3448050" y="2178050"/>
          <p14:tracePt t="73547" x="3441700" y="2178050"/>
          <p14:tracePt t="73554" x="3435350" y="2178050"/>
          <p14:tracePt t="73596" x="3429000" y="2171700"/>
          <p14:tracePt t="73610" x="3422650" y="2171700"/>
          <p14:tracePt t="73617" x="3416300" y="2165350"/>
          <p14:tracePt t="73638" x="3409950" y="2159000"/>
          <p14:tracePt t="73646" x="3403600" y="2159000"/>
          <p14:tracePt t="73659" x="3403600" y="2152650"/>
          <p14:tracePt t="73669" x="3397250" y="2152650"/>
          <p14:tracePt t="73689" x="3390900" y="2146300"/>
          <p14:tracePt t="73703" x="3384550" y="2133600"/>
          <p14:tracePt t="73719" x="3359150" y="2114550"/>
          <p14:tracePt t="73736" x="3340100" y="2101850"/>
          <p14:tracePt t="73752" x="3314700" y="2070100"/>
          <p14:tracePt t="73769" x="3289300" y="2038350"/>
          <p14:tracePt t="73787" x="3270250" y="2012950"/>
          <p14:tracePt t="73803" x="3263900" y="2000250"/>
          <p14:tracePt t="73819" x="3251200" y="1993900"/>
          <p14:tracePt t="73836" x="3244850" y="1987550"/>
          <p14:tracePt t="73905" x="3244850" y="1993900"/>
          <p14:tracePt t="73927" x="3244850" y="2000250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457200" y="723900"/>
            <a:ext cx="8229600" cy="5410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sz="3200" b="1" dirty="0">
                <a:solidFill>
                  <a:schemeClr val="tx1"/>
                </a:solidFill>
                <a:latin typeface="Lucida Console" panose="020B0609040504020204" pitchFamily="49" charset="0"/>
              </a:rPr>
              <a:t>Car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(): 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 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def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sz="3200" b="1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   </a:t>
            </a:r>
            <a:r>
              <a:rPr 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self.odometer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=0 </a:t>
            </a:r>
            <a:r>
              <a:rPr lang="en-US" sz="3200" dirty="0">
                <a:solidFill>
                  <a:srgbClr val="FF9797"/>
                </a:solidFill>
                <a:latin typeface="Lucida Console" panose="020B0609040504020204" pitchFamily="49" charset="0"/>
              </a:rPr>
              <a:t>#(</a:t>
            </a:r>
            <a:r>
              <a:rPr lang="zh-TW" altLang="en-US" sz="3200" dirty="0">
                <a:solidFill>
                  <a:srgbClr val="FF9797"/>
                </a:solidFill>
                <a:latin typeface="Lucida Console" panose="020B0609040504020204" pitchFamily="49" charset="0"/>
              </a:rPr>
              <a:t>里程表</a:t>
            </a:r>
            <a:r>
              <a:rPr lang="en-US" altLang="zh-TW" sz="3200" dirty="0">
                <a:solidFill>
                  <a:srgbClr val="FF9797"/>
                </a:solidFill>
                <a:latin typeface="Lucida Console" panose="020B0609040504020204" pitchFamily="49" charset="0"/>
              </a:rPr>
              <a:t>)</a:t>
            </a:r>
            <a:endParaRPr lang="en-US" sz="3200" dirty="0">
              <a:solidFill>
                <a:srgbClr val="FF9797"/>
              </a:solidFill>
              <a:latin typeface="Lucida Console" panose="020B0609040504020204" pitchFamily="49" charset="0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   </a:t>
            </a:r>
            <a:r>
              <a:rPr 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self.gastank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fillTank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():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   </a:t>
            </a:r>
            <a:r>
              <a:rPr 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self.gastank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=100.0</a:t>
            </a:r>
          </a:p>
          <a:p>
            <a:pPr marL="0" marR="0" indent="0" algn="l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... </a:t>
            </a:r>
          </a:p>
          <a:p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SportsCar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sz="3200" b="1" dirty="0">
                <a:solidFill>
                  <a:schemeClr val="tx1"/>
                </a:solidFill>
                <a:latin typeface="Lucida Console" panose="020B0609040504020204" pitchFamily="49" charset="0"/>
              </a:rPr>
              <a:t>Car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sz="32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#Sports</a:t>
            </a:r>
            <a:r>
              <a:rPr lang="en-US" sz="28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z="32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cars</a:t>
            </a:r>
            <a:r>
              <a:rPr lang="en-US" sz="28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z="32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use</a:t>
            </a:r>
            <a:r>
              <a:rPr lang="en-US" sz="28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z="32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a</a:t>
            </a:r>
            <a:r>
              <a:rPr lang="en-US" sz="28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 </a:t>
            </a:r>
            <a:r>
              <a:rPr lang="en-US" sz="32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clutch(</a:t>
            </a:r>
            <a:r>
              <a:rPr lang="zh-TW" altLang="en-US" sz="32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離合器</a:t>
            </a:r>
            <a:r>
              <a:rPr lang="en-US" sz="3200" spc="-100" dirty="0">
                <a:solidFill>
                  <a:srgbClr val="FF9797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engageTheClutch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70000"/>
              </a:lnSpc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   ...  </a:t>
            </a:r>
          </a:p>
          <a:p>
            <a:r>
              <a:rPr lang="en-US" sz="3200" b="1" dirty="0">
                <a:solidFill>
                  <a:schemeClr val="tx1"/>
                </a:solidFill>
                <a:latin typeface="Lucida Console" panose="020B0609040504020204" pitchFamily="49" charset="0"/>
              </a:rPr>
              <a:t>Ferrari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SportsCar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() 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950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999"/>
    </mc:Choice>
    <mc:Fallback xmlns="">
      <p:transition spd="slow" advTm="759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4.44444E-6 L 0 -0.8932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44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  <p:extLst>
    <p:ext uri="{3A86A75C-4F4B-4683-9AE1-C65F6400EC91}">
      <p14:laserTraceLst xmlns:p14="http://schemas.microsoft.com/office/powerpoint/2010/main">
        <p14:tracePtLst>
          <p14:tracePt t="2517" x="3530600" y="2736850"/>
          <p14:tracePt t="2552" x="3530600" y="2730500"/>
          <p14:tracePt t="2573" x="3530600" y="2724150"/>
          <p14:tracePt t="2708" x="3524250" y="2705100"/>
          <p14:tracePt t="2732" x="3524250" y="2698750"/>
          <p14:tracePt t="2810" x="3517900" y="2698750"/>
          <p14:tracePt t="2929" x="3517900" y="2692400"/>
          <p14:tracePt t="3042" x="3505200" y="2686050"/>
          <p14:tracePt t="3105" x="3498850" y="2679700"/>
          <p14:tracePt t="3210" x="3492500" y="2679700"/>
          <p14:tracePt t="3323" x="3486150" y="2679700"/>
          <p14:tracePt t="3350" x="3486150" y="2686050"/>
          <p14:tracePt t="3463" x="3492500" y="2692400"/>
          <p14:tracePt t="3491" x="3492500" y="2698750"/>
          <p14:tracePt t="3533" x="3498850" y="2705100"/>
          <p14:tracePt t="3555" x="3498850" y="2711450"/>
          <p14:tracePt t="3563" x="3505200" y="2711450"/>
          <p14:tracePt t="3576" x="3511550" y="2717800"/>
          <p14:tracePt t="3604" x="3517900" y="2724150"/>
          <p14:tracePt t="3625" x="3524250" y="2730500"/>
          <p14:tracePt t="3632" x="3524250" y="2736850"/>
          <p14:tracePt t="3648" x="3530600" y="2743200"/>
          <p14:tracePt t="3661" x="3530600" y="2755900"/>
          <p14:tracePt t="3678" x="3543300" y="2813050"/>
          <p14:tracePt t="3696" x="3556000" y="2895600"/>
          <p14:tracePt t="3711" x="3568700" y="2959100"/>
          <p14:tracePt t="3728" x="3575050" y="3079750"/>
          <p14:tracePt t="3745" x="3594100" y="3200400"/>
          <p14:tracePt t="3761" x="3594100" y="3263900"/>
          <p14:tracePt t="3778" x="3594100" y="3352800"/>
          <p14:tracePt t="3794" x="3587750" y="3409950"/>
          <p14:tracePt t="3811" x="3581400" y="3435350"/>
          <p14:tracePt t="3828" x="3581400" y="3448050"/>
          <p14:tracePt t="3844" x="3562350" y="3473450"/>
          <p14:tracePt t="3878" x="3562350" y="3479800"/>
          <p14:tracePt t="3913" x="3562350" y="3486150"/>
          <p14:tracePt t="3928" x="3556000" y="3492500"/>
          <p14:tracePt t="3934" x="3549650" y="3498850"/>
          <p14:tracePt t="3943" x="3549650" y="3505200"/>
          <p14:tracePt t="3960" x="3536950" y="3511550"/>
          <p14:tracePt t="4810" x="3530600" y="3511550"/>
          <p14:tracePt t="4817" x="3530600" y="3505200"/>
          <p14:tracePt t="4831" x="3524250" y="3486150"/>
          <p14:tracePt t="4841" x="3524250" y="3479800"/>
          <p14:tracePt t="4857" x="3511550" y="3460750"/>
          <p14:tracePt t="4874" x="3486150" y="3409950"/>
          <p14:tracePt t="4891" x="3435350" y="3333750"/>
          <p14:tracePt t="4907" x="3409950" y="3263900"/>
          <p14:tracePt t="4924" x="3340100" y="3149600"/>
          <p14:tracePt t="4940" x="3282950" y="3028950"/>
          <p14:tracePt t="4959" x="3206750" y="2921000"/>
          <p14:tracePt t="4974" x="3181350" y="2876550"/>
          <p14:tracePt t="4990" x="3155950" y="2832100"/>
          <p14:tracePt t="5007" x="3073400" y="2698750"/>
          <p14:tracePt t="5023" x="3048000" y="2667000"/>
          <p14:tracePt t="5040" x="3022600" y="2622550"/>
          <p14:tracePt t="5057" x="2997200" y="2527300"/>
          <p14:tracePt t="5073" x="2978150" y="2470150"/>
          <p14:tracePt t="5089" x="2940050" y="2324100"/>
          <p14:tracePt t="5106" x="2901950" y="2146300"/>
          <p14:tracePt t="5123" x="2876550" y="2051050"/>
          <p14:tracePt t="5141" x="2806700" y="1803400"/>
          <p14:tracePt t="5156" x="2787650" y="1739900"/>
          <p14:tracePt t="5173" x="2762250" y="1619250"/>
          <p14:tracePt t="5190" x="2755900" y="1511300"/>
          <p14:tracePt t="5206" x="2736850" y="1454150"/>
          <p14:tracePt t="5223" x="2736850" y="1352550"/>
          <p14:tracePt t="5239" x="2736850" y="1263650"/>
          <p14:tracePt t="5256" x="2736850" y="1219200"/>
          <p14:tracePt t="5272" x="2736850" y="1168400"/>
          <p14:tracePt t="5289" x="2762250" y="1079500"/>
          <p14:tracePt t="5305" x="2762250" y="1047750"/>
          <p14:tracePt t="5323" x="2774950" y="1016000"/>
          <p14:tracePt t="5339" x="2774950" y="996950"/>
          <p14:tracePt t="5356" x="2774950" y="952500"/>
          <p14:tracePt t="5372" x="2781300" y="927100"/>
          <p14:tracePt t="5389" x="2781300" y="920750"/>
          <p14:tracePt t="5405" x="2781300" y="908050"/>
          <p14:tracePt t="5422" x="2781300" y="901700"/>
          <p14:tracePt t="5439" x="2781300" y="895350"/>
          <p14:tracePt t="5457" x="2781300" y="889000"/>
          <p14:tracePt t="5499" x="2781300" y="882650"/>
          <p14:tracePt t="5611" x="2781300" y="876300"/>
          <p14:tracePt t="5639" x="2781300" y="869950"/>
          <p14:tracePt t="5660" x="2781300" y="863600"/>
          <p14:tracePt t="5680" x="2781300" y="857250"/>
          <p14:tracePt t="5694" x="2781300" y="850900"/>
          <p14:tracePt t="5701" x="2787650" y="844550"/>
          <p14:tracePt t="5708" x="2787650" y="838200"/>
          <p14:tracePt t="5724" x="2794000" y="825500"/>
          <p14:tracePt t="5738" x="2794000" y="812800"/>
          <p14:tracePt t="5754" x="2806700" y="749300"/>
          <p14:tracePt t="5772" x="2813050" y="711200"/>
          <p14:tracePt t="5788" x="2832100" y="641350"/>
          <p14:tracePt t="5804" x="2857500" y="552450"/>
          <p14:tracePt t="5821" x="2863850" y="527050"/>
          <p14:tracePt t="5837" x="2895600" y="457200"/>
          <p14:tracePt t="5854" x="2927350" y="419100"/>
          <p14:tracePt t="5872" x="2959100" y="381000"/>
          <p14:tracePt t="5887" x="2971800" y="374650"/>
          <p14:tracePt t="5904" x="2984500" y="361950"/>
          <p14:tracePt t="5920" x="3041650" y="349250"/>
          <p14:tracePt t="5937" x="3054350" y="342900"/>
          <p14:tracePt t="5954" x="3086100" y="342900"/>
          <p14:tracePt t="5970" x="3130550" y="342900"/>
          <p14:tracePt t="5987" x="3187700" y="342900"/>
          <p14:tracePt t="6004" x="3257550" y="342900"/>
          <p14:tracePt t="6021" x="3276600" y="349250"/>
          <p14:tracePt t="6037" x="3340100" y="355600"/>
          <p14:tracePt t="6054" x="3378200" y="361950"/>
          <p14:tracePt t="6070" x="3403600" y="368300"/>
          <p14:tracePt t="6087" x="3448050" y="381000"/>
          <p14:tracePt t="6103" x="3505200" y="381000"/>
          <p14:tracePt t="6120" x="3530600" y="381000"/>
          <p14:tracePt t="6136" x="3587750" y="374650"/>
          <p14:tracePt t="6153" x="3638550" y="336550"/>
          <p14:tracePt t="6169" x="3644900" y="336550"/>
          <p14:tracePt t="6635" x="3670300" y="336550"/>
          <p14:tracePt t="6643" x="3721100" y="336550"/>
          <p14:tracePt t="6657" x="3771900" y="330200"/>
          <p14:tracePt t="6667" x="3822700" y="330200"/>
          <p14:tracePt t="6685" x="3956050" y="317500"/>
          <p14:tracePt t="6701" x="4019550" y="317500"/>
          <p14:tracePt t="6717" x="4146550" y="330200"/>
          <p14:tracePt t="6735" x="4298950" y="330200"/>
          <p14:tracePt t="6751" x="4362450" y="330200"/>
          <p14:tracePt t="6767" x="4419600" y="330200"/>
          <p14:tracePt t="6784" x="4521200" y="330200"/>
          <p14:tracePt t="6801" x="4578350" y="330200"/>
          <p14:tracePt t="6817" x="4597400" y="330200"/>
          <p14:tracePt t="6834" x="4629150" y="330200"/>
          <p14:tracePt t="6851" x="4654550" y="336550"/>
          <p14:tracePt t="6868" x="4667250" y="336550"/>
          <p14:tracePt t="6884" x="4686300" y="336550"/>
          <p14:tracePt t="6900" x="4711700" y="336550"/>
          <p14:tracePt t="6917" x="4730750" y="336550"/>
          <p14:tracePt t="6933" x="4743450" y="342900"/>
          <p14:tracePt t="6951" x="4762500" y="342900"/>
          <p14:tracePt t="6967" x="4768850" y="342900"/>
          <p14:tracePt t="7000" x="4781550" y="349250"/>
          <p14:tracePt t="7523" x="4724400" y="400050"/>
          <p14:tracePt t="7537" x="4616450" y="476250"/>
          <p14:tracePt t="7544" x="4508500" y="546100"/>
          <p14:tracePt t="7551" x="4387850" y="628650"/>
          <p14:tracePt t="7567" x="4267200" y="679450"/>
          <p14:tracePt t="7581" x="4108450" y="749300"/>
          <p14:tracePt t="7598" x="4044950" y="800100"/>
          <p14:tracePt t="7615" x="3962400" y="825500"/>
          <p14:tracePt t="7631" x="3879850" y="863600"/>
          <p14:tracePt t="7648" x="3848100" y="863600"/>
          <p14:tracePt t="7664" x="3810000" y="869950"/>
          <p14:tracePt t="7681" x="3797300" y="869950"/>
          <p14:tracePt t="7698" x="3778250" y="869950"/>
          <p14:tracePt t="7714" x="3759200" y="869950"/>
          <p14:tracePt t="7731" x="3752850" y="869950"/>
          <p14:tracePt t="7749" x="3746500" y="863600"/>
          <p14:tracePt t="7764" x="3727450" y="863600"/>
          <p14:tracePt t="7780" x="3727450" y="857250"/>
          <p14:tracePt t="7839" x="3727450" y="850900"/>
          <p14:tracePt t="7853" x="3733800" y="850900"/>
          <p14:tracePt t="7875" x="3740150" y="850900"/>
          <p14:tracePt t="7896" x="3746500" y="850900"/>
          <p14:tracePt t="7903" x="3752850" y="850900"/>
          <p14:tracePt t="7924" x="3759200" y="850900"/>
          <p14:tracePt t="7933" x="3765550" y="850900"/>
          <p14:tracePt t="7946" x="3771900" y="850900"/>
          <p14:tracePt t="7963" x="3784600" y="850900"/>
          <p14:tracePt t="7981" x="3822700" y="857250"/>
          <p14:tracePt t="7996" x="3841750" y="857250"/>
          <p14:tracePt t="8013" x="3860800" y="857250"/>
          <p14:tracePt t="8030" x="3949700" y="863600"/>
          <p14:tracePt t="8046" x="4064000" y="863600"/>
          <p14:tracePt t="8063" x="4159250" y="863600"/>
          <p14:tracePt t="8066" x="4235450" y="863600"/>
          <p14:tracePt t="8079" x="4311650" y="863600"/>
          <p14:tracePt t="8096" x="4489450" y="850900"/>
          <p14:tracePt t="8114" x="4667250" y="831850"/>
          <p14:tracePt t="8129" x="4743450" y="831850"/>
          <p14:tracePt t="8146" x="4933950" y="831850"/>
          <p14:tracePt t="8163" x="5099050" y="831850"/>
          <p14:tracePt t="8179" x="5162550" y="831850"/>
          <p14:tracePt t="8196" x="5283200" y="838200"/>
          <p14:tracePt t="8213" x="5365750" y="844550"/>
          <p14:tracePt t="8229" x="5403850" y="850900"/>
          <p14:tracePt t="8246" x="5429250" y="850900"/>
          <p14:tracePt t="8262" x="5499100" y="857250"/>
          <p14:tracePt t="8278" x="5530850" y="857250"/>
          <p14:tracePt t="8297" x="5562600" y="863600"/>
          <p14:tracePt t="8312" x="5581650" y="857250"/>
          <p14:tracePt t="8918" x="5575300" y="882650"/>
          <p14:tracePt t="8925" x="5549900" y="939800"/>
          <p14:tracePt t="8939" x="5505450" y="1009650"/>
          <p14:tracePt t="8946" x="5467350" y="1066800"/>
          <p14:tracePt t="8962" x="5429250" y="1149350"/>
          <p14:tracePt t="8978" x="5314950" y="1333500"/>
          <p14:tracePt t="8993" x="5251450" y="1441450"/>
          <p14:tracePt t="9010" x="5105400" y="1689100"/>
          <p14:tracePt t="9027" x="5010150" y="1866900"/>
          <p14:tracePt t="9043" x="4876800" y="2095500"/>
          <p14:tracePt t="9059" x="4794250" y="2292350"/>
          <p14:tracePt t="9076" x="4743450" y="2387600"/>
          <p14:tracePt t="9094" x="4686300" y="2501900"/>
          <p14:tracePt t="9109" x="4648200" y="2565400"/>
          <p14:tracePt t="9126" x="4629150" y="2584450"/>
          <p14:tracePt t="9143" x="4597400" y="2654300"/>
          <p14:tracePt t="9159" x="4552950" y="2755900"/>
          <p14:tracePt t="9176" x="4533900" y="2813050"/>
          <p14:tracePt t="9193" x="4502150" y="2921000"/>
          <p14:tracePt t="9209" x="4464050" y="3009900"/>
          <p14:tracePt t="9228" x="4425950" y="3130550"/>
          <p14:tracePt t="9242" x="4406900" y="3181350"/>
          <p14:tracePt t="9259" x="4406900" y="3289300"/>
          <p14:tracePt t="9276" x="4394200" y="3359150"/>
          <p14:tracePt t="9292" x="4387850" y="3390900"/>
          <p14:tracePt t="9309" x="4375150" y="3429000"/>
          <p14:tracePt t="9326" x="4324350" y="3581400"/>
          <p14:tracePt t="9342" x="4298950" y="3625850"/>
          <p14:tracePt t="9763" x="4292600" y="3657600"/>
          <p14:tracePt t="9770" x="4286250" y="3683000"/>
          <p14:tracePt t="9777" x="4273550" y="3727450"/>
          <p14:tracePt t="9793" x="4267200" y="3759200"/>
          <p14:tracePt t="9807" x="4248150" y="3797300"/>
          <p14:tracePt t="9824" x="4229100" y="3860800"/>
          <p14:tracePt t="9841" x="4203700" y="3930650"/>
          <p14:tracePt t="9856" x="4203700" y="3975100"/>
          <p14:tracePt t="9873" x="4191000" y="4013200"/>
          <p14:tracePt t="9889" x="4191000" y="4064000"/>
          <p14:tracePt t="9906" x="4191000" y="4076700"/>
          <p14:tracePt t="9923" x="4184650" y="4108450"/>
          <p14:tracePt t="9940" x="4184650" y="4121150"/>
          <p14:tracePt t="9956" x="4178300" y="4133850"/>
          <p14:tracePt t="9975" x="4178300" y="4146550"/>
          <p14:tracePt t="9989" x="4178300" y="4152900"/>
          <p14:tracePt t="10006" x="4178300" y="4165600"/>
          <p14:tracePt t="10023" x="4178300" y="4171950"/>
          <p14:tracePt t="10039" x="4178300" y="4191000"/>
          <p14:tracePt t="10056" x="4178300" y="4197350"/>
          <p14:tracePt t="10073" x="4178300" y="4210050"/>
          <p14:tracePt t="10089" x="4178300" y="4216400"/>
          <p14:tracePt t="10108" x="4178300" y="4222750"/>
          <p14:tracePt t="10128" x="4178300" y="4229100"/>
          <p14:tracePt t="10163" x="4178300" y="4235450"/>
          <p14:tracePt t="10198" x="4184650" y="4235450"/>
          <p14:tracePt t="10241" x="4191000" y="4235450"/>
          <p14:tracePt t="10663" x="4210050" y="4235450"/>
          <p14:tracePt t="10671" x="4241800" y="4229100"/>
          <p14:tracePt t="10684" x="4267200" y="4222750"/>
          <p14:tracePt t="10691" x="4311650" y="4203700"/>
          <p14:tracePt t="10707" x="4368800" y="4184650"/>
          <p14:tracePt t="10720" x="4425950" y="4159250"/>
          <p14:tracePt t="10737" x="4546600" y="4102100"/>
          <p14:tracePt t="10755" x="4686300" y="4044950"/>
          <p14:tracePt t="10770" x="4749800" y="4000500"/>
          <p14:tracePt t="10787" x="4902200" y="3930650"/>
          <p14:tracePt t="10804" x="5048250" y="3873500"/>
          <p14:tracePt t="10820" x="5118100" y="3848100"/>
          <p14:tracePt t="10837" x="5257800" y="3765550"/>
          <p14:tracePt t="10854" x="5365750" y="3708400"/>
          <p14:tracePt t="10870" x="5435600" y="3683000"/>
          <p14:tracePt t="10886" x="5537200" y="3638550"/>
          <p14:tracePt t="10903" x="5607050" y="3625850"/>
          <p14:tracePt t="10920" x="5626100" y="3619500"/>
          <p14:tracePt t="10937" x="5657850" y="3613150"/>
          <p14:tracePt t="10953" x="5676900" y="3606800"/>
          <p14:tracePt t="10970" x="5689600" y="3600450"/>
          <p14:tracePt t="10987" x="5715000" y="3594100"/>
          <p14:tracePt t="11003" x="5721350" y="3594100"/>
          <p14:tracePt t="11019" x="5727700" y="3594100"/>
          <p14:tracePt t="11036" x="5734050" y="3594100"/>
          <p14:tracePt t="11052" x="5740400" y="3594100"/>
          <p14:tracePt t="11069" x="5753100" y="3594100"/>
          <p14:tracePt t="11086" x="5772150" y="3594100"/>
          <p14:tracePt t="11102" x="5778500" y="3594100"/>
          <p14:tracePt t="11105" x="5803900" y="3594100"/>
          <p14:tracePt t="11120" x="5822950" y="3594100"/>
          <p14:tracePt t="11135" x="5873750" y="3594100"/>
          <p14:tracePt t="11152" x="5899150" y="3606800"/>
          <p14:tracePt t="11169" x="5994400" y="3613150"/>
          <p14:tracePt t="11185" x="6108700" y="3613150"/>
          <p14:tracePt t="11202" x="6159500" y="3613150"/>
          <p14:tracePt t="11219" x="6267450" y="3613150"/>
          <p14:tracePt t="11235" x="6343650" y="3600450"/>
          <p14:tracePt t="11253" x="6388100" y="3594100"/>
          <p14:tracePt t="11268" x="6445250" y="3587750"/>
          <p14:tracePt t="11285" x="6464300" y="3587750"/>
          <p14:tracePt t="11303" x="6496050" y="3581400"/>
          <p14:tracePt t="11318" x="6502400" y="3581400"/>
          <p14:tracePt t="11335" x="6508750" y="3581400"/>
          <p14:tracePt t="11352" x="6521450" y="3581400"/>
          <p14:tracePt t="11385" x="6527800" y="3581400"/>
          <p14:tracePt t="11401" x="6534150" y="3587750"/>
          <p14:tracePt t="11418" x="6540500" y="3587750"/>
          <p14:tracePt t="11451" x="6546850" y="3594100"/>
          <p14:tracePt t="11478" x="6553200" y="3600450"/>
          <p14:tracePt t="11527" x="6553200" y="3606800"/>
          <p14:tracePt t="11577" x="6553200" y="3613150"/>
          <p14:tracePt t="11584" x="6546850" y="3613150"/>
          <p14:tracePt t="11605" x="6540500" y="3619500"/>
          <p14:tracePt t="11619" x="6534150" y="3619500"/>
          <p14:tracePt t="11626" x="6527800" y="3619500"/>
          <p14:tracePt t="11646" x="6515100" y="3619500"/>
          <p14:tracePt t="11654" x="6508750" y="3619500"/>
          <p14:tracePt t="11670" x="6489700" y="3625850"/>
          <p14:tracePt t="11683" x="6477000" y="3625850"/>
          <p14:tracePt t="11700" x="6426200" y="3638550"/>
          <p14:tracePt t="11718" x="6388100" y="3644900"/>
          <p14:tracePt t="11733" x="6356350" y="3651250"/>
          <p14:tracePt t="11750" x="6286500" y="3676650"/>
          <p14:tracePt t="11767" x="6197600" y="3708400"/>
          <p14:tracePt t="11784" x="6153150" y="3733800"/>
          <p14:tracePt t="11800" x="6096000" y="3752850"/>
          <p14:tracePt t="11817" x="5994400" y="3816350"/>
          <p14:tracePt t="11833" x="5873750" y="3886200"/>
          <p14:tracePt t="11851" x="5759450" y="3956050"/>
          <p14:tracePt t="11866" x="5715000" y="3981450"/>
          <p14:tracePt t="11883" x="5632450" y="4032250"/>
          <p14:tracePt t="11900" x="5556250" y="4076700"/>
          <p14:tracePt t="11916" x="5524500" y="4095750"/>
          <p14:tracePt t="11933" x="5454650" y="4133850"/>
          <p14:tracePt t="11950" x="5384800" y="4171950"/>
          <p14:tracePt t="11966" x="5359400" y="4178300"/>
          <p14:tracePt t="11983" x="5295900" y="4222750"/>
          <p14:tracePt t="11999" x="5251450" y="4248150"/>
          <p14:tracePt t="12016" x="5232400" y="4254500"/>
          <p14:tracePt t="12034" x="5194300" y="4279900"/>
          <p14:tracePt t="12049" x="5175250" y="4279900"/>
          <p14:tracePt t="12066" x="5162550" y="4286250"/>
          <p14:tracePt t="12083" x="5137150" y="4292600"/>
          <p14:tracePt t="12099" x="5124450" y="4292600"/>
          <p14:tracePt t="12116" x="5105400" y="4292600"/>
          <p14:tracePt t="12132" x="5092700" y="4279900"/>
          <p14:tracePt t="12149" x="5080000" y="4279900"/>
          <p14:tracePt t="12165" x="5067300" y="4267200"/>
          <p14:tracePt t="12182" x="5048250" y="4254500"/>
          <p14:tracePt t="12198" x="5041900" y="4254500"/>
          <p14:tracePt t="12217" x="5022850" y="4241800"/>
          <p14:tracePt t="12232" x="5010150" y="4229100"/>
          <p14:tracePt t="12248" x="5003800" y="4222750"/>
          <p14:tracePt t="12266" x="4984750" y="4216400"/>
          <p14:tracePt t="12282" x="4972050" y="4210050"/>
          <p14:tracePt t="12298" x="4959350" y="4210050"/>
          <p14:tracePt t="12315" x="4946650" y="4203700"/>
          <p14:tracePt t="12331" x="4933950" y="4203700"/>
          <p14:tracePt t="12364" x="4921250" y="4203700"/>
          <p14:tracePt t="12382" x="4902200" y="4203700"/>
          <p14:tracePt t="12399" x="4889500" y="4203700"/>
          <p14:tracePt t="12415" x="4883150" y="4210050"/>
          <p14:tracePt t="12432" x="4845050" y="4235450"/>
          <p14:tracePt t="12448" x="4813300" y="4273550"/>
          <p14:tracePt t="12464" x="4787900" y="4292600"/>
          <p14:tracePt t="12482" x="4768850" y="4311650"/>
          <p14:tracePt t="12498" x="4730750" y="4349750"/>
          <p14:tracePt t="12514" x="4718050" y="4356100"/>
          <p14:tracePt t="12531" x="4718050" y="4362450"/>
          <p14:tracePt t="12547" x="4705350" y="4381500"/>
          <p14:tracePt t="12564" x="4699000" y="4394200"/>
          <p14:tracePt t="12581" x="4692650" y="4413250"/>
          <p14:tracePt t="12597" x="4692650" y="4425950"/>
          <p14:tracePt t="12614" x="4686300" y="4445000"/>
          <p14:tracePt t="12631" x="4679950" y="4464050"/>
          <p14:tracePt t="12647" x="4673600" y="4464050"/>
          <p14:tracePt t="12664" x="4667250" y="4476750"/>
          <p14:tracePt t="12681" x="4667250" y="4483100"/>
          <p14:tracePt t="12697" x="4660900" y="4483100"/>
          <p14:tracePt t="12714" x="4654550" y="4489450"/>
          <p14:tracePt t="12730" x="4648200" y="4489450"/>
          <p14:tracePt t="12771" x="4641850" y="4489450"/>
          <p14:tracePt t="12813" x="4635500" y="4489450"/>
          <p14:tracePt t="12891" x="4635500" y="4483100"/>
          <p14:tracePt t="14319" x="4705350" y="4419600"/>
          <p14:tracePt t="14326" x="4845050" y="4324350"/>
          <p14:tracePt t="14340" x="5010150" y="4203700"/>
          <p14:tracePt t="14347" x="5194300" y="4076700"/>
          <p14:tracePt t="14358" x="5422900" y="3917950"/>
          <p14:tracePt t="14375" x="5632450" y="3790950"/>
          <p14:tracePt t="14391" x="5911850" y="3543300"/>
          <p14:tracePt t="14408" x="6007100" y="3460750"/>
          <p14:tracePt t="14425" x="6159500" y="3308350"/>
          <p14:tracePt t="14441" x="6197600" y="3270250"/>
          <p14:tracePt t="14457" x="6223000" y="3238500"/>
          <p14:tracePt t="14474" x="6242050" y="3213100"/>
          <p14:tracePt t="14490" x="6242050" y="3206750"/>
          <p14:tracePt t="14508" x="6248400" y="3200400"/>
          <p14:tracePt t="14529" x="6248400" y="3206750"/>
          <p14:tracePt t="14558" x="6248400" y="3213100"/>
          <p14:tracePt t="14564" x="6248400" y="3219450"/>
          <p14:tracePt t="14579" x="6248400" y="3225800"/>
          <p14:tracePt t="14590" x="6248400" y="3232150"/>
          <p14:tracePt t="14607" x="6223000" y="3244850"/>
          <p14:tracePt t="14623" x="6210300" y="3263900"/>
          <p14:tracePt t="14641" x="6184900" y="3270250"/>
          <p14:tracePt t="14657" x="6172200" y="3270250"/>
          <p14:tracePt t="14673" x="6165850" y="3263900"/>
          <p14:tracePt t="14691" x="6159500" y="3232150"/>
          <p14:tracePt t="14707" x="6165850" y="3213100"/>
          <p14:tracePt t="14741" x="6184900" y="3213100"/>
          <p14:tracePt t="14757" x="6197600" y="3213100"/>
          <p14:tracePt t="14773" x="6299200" y="3232150"/>
          <p14:tracePt t="14791" x="6432550" y="3238500"/>
          <p14:tracePt t="15522" x="6407150" y="3257550"/>
          <p14:tracePt t="15529" x="6362700" y="3270250"/>
          <p14:tracePt t="15543" x="6318250" y="3302000"/>
          <p14:tracePt t="15554" x="6261100" y="3327400"/>
          <p14:tracePt t="15572" x="6146800" y="3397250"/>
          <p14:tracePt t="15588" x="6089650" y="3441700"/>
          <p14:tracePt t="15603" x="6032500" y="3479800"/>
          <p14:tracePt t="15621" x="5854700" y="3638550"/>
          <p14:tracePt t="15637" x="5784850" y="3708400"/>
          <p14:tracePt t="15653" x="5632450" y="3841750"/>
          <p14:tracePt t="15670" x="5499100" y="3975100"/>
          <p14:tracePt t="15687" x="5441950" y="4032250"/>
          <p14:tracePt t="15690" x="5372100" y="4095750"/>
          <p14:tracePt t="15706" x="5314950" y="4140200"/>
          <p14:tracePt t="15720" x="5219700" y="4216400"/>
          <p14:tracePt t="15736" x="5187950" y="4229100"/>
          <p14:tracePt t="15754" x="5137150" y="4267200"/>
          <p14:tracePt t="15770" x="5111750" y="4286250"/>
          <p14:tracePt t="15786" x="5067300" y="4337050"/>
          <p14:tracePt t="15803" x="4997450" y="4406900"/>
          <p14:tracePt t="15820" x="4972050" y="4438650"/>
          <p14:tracePt t="15836" x="4933950" y="4495800"/>
          <p14:tracePt t="15853" x="4857750" y="4616450"/>
          <p14:tracePt t="15869" x="4832350" y="4648200"/>
          <p14:tracePt t="15887" x="4819650" y="4692650"/>
          <p14:tracePt t="15902" x="4800600" y="4730750"/>
          <p14:tracePt t="15936" x="4800600" y="4737100"/>
          <p14:tracePt t="16084" x="4800600" y="4730750"/>
          <p14:tracePt t="16161" x="4794250" y="4724400"/>
          <p14:tracePt t="16182" x="4781550" y="4724400"/>
          <p14:tracePt t="16196" x="4775200" y="4718050"/>
          <p14:tracePt t="16218" x="4762500" y="4718050"/>
          <p14:tracePt t="16231" x="4749800" y="4711700"/>
          <p14:tracePt t="16245" x="4730750" y="4705350"/>
          <p14:tracePt t="16254" x="4699000" y="4699000"/>
          <p14:tracePt t="16268" x="4660900" y="4686300"/>
          <p14:tracePt t="16284" x="4603750" y="4673600"/>
          <p14:tracePt t="16304" x="4483100" y="4641850"/>
          <p14:tracePt t="16317" x="4406900" y="4622800"/>
          <p14:tracePt t="16334" x="4349750" y="4616450"/>
          <p14:tracePt t="16352" x="4235450" y="4584700"/>
          <p14:tracePt t="16368" x="4191000" y="4578350"/>
          <p14:tracePt t="16384" x="4159250" y="4572000"/>
          <p14:tracePt t="16401" x="4121150" y="4565650"/>
          <p14:tracePt t="16417" x="4102100" y="4565650"/>
          <p14:tracePt t="16435" x="4089400" y="4565650"/>
          <p14:tracePt t="16519" x="4095750" y="4565650"/>
          <p14:tracePt t="16548" x="4102100" y="4565650"/>
          <p14:tracePt t="16554" x="4114800" y="4565650"/>
          <p14:tracePt t="16570" x="4127500" y="4565650"/>
          <p14:tracePt t="16584" x="4146550" y="4565650"/>
          <p14:tracePt t="16600" x="4229100" y="4572000"/>
          <p14:tracePt t="16618" x="4381500" y="4591050"/>
          <p14:tracePt t="16633" x="4483100" y="4591050"/>
          <p14:tracePt t="16650" x="4679950" y="4597400"/>
          <p14:tracePt t="16667" x="4781550" y="4597400"/>
          <p14:tracePt t="16683" x="4972050" y="4597400"/>
          <p14:tracePt t="16700" x="5060950" y="4597400"/>
          <p14:tracePt t="16717" x="5149850" y="4584700"/>
          <p14:tracePt t="16733" x="5302250" y="4584700"/>
          <p14:tracePt t="16750" x="5403850" y="4584700"/>
          <p14:tracePt t="16766" x="5473700" y="4584700"/>
          <p14:tracePt t="16783" x="5505450" y="4584700"/>
          <p14:tracePt t="16801" x="5575300" y="4591050"/>
          <p14:tracePt t="16815" x="5581650" y="4591050"/>
          <p14:tracePt t="16833" x="5600700" y="4597400"/>
          <p14:tracePt t="16850" x="5613400" y="4603750"/>
          <p14:tracePt t="17321" x="5626100" y="4572000"/>
          <p14:tracePt t="17335" x="5664200" y="4514850"/>
          <p14:tracePt t="17343" x="5689600" y="4457700"/>
          <p14:tracePt t="17350" x="5740400" y="4387850"/>
          <p14:tracePt t="17365" x="5778500" y="4330700"/>
          <p14:tracePt t="17380" x="5892800" y="4191000"/>
          <p14:tracePt t="17398" x="5949950" y="4114800"/>
          <p14:tracePt t="17414" x="6070600" y="3975100"/>
          <p14:tracePt t="17431" x="6172200" y="3835400"/>
          <p14:tracePt t="17448" x="6273800" y="3695700"/>
          <p14:tracePt t="17464" x="6318250" y="3651250"/>
          <p14:tracePt t="17480" x="6343650" y="3606800"/>
          <p14:tracePt t="17497" x="6407150" y="3549650"/>
          <p14:tracePt t="17514" x="6432550" y="3517900"/>
          <p14:tracePt t="17530" x="6445250" y="3511550"/>
          <p14:tracePt t="17547" x="6457950" y="3505200"/>
          <p14:tracePt t="17563" x="6464300" y="3505200"/>
          <p14:tracePt t="17680" x="6477000" y="3505200"/>
          <p14:tracePt t="17687" x="6483350" y="3498850"/>
          <p14:tracePt t="17696" x="6483350" y="3492500"/>
          <p14:tracePt t="17712" x="6489700" y="3486150"/>
          <p14:tracePt t="19616" x="6477000" y="3486150"/>
          <p14:tracePt t="19624" x="6464300" y="3486150"/>
          <p14:tracePt t="19638" x="6438900" y="3492500"/>
          <p14:tracePt t="19645" x="6407150" y="3498850"/>
          <p14:tracePt t="19659" x="6362700" y="3505200"/>
          <p14:tracePt t="19673" x="6267450" y="3536950"/>
          <p14:tracePt t="19689" x="6216650" y="3543300"/>
          <p14:tracePt t="19706" x="6153150" y="3549650"/>
          <p14:tracePt t="19723" x="5969000" y="3581400"/>
          <p14:tracePt t="19740" x="5854700" y="3594100"/>
          <p14:tracePt t="19756" x="5626100" y="3600450"/>
          <p14:tracePt t="19773" x="5359400" y="3606800"/>
          <p14:tracePt t="19789" x="5130800" y="3600450"/>
          <p14:tracePt t="19807" x="4914900" y="3568700"/>
          <p14:tracePt t="19822" x="4813300" y="3549650"/>
          <p14:tracePt t="19839" x="4591050" y="3492500"/>
          <p14:tracePt t="19856" x="4406900" y="3441700"/>
          <p14:tracePt t="19872" x="4337050" y="3416300"/>
          <p14:tracePt t="19889" x="4203700" y="3346450"/>
          <p14:tracePt t="19905" x="4076700" y="3289300"/>
          <p14:tracePt t="19922" x="4019550" y="3263900"/>
          <p14:tracePt t="19939" x="3968750" y="3251200"/>
          <p14:tracePt t="19955" x="3905250" y="3219450"/>
          <p14:tracePt t="19972" x="3860800" y="3200400"/>
          <p14:tracePt t="19990" x="3822700" y="3175000"/>
          <p14:tracePt t="20005" x="3790950" y="3162300"/>
          <p14:tracePt t="20022" x="3778250" y="3143250"/>
          <p14:tracePt t="20039" x="3759200" y="3117850"/>
          <p14:tracePt t="20055" x="3727450" y="3086100"/>
          <p14:tracePt t="20071" x="3702050" y="3073400"/>
          <p14:tracePt t="20591" x="3733800" y="3054350"/>
          <p14:tracePt t="20598" x="3790950" y="3016250"/>
          <p14:tracePt t="20612" x="3841750" y="2984500"/>
          <p14:tracePt t="20622" x="3898900" y="2933700"/>
          <p14:tracePt t="20636" x="3943350" y="2895600"/>
          <p14:tracePt t="20653" x="4044950" y="2819400"/>
          <p14:tracePt t="20670" x="4140200" y="2755900"/>
          <p14:tracePt t="20686" x="4171950" y="2736850"/>
          <p14:tracePt t="20703" x="4210050" y="2711450"/>
          <p14:tracePt t="20719" x="4229100" y="2698750"/>
          <p14:tracePt t="20736" x="4241800" y="2692400"/>
          <p14:tracePt t="20754" x="4260850" y="2686050"/>
          <p14:tracePt t="20769" x="4286250" y="2679700"/>
          <p14:tracePt t="20785" x="4298950" y="2679700"/>
          <p14:tracePt t="20803" x="4318000" y="2673350"/>
          <p14:tracePt t="20819" x="4337050" y="2673350"/>
          <p14:tracePt t="20835" x="4368800" y="2660650"/>
          <p14:tracePt t="20852" x="4419600" y="2654300"/>
          <p14:tracePt t="20869" x="4451350" y="2647950"/>
          <p14:tracePt t="20886" x="4514850" y="2641600"/>
          <p14:tracePt t="20902" x="4584700" y="2641600"/>
          <p14:tracePt t="20918" x="4610100" y="2635250"/>
          <p14:tracePt t="20936" x="4667250" y="2635250"/>
          <p14:tracePt t="20952" x="4730750" y="2635250"/>
          <p14:tracePt t="20968" x="4756150" y="2635250"/>
          <p14:tracePt t="20985" x="4813300" y="2635250"/>
          <p14:tracePt t="21002" x="4864100" y="2647950"/>
          <p14:tracePt t="21018" x="4883150" y="2647950"/>
          <p14:tracePt t="21035" x="4927600" y="2654300"/>
          <p14:tracePt t="21052" x="4978400" y="2660650"/>
          <p14:tracePt t="21068" x="4997450" y="2660650"/>
          <p14:tracePt t="21084" x="5035550" y="2660650"/>
          <p14:tracePt t="21101" x="5080000" y="2667000"/>
          <p14:tracePt t="21118" x="5086350" y="2667000"/>
          <p14:tracePt t="24707" x="5080000" y="2667000"/>
          <p14:tracePt t="24714" x="5067300" y="2667000"/>
          <p14:tracePt t="24722" x="5048250" y="2667000"/>
          <p14:tracePt t="24738" x="5035550" y="2667000"/>
          <p14:tracePt t="24755" x="5003800" y="2667000"/>
          <p14:tracePt t="24772" x="4965700" y="2660650"/>
          <p14:tracePt t="24788" x="4914900" y="2660650"/>
          <p14:tracePt t="24806" x="4857750" y="2660650"/>
          <p14:tracePt t="24822" x="4838700" y="2660650"/>
          <p14:tracePt t="24838" x="4787900" y="2660650"/>
          <p14:tracePt t="24855" x="4749800" y="2660650"/>
          <p14:tracePt t="24871" x="4724400" y="2660650"/>
          <p14:tracePt t="24888" x="4679950" y="2660650"/>
          <p14:tracePt t="24905" x="4641850" y="2667000"/>
          <p14:tracePt t="24921" x="4629150" y="2667000"/>
          <p14:tracePt t="24938" x="4610100" y="2673350"/>
          <p14:tracePt t="24954" x="4597400" y="2679700"/>
          <p14:tracePt t="24971" x="4591050" y="2679700"/>
          <p14:tracePt t="24988" x="4584700" y="2679700"/>
          <p14:tracePt t="25004" x="4572000" y="2679700"/>
          <p14:tracePt t="26307" x="4616450" y="2660650"/>
          <p14:tracePt t="26321" x="4686300" y="2641600"/>
          <p14:tracePt t="26328" x="4749800" y="2616200"/>
          <p14:tracePt t="26343" x="4832350" y="2597150"/>
          <p14:tracePt t="26352" x="4902200" y="2565400"/>
          <p14:tracePt t="26366" x="4965700" y="2546350"/>
          <p14:tracePt t="26383" x="5073650" y="2520950"/>
          <p14:tracePt t="26399" x="5137150" y="2501900"/>
          <p14:tracePt t="26416" x="5156200" y="2501900"/>
          <p14:tracePt t="26433" x="5168900" y="2501900"/>
          <p14:tracePt t="26449" x="5200650" y="2501900"/>
          <p14:tracePt t="26483" x="5207000" y="2501900"/>
          <p14:tracePt t="26500" x="5213350" y="2501900"/>
          <p14:tracePt t="26516" x="5219700" y="2501900"/>
          <p14:tracePt t="26533" x="5232400" y="2501900"/>
          <p14:tracePt t="26549" x="5238750" y="2501900"/>
          <p14:tracePt t="26566" x="5245100" y="2501900"/>
          <p14:tracePt t="26582" x="5264150" y="2501900"/>
          <p14:tracePt t="26599" x="5270500" y="2501900"/>
          <p14:tracePt t="26616" x="5283200" y="2508250"/>
          <p14:tracePt t="26632" x="5302250" y="2508250"/>
          <p14:tracePt t="26649" x="5314950" y="2508250"/>
          <p14:tracePt t="26666" x="5334000" y="2508250"/>
          <p14:tracePt t="26682" x="5346700" y="2508250"/>
          <p14:tracePt t="26699" x="5353050" y="2508250"/>
          <p14:tracePt t="26715" x="5384800" y="2508250"/>
          <p14:tracePt t="26732" x="5422900" y="2514600"/>
          <p14:tracePt t="26748" x="5435600" y="2514600"/>
          <p14:tracePt t="26765" x="5467350" y="2527300"/>
          <p14:tracePt t="26782" x="5467350" y="2540000"/>
          <p14:tracePt t="27333" x="5480050" y="2540000"/>
          <p14:tracePt t="27348" x="5499100" y="2540000"/>
          <p14:tracePt t="27354" x="5518150" y="2546350"/>
          <p14:tracePt t="27363" x="5524500" y="2546350"/>
          <p14:tracePt t="27379" x="5549900" y="2546350"/>
          <p14:tracePt t="27399" x="5556250" y="2546350"/>
          <p14:tracePt t="27412" x="5568950" y="2546350"/>
          <p14:tracePt t="27429" x="5575300" y="2546350"/>
          <p14:tracePt t="27452" x="5581650" y="2546350"/>
          <p14:tracePt t="27474" x="5588000" y="2546350"/>
          <p14:tracePt t="27495" x="5594350" y="2546350"/>
          <p14:tracePt t="27516" x="5600700" y="2552700"/>
          <p14:tracePt t="27522" x="5607050" y="2552700"/>
          <p14:tracePt t="27531" x="5613400" y="2559050"/>
          <p14:tracePt t="27546" x="5619750" y="2559050"/>
          <p14:tracePt t="27562" x="5619750" y="2565400"/>
          <p14:tracePt t="28656" x="5619750" y="2571750"/>
          <p14:tracePt t="28670" x="5607050" y="2578100"/>
          <p14:tracePt t="28678" x="5600700" y="2584450"/>
          <p14:tracePt t="28694" x="5588000" y="2597150"/>
          <p14:tracePt t="28708" x="5575300" y="2603500"/>
          <p14:tracePt t="28725" x="5524500" y="2641600"/>
          <p14:tracePt t="28742" x="5448300" y="2679700"/>
          <p14:tracePt t="28758" x="5416550" y="2705100"/>
          <p14:tracePt t="28775" x="5327650" y="2743200"/>
          <p14:tracePt t="28791" x="5232400" y="2768600"/>
          <p14:tracePt t="28808" x="5175250" y="2787650"/>
          <p14:tracePt t="28825" x="5080000" y="2813050"/>
          <p14:tracePt t="28841" x="4997450" y="2838450"/>
          <p14:tracePt t="28858" x="4965700" y="2844800"/>
          <p14:tracePt t="28874" x="4921250" y="2851150"/>
          <p14:tracePt t="28891" x="4870450" y="2857500"/>
          <p14:tracePt t="28909" x="4819650" y="2876550"/>
          <p14:tracePt t="28924" x="4800600" y="2882900"/>
          <p14:tracePt t="28941" x="4756150" y="2895600"/>
          <p14:tracePt t="28958" x="4724400" y="2908300"/>
          <p14:tracePt t="28974" x="4705350" y="2921000"/>
          <p14:tracePt t="28990" x="4692650" y="2927350"/>
          <p14:tracePt t="29008" x="4654550" y="2946400"/>
          <p14:tracePt t="29024" x="4641850" y="2952750"/>
          <p14:tracePt t="29057" x="4622800" y="2959100"/>
          <p14:tracePt t="29073" x="4610100" y="2965450"/>
          <p14:tracePt t="29090" x="4597400" y="2965450"/>
          <p14:tracePt t="29107" x="4591050" y="2965450"/>
          <p14:tracePt t="29123" x="4584700" y="2971800"/>
          <p14:tracePt t="29211" x="4578350" y="2978150"/>
          <p14:tracePt t="29288" x="4578350" y="2984500"/>
          <p14:tracePt t="29302" x="4578350" y="2990850"/>
          <p14:tracePt t="29316" x="4578350" y="2997200"/>
          <p14:tracePt t="29330" x="4578350" y="3003550"/>
          <p14:tracePt t="29339" x="4578350" y="3009900"/>
          <p14:tracePt t="29366" x="4578350" y="3016250"/>
          <p14:tracePt t="29407" x="4578350" y="3022600"/>
          <p14:tracePt t="29436" x="4578350" y="3028950"/>
          <p14:tracePt t="29457" x="4578350" y="3035300"/>
          <p14:tracePt t="29513" x="4584700" y="3041650"/>
          <p14:tracePt t="30552" x="4635500" y="3041650"/>
          <p14:tracePt t="30559" x="4654550" y="3041650"/>
          <p14:tracePt t="30573" x="4673600" y="3041650"/>
          <p14:tracePt t="30584" x="4705350" y="3048000"/>
          <p14:tracePt t="30603" x="4775200" y="3079750"/>
          <p14:tracePt t="30619" x="4806950" y="3086100"/>
          <p14:tracePt t="30636" x="4876800" y="3105150"/>
          <p14:tracePt t="30651" x="4953000" y="3130550"/>
          <p14:tracePt t="30668" x="4984750" y="3143250"/>
          <p14:tracePt t="30686" x="5035550" y="3168650"/>
          <p14:tracePt t="30702" x="5060950" y="3181350"/>
          <p14:tracePt t="30718" x="5067300" y="3181350"/>
          <p14:tracePt t="30735" x="5073650" y="3187700"/>
          <p14:tracePt t="30768" x="5080000" y="3194050"/>
          <p14:tracePt t="30861" x="5080000" y="3187700"/>
          <p14:tracePt t="30869" x="5086350" y="3187700"/>
          <p14:tracePt t="30882" x="5092700" y="3187700"/>
          <p14:tracePt t="30889" x="5099050" y="3181350"/>
          <p14:tracePt t="30904" x="5105400" y="3175000"/>
          <p14:tracePt t="32045" x="5099050" y="3175000"/>
          <p14:tracePt t="32066" x="5080000" y="3181350"/>
          <p14:tracePt t="32081" x="5073650" y="3187700"/>
          <p14:tracePt t="32087" x="5060950" y="3194050"/>
          <p14:tracePt t="32096" x="5048250" y="3213100"/>
          <p14:tracePt t="32113" x="5035550" y="3219450"/>
          <p14:tracePt t="32131" x="5010150" y="3244850"/>
          <p14:tracePt t="32146" x="5003800" y="3257550"/>
          <p14:tracePt t="32163" x="4991100" y="3270250"/>
          <p14:tracePt t="32179" x="4959350" y="3295650"/>
          <p14:tracePt t="32196" x="4927600" y="3333750"/>
          <p14:tracePt t="32213" x="4902200" y="3365500"/>
          <p14:tracePt t="32229" x="4851400" y="3422650"/>
          <p14:tracePt t="32246" x="4806950" y="3486150"/>
          <p14:tracePt t="32263" x="4768850" y="3543300"/>
          <p14:tracePt t="32279" x="4718050" y="3606800"/>
          <p14:tracePt t="32296" x="4692650" y="3651250"/>
          <p14:tracePt t="32313" x="4635500" y="3752850"/>
          <p14:tracePt t="32329" x="4578350" y="3854450"/>
          <p14:tracePt t="32346" x="4552950" y="3898900"/>
          <p14:tracePt t="32362" x="4476750" y="4013200"/>
          <p14:tracePt t="32379" x="4419600" y="4127500"/>
          <p14:tracePt t="32396" x="4394200" y="4178300"/>
          <p14:tracePt t="32412" x="4337050" y="4292600"/>
          <p14:tracePt t="32429" x="4318000" y="4337050"/>
          <p14:tracePt t="32446" x="4279900" y="4438650"/>
          <p14:tracePt t="32462" x="4273550" y="4464050"/>
          <p14:tracePt t="32478" x="4267200" y="4483100"/>
          <p14:tracePt t="32495" x="4248150" y="4514850"/>
          <p14:tracePt t="32512" x="4222750" y="4546600"/>
          <p14:tracePt t="32528" x="4210050" y="4552950"/>
          <p14:tracePt t="32545" x="4191000" y="4572000"/>
          <p14:tracePt t="32562" x="4184650" y="4578350"/>
          <p14:tracePt t="32594" x="4178300" y="4578350"/>
          <p14:tracePt t="32713" x="4171950" y="4578350"/>
          <p14:tracePt t="32720" x="4165600" y="4578350"/>
          <p14:tracePt t="32728" x="4159250" y="4578350"/>
          <p14:tracePt t="33400" x="4159250" y="4572000"/>
          <p14:tracePt t="33414" x="4146550" y="4559300"/>
          <p14:tracePt t="33421" x="4140200" y="4546600"/>
          <p14:tracePt t="33436" x="4127500" y="4527550"/>
          <p14:tracePt t="33445" x="4114800" y="4495800"/>
          <p14:tracePt t="33458" x="4089400" y="4451350"/>
          <p14:tracePt t="33475" x="4038600" y="4349750"/>
          <p14:tracePt t="33492" x="3975100" y="4235450"/>
          <p14:tracePt t="33508" x="3949700" y="4178300"/>
          <p14:tracePt t="33525" x="3867150" y="4064000"/>
          <p14:tracePt t="33542" x="3835400" y="4032250"/>
          <p14:tracePt t="33558" x="3810000" y="4000500"/>
          <p14:tracePt t="33575" x="3771900" y="3949700"/>
          <p14:tracePt t="33592" x="3765550" y="3937000"/>
          <p14:tracePt t="33608" x="3759200" y="3930650"/>
          <p14:tracePt t="33625" x="3752850" y="3924300"/>
          <p14:tracePt t="33641" x="3752850" y="3917950"/>
          <p14:tracePt t="33658" x="3752850" y="3905250"/>
          <p14:tracePt t="33675" x="3752850" y="3892550"/>
          <p14:tracePt t="33691" x="3752850" y="3886200"/>
          <p14:tracePt t="33707" x="3740150" y="3860800"/>
          <p14:tracePt t="33724" x="3733800" y="3835400"/>
          <p14:tracePt t="33741" x="3727450" y="3810000"/>
          <p14:tracePt t="33757" x="3714750" y="3778250"/>
          <p14:tracePt t="33774" x="3708400" y="3746500"/>
          <p14:tracePt t="33790" x="3702050" y="3727450"/>
          <p14:tracePt t="33808" x="3689350" y="3714750"/>
          <p14:tracePt t="33824" x="3689350" y="3702050"/>
          <p14:tracePt t="34116" x="3689350" y="3708400"/>
          <p14:tracePt t="34151" x="3689350" y="3714750"/>
          <p14:tracePt t="34174" x="3689350" y="3721100"/>
          <p14:tracePt t="34215" x="3689350" y="3727450"/>
          <p14:tracePt t="34363" x="3689350" y="3733800"/>
          <p14:tracePt t="34418" x="3695700" y="3740150"/>
          <p14:tracePt t="34447" x="3702050" y="3746500"/>
          <p14:tracePt t="34496" x="3714750" y="3746500"/>
          <p14:tracePt t="34517" x="3727450" y="3746500"/>
          <p14:tracePt t="34524" x="3733800" y="3746500"/>
          <p14:tracePt t="34540" x="3746500" y="3746500"/>
          <p14:tracePt t="34555" x="3759200" y="3746500"/>
          <p14:tracePt t="34571" x="3797300" y="3746500"/>
          <p14:tracePt t="34588" x="3841750" y="3746500"/>
          <p14:tracePt t="34605" x="3860800" y="3746500"/>
          <p14:tracePt t="34621" x="3892550" y="3746500"/>
          <p14:tracePt t="34638" x="3924300" y="3746500"/>
          <p14:tracePt t="34655" x="3930650" y="3740150"/>
          <p14:tracePt t="34672" x="3962400" y="3721100"/>
          <p14:tracePt t="34687" x="3962400" y="3714750"/>
          <p14:tracePt t="35080" x="3975100" y="3721100"/>
          <p14:tracePt t="35088" x="3994150" y="3746500"/>
          <p14:tracePt t="35102" x="4032250" y="3790950"/>
          <p14:tracePt t="35108" x="4089400" y="3835400"/>
          <p14:tracePt t="35119" x="4146550" y="3886200"/>
          <p14:tracePt t="35137" x="4273550" y="3962400"/>
          <p14:tracePt t="35153" x="4356100" y="4006850"/>
          <p14:tracePt t="35169" x="4425950" y="4044950"/>
          <p14:tracePt t="35186" x="4616450" y="4152900"/>
          <p14:tracePt t="35202" x="4673600" y="4171950"/>
          <p14:tracePt t="35219" x="4730750" y="4197350"/>
          <p14:tracePt t="35236" x="4794250" y="4222750"/>
          <p14:tracePt t="35252" x="4826000" y="4229100"/>
          <p14:tracePt t="35269" x="4838700" y="4229100"/>
          <p14:tracePt t="35285" x="4864100" y="4229100"/>
          <p14:tracePt t="35302" x="4876800" y="4216400"/>
          <p14:tracePt t="35319" x="4883150" y="4210050"/>
          <p14:tracePt t="35335" x="4889500" y="4203700"/>
          <p14:tracePt t="35352" x="4908550" y="4203700"/>
          <p14:tracePt t="35369" x="4921250" y="4197350"/>
          <p14:tracePt t="35385" x="4953000" y="4184650"/>
          <p14:tracePt t="35401" x="4991100" y="4165600"/>
          <p14:tracePt t="35418" x="5022850" y="4159250"/>
          <p14:tracePt t="35435" x="5054600" y="4152900"/>
          <p14:tracePt t="35453" x="5105400" y="4140200"/>
          <p14:tracePt t="35468" x="5175250" y="4127500"/>
          <p14:tracePt t="35484" x="5213350" y="4114800"/>
          <p14:tracePt t="35502" x="5283200" y="4114800"/>
          <p14:tracePt t="35518" x="5321300" y="4108450"/>
          <p14:tracePt t="35535" x="5391150" y="4108450"/>
          <p14:tracePt t="35552" x="5454650" y="4108450"/>
          <p14:tracePt t="35568" x="5480050" y="4108450"/>
          <p14:tracePt t="35584" x="5543550" y="4108450"/>
          <p14:tracePt t="35601" x="5613400" y="4127500"/>
          <p14:tracePt t="35618" x="5645150" y="4133850"/>
          <p14:tracePt t="35634" x="5727700" y="4140200"/>
          <p14:tracePt t="35650" x="5803900" y="4146550"/>
          <p14:tracePt t="35667" x="5848350" y="4159250"/>
          <p14:tracePt t="35684" x="5937250" y="4159250"/>
          <p14:tracePt t="35701" x="6032500" y="4146550"/>
          <p14:tracePt t="35717" x="6076950" y="4127500"/>
          <p14:tracePt t="35734" x="6184900" y="4108450"/>
          <p14:tracePt t="35751" x="6223000" y="4095750"/>
          <p14:tracePt t="37067" x="6216650" y="4095750"/>
          <p14:tracePt t="37074" x="6203950" y="4095750"/>
          <p14:tracePt t="37088" x="6191250" y="4095750"/>
          <p14:tracePt t="37097" x="6172200" y="4095750"/>
          <p14:tracePt t="37112" x="6153150" y="4095750"/>
          <p14:tracePt t="37129" x="6096000" y="4095750"/>
          <p14:tracePt t="37146" x="6026150" y="4095750"/>
          <p14:tracePt t="37162" x="5988050" y="4095750"/>
          <p14:tracePt t="37179" x="5892800" y="4102100"/>
          <p14:tracePt t="37195" x="5822950" y="4114800"/>
          <p14:tracePt t="37211" x="5778500" y="4127500"/>
          <p14:tracePt t="37229" x="5715000" y="4146550"/>
          <p14:tracePt t="37245" x="5664200" y="4152900"/>
          <p14:tracePt t="37262" x="5632450" y="4165600"/>
          <p14:tracePt t="37279" x="5588000" y="4184650"/>
          <p14:tracePt t="37295" x="5568950" y="4191000"/>
          <p14:tracePt t="37311" x="5543550" y="4203700"/>
          <p14:tracePt t="37328" x="5524500" y="4216400"/>
          <p14:tracePt t="37345" x="5511800" y="4222750"/>
          <p14:tracePt t="37361" x="5486400" y="4235450"/>
          <p14:tracePt t="37378" x="5461000" y="4254500"/>
          <p14:tracePt t="37395" x="5435600" y="4273550"/>
          <p14:tracePt t="37922" x="5384800" y="4273550"/>
          <p14:tracePt t="37929" x="5365750" y="4279900"/>
          <p14:tracePt t="37943" x="5346700" y="4286250"/>
          <p14:tracePt t="37959" x="5264150" y="4305300"/>
          <p14:tracePt t="37976" x="5207000" y="4311650"/>
          <p14:tracePt t="37993" x="5118100" y="4324350"/>
          <p14:tracePt t="38009" x="5010150" y="4337050"/>
          <p14:tracePt t="38026" x="4946650" y="4337050"/>
          <p14:tracePt t="38043" x="4813300" y="4356100"/>
          <p14:tracePt t="38059" x="4692650" y="4375150"/>
          <p14:tracePt t="38076" x="4641850" y="4387850"/>
          <p14:tracePt t="38093" x="4508500" y="4413250"/>
          <p14:tracePt t="38109" x="4432300" y="4425950"/>
          <p14:tracePt t="38126" x="4286250" y="4464050"/>
          <p14:tracePt t="38142" x="4140200" y="4483100"/>
          <p14:tracePt t="38159" x="4076700" y="4502150"/>
          <p14:tracePt t="38176" x="3917950" y="4540250"/>
          <p14:tracePt t="38192" x="3771900" y="4578350"/>
          <p14:tracePt t="38209" x="3721100" y="4591050"/>
          <p14:tracePt t="38225" x="3625850" y="4603750"/>
          <p14:tracePt t="38242" x="3543300" y="4622800"/>
          <p14:tracePt t="38259" x="3492500" y="4622800"/>
          <p14:tracePt t="38275" x="3422650" y="4629150"/>
          <p14:tracePt t="38292" x="3340100" y="4648200"/>
          <p14:tracePt t="38309" x="3251200" y="4673600"/>
          <p14:tracePt t="38325" x="3213100" y="4679950"/>
          <p14:tracePt t="38342" x="3155950" y="4692650"/>
          <p14:tracePt t="38359" x="3098800" y="4705350"/>
          <p14:tracePt t="38375" x="3073400" y="4711700"/>
          <p14:tracePt t="38391" x="3054350" y="4718050"/>
          <p14:tracePt t="38408" x="3009900" y="4724400"/>
          <p14:tracePt t="38425" x="3003550" y="4730750"/>
          <p14:tracePt t="38441" x="2990850" y="4730750"/>
          <p14:tracePt t="38458" x="2978150" y="4737100"/>
          <p14:tracePt t="38474" x="2965450" y="4737100"/>
          <p14:tracePt t="38492" x="2952750" y="4756150"/>
          <p14:tracePt t="38508" x="2933700" y="4768850"/>
          <p14:tracePt t="39116" x="2946400" y="4781550"/>
          <p14:tracePt t="39123" x="2965450" y="4787900"/>
          <p14:tracePt t="39130" x="2997200" y="4787900"/>
          <p14:tracePt t="39144" x="3022600" y="4794250"/>
          <p14:tracePt t="39158" x="3054350" y="4794250"/>
          <p14:tracePt t="39172" x="3092450" y="4800600"/>
          <p14:tracePt t="39189" x="3162300" y="4806950"/>
          <p14:tracePt t="39205" x="3200400" y="4813300"/>
          <p14:tracePt t="39222" x="3308350" y="4826000"/>
          <p14:tracePt t="39239" x="3340100" y="4826000"/>
          <p14:tracePt t="39255" x="3378200" y="4826000"/>
          <p14:tracePt t="39272" x="3524250" y="4819650"/>
          <p14:tracePt t="39288" x="3562350" y="4813300"/>
          <p14:tracePt t="39306" x="3651250" y="4813300"/>
          <p14:tracePt t="39322" x="3708400" y="4806950"/>
          <p14:tracePt t="39338" x="3778250" y="4787900"/>
          <p14:tracePt t="39355" x="3797300" y="4787900"/>
          <p14:tracePt t="39371" x="3848100" y="4787900"/>
          <p14:tracePt t="39388" x="3905250" y="4787900"/>
          <p14:tracePt t="39404" x="3956050" y="4794250"/>
          <p14:tracePt t="39421" x="3981450" y="4800600"/>
          <p14:tracePt t="39438" x="4032250" y="4800600"/>
          <p14:tracePt t="39454" x="4070350" y="4800600"/>
          <p14:tracePt t="39471" x="4095750" y="4800600"/>
          <p14:tracePt t="39488" x="4133850" y="4800600"/>
          <p14:tracePt t="39504" x="4171950" y="4800600"/>
          <p14:tracePt t="39521" x="4191000" y="4794250"/>
          <p14:tracePt t="39524" x="4210050" y="4794250"/>
          <p14:tracePt t="39540" x="4222750" y="4781550"/>
          <p14:tracePt t="39554" x="4273550" y="4775200"/>
          <p14:tracePt t="39571" x="4292600" y="4762500"/>
          <p14:tracePt t="39588" x="4324350" y="4743450"/>
          <p14:tracePt t="41178" x="4324350" y="4737100"/>
          <p14:tracePt t="41192" x="4324350" y="4730750"/>
          <p14:tracePt t="41200" x="4324350" y="4724400"/>
          <p14:tracePt t="41215" x="4324350" y="4711700"/>
          <p14:tracePt t="41231" x="4305300" y="4654550"/>
          <p14:tracePt t="41249" x="4298950" y="4502150"/>
          <p14:tracePt t="41265" x="4298950" y="4400550"/>
          <p14:tracePt t="41282" x="4298950" y="4260850"/>
          <p14:tracePt t="41299" x="4305300" y="3917950"/>
          <p14:tracePt t="41314" x="4330700" y="3486150"/>
          <p14:tracePt t="41331" x="4356100" y="3295650"/>
          <p14:tracePt t="41347" x="4368800" y="2971800"/>
          <p14:tracePt t="41364" x="4387850" y="2743200"/>
          <p14:tracePt t="41382" x="4387850" y="2641600"/>
          <p14:tracePt t="41397" x="4400550" y="2514600"/>
          <p14:tracePt t="41414" x="4406900" y="2444750"/>
          <p14:tracePt t="41432" x="4406900" y="2413000"/>
          <p14:tracePt t="41447" x="4413250" y="2400300"/>
          <p14:tracePt t="41464" x="4413250" y="2393950"/>
          <p14:tracePt t="41635" x="4413250" y="2381250"/>
          <p14:tracePt t="41641" x="4419600" y="2381250"/>
          <p14:tracePt t="41650" x="4419600" y="2368550"/>
          <p14:tracePt t="41664" x="4419600" y="2362200"/>
          <p14:tracePt t="41684" x="4425950" y="2355850"/>
          <p14:tracePt t="41714" x="4425950" y="2349500"/>
          <p14:tracePt t="41754" x="4425950" y="2343150"/>
          <p14:tracePt t="41810" x="4432300" y="2343150"/>
          <p14:tracePt t="41832" x="4432300" y="2349500"/>
          <p14:tracePt t="41853" x="4432300" y="2355850"/>
          <p14:tracePt t="41881" x="4432300" y="2368550"/>
          <p14:tracePt t="41896" x="4432300" y="2374900"/>
          <p14:tracePt t="41923" x="4432300" y="2387600"/>
          <p14:tracePt t="41930" x="4432300" y="2393950"/>
          <p14:tracePt t="41944" x="4438650" y="2393950"/>
          <p14:tracePt t="41951" x="4438650" y="2406650"/>
          <p14:tracePt t="41966" x="4438650" y="2419350"/>
          <p14:tracePt t="41980" x="4438650" y="2432050"/>
          <p14:tracePt t="41996" x="4445000" y="2476500"/>
          <p14:tracePt t="42012" x="4445000" y="2495550"/>
          <p14:tracePt t="42029" x="4464050" y="2552700"/>
          <p14:tracePt t="42045" x="4464050" y="2622550"/>
          <p14:tracePt t="42062" x="4470400" y="2647950"/>
          <p14:tracePt t="42079" x="4476750" y="2730500"/>
          <p14:tracePt t="42095" x="4483100" y="2800350"/>
          <p14:tracePt t="42114" x="4489450" y="2863850"/>
          <p14:tracePt t="42128" x="4489450" y="2889250"/>
          <p14:tracePt t="42145" x="4489450" y="2921000"/>
          <p14:tracePt t="42162" x="4489450" y="2933700"/>
          <p14:tracePt t="42178" x="4489450" y="2940050"/>
          <p14:tracePt t="42214" x="4489450" y="2946400"/>
          <p14:tracePt t="42562" x="4489450" y="2952750"/>
          <p14:tracePt t="42576" x="4489450" y="2946400"/>
          <p14:tracePt t="42957" x="4476750" y="2997200"/>
          <p14:tracePt t="42964" x="4457700" y="3067050"/>
          <p14:tracePt t="42979" x="4438650" y="3130550"/>
          <p14:tracePt t="42992" x="4432300" y="3219450"/>
          <p14:tracePt t="43008" x="4387850" y="3441700"/>
          <p14:tracePt t="43025" x="4356100" y="3556000"/>
          <p14:tracePt t="43042" x="4305300" y="3790950"/>
          <p14:tracePt t="43059" x="4241800" y="3981450"/>
          <p14:tracePt t="43077" x="4191000" y="4178300"/>
          <p14:tracePt t="43091" x="4184650" y="4267200"/>
          <p14:tracePt t="43108" x="4140200" y="4438650"/>
          <p14:tracePt t="43126" x="4114800" y="4546600"/>
          <p14:tracePt t="43142" x="4095750" y="4591050"/>
          <p14:tracePt t="43158" x="4089400" y="4635500"/>
          <p14:tracePt t="43176" x="4064000" y="4743450"/>
          <p14:tracePt t="43192" x="4057650" y="4787900"/>
          <p14:tracePt t="43208" x="4051300" y="4826000"/>
          <p14:tracePt t="43225" x="4044950" y="4895850"/>
          <p14:tracePt t="43241" x="4032250" y="4978400"/>
          <p14:tracePt t="43260" x="4032250" y="5022850"/>
          <p14:tracePt t="43274" x="4032250" y="5048250"/>
          <p14:tracePt t="43291" x="4032250" y="5073650"/>
          <p14:tracePt t="43309" x="4032250" y="5080000"/>
          <p14:tracePt t="43325" x="4032250" y="5086350"/>
          <p14:tracePt t="43435" x="4032250" y="5092700"/>
          <p14:tracePt t="43449" x="4032250" y="5099050"/>
          <p14:tracePt t="43455" x="4032250" y="5105400"/>
          <p14:tracePt t="43470" x="4032250" y="5111750"/>
          <p14:tracePt t="45194" x="4057650" y="5137150"/>
          <p14:tracePt t="45208" x="4089400" y="5156200"/>
          <p14:tracePt t="45215" x="4121150" y="5162550"/>
          <p14:tracePt t="45221" x="4171950" y="5181600"/>
          <p14:tracePt t="45237" x="4216400" y="5187950"/>
          <p14:tracePt t="45251" x="4254500" y="5194300"/>
          <p14:tracePt t="45268" x="4356100" y="5219700"/>
          <p14:tracePt t="45286" x="4432300" y="5232400"/>
          <p14:tracePt t="45301" x="4470400" y="5232400"/>
          <p14:tracePt t="45317" x="4540250" y="5232400"/>
          <p14:tracePt t="45335" x="4597400" y="5232400"/>
          <p14:tracePt t="45350" x="4629150" y="5219700"/>
          <p14:tracePt t="45367" x="4679950" y="5219700"/>
          <p14:tracePt t="45384" x="4724400" y="5219700"/>
          <p14:tracePt t="45400" x="4756150" y="5219700"/>
          <p14:tracePt t="45417" x="4775200" y="5219700"/>
          <p14:tracePt t="45434" x="4826000" y="5213350"/>
          <p14:tracePt t="45450" x="4838700" y="5213350"/>
          <p14:tracePt t="45468" x="4851400" y="5213350"/>
          <p14:tracePt t="45483" x="4876800" y="5213350"/>
          <p14:tracePt t="45500" x="4895850" y="5219700"/>
          <p14:tracePt t="45517" x="4914900" y="5226050"/>
          <p14:tracePt t="45533" x="4927600" y="5232400"/>
          <p14:tracePt t="45550" x="4946650" y="5232400"/>
          <p14:tracePt t="45567" x="4972050" y="5232400"/>
          <p14:tracePt t="45583" x="4991100" y="5232400"/>
          <p14:tracePt t="45600" x="5041900" y="5232400"/>
          <p14:tracePt t="45616" x="5118100" y="5232400"/>
          <p14:tracePt t="45633" x="5156200" y="5232400"/>
          <p14:tracePt t="45650" x="5264150" y="5232400"/>
          <p14:tracePt t="45666" x="5365750" y="5232400"/>
          <p14:tracePt t="45683" x="5422900" y="5238750"/>
          <p14:tracePt t="45700" x="5505450" y="5264150"/>
          <p14:tracePt t="45716" x="5588000" y="5289550"/>
          <p14:tracePt t="45733" x="5613400" y="5289550"/>
          <p14:tracePt t="45750" x="5651500" y="5308600"/>
          <p14:tracePt t="45767" x="5664200" y="5308600"/>
          <p14:tracePt t="45783" x="5689600" y="5321300"/>
          <p14:tracePt t="45799" x="5715000" y="5327650"/>
          <p14:tracePt t="45815" x="5727700" y="5327650"/>
          <p14:tracePt t="45833" x="5765800" y="5321300"/>
          <p14:tracePt t="45849" x="5810250" y="5321300"/>
          <p14:tracePt t="45865" x="5842000" y="5308600"/>
          <p14:tracePt t="45883" x="5924550" y="5314950"/>
          <p14:tracePt t="45915" x="5937250" y="5308600"/>
          <p14:tracePt t="47799" x="5962650" y="5302250"/>
          <p14:tracePt t="47814" x="6000750" y="5289550"/>
          <p14:tracePt t="47820" x="6064250" y="5283200"/>
          <p14:tracePt t="47829" x="6134100" y="5264150"/>
          <p14:tracePt t="47842" x="6197600" y="5245100"/>
          <p14:tracePt t="47859" x="6369050" y="5207000"/>
          <p14:tracePt t="47875" x="6457950" y="5181600"/>
          <p14:tracePt t="47892" x="6642100" y="5143500"/>
          <p14:tracePt t="47908" x="6813550" y="5111750"/>
          <p14:tracePt t="47926" x="6953250" y="5105400"/>
          <p14:tracePt t="47942" x="7029450" y="5105400"/>
          <p14:tracePt t="47958" x="7150100" y="5124450"/>
          <p14:tracePt t="47976" x="7258050" y="5143500"/>
          <p14:tracePt t="47991" x="7283450" y="5143500"/>
          <p14:tracePt t="48008" x="7353300" y="5168900"/>
          <p14:tracePt t="48025" x="7416800" y="5200650"/>
          <p14:tracePt t="48042" x="7448550" y="5213350"/>
          <p14:tracePt t="48058" x="7486650" y="5232400"/>
          <p14:tracePt t="48075" x="7518400" y="5238750"/>
          <p14:tracePt t="48091" x="7531100" y="5245100"/>
          <p14:tracePt t="48108" x="7550150" y="5251450"/>
          <p14:tracePt t="48124" x="7562850" y="5257800"/>
          <p14:tracePt t="48141" x="7569200" y="5257800"/>
          <p14:tracePt t="48158" x="7588250" y="5264150"/>
          <p14:tracePt t="48174" x="7607300" y="5270500"/>
          <p14:tracePt t="48191" x="7620000" y="5270500"/>
          <p14:tracePt t="48207" x="7632700" y="5276850"/>
          <p14:tracePt t="51939" x="7626350" y="5276850"/>
          <p14:tracePt t="51952" x="7607300" y="5276850"/>
          <p14:tracePt t="51960" x="7581900" y="5276850"/>
          <p14:tracePt t="51967" x="7556500" y="5283200"/>
          <p14:tracePt t="51981" x="7524750" y="5289550"/>
          <p14:tracePt t="51997" x="7486650" y="5289550"/>
          <p14:tracePt t="52011" x="7454900" y="5302250"/>
          <p14:tracePt t="52027" x="7346950" y="5314950"/>
          <p14:tracePt t="52045" x="7213600" y="5353050"/>
          <p14:tracePt t="52061" x="7150100" y="5372100"/>
          <p14:tracePt t="52077" x="7029450" y="5403850"/>
          <p14:tracePt t="52094" x="6946900" y="5416550"/>
          <p14:tracePt t="52110" x="6877050" y="5422900"/>
          <p14:tracePt t="52128" x="6858000" y="5422900"/>
          <p14:tracePt t="52144" x="6807200" y="5435600"/>
          <p14:tracePt t="52160" x="6788150" y="5435600"/>
          <p14:tracePt t="52178" x="6737350" y="5435600"/>
          <p14:tracePt t="52194" x="6711950" y="5429250"/>
          <p14:tracePt t="52210" x="6692900" y="5429250"/>
          <p14:tracePt t="52213" x="6673850" y="5429250"/>
          <p14:tracePt t="52227" x="6654800" y="5422900"/>
          <p14:tracePt t="52243" x="6616700" y="5422900"/>
          <p14:tracePt t="52260" x="6597650" y="5416550"/>
          <p14:tracePt t="52277" x="6578600" y="5416550"/>
          <p14:tracePt t="52294" x="6553200" y="5410200"/>
          <p14:tracePt t="52312" x="6527800" y="5410200"/>
          <p14:tracePt t="52326" x="6521450" y="5410200"/>
          <p14:tracePt t="52343" x="6489700" y="5410200"/>
          <p14:tracePt t="52360" x="6457950" y="5410200"/>
          <p14:tracePt t="52376" x="6432550" y="5403850"/>
          <p14:tracePt t="52393" x="6388100" y="5403850"/>
          <p14:tracePt t="52410" x="6343650" y="5403850"/>
          <p14:tracePt t="52426" x="6318250" y="5403850"/>
          <p14:tracePt t="52443" x="6299200" y="5403850"/>
          <p14:tracePt t="52459" x="6254750" y="5403850"/>
          <p14:tracePt t="52476" x="6229350" y="5403850"/>
          <p14:tracePt t="52494" x="6216650" y="5403850"/>
          <p14:tracePt t="52509" x="6203950" y="5403850"/>
          <p14:tracePt t="52526" x="6197600" y="5403850"/>
          <p14:tracePt t="52543" x="6184900" y="5403850"/>
          <p14:tracePt t="52559" x="6178550" y="5403850"/>
          <p14:tracePt t="52599" x="6178550" y="5397500"/>
          <p14:tracePt t="52620" x="6178550" y="5391150"/>
          <p14:tracePt t="52642" x="6172200" y="5384800"/>
          <p14:tracePt t="53482" x="6146800" y="5340350"/>
          <p14:tracePt t="53496" x="6121400" y="5283200"/>
          <p14:tracePt t="53503" x="6070600" y="5200650"/>
          <p14:tracePt t="53517" x="6026150" y="5099050"/>
          <p14:tracePt t="53525" x="5981700" y="4991100"/>
          <p14:tracePt t="53540" x="5930900" y="4857750"/>
          <p14:tracePt t="53555" x="5803900" y="4552950"/>
          <p14:tracePt t="53573" x="5746750" y="4413250"/>
          <p14:tracePt t="53588" x="5638800" y="4114800"/>
          <p14:tracePt t="53605" x="5594350" y="3994150"/>
          <p14:tracePt t="53623" x="5499100" y="3746500"/>
          <p14:tracePt t="53639" x="5403850" y="3536950"/>
          <p14:tracePt t="53655" x="5365750" y="3454400"/>
          <p14:tracePt t="53672" x="5295900" y="3295650"/>
          <p14:tracePt t="53689" x="5238750" y="3168650"/>
          <p14:tracePt t="53705" x="5200650" y="3111500"/>
          <p14:tracePt t="53722" x="5156200" y="3016250"/>
          <p14:tracePt t="53738" x="5124450" y="2959100"/>
          <p14:tracePt t="53741" x="5105400" y="2901950"/>
          <p14:tracePt t="53755" x="5086350" y="2832100"/>
          <p14:tracePt t="53772" x="5060950" y="2787650"/>
          <p14:tracePt t="53788" x="5029200" y="2717800"/>
          <p14:tracePt t="53805" x="5016500" y="2705100"/>
          <p14:tracePt t="53821" x="4991100" y="2667000"/>
          <p14:tracePt t="53838" x="4978400" y="2654300"/>
          <p14:tracePt t="53854" x="4965700" y="2635250"/>
          <p14:tracePt t="53871" x="4921250" y="2578100"/>
          <p14:tracePt t="53888" x="4908550" y="2559050"/>
          <p14:tracePt t="53904" x="4864100" y="2520950"/>
          <p14:tracePt t="53921" x="4813300" y="2495550"/>
          <p14:tracePt t="53938" x="4787900" y="2476500"/>
          <p14:tracePt t="53954" x="4737100" y="2438400"/>
          <p14:tracePt t="53971" x="4692650" y="2419350"/>
          <p14:tracePt t="53988" x="4660900" y="2393950"/>
          <p14:tracePt t="54004" x="4635500" y="2374900"/>
          <p14:tracePt t="54021" x="4578350" y="2336800"/>
          <p14:tracePt t="54037" x="4495800" y="2286000"/>
          <p14:tracePt t="54054" x="4451350" y="2260600"/>
          <p14:tracePt t="54071" x="4362450" y="2209800"/>
          <p14:tracePt t="54087" x="4260850" y="2133600"/>
          <p14:tracePt t="54104" x="4203700" y="2095500"/>
          <p14:tracePt t="54121" x="4114800" y="2019300"/>
          <p14:tracePt t="54137" x="4006850" y="1936750"/>
          <p14:tracePt t="54153" x="3949700" y="1905000"/>
          <p14:tracePt t="54170" x="3860800" y="1822450"/>
          <p14:tracePt t="54186" x="3759200" y="1771650"/>
          <p14:tracePt t="54203" x="3733800" y="1746250"/>
          <p14:tracePt t="54220" x="3708400" y="1720850"/>
          <p14:tracePt t="54236" x="3702050" y="1714500"/>
          <p14:tracePt t="54254" x="3695700" y="1701800"/>
          <p14:tracePt t="54290" x="3689350" y="1701800"/>
          <p14:tracePt t="54318" x="3689350" y="1708150"/>
          <p14:tracePt t="54346" x="3689350" y="1714500"/>
          <p14:tracePt t="54360" x="3689350" y="1720850"/>
          <p14:tracePt t="54367" x="3689350" y="1727200"/>
          <p14:tracePt t="54381" x="3695700" y="1727200"/>
          <p14:tracePt t="54389" x="3695700" y="1733550"/>
          <p14:tracePt t="54403" x="3702050" y="1739900"/>
          <p14:tracePt t="54420" x="3714750" y="1752600"/>
          <p14:tracePt t="54437" x="3721100" y="1765300"/>
          <p14:tracePt t="54452" x="3733800" y="1784350"/>
          <p14:tracePt t="54469" x="3771900" y="1822450"/>
          <p14:tracePt t="54487" x="3829050" y="1873250"/>
          <p14:tracePt t="54502" x="3860800" y="1905000"/>
          <p14:tracePt t="54519" x="3898900" y="1949450"/>
          <p14:tracePt t="54536" x="3994150" y="2057400"/>
          <p14:tracePt t="54552" x="4114800" y="2197100"/>
          <p14:tracePt t="54569" x="4184650" y="2266950"/>
          <p14:tracePt t="54586" x="4330700" y="2425700"/>
          <p14:tracePt t="54602" x="4489450" y="2578100"/>
          <p14:tracePt t="54619" x="4572000" y="2654300"/>
          <p14:tracePt t="54635" x="4718050" y="2819400"/>
          <p14:tracePt t="54652" x="4864100" y="3009900"/>
          <p14:tracePt t="54669" x="4997450" y="3175000"/>
          <p14:tracePt t="54685" x="5067300" y="3225800"/>
          <p14:tracePt t="54702" x="5175250" y="3333750"/>
          <p14:tracePt t="54719" x="5245100" y="3403600"/>
          <p14:tracePt t="54736" x="5270500" y="3435350"/>
          <p14:tracePt t="54752" x="5302250" y="3479800"/>
          <p14:tracePt t="54768" x="5314950" y="3498850"/>
          <p14:tracePt t="54785" x="5321300" y="3505200"/>
          <p14:tracePt t="54803" x="5327650" y="3524250"/>
          <p14:tracePt t="54817" x="5334000" y="3556000"/>
          <p14:tracePt t="54834" x="5334000" y="3568700"/>
          <p14:tracePt t="54852" x="5334000" y="3587750"/>
          <p14:tracePt t="54868" x="5327650" y="3613150"/>
          <p14:tracePt t="55383" x="5327650" y="3632200"/>
          <p14:tracePt t="55389" x="5327650" y="3651250"/>
          <p14:tracePt t="55403" x="5334000" y="3683000"/>
          <p14:tracePt t="55416" x="5346700" y="3721100"/>
          <p14:tracePt t="55432" x="5359400" y="3816350"/>
          <p14:tracePt t="55449" x="5359400" y="3879850"/>
          <p14:tracePt t="55466" x="5359400" y="4044950"/>
          <p14:tracePt t="55482" x="5359400" y="4216400"/>
          <p14:tracePt t="55499" x="5346700" y="4292600"/>
          <p14:tracePt t="55516" x="5321300" y="4457700"/>
          <p14:tracePt t="55532" x="5289550" y="4616450"/>
          <p14:tracePt t="55549" x="5257800" y="4699000"/>
          <p14:tracePt t="55566" x="5219700" y="4819650"/>
          <p14:tracePt t="55582" x="5187950" y="4902200"/>
          <p14:tracePt t="55598" x="5175250" y="4927600"/>
          <p14:tracePt t="55615" x="5156200" y="4959350"/>
          <p14:tracePt t="55631" x="5149850" y="4972050"/>
          <p14:tracePt t="55651" x="5143500" y="4991100"/>
          <p14:tracePt t="55665" x="5143500" y="4997450"/>
          <p14:tracePt t="55705" x="5137150" y="4997450"/>
          <p14:tracePt t="55789" x="5130800" y="4997450"/>
          <p14:tracePt t="55859" x="5130800" y="5003800"/>
          <p14:tracePt t="55929" x="5137150" y="5003800"/>
          <p14:tracePt t="55965" x="5143500" y="5003800"/>
          <p14:tracePt t="55971" x="5143500" y="5010150"/>
          <p14:tracePt t="55985" x="5143500" y="5016500"/>
          <p14:tracePt t="55998" x="5143500" y="5022850"/>
          <p14:tracePt t="56014" x="5149850" y="5035550"/>
          <p14:tracePt t="56030" x="5149850" y="5060950"/>
          <p14:tracePt t="56047" x="5156200" y="5105400"/>
          <p14:tracePt t="56065" x="5168900" y="5175250"/>
          <p14:tracePt t="56081" x="5175250" y="5219700"/>
          <p14:tracePt t="56097" x="5194300" y="5302250"/>
          <p14:tracePt t="56114" x="5200650" y="5365750"/>
          <p14:tracePt t="56131" x="5207000" y="5397500"/>
          <p14:tracePt t="56147" x="5207000" y="5448300"/>
          <p14:tracePt t="56164" x="5213350" y="5480050"/>
          <p14:tracePt t="56181" x="5213350" y="5486400"/>
          <p14:tracePt t="56198" x="5213350" y="5499100"/>
          <p14:tracePt t="56213" x="5219700" y="5499100"/>
          <p14:tracePt t="57189" x="5207000" y="5499100"/>
          <p14:tracePt t="57195" x="5187950" y="5499100"/>
          <p14:tracePt t="57212" x="5168900" y="5499100"/>
          <p14:tracePt t="57226" x="5137150" y="5499100"/>
          <p14:tracePt t="57243" x="5073650" y="5499100"/>
          <p14:tracePt t="57260" x="4972050" y="5499100"/>
          <p14:tracePt t="57276" x="4902200" y="5499100"/>
          <p14:tracePt t="57279" x="4819650" y="5499100"/>
          <p14:tracePt t="57293" x="4730750" y="5499100"/>
          <p14:tracePt t="57309" x="4521200" y="5524500"/>
          <p14:tracePt t="57326" x="4419600" y="5543550"/>
          <p14:tracePt t="57343" x="4191000" y="5575300"/>
          <p14:tracePt t="57359" x="3937000" y="5607050"/>
          <p14:tracePt t="57375" x="3822700" y="5613400"/>
          <p14:tracePt t="57393" x="3632200" y="5626100"/>
          <p14:tracePt t="57409" x="3435350" y="5645150"/>
          <p14:tracePt t="57426" x="3346450" y="5645150"/>
          <p14:tracePt t="57442" x="3181350" y="5632450"/>
          <p14:tracePt t="57459" x="3048000" y="5613400"/>
          <p14:tracePt t="57477" x="2940050" y="5588000"/>
          <p14:tracePt t="57491" x="2901950" y="5581650"/>
          <p14:tracePt t="57509" x="2876550" y="5562600"/>
          <p14:tracePt t="57526" x="2825750" y="5537200"/>
          <p14:tracePt t="57542" x="2819400" y="5537200"/>
          <p14:tracePt t="57558" x="2813050" y="5537200"/>
          <p14:tracePt t="57575" x="2794000" y="5530850"/>
          <p14:tracePt t="57592" x="2768600" y="5524500"/>
          <p14:tracePt t="57608" x="2755900" y="5524500"/>
          <p14:tracePt t="57625" x="2743200" y="5518150"/>
          <p14:tracePt t="57641" x="2730500" y="5518150"/>
          <p14:tracePt t="57658" x="2711450" y="5511800"/>
          <p14:tracePt t="57674" x="2673350" y="5505450"/>
          <p14:tracePt t="57691" x="2641600" y="5505450"/>
          <p14:tracePt t="57709" x="2609850" y="5499100"/>
          <p14:tracePt t="57724" x="2590800" y="5492750"/>
          <p14:tracePt t="57741" x="2565400" y="5486400"/>
          <p14:tracePt t="57758" x="2546350" y="5480050"/>
          <p14:tracePt t="57775" x="2533650" y="5473700"/>
          <p14:tracePt t="57778" x="2520950" y="5473700"/>
          <p14:tracePt t="57808" x="2501900" y="5467350"/>
          <p14:tracePt t="57824" x="2495550" y="5467350"/>
          <p14:tracePt t="57841" x="2489200" y="5467350"/>
          <p14:tracePt t="57857" x="2476500" y="5461000"/>
          <p14:tracePt t="57874" x="2470150" y="5461000"/>
          <p14:tracePt t="57891" x="2457450" y="5461000"/>
          <p14:tracePt t="57907" x="2451100" y="5461000"/>
          <p14:tracePt t="57924" x="2432050" y="5461000"/>
          <p14:tracePt t="57941" x="2425700" y="5467350"/>
          <p14:tracePt t="57957" x="2413000" y="5467350"/>
          <p14:tracePt t="57974" x="2400300" y="5480050"/>
          <p14:tracePt t="57991" x="2381250" y="5492750"/>
          <p14:tracePt t="58007" x="2374900" y="5505450"/>
          <p14:tracePt t="58024" x="2355850" y="5524500"/>
          <p14:tracePt t="58040" x="2336800" y="5530850"/>
          <p14:tracePt t="58057" x="2330450" y="5537200"/>
          <p14:tracePt t="58089" x="2330450" y="5543550"/>
          <p14:tracePt t="58124" x="2317750" y="5543550"/>
          <p14:tracePt t="58591" x="2317750" y="5524500"/>
          <p14:tracePt t="58606" x="2317750" y="5492750"/>
          <p14:tracePt t="58611" x="2324100" y="5441950"/>
          <p14:tracePt t="58625" x="2324100" y="5403850"/>
          <p14:tracePt t="58638" x="2355850" y="5346700"/>
          <p14:tracePt t="58655" x="2381250" y="5226050"/>
          <p14:tracePt t="58671" x="2393950" y="5168900"/>
          <p14:tracePt t="58689" x="2419350" y="5041900"/>
          <p14:tracePt t="58705" x="2444750" y="4953000"/>
          <p14:tracePt t="58721" x="2463800" y="4908550"/>
          <p14:tracePt t="58738" x="2476500" y="4851400"/>
          <p14:tracePt t="58754" x="2495550" y="4819650"/>
          <p14:tracePt t="58771" x="2501900" y="4794250"/>
          <p14:tracePt t="58774" x="2501900" y="4787900"/>
          <p14:tracePt t="58788" x="2508250" y="4775200"/>
          <p14:tracePt t="58804" x="2508250" y="4749800"/>
          <p14:tracePt t="58821" x="2514600" y="4737100"/>
          <p14:tracePt t="58838" x="2514600" y="4718050"/>
          <p14:tracePt t="58854" x="2520950" y="4699000"/>
          <p14:tracePt t="58872" x="2520950" y="4679950"/>
          <p14:tracePt t="58887" x="2527300" y="4673600"/>
          <p14:tracePt t="58904" x="2527300" y="4660900"/>
          <p14:tracePt t="58921" x="2533650" y="4610100"/>
          <p14:tracePt t="58937" x="2540000" y="4591050"/>
          <p14:tracePt t="58953" x="2552700" y="4572000"/>
          <p14:tracePt t="58971" x="2559050" y="4514850"/>
          <p14:tracePt t="58987" x="2565400" y="4464050"/>
          <p14:tracePt t="59004" x="2565400" y="4438650"/>
          <p14:tracePt t="59020" x="2571750" y="4375150"/>
          <p14:tracePt t="59036" x="2578100" y="4311650"/>
          <p14:tracePt t="59054" x="2584450" y="4260850"/>
          <p14:tracePt t="59070" x="2597150" y="4229100"/>
          <p14:tracePt t="59086" x="2597150" y="4191000"/>
          <p14:tracePt t="59104" x="2597150" y="4165600"/>
          <p14:tracePt t="59120" x="2597150" y="4152900"/>
          <p14:tracePt t="59136" x="2597150" y="4133850"/>
          <p14:tracePt t="59153" x="2597150" y="4121150"/>
          <p14:tracePt t="59170" x="2597150" y="4114800"/>
          <p14:tracePt t="59186" x="2597150" y="4108450"/>
          <p14:tracePt t="59203" x="2597150" y="4095750"/>
          <p14:tracePt t="59237" x="2597150" y="4089400"/>
          <p14:tracePt t="59253" x="2597150" y="4083050"/>
          <p14:tracePt t="59269" x="2590800" y="4076700"/>
          <p14:tracePt t="59293" x="2590800" y="4070350"/>
          <p14:tracePt t="59314" x="2590800" y="4064000"/>
          <p14:tracePt t="59336" x="2590800" y="4057650"/>
          <p14:tracePt t="59363" x="2590800" y="4051300"/>
          <p14:tracePt t="59384" x="2590800" y="4044950"/>
          <p14:tracePt t="59398" x="2590800" y="4038600"/>
          <p14:tracePt t="59405" x="2597150" y="4032250"/>
          <p14:tracePt t="59419" x="2597150" y="4019550"/>
          <p14:tracePt t="59435" x="2603500" y="3994150"/>
          <p14:tracePt t="59452" x="2603500" y="3975100"/>
          <p14:tracePt t="59470" x="2609850" y="3924300"/>
          <p14:tracePt t="59485" x="2616200" y="3873500"/>
          <p14:tracePt t="59502" x="2616200" y="3848100"/>
          <p14:tracePt t="59518" x="2622550" y="3803650"/>
          <p14:tracePt t="59535" x="2628900" y="3790950"/>
          <p14:tracePt t="59552" x="2628900" y="3778250"/>
          <p14:tracePt t="59568" x="2628900" y="3765550"/>
          <p14:tracePt t="59615" x="2635250" y="3759200"/>
          <p14:tracePt t="59658" x="2641600" y="3759200"/>
          <p14:tracePt t="59665" x="2641600" y="3765550"/>
          <p14:tracePt t="59707" x="2647950" y="3771900"/>
          <p14:tracePt t="59757" x="2654300" y="3771900"/>
          <p14:tracePt t="59763" x="2667000" y="3771900"/>
          <p14:tracePt t="59778" x="2679700" y="3771900"/>
          <p14:tracePt t="59787" x="2692400" y="3771900"/>
          <p14:tracePt t="59801" x="2711450" y="3771900"/>
          <p14:tracePt t="59817" x="2743200" y="3765550"/>
          <p14:tracePt t="59834" x="2901950" y="3752850"/>
          <p14:tracePt t="59850" x="2952750" y="3740150"/>
          <p14:tracePt t="59867" x="3016250" y="3733800"/>
          <p14:tracePt t="59884" x="3175000" y="3721100"/>
          <p14:tracePt t="59900" x="3327400" y="3721100"/>
          <p14:tracePt t="59918" x="3403600" y="3721100"/>
          <p14:tracePt t="59933" x="3556000" y="3721100"/>
          <p14:tracePt t="59950" x="3670300" y="3721100"/>
          <p14:tracePt t="59968" x="3752850" y="3721100"/>
          <p14:tracePt t="59984" x="3790950" y="3721100"/>
          <p14:tracePt t="60000" x="3854450" y="3721100"/>
          <p14:tracePt t="60017" x="3905250" y="3721100"/>
          <p14:tracePt t="60034" x="3924300" y="3721100"/>
          <p14:tracePt t="60050" x="3975100" y="3733800"/>
          <p14:tracePt t="60066" x="4006850" y="3740150"/>
          <p14:tracePt t="60083" x="4019550" y="3746500"/>
          <p14:tracePt t="60100" x="4044950" y="3752850"/>
          <p14:tracePt t="60117" x="4057650" y="3771900"/>
          <p14:tracePt t="60133" x="4044950" y="3778250"/>
          <p14:tracePt t="60840" x="4038600" y="3778250"/>
          <p14:tracePt t="60854" x="4032250" y="3778250"/>
          <p14:tracePt t="60867" x="4025900" y="3778250"/>
          <p14:tracePt t="60882" x="4019550" y="3778250"/>
          <p14:tracePt t="60889" x="4006850" y="3778250"/>
          <p14:tracePt t="60903" x="3994150" y="3778250"/>
          <p14:tracePt t="60913" x="3975100" y="3771900"/>
          <p14:tracePt t="60932" x="3930650" y="3771900"/>
          <p14:tracePt t="60946" x="3905250" y="3771900"/>
          <p14:tracePt t="60963" x="3854450" y="3771900"/>
          <p14:tracePt t="60981" x="3797300" y="3771900"/>
          <p14:tracePt t="60997" x="3771900" y="3765550"/>
          <p14:tracePt t="61013" x="3689350" y="3765550"/>
          <p14:tracePt t="61030" x="3613150" y="3765550"/>
          <p14:tracePt t="61046" x="3562350" y="3765550"/>
          <p14:tracePt t="61063" x="3517900" y="3752850"/>
          <p14:tracePt t="61080" x="3365500" y="3752850"/>
          <p14:tracePt t="61096" x="3302000" y="3746500"/>
          <p14:tracePt t="61114" x="3206750" y="3746500"/>
          <p14:tracePt t="61129" x="3181350" y="3740150"/>
          <p14:tracePt t="61146" x="3136900" y="3740150"/>
          <p14:tracePt t="61163" x="3098800" y="3740150"/>
          <p14:tracePt t="61179" x="3079750" y="3740150"/>
          <p14:tracePt t="61196" x="3054350" y="3740150"/>
          <p14:tracePt t="61212" x="3041650" y="3740150"/>
          <p14:tracePt t="61229" x="3016250" y="3740150"/>
          <p14:tracePt t="61246" x="3003550" y="3740150"/>
          <p14:tracePt t="61262" x="2990850" y="3746500"/>
          <p14:tracePt t="61296" x="2978150" y="3746500"/>
          <p14:tracePt t="61312" x="2959100" y="3746500"/>
          <p14:tracePt t="61329" x="2952750" y="3746500"/>
          <p14:tracePt t="61362" x="2940050" y="3746500"/>
          <p14:tracePt t="61379" x="2933700" y="3746500"/>
          <p14:tracePt t="61395" x="2933700" y="3740150"/>
          <p14:tracePt t="61412" x="2927350" y="3740150"/>
          <p14:tracePt t="61428" x="2921000" y="3740150"/>
          <p14:tracePt t="61445" x="2914650" y="3733800"/>
          <p14:tracePt t="61493" x="2908300" y="3727450"/>
          <p14:tracePt t="61500" x="2901950" y="3727450"/>
          <p14:tracePt t="61542" x="2895600" y="3727450"/>
          <p14:tracePt t="61563" x="2889250" y="3727450"/>
          <p14:tracePt t="61592" x="2882900" y="3727450"/>
          <p14:tracePt t="61634" x="2876550" y="3733800"/>
          <p14:tracePt t="61676" x="2876550" y="3752850"/>
          <p14:tracePt t="61683" x="2876550" y="3759200"/>
          <p14:tracePt t="61704" x="2876550" y="3765550"/>
          <p14:tracePt t="61725" x="2876550" y="3771900"/>
          <p14:tracePt t="61753" x="2876550" y="3778250"/>
          <p14:tracePt t="61767" x="2876550" y="3784600"/>
          <p14:tracePt t="61795" x="2876550" y="3790950"/>
          <p14:tracePt t="61802" x="2876550" y="3797300"/>
          <p14:tracePt t="61823" x="2876550" y="3803650"/>
          <p14:tracePt t="61837" x="2870200" y="3810000"/>
          <p14:tracePt t="61851" x="2863850" y="3816350"/>
          <p14:tracePt t="61866" x="2857500" y="3816350"/>
          <p14:tracePt t="61876" x="2844800" y="3822700"/>
          <p14:tracePt t="61894" x="2813050" y="3841750"/>
          <p14:tracePt t="61910" x="2794000" y="3848100"/>
          <p14:tracePt t="61927" x="2755900" y="3867150"/>
          <p14:tracePt t="61943" x="2724150" y="3886200"/>
          <p14:tracePt t="61960" x="2711450" y="3905250"/>
          <p14:tracePt t="61977" x="2705100" y="3905250"/>
          <p14:tracePt t="61993" x="2686050" y="3937000"/>
          <p14:tracePt t="62010" x="2686050" y="3949700"/>
          <p14:tracePt t="62028" x="2686050" y="3975100"/>
          <p14:tracePt t="62043" x="2686050" y="3994150"/>
          <p14:tracePt t="62059" x="2686050" y="4019550"/>
          <p14:tracePt t="62077" x="2686050" y="4051300"/>
          <p14:tracePt t="62093" x="2686050" y="4064000"/>
          <p14:tracePt t="62109" x="2686050" y="4083050"/>
          <p14:tracePt t="62126" x="2686050" y="4089400"/>
          <p14:tracePt t="62142" x="2686050" y="4095750"/>
          <p14:tracePt t="62159" x="2686050" y="4102100"/>
          <p14:tracePt t="62176" x="2686050" y="4108450"/>
          <p14:tracePt t="62238" x="2686050" y="4114800"/>
          <p14:tracePt t="62364" x="2692400" y="4114800"/>
          <p14:tracePt t="62385" x="2698750" y="4114800"/>
          <p14:tracePt t="62406" x="2705100" y="4108450"/>
          <p14:tracePt t="62427" x="2711450" y="4102100"/>
          <p14:tracePt t="62434" x="2717800" y="4102100"/>
          <p14:tracePt t="62456" x="2724150" y="4102100"/>
          <p14:tracePt t="62470" x="2730500" y="4095750"/>
          <p14:tracePt t="62478" x="2743200" y="4095750"/>
          <p14:tracePt t="62491" x="2755900" y="4089400"/>
          <p14:tracePt t="62508" x="2806700" y="4076700"/>
          <p14:tracePt t="62524" x="2838450" y="4064000"/>
          <p14:tracePt t="62541" x="2921000" y="4019550"/>
          <p14:tracePt t="62558" x="3035300" y="3962400"/>
          <p14:tracePt t="62575" x="3162300" y="3892550"/>
          <p14:tracePt t="62591" x="3225800" y="3867150"/>
          <p14:tracePt t="62607" x="3282950" y="3829050"/>
          <p14:tracePt t="62625" x="3422650" y="3740150"/>
          <p14:tracePt t="62641" x="3467100" y="3721100"/>
          <p14:tracePt t="62658" x="3517900" y="3676650"/>
          <p14:tracePt t="62674" x="3517900" y="3663950"/>
          <p14:tracePt t="63079" x="3505200" y="3689350"/>
          <p14:tracePt t="63086" x="3467100" y="3721100"/>
          <p14:tracePt t="63100" x="3441700" y="3765550"/>
          <p14:tracePt t="63109" x="3403600" y="3810000"/>
          <p14:tracePt t="63122" x="3352800" y="3867150"/>
          <p14:tracePt t="63139" x="3308350" y="3930650"/>
          <p14:tracePt t="63157" x="3130550" y="4171950"/>
          <p14:tracePt t="63173" x="3073400" y="4248150"/>
          <p14:tracePt t="63189" x="3009900" y="4330700"/>
          <p14:tracePt t="63206" x="2895600" y="4483100"/>
          <p14:tracePt t="63222" x="2794000" y="4641850"/>
          <p14:tracePt t="63239" x="2755900" y="4711700"/>
          <p14:tracePt t="63255" x="2673350" y="4864100"/>
          <p14:tracePt t="63272" x="2647950" y="4946650"/>
          <p14:tracePt t="63290" x="2603500" y="5022850"/>
          <p14:tracePt t="63305" x="2520950" y="5181600"/>
          <p14:tracePt t="63322" x="2508250" y="5213350"/>
          <p14:tracePt t="63339" x="2476500" y="5245100"/>
          <p14:tracePt t="63355" x="2463800" y="5283200"/>
          <p14:tracePt t="63372" x="2451100" y="5308600"/>
          <p14:tracePt t="63389" x="2451100" y="5321300"/>
          <p14:tracePt t="63405" x="2444750" y="5334000"/>
          <p14:tracePt t="63421" x="2444750" y="5340350"/>
          <p14:tracePt t="63438" x="2432050" y="5397500"/>
          <p14:tracePt t="63458" x="2432050" y="5410200"/>
          <p14:tracePt t="63474" x="2425700" y="5422900"/>
          <p14:tracePt t="63488" x="2425700" y="5435600"/>
          <p14:tracePt t="63504" x="2425700" y="5441950"/>
          <p14:tracePt t="63522" x="2419350" y="5448300"/>
          <p14:tracePt t="63564" x="2413000" y="5448300"/>
          <p14:tracePt t="63662" x="2406650" y="5441950"/>
          <p14:tracePt t="63689" x="2406650" y="5435600"/>
          <p14:tracePt t="63901" x="2406650" y="5429250"/>
          <p14:tracePt t="63950" x="2413000" y="5429250"/>
          <p14:tracePt t="63985" x="2419350" y="5429250"/>
          <p14:tracePt t="63999" x="2425700" y="5429250"/>
          <p14:tracePt t="64027" x="2432050" y="5429250"/>
          <p14:tracePt t="64034" x="2438400" y="5429250"/>
          <p14:tracePt t="64049" x="2438400" y="5422900"/>
          <p14:tracePt t="64063" x="2438400" y="5416550"/>
          <p14:tracePt t="64072" x="2444750" y="5416550"/>
          <p14:tracePt t="64085" x="2451100" y="5403850"/>
          <p14:tracePt t="64102" x="2489200" y="5359400"/>
          <p14:tracePt t="64119" x="2546350" y="5257800"/>
          <p14:tracePt t="64136" x="2616200" y="5086350"/>
          <p14:tracePt t="64152" x="2660650" y="4972050"/>
          <p14:tracePt t="64169" x="2768600" y="4718050"/>
          <p14:tracePt t="64185" x="2863850" y="4483100"/>
          <p14:tracePt t="64204" x="2952750" y="4248150"/>
          <p14:tracePt t="64219" x="2971800" y="4152900"/>
          <p14:tracePt t="64235" x="3009900" y="4000500"/>
          <p14:tracePt t="64253" x="3028950" y="3917950"/>
          <p14:tracePt t="64268" x="3028950" y="3886200"/>
          <p14:tracePt t="64285" x="3035300" y="3854450"/>
          <p14:tracePt t="64302" x="3041650" y="3841750"/>
          <p14:tracePt t="64351" x="3048000" y="3841750"/>
          <p14:tracePt t="64414" x="3054350" y="3841750"/>
          <p14:tracePt t="64436" x="3054350" y="3848100"/>
          <p14:tracePt t="64442" x="3054350" y="3860800"/>
          <p14:tracePt t="64456" x="3054350" y="3867150"/>
          <p14:tracePt t="64477" x="3054350" y="3879850"/>
          <p14:tracePt t="64487" x="3054350" y="3886200"/>
          <p14:tracePt t="64501" x="3054350" y="3905250"/>
          <p14:tracePt t="64518" x="3048000" y="3956050"/>
          <p14:tracePt t="64534" x="3022600" y="4038600"/>
          <p14:tracePt t="64551" x="3016250" y="4083050"/>
          <p14:tracePt t="64568" x="2959100" y="4203700"/>
          <p14:tracePt t="64584" x="2895600" y="4349750"/>
          <p14:tracePt t="64601" x="2876550" y="4445000"/>
          <p14:tracePt t="64618" x="2794000" y="4629150"/>
          <p14:tracePt t="64634" x="2762250" y="4724400"/>
          <p14:tracePt t="64650" x="2724150" y="4813300"/>
          <p14:tracePt t="64667" x="2647950" y="4997450"/>
          <p14:tracePt t="64684" x="2609850" y="5080000"/>
          <p14:tracePt t="64700" x="2552700" y="5213350"/>
          <p14:tracePt t="64717" x="2514600" y="5314950"/>
          <p14:tracePt t="64734" x="2501900" y="5346700"/>
          <p14:tracePt t="64751" x="2489200" y="5378450"/>
          <p14:tracePt t="64767" x="2476500" y="5403850"/>
          <p14:tracePt t="64784" x="2476500" y="5410200"/>
          <p14:tracePt t="64800" x="2476500" y="5416550"/>
          <p14:tracePt t="64885" x="2476500" y="5422900"/>
          <p14:tracePt t="64906" x="2476500" y="5435600"/>
          <p14:tracePt t="64933" x="2476500" y="5441950"/>
          <p14:tracePt t="64976" x="2476500" y="5448300"/>
          <p14:tracePt t="65004" x="2476500" y="5454650"/>
          <p14:tracePt t="65025" x="2476500" y="5461000"/>
          <p14:tracePt t="65046" x="2470150" y="5461000"/>
          <p14:tracePt t="65053" x="2470150" y="5467350"/>
          <p14:tracePt t="65068" x="2470150" y="5473700"/>
          <p14:tracePt t="65083" x="2470150" y="5480050"/>
          <p14:tracePt t="65109" x="2470150" y="5486400"/>
          <p14:tracePt t="65118" x="2470150" y="5492750"/>
          <p14:tracePt t="65132" x="2470150" y="5505450"/>
          <p14:tracePt t="65149" x="2470150" y="5530850"/>
          <p14:tracePt t="65166" x="2482850" y="5556250"/>
          <p14:tracePt t="65182" x="2489200" y="5568950"/>
          <p14:tracePt t="65198" x="2501900" y="5600700"/>
          <p14:tracePt t="65215" x="2520950" y="5626100"/>
          <p14:tracePt t="65232" x="2533650" y="5645150"/>
          <p14:tracePt t="65250" x="2546350" y="5676900"/>
          <p14:tracePt t="65265" x="2552700" y="5695950"/>
          <p14:tracePt t="65663" x="2597150" y="5695950"/>
          <p14:tracePt t="65670" x="2654300" y="5683250"/>
          <p14:tracePt t="65680" x="2730500" y="5664200"/>
          <p14:tracePt t="65696" x="2813050" y="5645150"/>
          <p14:tracePt t="65713" x="3016250" y="5613400"/>
          <p14:tracePt t="65730" x="3232150" y="5581650"/>
          <p14:tracePt t="65748" x="3416300" y="5562600"/>
          <p14:tracePt t="65763" x="3505200" y="5556250"/>
          <p14:tracePt t="65780" x="3695700" y="5556250"/>
          <p14:tracePt t="65797" x="3860800" y="5556250"/>
          <p14:tracePt t="65813" x="3962400" y="5568950"/>
          <p14:tracePt t="65830" x="4064000" y="5575300"/>
          <p14:tracePt t="65847" x="4375150" y="5619750"/>
          <p14:tracePt t="65862" x="4464050" y="5626100"/>
          <p14:tracePt t="65880" x="4540250" y="5638800"/>
          <p14:tracePt t="65883" x="4629150" y="5651500"/>
          <p14:tracePt t="65896" x="4787900" y="5670550"/>
          <p14:tracePt t="65913" x="4838700" y="5683250"/>
          <p14:tracePt t="65932" x="4921250" y="5695950"/>
          <p14:tracePt t="65946" x="4940300" y="5695950"/>
          <p14:tracePt t="65962" x="4997450" y="5695950"/>
          <p14:tracePt t="65981" x="5041900" y="5695950"/>
          <p14:tracePt t="65996" x="5060950" y="5695950"/>
          <p14:tracePt t="66012" x="5118100" y="5683250"/>
          <p14:tracePt t="66030" x="5175250" y="5676900"/>
          <p14:tracePt t="66046" x="5213350" y="5676900"/>
          <p14:tracePt t="66062" x="5283200" y="5676900"/>
          <p14:tracePt t="66079" x="5340350" y="5676900"/>
          <p14:tracePt t="66095" x="5365750" y="5676900"/>
          <p14:tracePt t="66113" x="5416550" y="5676900"/>
          <p14:tracePt t="66129" x="5473700" y="5689600"/>
          <p14:tracePt t="66145" x="5492750" y="5695950"/>
          <p14:tracePt t="66163" x="5537200" y="5695950"/>
          <p14:tracePt t="66179" x="5549900" y="5695950"/>
          <p14:tracePt t="66575" x="5568950" y="5695950"/>
          <p14:tracePt t="66582" x="5607050" y="5695950"/>
          <p14:tracePt t="66594" x="5632450" y="5695950"/>
          <p14:tracePt t="66611" x="5708650" y="5695950"/>
          <p14:tracePt t="66627" x="5753100" y="5695950"/>
          <p14:tracePt t="66643" x="5791200" y="5695950"/>
          <p14:tracePt t="66660" x="5949950" y="5702300"/>
          <p14:tracePt t="66677" x="6013450" y="5702300"/>
          <p14:tracePt t="66695" x="6115050" y="5715000"/>
          <p14:tracePt t="66710" x="6178550" y="5721350"/>
          <p14:tracePt t="66726" x="6261100" y="5721350"/>
          <p14:tracePt t="66744" x="6286500" y="5721350"/>
          <p14:tracePt t="66760" x="6337300" y="5727700"/>
          <p14:tracePt t="66776" x="6388100" y="5727700"/>
          <p14:tracePt t="66793" x="6419850" y="5727700"/>
          <p14:tracePt t="66810" x="6432550" y="5727700"/>
          <p14:tracePt t="66827" x="6464300" y="5727700"/>
          <p14:tracePt t="66843" x="6496050" y="5721350"/>
          <p14:tracePt t="66859" x="6521450" y="5715000"/>
          <p14:tracePt t="66877" x="6584950" y="5664200"/>
          <p14:tracePt t="66892" x="6584950" y="5657850"/>
          <p14:tracePt t="68146" x="6572250" y="5664200"/>
          <p14:tracePt t="68160" x="6553200" y="5670550"/>
          <p14:tracePt t="68168" x="6534150" y="5670550"/>
          <p14:tracePt t="68175" x="6502400" y="5676900"/>
          <p14:tracePt t="68191" x="6483350" y="5683250"/>
          <p14:tracePt t="68204" x="6438900" y="5702300"/>
          <p14:tracePt t="68221" x="6318250" y="5740400"/>
          <p14:tracePt t="68238" x="6121400" y="5810250"/>
          <p14:tracePt t="68255" x="5975350" y="5854700"/>
          <p14:tracePt t="68271" x="5594350" y="6007100"/>
          <p14:tracePt t="68288" x="5099050" y="6140450"/>
          <p14:tracePt t="68304" x="4870450" y="6197600"/>
          <p14:tracePt t="68322" x="4400550" y="6267450"/>
          <p14:tracePt t="68338" x="4152900" y="6299200"/>
          <p14:tracePt t="68354" x="3784600" y="6311900"/>
          <p14:tracePt t="68372" x="3568700" y="6324600"/>
          <p14:tracePt t="68388" x="3079750" y="6350000"/>
          <p14:tracePt t="68404" x="2978150" y="6356350"/>
          <p14:tracePt t="68421" x="2787650" y="6369050"/>
          <p14:tracePt t="68437" x="2698750" y="6375400"/>
          <p14:tracePt t="68454" x="2533650" y="6388100"/>
          <p14:tracePt t="68458" x="2470150" y="6388100"/>
          <p14:tracePt t="68471" x="2419350" y="6388100"/>
          <p14:tracePt t="68487" x="2362200" y="6388100"/>
          <p14:tracePt t="68505" x="2298700" y="6388100"/>
          <p14:tracePt t="68521" x="2247900" y="6388100"/>
          <p14:tracePt t="68537" x="2209800" y="6394450"/>
          <p14:tracePt t="68554" x="2152650" y="6419850"/>
          <p14:tracePt t="68570" x="2101850" y="6438900"/>
          <p14:tracePt t="68587" x="2057400" y="6445250"/>
          <p14:tracePt t="68604" x="2000250" y="6457950"/>
          <p14:tracePt t="68620" x="1943100" y="6457950"/>
          <p14:tracePt t="68637" x="1917700" y="6451600"/>
          <p14:tracePt t="68653" x="1866900" y="6438900"/>
          <p14:tracePt t="68670" x="1828800" y="6419850"/>
          <p14:tracePt t="68687" x="1797050" y="6394450"/>
          <p14:tracePt t="68703" x="1784350" y="6375400"/>
          <p14:tracePt t="68720" x="1758950" y="6362700"/>
          <p14:tracePt t="68737" x="1727200" y="6324600"/>
          <p14:tracePt t="68753" x="1720850" y="6311900"/>
          <p14:tracePt t="68770" x="1714500" y="6305550"/>
          <p14:tracePt t="68786" x="1701800" y="6286500"/>
          <p14:tracePt t="68803" x="1701800" y="6273800"/>
          <p14:tracePt t="68819" x="1701800" y="6267450"/>
          <p14:tracePt t="68836" x="1701800" y="6261100"/>
          <p14:tracePt t="69053" x="1708150" y="6261100"/>
          <p14:tracePt t="69060" x="1714500" y="6254750"/>
          <p14:tracePt t="69074" x="1727200" y="6254750"/>
          <p14:tracePt t="69085" x="1746250" y="6248400"/>
          <p14:tracePt t="69102" x="1816100" y="6242050"/>
          <p14:tracePt t="69118" x="1879600" y="6229350"/>
          <p14:tracePt t="69135" x="2038350" y="6203950"/>
          <p14:tracePt t="69153" x="2228850" y="6178550"/>
          <p14:tracePt t="69168" x="2343150" y="6159500"/>
          <p14:tracePt t="69185" x="2559050" y="6159500"/>
          <p14:tracePt t="69202" x="2749550" y="6146800"/>
          <p14:tracePt t="69218" x="2838450" y="6146800"/>
          <p14:tracePt t="69235" x="2959100" y="6153150"/>
          <p14:tracePt t="69252" x="3028950" y="6165850"/>
          <p14:tracePt t="69268" x="3054350" y="6172200"/>
          <p14:tracePt t="69285" x="3092450" y="6191250"/>
          <p14:tracePt t="69301" x="3098800" y="6197600"/>
          <p14:tracePt t="69318" x="3105150" y="6203950"/>
          <p14:tracePt t="69334" x="3117850" y="6203950"/>
          <p14:tracePt t="69351" x="3117850" y="6210300"/>
          <p14:tracePt t="69367" x="3124200" y="6210300"/>
          <p14:tracePt t="69384" x="3136900" y="6210300"/>
          <p14:tracePt t="69432" x="3143250" y="6216650"/>
          <p14:tracePt t="69439" x="3149600" y="6223000"/>
          <p14:tracePt t="69454" x="3155950" y="6229350"/>
          <p14:tracePt t="69474" x="3162300" y="6235700"/>
          <p14:tracePt t="69483" x="3168650" y="6235700"/>
          <p14:tracePt t="69504" x="3175000" y="6235700"/>
          <p14:tracePt t="69517" x="3181350" y="6235700"/>
          <p14:tracePt t="69534" x="3194050" y="6248400"/>
          <p14:tracePt t="69552" x="3206750" y="6254750"/>
          <p14:tracePt t="69567" x="3238500" y="6273800"/>
          <p14:tracePt t="69583" x="3263900" y="6280150"/>
          <p14:tracePt t="69601" x="3321050" y="6305550"/>
          <p14:tracePt t="69616" x="3384550" y="6330950"/>
          <p14:tracePt t="69633" x="3409950" y="6337300"/>
          <p14:tracePt t="69652" x="3511550" y="6369050"/>
          <p14:tracePt t="69667" x="3556000" y="6369050"/>
          <p14:tracePt t="69683" x="3594100" y="6375400"/>
          <p14:tracePt t="69700" x="3676650" y="6381750"/>
          <p14:tracePt t="69716" x="3752850" y="6381750"/>
          <p14:tracePt t="69733" x="3784600" y="6381750"/>
          <p14:tracePt t="69749" x="3860800" y="6381750"/>
          <p14:tracePt t="69766" x="3924300" y="6381750"/>
          <p14:tracePt t="69783" x="3956050" y="6381750"/>
          <p14:tracePt t="69800" x="4019550" y="6381750"/>
          <p14:tracePt t="69816" x="4083050" y="6400800"/>
          <p14:tracePt t="69833" x="4171950" y="6400800"/>
          <p14:tracePt t="69849" x="4222750" y="6407150"/>
          <p14:tracePt t="69866" x="4356100" y="6426200"/>
          <p14:tracePt t="69883" x="4527550" y="6457950"/>
          <p14:tracePt t="69900" x="4616450" y="6477000"/>
          <p14:tracePt t="69916" x="4705350" y="6483350"/>
          <p14:tracePt t="69932" x="5003800" y="6534150"/>
          <p14:tracePt t="69949" x="5105400" y="6546850"/>
          <p14:tracePt t="69966" x="5295900" y="6565900"/>
          <p14:tracePt t="69982" x="5365750" y="6565900"/>
          <p14:tracePt t="69999" x="5467350" y="6565900"/>
          <p14:tracePt t="70016" x="5537200" y="6546850"/>
          <p14:tracePt t="70032" x="5588000" y="6527800"/>
          <p14:tracePt t="70048" x="5594350" y="6515100"/>
          <p14:tracePt t="70065" x="5607050" y="6483350"/>
          <p14:tracePt t="72381" x="5607050" y="6477000"/>
          <p14:tracePt t="72402" x="5607050" y="6470650"/>
          <p14:tracePt t="72423" x="5607050" y="6464300"/>
          <p14:tracePt t="72473" x="5607050" y="6457950"/>
          <p14:tracePt t="72571" x="5607050" y="6451600"/>
          <p14:tracePt t="72634" x="5607050" y="6445250"/>
          <p14:tracePt t="72697" x="5600700" y="6438900"/>
          <p14:tracePt t="72753" x="5588000" y="6432550"/>
          <p14:tracePt t="72802" x="5581650" y="6426200"/>
          <p14:tracePt t="72838" x="5568950" y="6426200"/>
          <p14:tracePt t="72852" x="5562600" y="6426200"/>
          <p14:tracePt t="72866" x="5562600" y="6419850"/>
          <p14:tracePt t="72887" x="5556250" y="6413500"/>
          <p14:tracePt t="72894" x="5549900" y="6407150"/>
          <p14:tracePt t="72908" x="5537200" y="6394450"/>
          <p14:tracePt t="72922" x="5505450" y="6350000"/>
          <p14:tracePt t="72938" x="5473700" y="6318250"/>
          <p14:tracePt t="72955" x="5448300" y="6273800"/>
          <p14:tracePt t="72958" x="5410200" y="6216650"/>
          <p14:tracePt t="72972" x="5359400" y="6159500"/>
          <p14:tracePt t="72988" x="5270500" y="6019800"/>
          <p14:tracePt t="73005" x="5219700" y="5937250"/>
          <p14:tracePt t="73022" x="5105400" y="5759450"/>
          <p14:tracePt t="73038" x="4978400" y="5562600"/>
          <p14:tracePt t="73057" x="4851400" y="5359400"/>
          <p14:tracePt t="73072" x="4775200" y="5238750"/>
          <p14:tracePt t="73088" x="4572000" y="4883150"/>
          <p14:tracePt t="73105" x="4356100" y="4483100"/>
          <p14:tracePt t="73121" x="4241800" y="4279900"/>
          <p14:tracePt t="73138" x="4133850" y="4038600"/>
          <p14:tracePt t="73155" x="3956050" y="3644900"/>
          <p14:tracePt t="73171" x="3867150" y="3429000"/>
          <p14:tracePt t="73188" x="3740150" y="3105150"/>
          <p14:tracePt t="73205" x="3644900" y="2889250"/>
          <p14:tracePt t="73221" x="3568700" y="2730500"/>
          <p14:tracePt t="73239" x="3517900" y="2622550"/>
          <p14:tracePt t="73255" x="3511550" y="2590800"/>
          <p14:tracePt t="73271" x="3486150" y="2527300"/>
          <p14:tracePt t="73288" x="3479800" y="2470150"/>
          <p14:tracePt t="73304" x="3473450" y="2444750"/>
          <p14:tracePt t="73321" x="3460750" y="2393950"/>
          <p14:tracePt t="73337" x="3454400" y="2343150"/>
          <p14:tracePt t="73354" x="3454400" y="2311400"/>
          <p14:tracePt t="73371" x="3454400" y="2266950"/>
          <p14:tracePt t="73387" x="3454400" y="2241550"/>
          <p14:tracePt t="73403" x="3454400" y="2228850"/>
          <p14:tracePt t="73421" x="3454400" y="2209800"/>
          <p14:tracePt t="73437" x="3454400" y="2190750"/>
          <p14:tracePt t="73471" x="3454400" y="2178050"/>
          <p14:tracePt t="73519" x="3448050" y="2178050"/>
          <p14:tracePt t="73547" x="3441700" y="2178050"/>
          <p14:tracePt t="73554" x="3435350" y="2178050"/>
          <p14:tracePt t="73596" x="3429000" y="2171700"/>
          <p14:tracePt t="73610" x="3422650" y="2171700"/>
          <p14:tracePt t="73617" x="3416300" y="2165350"/>
          <p14:tracePt t="73638" x="3409950" y="2159000"/>
          <p14:tracePt t="73646" x="3403600" y="2159000"/>
          <p14:tracePt t="73659" x="3403600" y="2152650"/>
          <p14:tracePt t="73669" x="3397250" y="2152650"/>
          <p14:tracePt t="73689" x="3390900" y="2146300"/>
          <p14:tracePt t="73703" x="3384550" y="2133600"/>
          <p14:tracePt t="73719" x="3359150" y="2114550"/>
          <p14:tracePt t="73736" x="3340100" y="2101850"/>
          <p14:tracePt t="73752" x="3314700" y="2070100"/>
          <p14:tracePt t="73769" x="3289300" y="2038350"/>
          <p14:tracePt t="73787" x="3270250" y="2012950"/>
          <p14:tracePt t="73803" x="3263900" y="2000250"/>
          <p14:tracePt t="73819" x="3251200" y="1993900"/>
          <p14:tracePt t="73836" x="3244850" y="1987550"/>
          <p14:tracePt t="73905" x="3244850" y="1993900"/>
          <p14:tracePt t="73927" x="3244850" y="2000250"/>
        </p14:tracePtLst>
      </p14:laserTrace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5029200" y="3962400"/>
            <a:ext cx="3505200" cy="279196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-20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engine</a:t>
            </a:r>
            <a:br>
              <a:rPr kumimoji="0" lang="en-US" sz="5400" b="0" i="0" u="none" strike="noStrike" cap="none" spc="-20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</a:br>
            <a:r>
              <a:rPr kumimoji="0" lang="en-US" sz="5400" b="0" i="0" u="none" strike="noStrike" cap="none" spc="-200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gastank</a:t>
            </a:r>
            <a:endParaRPr kumimoji="0" lang="en-US" sz="5400" b="0" i="0" u="none" strike="noStrike" cap="none" spc="-200" normalizeH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-11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transmission</a:t>
            </a:r>
            <a:br>
              <a:rPr kumimoji="0" lang="en-US" sz="5400" b="0" i="0" u="none" strike="noStrike" cap="none" spc="-11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</a:br>
            <a:r>
              <a:rPr kumimoji="0" lang="en-US" sz="5400" b="0" i="0" u="none" strike="noStrike" cap="none" spc="-110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etc</a:t>
            </a:r>
            <a:endParaRPr kumimoji="0" lang="en-US" sz="5400" b="0" i="0" u="none" strike="noStrike" cap="none" spc="-110" normalizeH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200400" y="5257800"/>
            <a:ext cx="1752600" cy="83820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ha</a:t>
            </a:r>
            <a:r>
              <a:rPr kumimoji="0" 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s a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458200" y="3657600"/>
            <a:ext cx="381000" cy="2438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.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029200" y="609600"/>
            <a:ext cx="3200400" cy="2438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s</a:t>
            </a:r>
            <a:r>
              <a:rPr kumimoji="0" lang="en-US" sz="6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ports car</a:t>
            </a:r>
            <a:endParaRPr kumimoji="0" lang="en-US" sz="54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581400" y="2209800"/>
            <a:ext cx="1371600" cy="83820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i</a:t>
            </a:r>
            <a:r>
              <a:rPr kumimoji="0" 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s a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077200" y="609600"/>
            <a:ext cx="685800" cy="2438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,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762000" y="609600"/>
            <a:ext cx="2743200" cy="2438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17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F</a:t>
            </a:r>
            <a:r>
              <a:rPr kumimoji="0" lang="en-US" sz="6000" b="0" i="0" u="none" strike="noStrike" cap="none" spc="37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errari</a:t>
            </a:r>
            <a:r>
              <a: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</a:t>
            </a:r>
          </a:p>
        </p:txBody>
      </p:sp>
      <p:pic>
        <p:nvPicPr>
          <p:cNvPr id="19" name="Picture 4" descr="Line up: the Ferrari official car ran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36" y="228600"/>
            <a:ext cx="2947164" cy="221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Sports Car Model Drawing Royalty-Free Stock Image - Storyblocks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60232"/>
            <a:ext cx="3352800" cy="210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 bwMode="auto">
          <a:xfrm>
            <a:off x="25400" y="609600"/>
            <a:ext cx="685800" cy="2438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A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990600" y="3657600"/>
            <a:ext cx="2286000" cy="2438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which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25400" y="2133600"/>
            <a:ext cx="8737600" cy="914400"/>
            <a:chOff x="25400" y="2438400"/>
            <a:chExt cx="8737600" cy="914400"/>
          </a:xfrm>
        </p:grpSpPr>
        <p:sp>
          <p:nvSpPr>
            <p:cNvPr id="22" name="Rectangle 21"/>
            <p:cNvSpPr/>
            <p:nvPr/>
          </p:nvSpPr>
          <p:spPr bwMode="auto">
            <a:xfrm>
              <a:off x="8077200" y="2514600"/>
              <a:ext cx="685800" cy="8382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,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5029200" y="2514600"/>
              <a:ext cx="3200400" cy="838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s</a:t>
              </a:r>
              <a:r>
                <a:rPr kumimoji="0" lang="en-US" sz="60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ports car</a:t>
              </a:r>
              <a:endParaRPr kumimoji="0" lang="en-US" sz="5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3581400" y="2514600"/>
              <a:ext cx="1371600" cy="83820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i</a:t>
              </a:r>
              <a:r>
                <a:rPr kumimoji="0" lang="en-US" sz="6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s a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762000" y="2514600"/>
              <a:ext cx="2743200" cy="838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0" b="0" i="0" u="none" strike="noStrike" cap="none" spc="17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F</a:t>
              </a:r>
              <a:r>
                <a:rPr kumimoji="0" lang="en-US" sz="6000" b="0" i="0" u="none" strike="noStrike" cap="none" spc="37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errari</a:t>
              </a:r>
              <a:r>
                <a:rPr kumimoji="0" lang="en-US" sz="5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 </a:t>
              </a: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25400" y="2438400"/>
              <a:ext cx="685800" cy="9144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A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</p:grp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1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88"/>
    </mc:Choice>
    <mc:Fallback xmlns="">
      <p:transition spd="slow" advTm="92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946" x="3282950" y="2012950"/>
          <p14:tracePt t="3953" x="3321050" y="2025650"/>
          <p14:tracePt t="3965" x="3378200" y="2051050"/>
          <p14:tracePt t="3982" x="3568700" y="2108200"/>
          <p14:tracePt t="3998" x="3695700" y="2127250"/>
          <p14:tracePt t="4016" x="3949700" y="2184400"/>
          <p14:tracePt t="4031" x="4229100" y="2228850"/>
          <p14:tracePt t="4048" x="4400550" y="2266950"/>
          <p14:tracePt t="4066" x="4705350" y="2336800"/>
          <p14:tracePt t="4081" x="4940300" y="2406650"/>
          <p14:tracePt t="4098" x="5054600" y="2438400"/>
          <p14:tracePt t="4115" x="5302250" y="2508250"/>
          <p14:tracePt t="4131" x="5518150" y="2546350"/>
          <p14:tracePt t="4148" x="5613400" y="2578100"/>
          <p14:tracePt t="4164" x="5842000" y="2628900"/>
          <p14:tracePt t="4181" x="5962650" y="2654300"/>
          <p14:tracePt t="4199" x="6184900" y="2736850"/>
          <p14:tracePt t="4214" x="6350000" y="2819400"/>
          <p14:tracePt t="4231" x="6426200" y="2870200"/>
          <p14:tracePt t="4248" x="6553200" y="2959100"/>
          <p14:tracePt t="4264" x="6661150" y="3054350"/>
          <p14:tracePt t="4281" x="6705600" y="3098800"/>
          <p14:tracePt t="4298" x="6762750" y="3213100"/>
          <p14:tracePt t="4314" x="6813550" y="3346450"/>
          <p14:tracePt t="4331" x="6819900" y="3397250"/>
          <p14:tracePt t="4347" x="6819900" y="3492500"/>
          <p14:tracePt t="4364" x="6800850" y="3587750"/>
          <p14:tracePt t="4381" x="6788150" y="3619500"/>
          <p14:tracePt t="4397" x="6750050" y="3689350"/>
          <p14:tracePt t="4414" x="6711950" y="3765550"/>
          <p14:tracePt t="4431" x="6642100" y="3841750"/>
          <p14:tracePt t="4447" x="6591300" y="3886200"/>
          <p14:tracePt t="4464" x="6534150" y="3943350"/>
          <p14:tracePt t="4480" x="6261100" y="4178300"/>
          <p14:tracePt t="4497" x="6096000" y="4318000"/>
          <p14:tracePt t="4513" x="5930900" y="4451350"/>
          <p14:tracePt t="4530" x="5638800" y="4730750"/>
          <p14:tracePt t="4546" x="5314950" y="4972050"/>
          <p14:tracePt t="4565" x="5092700" y="5105400"/>
          <p14:tracePt t="4579" x="4997450" y="5156200"/>
          <p14:tracePt t="4596" x="4876800" y="5194300"/>
          <p14:tracePt t="4614" x="4800600" y="5213350"/>
          <p14:tracePt t="4630" x="4775200" y="5219700"/>
          <p14:tracePt t="4646" x="4749800" y="5226050"/>
          <p14:tracePt t="4663" x="4730750" y="5226050"/>
          <p14:tracePt t="4679" x="4724400" y="5226050"/>
          <p14:tracePt t="4747" x="4718050" y="5226050"/>
          <p14:tracePt t="4852" x="4724400" y="5226050"/>
          <p14:tracePt t="4873" x="4724400" y="5219700"/>
          <p14:tracePt t="4887" x="4730750" y="5213350"/>
          <p14:tracePt t="4895" x="4749800" y="5213350"/>
          <p14:tracePt t="4901" x="4768850" y="5200650"/>
          <p14:tracePt t="4915" x="4800600" y="5194300"/>
          <p14:tracePt t="4929" x="4832350" y="5181600"/>
          <p14:tracePt t="4945" x="4914900" y="5143500"/>
          <p14:tracePt t="4962" x="4984750" y="5118100"/>
          <p14:tracePt t="4979" x="5130800" y="5054600"/>
          <p14:tracePt t="4995" x="5302250" y="4984750"/>
          <p14:tracePt t="5012" x="5397500" y="4946650"/>
          <p14:tracePt t="5028" x="5568950" y="4870450"/>
          <p14:tracePt t="5045" x="5715000" y="4845050"/>
          <p14:tracePt t="5062" x="5778500" y="4832350"/>
          <p14:tracePt t="5078" x="5861050" y="4826000"/>
          <p14:tracePt t="5095" x="5892800" y="4826000"/>
          <p14:tracePt t="5112" x="5943600" y="4819650"/>
          <p14:tracePt t="5128" x="5949950" y="4819650"/>
          <p14:tracePt t="5144" x="5956300" y="4819650"/>
          <p14:tracePt t="5161" x="5969000" y="4819650"/>
          <p14:tracePt t="5177" x="5975350" y="4813300"/>
          <p14:tracePt t="5211" x="5988050" y="4813300"/>
          <p14:tracePt t="5228" x="6007100" y="4813300"/>
          <p14:tracePt t="5244" x="6019800" y="4813300"/>
          <p14:tracePt t="5261" x="6038850" y="4813300"/>
          <p14:tracePt t="5277" x="6064250" y="4813300"/>
          <p14:tracePt t="5295" x="6089650" y="4813300"/>
          <p14:tracePt t="5311" x="6102350" y="4813300"/>
          <p14:tracePt t="5327" x="6121400" y="4819650"/>
          <p14:tracePt t="5724" x="6121400" y="4845050"/>
          <p14:tracePt t="5739" x="6121400" y="4883150"/>
          <p14:tracePt t="5745" x="6115050" y="4921250"/>
          <p14:tracePt t="5762" x="6108700" y="4953000"/>
          <p14:tracePt t="5776" x="6108700" y="4984750"/>
          <p14:tracePt t="5792" x="6096000" y="5029200"/>
          <p14:tracePt t="5809" x="6096000" y="5073650"/>
          <p14:tracePt t="5825" x="6089650" y="5086350"/>
          <p14:tracePt t="5842" x="6089650" y="5124450"/>
          <p14:tracePt t="5859" x="6089650" y="5175250"/>
          <p14:tracePt t="5875" x="6096000" y="5207000"/>
          <p14:tracePt t="5894" x="6096000" y="5251450"/>
          <p14:tracePt t="5908" x="6096000" y="5295900"/>
          <p14:tracePt t="5925" x="6096000" y="5314950"/>
          <p14:tracePt t="5942" x="6089650" y="5334000"/>
          <p14:tracePt t="5958" x="6089650" y="5340350"/>
          <p14:tracePt t="5992" x="6089650" y="5346700"/>
          <p14:tracePt t="6026" x="6089650" y="5353050"/>
          <p14:tracePt t="6048" x="6096000" y="5359400"/>
          <p14:tracePt t="6069" x="6096000" y="5365750"/>
          <p14:tracePt t="6076" x="6102350" y="5372100"/>
          <p14:tracePt t="6097" x="6102350" y="5378450"/>
          <p14:tracePt t="6452" x="6108700" y="5403850"/>
          <p14:tracePt t="6459" x="6115050" y="5435600"/>
          <p14:tracePt t="6474" x="6134100" y="5467350"/>
          <p14:tracePt t="6480" x="6140450" y="5492750"/>
          <p14:tracePt t="6489" x="6159500" y="5518150"/>
          <p14:tracePt t="6506" x="6165850" y="5530850"/>
          <p14:tracePt t="6524" x="6197600" y="5562600"/>
          <p14:tracePt t="6540" x="6229350" y="5594350"/>
          <p14:tracePt t="6556" x="6248400" y="5607050"/>
          <p14:tracePt t="6572" x="6280150" y="5632450"/>
          <p14:tracePt t="6589" x="6299200" y="5638800"/>
          <p14:tracePt t="6592" x="6311900" y="5645150"/>
          <p14:tracePt t="6607" x="6343650" y="5670550"/>
          <p14:tracePt t="6622" x="6369050" y="5676900"/>
          <p14:tracePt t="6639" x="6381750" y="5689600"/>
          <p14:tracePt t="6656" x="6407150" y="5708650"/>
          <p14:tracePt t="6673" x="6426200" y="5727700"/>
          <p14:tracePt t="6689" x="6438900" y="5734050"/>
          <p14:tracePt t="6706" x="6451600" y="5746750"/>
          <p14:tracePt t="6722" x="6457950" y="5753100"/>
          <p14:tracePt t="6755" x="6464300" y="5765800"/>
          <p14:tracePt t="6772" x="6470650" y="5772150"/>
          <p14:tracePt t="6789" x="6477000" y="5784850"/>
          <p14:tracePt t="6805" x="6477000" y="5791200"/>
          <p14:tracePt t="6822" x="6483350" y="5791200"/>
          <p14:tracePt t="7295" x="6477000" y="5765800"/>
          <p14:tracePt t="7302" x="6445250" y="5708650"/>
          <p14:tracePt t="7316" x="6419850" y="5664200"/>
          <p14:tracePt t="7324" x="6394450" y="5594350"/>
          <p14:tracePt t="7337" x="6350000" y="5518150"/>
          <p14:tracePt t="7353" x="6235700" y="5289550"/>
          <p14:tracePt t="7370" x="6159500" y="5143500"/>
          <p14:tracePt t="7387" x="5994400" y="4883150"/>
          <p14:tracePt t="7403" x="5810250" y="4597400"/>
          <p14:tracePt t="7420" x="5727700" y="4470400"/>
          <p14:tracePt t="7436" x="5549900" y="4203700"/>
          <p14:tracePt t="7453" x="5473700" y="4102100"/>
          <p14:tracePt t="7471" x="5264150" y="3816350"/>
          <p14:tracePt t="7486" x="5187950" y="3721100"/>
          <p14:tracePt t="7503" x="5118100" y="3638550"/>
          <p14:tracePt t="7520" x="4997450" y="3492500"/>
          <p14:tracePt t="7536" x="4889500" y="3378200"/>
          <p14:tracePt t="7553" x="4838700" y="3327400"/>
          <p14:tracePt t="7569" x="4781550" y="3263900"/>
          <p14:tracePt t="7586" x="4762500" y="3219450"/>
          <p14:tracePt t="7603" x="4756150" y="3200400"/>
          <p14:tracePt t="7619" x="4743450" y="3181350"/>
          <p14:tracePt t="7636" x="4743450" y="3175000"/>
          <p14:tracePt t="7737" x="4737100" y="3175000"/>
          <p14:tracePt t="7752" x="4730750" y="3168650"/>
          <p14:tracePt t="7766" x="4724400" y="3168650"/>
          <p14:tracePt t="7772" x="4718050" y="3162300"/>
          <p14:tracePt t="7788" x="4711700" y="3155950"/>
          <p14:tracePt t="7808" x="4699000" y="3149600"/>
          <p14:tracePt t="7818" x="4692650" y="3143250"/>
          <p14:tracePt t="7836" x="4679950" y="3124200"/>
          <p14:tracePt t="7852" x="4667250" y="3117850"/>
          <p14:tracePt t="7869" x="4648200" y="3105150"/>
          <p14:tracePt t="7885" x="4629150" y="3092450"/>
          <p14:tracePt t="7918" x="4616450" y="3092450"/>
          <p14:tracePt t="7935" x="4610100" y="3092450"/>
          <p14:tracePt t="7968" x="4603750" y="3092450"/>
          <p14:tracePt t="7985" x="4603750" y="3098800"/>
          <p14:tracePt t="8001" x="4603750" y="3105150"/>
          <p14:tracePt t="8019" x="4603750" y="3117850"/>
          <p14:tracePt t="8035" x="4603750" y="3136900"/>
          <p14:tracePt t="8051" x="4603750" y="3143250"/>
          <p14:tracePt t="8068" x="4603750" y="3200400"/>
          <p14:tracePt t="8084" x="4603750" y="3238500"/>
          <p14:tracePt t="8101" x="4597400" y="3346450"/>
          <p14:tracePt t="8118" x="4565650" y="3505200"/>
          <p14:tracePt t="8134" x="4559300" y="3594100"/>
          <p14:tracePt t="8137" x="4533900" y="3695700"/>
          <p14:tracePt t="8151" x="4527550" y="3797300"/>
          <p14:tracePt t="8167" x="4483100" y="4006850"/>
          <p14:tracePt t="8184" x="4464050" y="4108450"/>
          <p14:tracePt t="8201" x="4432300" y="4337050"/>
          <p14:tracePt t="8217" x="4413250" y="4540250"/>
          <p14:tracePt t="8233" x="4400550" y="4622800"/>
          <p14:tracePt t="8251" x="4394200" y="4762500"/>
          <p14:tracePt t="8267" x="4375150" y="4857750"/>
          <p14:tracePt t="8284" x="4375150" y="4895850"/>
          <p14:tracePt t="8300" x="4375150" y="4946650"/>
          <p14:tracePt t="8317" x="4368800" y="4965700"/>
          <p14:tracePt t="8334" x="4368800" y="4972050"/>
          <p14:tracePt t="8405" x="4375150" y="4972050"/>
          <p14:tracePt t="8412" x="4381500" y="4965700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 bwMode="auto">
          <a:xfrm>
            <a:off x="2235679" y="721744"/>
            <a:ext cx="1752600" cy="83820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90600" y="3657600"/>
            <a:ext cx="7848600" cy="3096768"/>
            <a:chOff x="990600" y="3657600"/>
            <a:chExt cx="7848600" cy="3096768"/>
          </a:xfrm>
        </p:grpSpPr>
        <p:sp>
          <p:nvSpPr>
            <p:cNvPr id="7" name="Rectangle 6"/>
            <p:cNvSpPr/>
            <p:nvPr/>
          </p:nvSpPr>
          <p:spPr bwMode="auto">
            <a:xfrm>
              <a:off x="5029200" y="3962400"/>
              <a:ext cx="3505200" cy="279196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400" b="0" i="0" u="none" strike="noStrike" cap="none" spc="-20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engine</a:t>
              </a:r>
              <a:br>
                <a:rPr kumimoji="0" lang="en-US" sz="5400" b="0" i="0" u="none" strike="noStrike" cap="none" spc="-20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</a:br>
              <a:r>
                <a:rPr kumimoji="0" lang="en-US" sz="5400" b="0" i="0" u="none" strike="noStrike" cap="none" spc="-200" normalizeH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gastank</a:t>
              </a:r>
              <a:endParaRPr kumimoji="0" lang="en-US" sz="5400" b="0" i="0" u="none" strike="noStrike" cap="none" spc="-20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400" b="0" i="0" u="none" strike="noStrike" cap="none" spc="-11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transmission</a:t>
              </a:r>
              <a:br>
                <a:rPr kumimoji="0" lang="en-US" sz="5400" b="0" i="0" u="none" strike="noStrike" cap="none" spc="-11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</a:br>
              <a:r>
                <a:rPr kumimoji="0" lang="en-US" sz="5400" b="0" i="0" u="none" strike="noStrike" cap="none" spc="-110" normalizeH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etc</a:t>
              </a:r>
              <a:endParaRPr kumimoji="0" lang="en-US" sz="5400" b="0" i="0" u="none" strike="noStrike" cap="none" spc="-11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3200400" y="5257800"/>
              <a:ext cx="1752600" cy="83820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ha</a:t>
              </a:r>
              <a:r>
                <a:rPr kumimoji="0" lang="en-US" sz="6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s a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8458200" y="3657600"/>
              <a:ext cx="381000" cy="24384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.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990600" y="5105400"/>
              <a:ext cx="2286000" cy="9906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which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5400" y="2133600"/>
            <a:ext cx="8737600" cy="914400"/>
            <a:chOff x="25400" y="2438400"/>
            <a:chExt cx="8737600" cy="914400"/>
          </a:xfrm>
        </p:grpSpPr>
        <p:sp>
          <p:nvSpPr>
            <p:cNvPr id="30" name="Rectangle 29"/>
            <p:cNvSpPr/>
            <p:nvPr/>
          </p:nvSpPr>
          <p:spPr bwMode="auto">
            <a:xfrm>
              <a:off x="8077200" y="2514600"/>
              <a:ext cx="685800" cy="8382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,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5029200" y="2514600"/>
              <a:ext cx="3200400" cy="838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s</a:t>
              </a:r>
              <a:r>
                <a:rPr kumimoji="0" lang="en-US" sz="60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ports car</a:t>
              </a:r>
              <a:endParaRPr kumimoji="0" lang="en-US" sz="5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3581400" y="2514600"/>
              <a:ext cx="1371600" cy="83820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dirty="0">
                  <a:solidFill>
                    <a:schemeClr val="tx1"/>
                  </a:solidFill>
                  <a:latin typeface="Times New Roman" charset="0"/>
                </a:rPr>
                <a:t>i</a:t>
              </a:r>
              <a:r>
                <a:rPr kumimoji="0" lang="en-US" sz="6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s a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762000" y="2514600"/>
              <a:ext cx="2743200" cy="838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0" b="0" i="0" u="none" strike="noStrike" cap="none" spc="17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F</a:t>
              </a:r>
              <a:r>
                <a:rPr kumimoji="0" lang="en-US" sz="6000" b="0" i="0" u="none" strike="noStrike" cap="none" spc="37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errari</a:t>
              </a:r>
              <a:r>
                <a:rPr kumimoji="0" lang="en-US" sz="5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 </a:t>
              </a: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25400" y="2438400"/>
              <a:ext cx="685800" cy="9144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1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A</a:t>
              </a:r>
              <a:endPara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</p:grpSp>
      <p:sp>
        <p:nvSpPr>
          <p:cNvPr id="35" name="Rectangle 34"/>
          <p:cNvSpPr/>
          <p:nvPr/>
        </p:nvSpPr>
        <p:spPr bwMode="auto">
          <a:xfrm>
            <a:off x="152400" y="457200"/>
            <a:ext cx="8991600" cy="1828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which has a engine, </a:t>
            </a:r>
            <a:r>
              <a:rPr lang="en-US" sz="6000" dirty="0" err="1">
                <a:solidFill>
                  <a:schemeClr val="tx1"/>
                </a:solidFill>
                <a:latin typeface="Times New Roman" charset="0"/>
              </a:rPr>
              <a:t>gastank</a:t>
            </a:r>
            <a:r>
              <a:rPr lang="en-US" sz="6000" dirty="0">
                <a:solidFill>
                  <a:schemeClr val="tx1"/>
                </a:solidFill>
                <a:latin typeface="Times New Roman" charset="0"/>
              </a:rPr>
              <a:t>, transmission, etc.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38" name="Rounded Rectangular Callout 37"/>
          <p:cNvSpPr/>
          <p:nvPr/>
        </p:nvSpPr>
        <p:spPr bwMode="auto">
          <a:xfrm>
            <a:off x="4572000" y="1447800"/>
            <a:ext cx="4572000" cy="2057400"/>
          </a:xfrm>
          <a:prstGeom prst="wedgeRoundRectCallout">
            <a:avLst>
              <a:gd name="adj1" fmla="val -71967"/>
              <a:gd name="adj2" fmla="val 2717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A Car has components </a:t>
            </a:r>
            <a:r>
              <a:rPr lang="en-US" altLang="zh-TW" sz="3200" spc="-20" dirty="0">
                <a:solidFill>
                  <a:srgbClr val="C00000"/>
                </a:solidFill>
                <a:latin typeface="Times New Roman" charset="0"/>
              </a:rPr>
              <a:t>(</a:t>
            </a:r>
            <a:r>
              <a:rPr lang="en-US" altLang="zh-TW" sz="3200" spc="-20" dirty="0" err="1">
                <a:solidFill>
                  <a:srgbClr val="C00000"/>
                </a:solidFill>
                <a:latin typeface="Times New Roman" charset="0"/>
              </a:rPr>
              <a:t>eg</a:t>
            </a:r>
            <a:r>
              <a:rPr lang="en-US" altLang="zh-TW" sz="3200" spc="-20" dirty="0">
                <a:solidFill>
                  <a:srgbClr val="C00000"/>
                </a:solidFill>
                <a:latin typeface="Times New Roman" charset="0"/>
              </a:rPr>
              <a:t>, gas tank). Describing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each component is a way to describe the whole car.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2970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513"/>
    </mc:Choice>
    <mc:Fallback xmlns="">
      <p:transition spd="slow" advTm="975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22222E-6 L -0.00053 -0.3164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583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-0.10156 -0.660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87" y="-3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7" grpId="0" animBg="1"/>
      <p:bldP spid="35" grpId="0"/>
      <p:bldP spid="38" grpId="0" animBg="1"/>
      <p:bldP spid="38" grpId="1" animBg="1"/>
    </p:bldLst>
  </p:timing>
  <p:extLst>
    <p:ext uri="{3A86A75C-4F4B-4683-9AE1-C65F6400EC91}">
      <p14:laserTraceLst xmlns:p14="http://schemas.microsoft.com/office/powerpoint/2010/main">
        <p14:tracePtLst>
          <p14:tracePt t="3637" x="4381500" y="4953000"/>
          <p14:tracePt t="3659" x="4381500" y="4940300"/>
          <p14:tracePt t="3665" x="4375150" y="4933950"/>
          <p14:tracePt t="3680" x="4368800" y="4933950"/>
          <p14:tracePt t="3696" x="4362450" y="4921250"/>
          <p14:tracePt t="3713" x="4356100" y="4914900"/>
          <p14:tracePt t="3729" x="4343400" y="4902200"/>
          <p14:tracePt t="3746" x="4330700" y="4883150"/>
          <p14:tracePt t="3762" x="4330700" y="4876800"/>
          <p14:tracePt t="3779" x="4311650" y="4838700"/>
          <p14:tracePt t="3796" x="4286250" y="4787900"/>
          <p14:tracePt t="3813" x="4241800" y="4711700"/>
          <p14:tracePt t="3829" x="4222750" y="4654550"/>
          <p14:tracePt t="3845" x="4197350" y="4610100"/>
          <p14:tracePt t="3863" x="4133850" y="4432300"/>
          <p14:tracePt t="3879" x="4114800" y="4368800"/>
          <p14:tracePt t="3895" x="4089400" y="4286250"/>
          <p14:tracePt t="3898" x="4070350" y="4222750"/>
          <p14:tracePt t="3912" x="4064000" y="4146550"/>
          <p14:tracePt t="3929" x="4032250" y="4025900"/>
          <p14:tracePt t="3945" x="4025900" y="3968750"/>
          <p14:tracePt t="3962" x="4019550" y="3867150"/>
          <p14:tracePt t="3978" x="4019550" y="3771900"/>
          <p14:tracePt t="3996" x="4019550" y="3657600"/>
          <p14:tracePt t="4011" x="4019550" y="3594100"/>
          <p14:tracePt t="4029" x="4019550" y="3479800"/>
          <p14:tracePt t="4045" x="4025900" y="3384550"/>
          <p14:tracePt t="4061" x="4025900" y="3346450"/>
          <p14:tracePt t="4078" x="4032250" y="3295650"/>
          <p14:tracePt t="4095" x="4044950" y="3244850"/>
          <p14:tracePt t="4111" x="4051300" y="3225800"/>
          <p14:tracePt t="4129" x="4051300" y="3181350"/>
          <p14:tracePt t="4144" x="4051300" y="3149600"/>
          <p14:tracePt t="4161" x="4051300" y="3130550"/>
          <p14:tracePt t="4179" x="4051300" y="3098800"/>
          <p14:tracePt t="4194" x="4051300" y="3079750"/>
          <p14:tracePt t="4211" x="4051300" y="3067050"/>
          <p14:tracePt t="4228" x="4038600" y="3048000"/>
          <p14:tracePt t="4244" x="4038600" y="3041650"/>
          <p14:tracePt t="4261" x="4025900" y="3028950"/>
          <p14:tracePt t="4278" x="4019550" y="3022600"/>
          <p14:tracePt t="4311" x="4013200" y="3016250"/>
          <p14:tracePt t="4327" x="4000500" y="3009900"/>
          <p14:tracePt t="4344" x="3994150" y="3009900"/>
          <p14:tracePt t="4361" x="3981450" y="3009900"/>
          <p14:tracePt t="4377" x="3975100" y="3003550"/>
          <p14:tracePt t="4394" x="3968750" y="3003550"/>
          <p14:tracePt t="4411" x="3956050" y="3003550"/>
          <p14:tracePt t="4427" x="3943350" y="3003550"/>
          <p14:tracePt t="4443" x="3937000" y="3003550"/>
          <p14:tracePt t="4460" x="3930650" y="3003550"/>
          <p14:tracePt t="4477" x="3917950" y="3003550"/>
          <p14:tracePt t="4493" x="3905250" y="3003550"/>
          <p14:tracePt t="4510" x="3898900" y="3003550"/>
          <p14:tracePt t="4526" x="3892550" y="3003550"/>
          <p14:tracePt t="4544" x="3886200" y="3009900"/>
          <p14:tracePt t="4560" x="3873500" y="3022600"/>
          <p14:tracePt t="4576" x="3867150" y="3035300"/>
          <p14:tracePt t="4593" x="3848100" y="3060700"/>
          <p14:tracePt t="4610" x="3816350" y="3105150"/>
          <p14:tracePt t="4626" x="3803650" y="3124200"/>
          <p14:tracePt t="4643" x="3771900" y="3187700"/>
          <p14:tracePt t="4659" x="3733800" y="3238500"/>
          <p14:tracePt t="4676" x="3721100" y="3270250"/>
          <p14:tracePt t="4692" x="3670300" y="3327400"/>
          <p14:tracePt t="4709" x="3638550" y="3390900"/>
          <p14:tracePt t="4727" x="3613150" y="3441700"/>
          <p14:tracePt t="4742" x="3600450" y="3460750"/>
          <p14:tracePt t="4759" x="3581400" y="3486150"/>
          <p14:tracePt t="4776" x="3549650" y="3530600"/>
          <p14:tracePt t="4792" x="3543300" y="3543300"/>
          <p14:tracePt t="4809" x="3536950" y="3568700"/>
          <p14:tracePt t="4825" x="3530600" y="3587750"/>
          <p14:tracePt t="4842" x="3524250" y="3594100"/>
          <p14:tracePt t="4858" x="3524250" y="3600450"/>
          <p14:tracePt t="4875" x="3517900" y="3606800"/>
          <p14:tracePt t="4892" x="3517900" y="3619500"/>
          <p14:tracePt t="4909" x="3517900" y="3625850"/>
          <p14:tracePt t="4925" x="3517900" y="3638550"/>
          <p14:tracePt t="4942" x="3517900" y="3663950"/>
          <p14:tracePt t="4959" x="3517900" y="3670300"/>
          <p14:tracePt t="9071" x="3498850" y="3670300"/>
          <p14:tracePt t="9085" x="3448050" y="3670300"/>
          <p14:tracePt t="9092" x="3384550" y="3670300"/>
          <p14:tracePt t="9106" x="3321050" y="3676650"/>
          <p14:tracePt t="9114" x="3232150" y="3702050"/>
          <p14:tracePt t="9128" x="3149600" y="3721100"/>
          <p14:tracePt t="9144" x="2921000" y="3759200"/>
          <p14:tracePt t="9160" x="2800350" y="3803650"/>
          <p14:tracePt t="9177" x="2546350" y="3854450"/>
          <p14:tracePt t="9193" x="2286000" y="3898900"/>
          <p14:tracePt t="9212" x="2171700" y="3943350"/>
          <p14:tracePt t="9227" x="1974850" y="4013200"/>
          <p14:tracePt t="9243" x="1892300" y="4044950"/>
          <p14:tracePt t="9261" x="1663700" y="4152900"/>
          <p14:tracePt t="9277" x="1581150" y="4184650"/>
          <p14:tracePt t="9293" x="1517650" y="4203700"/>
          <p14:tracePt t="9310" x="1409700" y="4241800"/>
          <p14:tracePt t="9327" x="1320800" y="4273550"/>
          <p14:tracePt t="9343" x="1301750" y="4279900"/>
          <p14:tracePt t="9360" x="1238250" y="4305300"/>
          <p14:tracePt t="9376" x="1212850" y="4324350"/>
          <p14:tracePt t="9394" x="1200150" y="4337050"/>
          <p14:tracePt t="9410" x="1181100" y="4368800"/>
          <p14:tracePt t="9426" x="1149350" y="4400550"/>
          <p14:tracePt t="9444" x="1136650" y="4419600"/>
          <p14:tracePt t="9459" x="1098550" y="4476750"/>
          <p14:tracePt t="9476" x="1073150" y="4508500"/>
          <p14:tracePt t="9494" x="1066800" y="4533900"/>
          <p14:tracePt t="9509" x="1066800" y="4546600"/>
          <p14:tracePt t="9526" x="1060450" y="4546600"/>
          <p14:tracePt t="9563" x="1066800" y="4540250"/>
          <p14:tracePt t="9579" x="1073150" y="4540250"/>
          <p14:tracePt t="9593" x="1085850" y="4540250"/>
          <p14:tracePt t="9609" x="1136650" y="4540250"/>
          <p14:tracePt t="9626" x="1193800" y="4546600"/>
          <p14:tracePt t="9642" x="1219200" y="4546600"/>
          <p14:tracePt t="9659" x="1308100" y="4546600"/>
          <p14:tracePt t="9676" x="1416050" y="4540250"/>
          <p14:tracePt t="9692" x="1454150" y="4533900"/>
          <p14:tracePt t="9709" x="1549400" y="4508500"/>
          <p14:tracePt t="9725" x="1638300" y="4470400"/>
          <p14:tracePt t="9742" x="1657350" y="4457700"/>
          <p14:tracePt t="9759" x="1701800" y="4438650"/>
          <p14:tracePt t="9775" x="1746250" y="4400550"/>
          <p14:tracePt t="9792" x="1778000" y="4375150"/>
          <p14:tracePt t="9809" x="1835150" y="4330700"/>
          <p14:tracePt t="9824" x="1898650" y="4260850"/>
          <p14:tracePt t="9841" x="1943100" y="4241800"/>
          <p14:tracePt t="9859" x="1993900" y="4210050"/>
          <p14:tracePt t="9875" x="2019300" y="4203700"/>
          <p14:tracePt t="9891" x="2051050" y="4191000"/>
          <p14:tracePt t="9908" x="2070100" y="4191000"/>
          <p14:tracePt t="9924" x="2076450" y="4191000"/>
          <p14:tracePt t="9941" x="2082800" y="4191000"/>
          <p14:tracePt t="9958" x="2082800" y="4197350"/>
          <p14:tracePt t="9992" x="2082800" y="4203700"/>
          <p14:tracePt t="10008" x="2082800" y="4210050"/>
          <p14:tracePt t="10069" x="2082800" y="4216400"/>
          <p14:tracePt t="10076" x="2082800" y="4222750"/>
          <p14:tracePt t="10091" x="2076450" y="4229100"/>
          <p14:tracePt t="10097" x="2070100" y="4229100"/>
          <p14:tracePt t="10125" x="2063750" y="4235450"/>
          <p14:tracePt t="10139" x="2057400" y="4235450"/>
          <p14:tracePt t="10146" x="2051050" y="4241800"/>
          <p14:tracePt t="10160" x="2044700" y="4241800"/>
          <p14:tracePt t="10175" x="2019300" y="4248150"/>
          <p14:tracePt t="10190" x="2000250" y="4254500"/>
          <p14:tracePt t="10207" x="1974850" y="4254500"/>
          <p14:tracePt t="10224" x="1930400" y="4254500"/>
          <p14:tracePt t="10240" x="1879600" y="4260850"/>
          <p14:tracePt t="10257" x="1860550" y="4260850"/>
          <p14:tracePt t="10273" x="1835150" y="4260850"/>
          <p14:tracePt t="10290" x="1816100" y="4260850"/>
          <p14:tracePt t="10307" x="1809750" y="4260850"/>
          <p14:tracePt t="10323" x="1803400" y="4260850"/>
          <p14:tracePt t="10378" x="1809750" y="4260850"/>
          <p14:tracePt t="10399" x="1816100" y="4260850"/>
          <p14:tracePt t="10407" x="1828800" y="4260850"/>
          <p14:tracePt t="10420" x="1835150" y="4260850"/>
          <p14:tracePt t="10427" x="1841500" y="4267200"/>
          <p14:tracePt t="10443" x="1873250" y="4267200"/>
          <p14:tracePt t="10456" x="1968500" y="4279900"/>
          <p14:tracePt t="10473" x="2032000" y="4292600"/>
          <p14:tracePt t="10489" x="2127250" y="4311650"/>
          <p14:tracePt t="10506" x="2457450" y="4343400"/>
          <p14:tracePt t="10522" x="2571750" y="4362450"/>
          <p14:tracePt t="10541" x="2813050" y="4375150"/>
          <p14:tracePt t="10556" x="3028950" y="4375150"/>
          <p14:tracePt t="10572" x="3092450" y="4368800"/>
          <p14:tracePt t="15462" x="3105150" y="4368800"/>
          <p14:tracePt t="15469" x="3124200" y="4356100"/>
          <p14:tracePt t="15483" x="3149600" y="4337050"/>
          <p14:tracePt t="15491" x="3194050" y="4305300"/>
          <p14:tracePt t="15506" x="3238500" y="4279900"/>
          <p14:tracePt t="15522" x="3270250" y="4254500"/>
          <p14:tracePt t="15539" x="3416300" y="4152900"/>
          <p14:tracePt t="15555" x="3473450" y="4108450"/>
          <p14:tracePt t="15572" x="3530600" y="4057650"/>
          <p14:tracePt t="15589" x="3695700" y="3937000"/>
          <p14:tracePt t="15605" x="3886200" y="3810000"/>
          <p14:tracePt t="15621" x="3994150" y="3746500"/>
          <p14:tracePt t="15638" x="4184650" y="3619500"/>
          <p14:tracePt t="15654" x="4324350" y="3517900"/>
          <p14:tracePt t="15672" x="4425950" y="3441700"/>
          <p14:tracePt t="15688" x="4457700" y="3416300"/>
          <p14:tracePt t="15704" x="4514850" y="3390900"/>
          <p14:tracePt t="15722" x="4552950" y="3371850"/>
          <p14:tracePt t="15738" x="4572000" y="3365500"/>
          <p14:tracePt t="15755" x="4610100" y="3346450"/>
          <p14:tracePt t="15772" x="4660900" y="3314700"/>
          <p14:tracePt t="15787" x="4692650" y="3308350"/>
          <p14:tracePt t="15804" x="4711700" y="3289300"/>
          <p14:tracePt t="15821" x="4832350" y="3225800"/>
          <p14:tracePt t="15837" x="4876800" y="3200400"/>
          <p14:tracePt t="15855" x="4908550" y="3168650"/>
          <p14:tracePt t="15870" x="4978400" y="3117850"/>
          <p14:tracePt t="15887" x="5054600" y="3073400"/>
          <p14:tracePt t="15905" x="5130800" y="3022600"/>
          <p14:tracePt t="15920" x="5162550" y="3009900"/>
          <p14:tracePt t="15937" x="5213350" y="2965450"/>
          <p14:tracePt t="15954" x="5257800" y="2940050"/>
          <p14:tracePt t="15970" x="5270500" y="2927350"/>
          <p14:tracePt t="15987" x="5308600" y="2908300"/>
          <p14:tracePt t="16004" x="5359400" y="2876550"/>
          <p14:tracePt t="16020" x="5378450" y="2844800"/>
          <p14:tracePt t="16037" x="5448300" y="2774950"/>
          <p14:tracePt t="17922" x="5397500" y="2819400"/>
          <p14:tracePt t="17929" x="5314950" y="2901950"/>
          <p14:tracePt t="17943" x="5200650" y="3003550"/>
          <p14:tracePt t="17951" x="5060950" y="3130550"/>
          <p14:tracePt t="17963" x="4870450" y="3295650"/>
          <p14:tracePt t="17980" x="4432300" y="3670300"/>
          <p14:tracePt t="17996" x="4210050" y="3873500"/>
          <p14:tracePt t="18015" x="3797300" y="4241800"/>
          <p14:tracePt t="18030" x="3416300" y="4559300"/>
          <p14:tracePt t="18046" x="3251200" y="4699000"/>
          <p14:tracePt t="18063" x="3067050" y="4826000"/>
          <p14:tracePt t="18080" x="2800350" y="5022850"/>
          <p14:tracePt t="18096" x="2597150" y="5168900"/>
          <p14:tracePt t="18113" x="2444750" y="5283200"/>
          <p14:tracePt t="18129" x="2362200" y="5334000"/>
          <p14:tracePt t="18147" x="2216150" y="5403850"/>
          <p14:tracePt t="18162" x="2139950" y="5429250"/>
          <p14:tracePt t="18179" x="2114550" y="5435600"/>
          <p14:tracePt t="18196" x="2063750" y="5461000"/>
          <p14:tracePt t="18212" x="2012950" y="5480050"/>
          <p14:tracePt t="18229" x="1981200" y="5486400"/>
          <p14:tracePt t="18246" x="1930400" y="5505450"/>
          <p14:tracePt t="18262" x="1860550" y="5518150"/>
          <p14:tracePt t="18279" x="1828800" y="5524500"/>
          <p14:tracePt t="18295" x="1758950" y="5543550"/>
          <p14:tracePt t="18312" x="1708150" y="5549900"/>
          <p14:tracePt t="18329" x="1695450" y="5549900"/>
          <p14:tracePt t="18345" x="1670050" y="5556250"/>
          <p14:tracePt t="18379" x="1663700" y="5549900"/>
          <p14:tracePt t="18411" x="1663700" y="5543550"/>
          <p14:tracePt t="18429" x="1663700" y="5537200"/>
          <p14:tracePt t="18445" x="1670050" y="5530850"/>
          <p14:tracePt t="18478" x="1682750" y="5518150"/>
          <p14:tracePt t="18495" x="1689100" y="5505450"/>
          <p14:tracePt t="18512" x="1695450" y="5505450"/>
          <p14:tracePt t="18528" x="1720850" y="5486400"/>
          <p14:tracePt t="18545" x="1752600" y="5467350"/>
          <p14:tracePt t="18562" x="1828800" y="5422900"/>
          <p14:tracePt t="18578" x="1885950" y="5397500"/>
          <p14:tracePt t="18595" x="2019300" y="5340350"/>
          <p14:tracePt t="18611" x="2146300" y="5270500"/>
          <p14:tracePt t="18627" x="2228850" y="5251450"/>
          <p14:tracePt t="18645" x="2336800" y="5213350"/>
          <p14:tracePt t="18661" x="2419350" y="5181600"/>
          <p14:tracePt t="18677" x="2476500" y="5168900"/>
          <p14:tracePt t="18695" x="2546350" y="5156200"/>
          <p14:tracePt t="18711" x="2584450" y="5156200"/>
          <p14:tracePt t="18727" x="2667000" y="5137150"/>
          <p14:tracePt t="18745" x="2762250" y="5137150"/>
          <p14:tracePt t="18761" x="2787650" y="5130800"/>
          <p14:tracePt t="18777" x="2844800" y="5124450"/>
          <p14:tracePt t="18793" x="2889250" y="5124450"/>
          <p14:tracePt t="18811" x="2914650" y="5124450"/>
          <p14:tracePt t="18827" x="2959100" y="5124450"/>
          <p14:tracePt t="18844" x="2978150" y="5111750"/>
          <p14:tracePt t="19162" x="3035300" y="5111750"/>
          <p14:tracePt t="19177" x="3124200" y="5111750"/>
          <p14:tracePt t="19183" x="3238500" y="5111750"/>
          <p14:tracePt t="19197" x="3352800" y="5111750"/>
          <p14:tracePt t="19210" x="3467100" y="5099050"/>
          <p14:tracePt t="19226" x="3771900" y="5067300"/>
          <p14:tracePt t="19242" x="3911600" y="5054600"/>
          <p14:tracePt t="19259" x="4197350" y="5010150"/>
          <p14:tracePt t="19275" x="4470400" y="4965700"/>
          <p14:tracePt t="19292" x="4597400" y="4965700"/>
          <p14:tracePt t="19309" x="4800600" y="4946650"/>
          <p14:tracePt t="19325" x="4953000" y="4933950"/>
          <p14:tracePt t="19342" x="5010150" y="4933950"/>
          <p14:tracePt t="19359" x="5086350" y="4940300"/>
          <p14:tracePt t="19375" x="5175250" y="4940300"/>
          <p14:tracePt t="19392" x="5238750" y="4940300"/>
          <p14:tracePt t="19409" x="5321300" y="4940300"/>
          <p14:tracePt t="19425" x="5353050" y="4940300"/>
          <p14:tracePt t="19442" x="5416550" y="4927600"/>
          <p14:tracePt t="19458" x="5467350" y="4921250"/>
          <p14:tracePt t="19475" x="5499100" y="4921250"/>
          <p14:tracePt t="19492" x="5537200" y="4921250"/>
          <p14:tracePt t="19508" x="5581650" y="4927600"/>
          <p14:tracePt t="19524" x="5600700" y="4927600"/>
          <p14:tracePt t="19542" x="5638800" y="4940300"/>
          <p14:tracePt t="19558" x="5683250" y="4940300"/>
          <p14:tracePt t="19575" x="5708650" y="4940300"/>
          <p14:tracePt t="19591" x="5759450" y="4940300"/>
          <p14:tracePt t="19608" x="5829300" y="4946650"/>
          <p14:tracePt t="19624" x="5867400" y="4946650"/>
          <p14:tracePt t="19628" x="5905500" y="4953000"/>
          <p14:tracePt t="19641" x="5937250" y="4953000"/>
          <p14:tracePt t="19657" x="6026150" y="4972050"/>
          <p14:tracePt t="19676" x="6096000" y="4978400"/>
          <p14:tracePt t="19691" x="6134100" y="4984750"/>
          <p14:tracePt t="19707" x="6216650" y="5003800"/>
          <p14:tracePt t="19724" x="6299200" y="5010150"/>
          <p14:tracePt t="19741" x="6330950" y="5016500"/>
          <p14:tracePt t="19757" x="6350000" y="5016500"/>
          <p14:tracePt t="20206" x="6388100" y="5016500"/>
          <p14:tracePt t="20220" x="6438900" y="5016500"/>
          <p14:tracePt t="20226" x="6489700" y="5016500"/>
          <p14:tracePt t="20242" x="6546850" y="5016500"/>
          <p14:tracePt t="20256" x="6597650" y="5003800"/>
          <p14:tracePt t="20272" x="6705600" y="4997450"/>
          <p14:tracePt t="20289" x="6743700" y="4997450"/>
          <p14:tracePt t="20305" x="6826250" y="4978400"/>
          <p14:tracePt t="20322" x="6877050" y="4972050"/>
          <p14:tracePt t="20339" x="6896100" y="4972050"/>
          <p14:tracePt t="20355" x="6934200" y="4972050"/>
          <p14:tracePt t="20372" x="6985000" y="4984750"/>
          <p14:tracePt t="20390" x="7035800" y="4997450"/>
          <p14:tracePt t="20405" x="7054850" y="4997450"/>
          <p14:tracePt t="20422" x="7092950" y="5003800"/>
          <p14:tracePt t="20438" x="7124700" y="5010150"/>
          <p14:tracePt t="20455" x="7137400" y="5016500"/>
          <p14:tracePt t="20472" x="7143750" y="5022850"/>
          <p14:tracePt t="21065" x="7105650" y="5022850"/>
          <p14:tracePt t="21072" x="7042150" y="5029200"/>
          <p14:tracePt t="21086" x="6972300" y="5048250"/>
          <p14:tracePt t="21102" x="6743700" y="5067300"/>
          <p14:tracePt t="21119" x="6616700" y="5105400"/>
          <p14:tracePt t="21123" x="6477000" y="5111750"/>
          <p14:tracePt t="21136" x="6330950" y="5149850"/>
          <p14:tracePt t="21152" x="5988050" y="5194300"/>
          <p14:tracePt t="21170" x="5784850" y="5232400"/>
          <p14:tracePt t="21185" x="5378450" y="5327650"/>
          <p14:tracePt t="21202" x="5175250" y="5384800"/>
          <p14:tracePt t="21220" x="4622800" y="5486400"/>
          <p14:tracePt t="21235" x="4495800" y="5511800"/>
          <p14:tracePt t="21252" x="4381500" y="5530850"/>
          <p14:tracePt t="21269" x="4191000" y="5549900"/>
          <p14:tracePt t="21285" x="4064000" y="5549900"/>
          <p14:tracePt t="21301" x="4019550" y="5549900"/>
          <p14:tracePt t="21319" x="3956050" y="5549900"/>
          <p14:tracePt t="21335" x="3905250" y="5556250"/>
          <p14:tracePt t="21353" x="3886200" y="5575300"/>
          <p14:tracePt t="21368" x="3848100" y="5594350"/>
          <p14:tracePt t="21385" x="3816350" y="5607050"/>
          <p14:tracePt t="21402" x="3759200" y="5632450"/>
          <p14:tracePt t="21418" x="3683000" y="5670550"/>
          <p14:tracePt t="21435" x="3651250" y="5683250"/>
          <p14:tracePt t="21452" x="3562350" y="5721350"/>
          <p14:tracePt t="21468" x="3536950" y="5727700"/>
          <p14:tracePt t="21485" x="3511550" y="5727700"/>
          <p14:tracePt t="21501" x="3467100" y="5734050"/>
          <p14:tracePt t="21518" x="3435350" y="5734050"/>
          <p14:tracePt t="21536" x="3409950" y="5721350"/>
          <p14:tracePt t="21551" x="3397250" y="5708650"/>
          <p14:tracePt t="21568" x="3390900" y="5683250"/>
          <p14:tracePt t="21585" x="3378200" y="5670550"/>
          <p14:tracePt t="21601" x="3378200" y="5664200"/>
          <p14:tracePt t="21618" x="3371850" y="5657850"/>
          <p14:tracePt t="21634" x="3365500" y="5651500"/>
          <p14:tracePt t="21676" x="3359150" y="5651500"/>
          <p14:tracePt t="22013" x="3359150" y="5645150"/>
          <p14:tracePt t="22076" x="3359150" y="5638800"/>
          <p14:tracePt t="22189" x="3365500" y="5638800"/>
          <p14:tracePt t="22245" x="3371850" y="5638800"/>
          <p14:tracePt t="22273" x="3371850" y="5632450"/>
          <p14:tracePt t="22315" x="3378200" y="5626100"/>
          <p14:tracePt t="22407" x="3384550" y="5626100"/>
          <p14:tracePt t="22435" x="3397250" y="5626100"/>
          <p14:tracePt t="22456" x="3409950" y="5626100"/>
          <p14:tracePt t="22477" x="3422650" y="5626100"/>
          <p14:tracePt t="22484" x="3448050" y="5626100"/>
          <p14:tracePt t="22500" x="3473450" y="5626100"/>
          <p14:tracePt t="22514" x="3511550" y="5626100"/>
          <p14:tracePt t="22531" x="3638550" y="5626100"/>
          <p14:tracePt t="22547" x="3790950" y="5626100"/>
          <p14:tracePt t="22564" x="3879850" y="5626100"/>
          <p14:tracePt t="22581" x="4057650" y="5626100"/>
          <p14:tracePt t="22597" x="4235450" y="5632450"/>
          <p14:tracePt t="22613" x="4298950" y="5632450"/>
          <p14:tracePt t="22631" x="4432300" y="5638800"/>
          <p14:tracePt t="22647" x="4502150" y="5638800"/>
          <p14:tracePt t="22664" x="4527550" y="5638800"/>
          <p14:tracePt t="22681" x="4559300" y="5638800"/>
          <p14:tracePt t="22697" x="4584700" y="5638800"/>
          <p14:tracePt t="22713" x="4597400" y="5638800"/>
          <p14:tracePt t="22730" x="4622800" y="5645150"/>
          <p14:tracePt t="22747" x="4635500" y="5645150"/>
          <p14:tracePt t="22763" x="4673600" y="5645150"/>
          <p14:tracePt t="22780" x="4724400" y="5645150"/>
          <p14:tracePt t="22797" x="4743450" y="5645150"/>
          <p14:tracePt t="22814" x="4800600" y="5645150"/>
          <p14:tracePt t="22830" x="4857750" y="5638800"/>
          <p14:tracePt t="22846" x="4889500" y="5632450"/>
          <p14:tracePt t="23902" x="4902200" y="5632450"/>
          <p14:tracePt t="23909" x="4927600" y="5632450"/>
          <p14:tracePt t="23923" x="4946650" y="5632450"/>
          <p14:tracePt t="23930" x="4978400" y="5632450"/>
          <p14:tracePt t="23945" x="5003800" y="5632450"/>
          <p14:tracePt t="23959" x="5041900" y="5632450"/>
          <p14:tracePt t="23976" x="5124450" y="5632450"/>
          <p14:tracePt t="23994" x="5245100" y="5645150"/>
          <p14:tracePt t="24009" x="5321300" y="5651500"/>
          <p14:tracePt t="24026" x="5473700" y="5664200"/>
          <p14:tracePt t="24043" x="5651500" y="5670550"/>
          <p14:tracePt t="24059" x="5740400" y="5683250"/>
          <p14:tracePt t="24076" x="5911850" y="5689600"/>
          <p14:tracePt t="24092" x="6064250" y="5721350"/>
          <p14:tracePt t="24109" x="6134100" y="5734050"/>
          <p14:tracePt t="24127" x="6273800" y="5753100"/>
          <p14:tracePt t="24142" x="6419850" y="5778500"/>
          <p14:tracePt t="24158" x="6483350" y="5797550"/>
          <p14:tracePt t="24162" x="6527800" y="5810250"/>
          <p14:tracePt t="24176" x="6578600" y="5816600"/>
          <p14:tracePt t="24192" x="6661150" y="5835650"/>
          <p14:tracePt t="24208" x="6686550" y="5842000"/>
          <p14:tracePt t="24226" x="6711950" y="5854700"/>
          <p14:tracePt t="24242" x="6724650" y="5854700"/>
          <p14:tracePt t="24443" x="6731000" y="5854700"/>
          <p14:tracePt t="26763" x="6724650" y="5854700"/>
          <p14:tracePt t="26770" x="6699250" y="5842000"/>
          <p14:tracePt t="26785" x="6673850" y="5835650"/>
          <p14:tracePt t="26799" x="6642100" y="5835650"/>
          <p14:tracePt t="26816" x="6578600" y="5835650"/>
          <p14:tracePt t="26834" x="6496050" y="5829300"/>
          <p14:tracePt t="26849" x="6445250" y="5829300"/>
          <p14:tracePt t="26866" x="6330950" y="5829300"/>
          <p14:tracePt t="26883" x="6165850" y="5842000"/>
          <p14:tracePt t="26900" x="6057900" y="5854700"/>
          <p14:tracePt t="26916" x="5822950" y="5854700"/>
          <p14:tracePt t="26932" x="5594350" y="5854700"/>
          <p14:tracePt t="26949" x="5480050" y="5854700"/>
          <p14:tracePt t="26966" x="5276850" y="5854700"/>
          <p14:tracePt t="26982" x="5118100" y="5829300"/>
          <p14:tracePt t="26999" x="5041900" y="5810250"/>
          <p14:tracePt t="27016" x="4965700" y="5791200"/>
          <p14:tracePt t="27032" x="4787900" y="5759450"/>
          <p14:tracePt t="27048" x="4737100" y="5734050"/>
          <p14:tracePt t="27066" x="4654550" y="5715000"/>
          <p14:tracePt t="27081" x="4622800" y="5708650"/>
          <p14:tracePt t="27098" x="4565650" y="5702300"/>
          <p14:tracePt t="27115" x="4514850" y="5702300"/>
          <p14:tracePt t="27132" x="4489450" y="5702300"/>
          <p14:tracePt t="27149" x="4464050" y="5702300"/>
          <p14:tracePt t="27165" x="4425950" y="5702300"/>
          <p14:tracePt t="27181" x="4381500" y="5689600"/>
          <p14:tracePt t="27199" x="4356100" y="5683250"/>
          <p14:tracePt t="27215" x="4349750" y="5683250"/>
          <p14:tracePt t="27231" x="4330700" y="5676900"/>
          <p14:tracePt t="27248" x="4318000" y="5676900"/>
          <p14:tracePt t="27264" x="4305300" y="5670550"/>
          <p14:tracePt t="27281" x="4298950" y="5670550"/>
          <p14:tracePt t="27298" x="4292600" y="5670550"/>
          <p14:tracePt t="27314" x="4286250" y="5664200"/>
          <p14:tracePt t="27331" x="4279900" y="5657850"/>
          <p14:tracePt t="27348" x="4267200" y="5657850"/>
          <p14:tracePt t="27364" x="4260850" y="5657850"/>
          <p14:tracePt t="27381" x="4248150" y="5657850"/>
          <p14:tracePt t="27398" x="4235450" y="5651500"/>
          <p14:tracePt t="27414" x="4229100" y="5645150"/>
          <p14:tracePt t="27431" x="4216400" y="5645150"/>
          <p14:tracePt t="27447" x="4203700" y="5645150"/>
          <p14:tracePt t="27464" x="4191000" y="5638800"/>
          <p14:tracePt t="27481" x="4159250" y="5632450"/>
          <p14:tracePt t="27497" x="4121150" y="5607050"/>
          <p14:tracePt t="27514" x="4102100" y="5600700"/>
          <p14:tracePt t="27530" x="4038600" y="5568950"/>
          <p14:tracePt t="27547" x="4013200" y="5562600"/>
          <p14:tracePt t="27564" x="4000500" y="5556250"/>
          <p14:tracePt t="28169" x="4006850" y="5556250"/>
          <p14:tracePt t="28176" x="4038600" y="5556250"/>
          <p14:tracePt t="28190" x="4076700" y="5562600"/>
          <p14:tracePt t="28198" x="4108450" y="5568950"/>
          <p14:tracePt t="28212" x="4152900" y="5581650"/>
          <p14:tracePt t="28228" x="4229100" y="5588000"/>
          <p14:tracePt t="28244" x="4260850" y="5594350"/>
          <p14:tracePt t="28261" x="4343400" y="5613400"/>
          <p14:tracePt t="28278" x="4438650" y="5626100"/>
          <p14:tracePt t="28294" x="4476750" y="5638800"/>
          <p14:tracePt t="28311" x="4546600" y="5645150"/>
          <p14:tracePt t="28327" x="4572000" y="5645150"/>
          <p14:tracePt t="28345" x="4622800" y="5651500"/>
          <p14:tracePt t="28361" x="4629150" y="5651500"/>
          <p14:tracePt t="28377" x="4635500" y="5651500"/>
          <p14:tracePt t="28394" x="4648200" y="5657850"/>
          <p14:tracePt t="28410" x="4654550" y="5664200"/>
          <p14:tracePt t="28450" x="4660900" y="5664200"/>
          <p14:tracePt t="28478" x="4667250" y="5664200"/>
          <p14:tracePt t="28513" x="4673600" y="5664200"/>
          <p14:tracePt t="28534" x="4673600" y="5657850"/>
          <p14:tracePt t="29173" x="4679950" y="5657850"/>
          <p14:tracePt t="29179" x="4699000" y="5657850"/>
          <p14:tracePt t="29195" x="4718050" y="5657850"/>
          <p14:tracePt t="29208" x="4743450" y="5657850"/>
          <p14:tracePt t="29224" x="4806950" y="5664200"/>
          <p14:tracePt t="29241" x="4845050" y="5664200"/>
          <p14:tracePt t="29258" x="4940300" y="5695950"/>
          <p14:tracePt t="29274" x="5022850" y="5695950"/>
          <p14:tracePt t="29292" x="5060950" y="5695950"/>
          <p14:tracePt t="29307" x="5162550" y="5702300"/>
          <p14:tracePt t="29324" x="5270500" y="5702300"/>
          <p14:tracePt t="29342" x="5410200" y="5702300"/>
          <p14:tracePt t="29357" x="5486400" y="5715000"/>
          <p14:tracePt t="29373" x="5645150" y="5734050"/>
          <p14:tracePt t="29391" x="5797550" y="5753100"/>
          <p14:tracePt t="29407" x="5867400" y="5772150"/>
          <p14:tracePt t="29424" x="5994400" y="5778500"/>
          <p14:tracePt t="29441" x="6102350" y="5797550"/>
          <p14:tracePt t="29457" x="6140450" y="5797550"/>
          <p14:tracePt t="29474" x="6172200" y="5803900"/>
          <p14:tracePt t="29490" x="6197600" y="5803900"/>
          <p14:tracePt t="29507" x="6210300" y="5810250"/>
          <p14:tracePt t="29524" x="6229350" y="5816600"/>
          <p14:tracePt t="29540" x="6248400" y="5816600"/>
          <p14:tracePt t="29556" x="6254750" y="5816600"/>
          <p14:tracePt t="29574" x="6280150" y="5822950"/>
          <p14:tracePt t="29590" x="6292850" y="5829300"/>
          <p14:tracePt t="29606" x="6318250" y="5835650"/>
          <p14:tracePt t="29623" x="6337300" y="5835650"/>
          <p14:tracePt t="29641" x="6343650" y="5835650"/>
          <p14:tracePt t="29658" x="6356350" y="5842000"/>
          <p14:tracePt t="29693" x="6362700" y="5842000"/>
          <p14:tracePt t="29706" x="6369050" y="5842000"/>
          <p14:tracePt t="29723" x="6375400" y="5842000"/>
          <p14:tracePt t="34396" x="6369050" y="5842000"/>
          <p14:tracePt t="34410" x="6350000" y="5835650"/>
          <p14:tracePt t="34418" x="6337300" y="5829300"/>
          <p14:tracePt t="34432" x="6305550" y="5829300"/>
          <p14:tracePt t="34440" x="6286500" y="5829300"/>
          <p14:tracePt t="34457" x="6267450" y="5829300"/>
          <p14:tracePt t="34474" x="6210300" y="5822950"/>
          <p14:tracePt t="34489" x="6121400" y="5822950"/>
          <p14:tracePt t="34506" x="6070600" y="5822950"/>
          <p14:tracePt t="34523" x="5924550" y="5810250"/>
          <p14:tracePt t="34539" x="5759450" y="5803900"/>
          <p14:tracePt t="34556" x="5683250" y="5803900"/>
          <p14:tracePt t="34573" x="5467350" y="5816600"/>
          <p14:tracePt t="34589" x="5264150" y="5835650"/>
          <p14:tracePt t="34606" x="5181600" y="5848350"/>
          <p14:tracePt t="34623" x="5041900" y="5848350"/>
          <p14:tracePt t="34639" x="4991100" y="5848350"/>
          <p14:tracePt t="34656" x="4883150" y="5867400"/>
          <p14:tracePt t="34672" x="4819650" y="5867400"/>
          <p14:tracePt t="34689" x="4794250" y="5867400"/>
          <p14:tracePt t="34706" x="4749800" y="5867400"/>
          <p14:tracePt t="34722" x="4718050" y="5867400"/>
          <p14:tracePt t="34739" x="4705350" y="5867400"/>
          <p14:tracePt t="34755" x="4686300" y="5867400"/>
          <p14:tracePt t="34772" x="4667250" y="5861050"/>
          <p14:tracePt t="34789" x="4654550" y="5861050"/>
          <p14:tracePt t="34805" x="4635500" y="5861050"/>
          <p14:tracePt t="34822" x="4610100" y="5854700"/>
          <p14:tracePt t="34840" x="4584700" y="5848350"/>
          <p14:tracePt t="34855" x="4559300" y="5842000"/>
          <p14:tracePt t="34871" x="4527550" y="5822950"/>
          <p14:tracePt t="34889" x="4476750" y="5803900"/>
          <p14:tracePt t="34905" x="4457700" y="5797550"/>
          <p14:tracePt t="34922" x="4432300" y="5784850"/>
          <p14:tracePt t="34938" x="4387850" y="5753100"/>
          <p14:tracePt t="34955" x="4381500" y="5753100"/>
          <p14:tracePt t="34971" x="4375150" y="5753100"/>
          <p14:tracePt t="34988" x="4368800" y="5746750"/>
          <p14:tracePt t="35022" x="4368800" y="5740400"/>
          <p14:tracePt t="35050" x="4375150" y="5740400"/>
          <p14:tracePt t="35072" x="4387850" y="5740400"/>
          <p14:tracePt t="35092" x="4394200" y="5740400"/>
          <p14:tracePt t="35099" x="4400550" y="5740400"/>
          <p14:tracePt t="35141" x="4406900" y="5740400"/>
          <p14:tracePt t="35183" x="4413250" y="5740400"/>
          <p14:tracePt t="35211" x="4419600" y="5740400"/>
          <p14:tracePt t="35219" x="4425950" y="5740400"/>
          <p14:tracePt t="35310" x="4419600" y="5734050"/>
          <p14:tracePt t="35331" x="4413250" y="5734050"/>
          <p14:tracePt t="35345" x="4406900" y="5727700"/>
          <p14:tracePt t="35359" x="4394200" y="5721350"/>
          <p14:tracePt t="35373" x="4368800" y="5721350"/>
          <p14:tracePt t="35380" x="4343400" y="5715000"/>
          <p14:tracePt t="35394" x="4305300" y="5715000"/>
          <p14:tracePt t="35402" x="4248150" y="5708650"/>
          <p14:tracePt t="35419" x="4184650" y="5695950"/>
          <p14:tracePt t="35437" x="4032250" y="5689600"/>
          <p14:tracePt t="35453" x="3867150" y="5689600"/>
          <p14:tracePt t="35469" x="3784600" y="5676900"/>
          <p14:tracePt t="35486" x="3657600" y="5670550"/>
          <p14:tracePt t="35503" x="3581400" y="5670550"/>
          <p14:tracePt t="35519" x="3556000" y="5670550"/>
          <p14:tracePt t="35536" x="3536950" y="5670550"/>
          <p14:tracePt t="35591" x="3543300" y="5670550"/>
          <p14:tracePt t="35605" x="3549650" y="5670550"/>
          <p14:tracePt t="35612" x="3562350" y="5670550"/>
          <p14:tracePt t="35626" x="3568700" y="5670550"/>
          <p14:tracePt t="35635" x="3575050" y="5670550"/>
          <p14:tracePt t="35652" x="3581400" y="5670550"/>
          <p14:tracePt t="35669" x="3600450" y="5670550"/>
          <p14:tracePt t="35685" x="3644900" y="5670550"/>
          <p14:tracePt t="35702" x="3676650" y="5670550"/>
          <p14:tracePt t="35718" x="3778250" y="5670550"/>
          <p14:tracePt t="35735" x="3943350" y="5664200"/>
          <p14:tracePt t="35753" x="4121150" y="5651500"/>
          <p14:tracePt t="35768" x="4210050" y="5632450"/>
          <p14:tracePt t="35785" x="4400550" y="5626100"/>
          <p14:tracePt t="35802" x="4597400" y="5594350"/>
          <p14:tracePt t="35818" x="4699000" y="5575300"/>
          <p14:tracePt t="35835" x="4800600" y="5562600"/>
          <p14:tracePt t="35851" x="5124450" y="5511800"/>
          <p14:tracePt t="35868" x="5213350" y="5492750"/>
          <p14:tracePt t="35885" x="5314950" y="5492750"/>
          <p14:tracePt t="35901" x="5473700" y="5473700"/>
          <p14:tracePt t="35918" x="5613400" y="5473700"/>
          <p14:tracePt t="35936" x="5695950" y="5473700"/>
          <p14:tracePt t="35951" x="5721350" y="5467350"/>
          <p14:tracePt t="35968" x="5759450" y="5461000"/>
          <p14:tracePt t="35985" x="5772150" y="5454650"/>
          <p14:tracePt t="36033" x="5778500" y="5454650"/>
          <p14:tracePt t="36097" x="5778500" y="5461000"/>
          <p14:tracePt t="36104" x="5772150" y="5461000"/>
          <p14:tracePt t="36119" x="5759450" y="5461000"/>
          <p14:tracePt t="36134" x="5727700" y="5461000"/>
          <p14:tracePt t="36150" x="5702300" y="5461000"/>
          <p14:tracePt t="36168" x="5657850" y="5461000"/>
          <p14:tracePt t="36183" x="5626100" y="5454650"/>
          <p14:tracePt t="36200" x="5568950" y="5441950"/>
          <p14:tracePt t="36217" x="5461000" y="5441950"/>
          <p14:tracePt t="36233" x="5384800" y="5461000"/>
          <p14:tracePt t="36250" x="5187950" y="5492750"/>
          <p14:tracePt t="36266" x="4997450" y="5511800"/>
          <p14:tracePt t="36283" x="4895850" y="5524500"/>
          <p14:tracePt t="36301" x="4743450" y="5530850"/>
          <p14:tracePt t="36317" x="4597400" y="5549900"/>
          <p14:tracePt t="36333" x="4559300" y="5549900"/>
          <p14:tracePt t="36350" x="4495800" y="5562600"/>
          <p14:tracePt t="36366" x="4476750" y="5562600"/>
          <p14:tracePt t="36383" x="4470400" y="5562600"/>
          <p14:tracePt t="36448" x="4476750" y="5562600"/>
          <p14:tracePt t="36455" x="4483100" y="5562600"/>
          <p14:tracePt t="36469" x="4495800" y="5562600"/>
          <p14:tracePt t="36483" x="4514850" y="5562600"/>
          <p14:tracePt t="36516" x="4533900" y="5562600"/>
          <p14:tracePt t="36532" x="4559300" y="5562600"/>
          <p14:tracePt t="36549" x="4610100" y="5568950"/>
          <p14:tracePt t="36566" x="4660900" y="5575300"/>
          <p14:tracePt t="36582" x="4794250" y="5607050"/>
          <p14:tracePt t="36599" x="4991100" y="5638800"/>
          <p14:tracePt t="36617" x="5207000" y="5670550"/>
          <p14:tracePt t="36632" x="5308600" y="5676900"/>
          <p14:tracePt t="36649" x="5505450" y="5708650"/>
          <p14:tracePt t="36666" x="5594350" y="5721350"/>
          <p14:tracePt t="36682" x="5721350" y="5727700"/>
          <p14:tracePt t="36698" x="5791200" y="5727700"/>
          <p14:tracePt t="36716" x="5816600" y="5727700"/>
          <p14:tracePt t="36732" x="5822950" y="5727700"/>
          <p14:tracePt t="36748" x="5829300" y="5721350"/>
          <p14:tracePt t="36765" x="5835650" y="5715000"/>
          <p14:tracePt t="38391" x="5835650" y="5702300"/>
          <p14:tracePt t="38404" x="5822950" y="5695950"/>
          <p14:tracePt t="38412" x="5810250" y="5683250"/>
          <p14:tracePt t="38429" x="5803900" y="5670550"/>
          <p14:tracePt t="38443" x="5772150" y="5651500"/>
          <p14:tracePt t="38459" x="5746750" y="5626100"/>
          <p14:tracePt t="38476" x="5715000" y="5594350"/>
          <p14:tracePt t="38492" x="5683250" y="5568950"/>
          <p14:tracePt t="38509" x="5638800" y="5530850"/>
          <p14:tracePt t="38526" x="5594350" y="5499100"/>
          <p14:tracePt t="38542" x="5575300" y="5473700"/>
          <p14:tracePt t="38559" x="5511800" y="5441950"/>
          <p14:tracePt t="38575" x="5435600" y="5422900"/>
          <p14:tracePt t="38592" x="5391150" y="5403850"/>
          <p14:tracePt t="38609" x="5321300" y="5378450"/>
          <p14:tracePt t="38625" x="5219700" y="5334000"/>
          <p14:tracePt t="38642" x="5181600" y="5327650"/>
          <p14:tracePt t="38658" x="5092700" y="5283200"/>
          <p14:tracePt t="38675" x="4984750" y="5232400"/>
          <p14:tracePt t="38692" x="4927600" y="5207000"/>
          <p14:tracePt t="38708" x="4813300" y="5149850"/>
          <p14:tracePt t="38725" x="4711700" y="5086350"/>
          <p14:tracePt t="38742" x="4616450" y="5003800"/>
          <p14:tracePt t="38758" x="4559300" y="4953000"/>
          <p14:tracePt t="38775" x="4514850" y="4914900"/>
          <p14:tracePt t="38792" x="4356100" y="4718050"/>
          <p14:tracePt t="38808" x="4305300" y="4635500"/>
          <p14:tracePt t="38811" x="4241800" y="4552950"/>
          <p14:tracePt t="38841" x="4121150" y="4413250"/>
          <p14:tracePt t="38858" x="4019550" y="4273550"/>
          <p14:tracePt t="38875" x="3962400" y="4222750"/>
          <p14:tracePt t="38891" x="3892550" y="4133850"/>
          <p14:tracePt t="38908" x="3835400" y="4044950"/>
          <p14:tracePt t="38925" x="3797300" y="3975100"/>
          <p14:tracePt t="38941" x="3778250" y="3956050"/>
          <p14:tracePt t="38957" x="3778250" y="3930650"/>
          <p14:tracePt t="38975" x="3778250" y="3917950"/>
          <p14:tracePt t="38990" x="3778250" y="3911600"/>
          <p14:tracePt t="39690" x="3778250" y="3898900"/>
          <p14:tracePt t="39697" x="3771900" y="3879850"/>
          <p14:tracePt t="39711" x="3746500" y="3848100"/>
          <p14:tracePt t="39721" x="3733800" y="3803650"/>
          <p14:tracePt t="39739" x="3689350" y="3708400"/>
          <p14:tracePt t="39754" x="3657600" y="3625850"/>
          <p14:tracePt t="39771" x="3594100" y="3429000"/>
          <p14:tracePt t="39789" x="3517900" y="3181350"/>
          <p14:tracePt t="39805" x="3473450" y="3048000"/>
          <p14:tracePt t="39808" x="3441700" y="2895600"/>
          <p14:tracePt t="39838" x="3321050" y="2317750"/>
          <p14:tracePt t="39854" x="3270250" y="2114550"/>
          <p14:tracePt t="39872" x="3219450" y="1746250"/>
          <p14:tracePt t="39887" x="3181350" y="1409700"/>
          <p14:tracePt t="39905" x="3155950" y="1238250"/>
          <p14:tracePt t="39923" x="3124200" y="977900"/>
          <p14:tracePt t="39937" x="3092450" y="800100"/>
          <p14:tracePt t="39954" x="3086100" y="730250"/>
          <p14:tracePt t="39972" x="3060700" y="635000"/>
          <p14:tracePt t="39987" x="3048000" y="609600"/>
          <p14:tracePt t="40005" x="3028950" y="571500"/>
          <p14:tracePt t="40021" x="3022600" y="558800"/>
          <p14:tracePt t="40037" x="3016250" y="558800"/>
          <p14:tracePt t="40188" x="3016250" y="565150"/>
          <p14:tracePt t="40209" x="3016250" y="571500"/>
          <p14:tracePt t="40237" x="3009900" y="577850"/>
          <p14:tracePt t="40258" x="3009900" y="584200"/>
          <p14:tracePt t="40286" x="3009900" y="590550"/>
          <p14:tracePt t="40343" x="3009900" y="596900"/>
          <p14:tracePt t="40350" x="3009900" y="603250"/>
          <p14:tracePt t="40392" x="3009900" y="609600"/>
          <p14:tracePt t="40462" x="3016250" y="609600"/>
          <p14:tracePt t="40470" x="3022600" y="609600"/>
          <p14:tracePt t="40483" x="3028950" y="609600"/>
          <p14:tracePt t="40490" x="3041650" y="609600"/>
          <p14:tracePt t="40502" x="3054350" y="609600"/>
          <p14:tracePt t="40519" x="3092450" y="615950"/>
          <p14:tracePt t="40535" x="3124200" y="615950"/>
          <p14:tracePt t="40553" x="3149600" y="615950"/>
          <p14:tracePt t="40568" x="3270250" y="622300"/>
          <p14:tracePt t="40585" x="3308350" y="628650"/>
          <p14:tracePt t="40602" x="3352800" y="628650"/>
          <p14:tracePt t="40618" x="3454400" y="647700"/>
          <p14:tracePt t="40635" x="3549650" y="647700"/>
          <p14:tracePt t="40652" x="3625850" y="647700"/>
          <p14:tracePt t="40668" x="3676650" y="647700"/>
          <p14:tracePt t="40685" x="3771900" y="647700"/>
          <p14:tracePt t="40701" x="3860800" y="647700"/>
          <p14:tracePt t="40718" x="3892550" y="647700"/>
          <p14:tracePt t="40735" x="3943350" y="641350"/>
          <p14:tracePt t="40752" x="3975100" y="635000"/>
          <p14:tracePt t="40768" x="3994150" y="628650"/>
          <p14:tracePt t="40785" x="4057650" y="622300"/>
          <p14:tracePt t="40801" x="4089400" y="603250"/>
          <p14:tracePt t="41375" x="4083050" y="609600"/>
          <p14:tracePt t="41383" x="4051300" y="628650"/>
          <p14:tracePt t="41396" x="4032250" y="641350"/>
          <p14:tracePt t="41403" x="4006850" y="654050"/>
          <p14:tracePt t="41415" x="3987800" y="679450"/>
          <p14:tracePt t="41432" x="3943350" y="711200"/>
          <p14:tracePt t="41449" x="3924300" y="730250"/>
          <p14:tracePt t="41465" x="3898900" y="749300"/>
          <p14:tracePt t="41482" x="3810000" y="838200"/>
          <p14:tracePt t="41498" x="3771900" y="876300"/>
          <p14:tracePt t="41516" x="3708400" y="946150"/>
          <p14:tracePt t="41532" x="3670300" y="990600"/>
          <p14:tracePt t="41548" x="3587750" y="1073150"/>
          <p14:tracePt t="41565" x="3562350" y="1092200"/>
          <p14:tracePt t="41581" x="3517900" y="1130300"/>
          <p14:tracePt t="41598" x="3498850" y="1143000"/>
          <p14:tracePt t="41615" x="3492500" y="1149350"/>
          <p14:tracePt t="41734" x="3498850" y="1143000"/>
          <p14:tracePt t="41762" x="3505200" y="1143000"/>
          <p14:tracePt t="41782" x="3511550" y="1136650"/>
          <p14:tracePt t="41804" x="3517900" y="1136650"/>
          <p14:tracePt t="41825" x="3524250" y="1136650"/>
          <p14:tracePt t="41846" x="3530600" y="1136650"/>
          <p14:tracePt t="41853" x="3536950" y="1136650"/>
          <p14:tracePt t="41867" x="3543300" y="1130300"/>
          <p14:tracePt t="41881" x="3568700" y="1123950"/>
          <p14:tracePt t="41897" x="3581400" y="1117600"/>
          <p14:tracePt t="41913" x="3613150" y="1098550"/>
          <p14:tracePt t="41931" x="3676650" y="1060450"/>
          <p14:tracePt t="41947" x="3765550" y="996950"/>
          <p14:tracePt t="41964" x="3810000" y="958850"/>
          <p14:tracePt t="41980" x="3917950" y="876300"/>
          <p14:tracePt t="41997" x="4019550" y="787400"/>
          <p14:tracePt t="42014" x="4076700" y="749300"/>
          <p14:tracePt t="42030" x="4184650" y="666750"/>
          <p14:tracePt t="42047" x="4273550" y="603250"/>
          <p14:tracePt t="42064" x="4330700" y="552450"/>
          <p14:tracePt t="42080" x="4349750" y="539750"/>
          <p14:tracePt t="42096" x="4368800" y="533400"/>
          <p14:tracePt t="42113" x="4394200" y="508000"/>
          <p14:tracePt t="42130" x="4400550" y="501650"/>
          <p14:tracePt t="42147" x="4406900" y="501650"/>
          <p14:tracePt t="42179" x="4413250" y="501650"/>
          <p14:tracePt t="42239" x="4413250" y="488950"/>
          <p14:tracePt t="43020" x="4413250" y="495300"/>
          <p14:tracePt t="43028" x="4413250" y="501650"/>
          <p14:tracePt t="43041" x="4413250" y="508000"/>
          <p14:tracePt t="43048" x="4413250" y="514350"/>
          <p14:tracePt t="43063" x="4413250" y="527050"/>
          <p14:tracePt t="43077" x="4413250" y="539750"/>
          <p14:tracePt t="43093" x="4413250" y="552450"/>
          <p14:tracePt t="43109" x="4413250" y="558800"/>
          <p14:tracePt t="43126" x="4406900" y="571500"/>
          <p14:tracePt t="43143" x="4394200" y="577850"/>
          <p14:tracePt t="43159" x="4387850" y="577850"/>
          <p14:tracePt t="43176" x="4381500" y="584200"/>
          <p14:tracePt t="43193" x="4368800" y="584200"/>
          <p14:tracePt t="43210" x="4362450" y="590550"/>
          <p14:tracePt t="43226" x="4356100" y="590550"/>
          <p14:tracePt t="43243" x="4349750" y="590550"/>
          <p14:tracePt t="43280" x="4343400" y="590550"/>
          <p14:tracePt t="43301" x="4337050" y="590550"/>
          <p14:tracePt t="43329" x="4330700" y="590550"/>
          <p14:tracePt t="43344" x="4324350" y="590550"/>
          <p14:tracePt t="43357" x="4318000" y="590550"/>
          <p14:tracePt t="43371" x="4311650" y="590550"/>
          <p14:tracePt t="43413" x="4305300" y="590550"/>
          <p14:tracePt t="43421" x="4298950" y="590550"/>
          <p14:tracePt t="43428" x="4292600" y="590550"/>
          <p14:tracePt t="43444" x="4286250" y="584200"/>
          <p14:tracePt t="43459" x="4279900" y="584200"/>
          <p14:tracePt t="43475" x="4254500" y="577850"/>
          <p14:tracePt t="43492" x="4222750" y="571500"/>
          <p14:tracePt t="43508" x="4203700" y="571500"/>
          <p14:tracePt t="43525" x="4152900" y="565150"/>
          <p14:tracePt t="43541" x="4095750" y="558800"/>
          <p14:tracePt t="43558" x="4057650" y="558800"/>
          <p14:tracePt t="43575" x="4000500" y="552450"/>
          <p14:tracePt t="43592" x="3943350" y="539750"/>
          <p14:tracePt t="43609" x="3917950" y="539750"/>
          <p14:tracePt t="43625" x="3886200" y="539750"/>
          <p14:tracePt t="43641" x="3860800" y="533400"/>
          <p14:tracePt t="43658" x="3854450" y="533400"/>
          <p14:tracePt t="43675" x="3848100" y="527050"/>
          <p14:tracePt t="43710" x="3841750" y="527050"/>
          <p14:tracePt t="43744" x="3835400" y="520700"/>
          <p14:tracePt t="44025" x="3841750" y="520700"/>
          <p14:tracePt t="44032" x="3848100" y="520700"/>
          <p14:tracePt t="44046" x="3854450" y="520700"/>
          <p14:tracePt t="44056" x="3886200" y="520700"/>
          <p14:tracePt t="44073" x="3911600" y="520700"/>
          <p14:tracePt t="44090" x="4025900" y="527050"/>
          <p14:tracePt t="44106" x="4203700" y="539750"/>
          <p14:tracePt t="44124" x="4394200" y="539750"/>
          <p14:tracePt t="44140" x="4483100" y="539750"/>
          <p14:tracePt t="44157" x="4635500" y="539750"/>
          <p14:tracePt t="44173" x="4756150" y="533400"/>
          <p14:tracePt t="44189" x="4794250" y="533400"/>
          <p14:tracePt t="44206" x="4845050" y="527050"/>
          <p14:tracePt t="44223" x="4870450" y="527050"/>
          <p14:tracePt t="44239" x="4876800" y="527050"/>
          <p14:tracePt t="44257" x="4883150" y="527050"/>
          <p14:tracePt t="44313" x="4889500" y="527050"/>
          <p14:tracePt t="44876" x="4864100" y="527050"/>
          <p14:tracePt t="44883" x="4813300" y="533400"/>
          <p14:tracePt t="44897" x="4724400" y="533400"/>
          <p14:tracePt t="44906" x="4610100" y="546100"/>
          <p14:tracePt t="44920" x="4470400" y="558800"/>
          <p14:tracePt t="44937" x="4343400" y="565150"/>
          <p14:tracePt t="44954" x="3886200" y="565150"/>
          <p14:tracePt t="44970" x="3746500" y="552450"/>
          <p14:tracePt t="44986" x="3619500" y="539750"/>
          <p14:tracePt t="45003" x="3416300" y="520700"/>
          <p14:tracePt t="45020" x="3282950" y="482600"/>
          <p14:tracePt t="45036" x="3225800" y="476250"/>
          <p14:tracePt t="45053" x="3168650" y="469900"/>
          <p14:tracePt t="45070" x="3143250" y="469900"/>
          <p14:tracePt t="45087" x="3124200" y="463550"/>
          <p14:tracePt t="45103" x="3117850" y="457200"/>
          <p14:tracePt t="45138" x="3111500" y="450850"/>
          <p14:tracePt t="45347" x="3117850" y="450850"/>
          <p14:tracePt t="45361" x="3124200" y="450850"/>
          <p14:tracePt t="45368" x="3130550" y="450850"/>
          <p14:tracePt t="45375" x="3143250" y="450850"/>
          <p14:tracePt t="45389" x="3149600" y="450850"/>
          <p14:tracePt t="45410" x="3162300" y="450850"/>
          <p14:tracePt t="45418" x="3175000" y="450850"/>
          <p14:tracePt t="45434" x="3206750" y="450850"/>
          <p14:tracePt t="45452" x="3321050" y="444500"/>
          <p14:tracePt t="45468" x="3536950" y="444500"/>
          <p14:tracePt t="45485" x="3676650" y="431800"/>
          <p14:tracePt t="45502" x="4057650" y="431800"/>
          <p14:tracePt t="45518" x="4527550" y="419100"/>
          <p14:tracePt t="45535" x="4768850" y="406400"/>
          <p14:tracePt t="45552" x="5194300" y="393700"/>
          <p14:tracePt t="45568" x="5397500" y="393700"/>
          <p14:tracePt t="45586" x="5784850" y="393700"/>
          <p14:tracePt t="45601" x="5873750" y="393700"/>
          <p14:tracePt t="45618" x="5937250" y="393700"/>
          <p14:tracePt t="45635" x="6051550" y="393700"/>
          <p14:tracePt t="45651" x="6115050" y="406400"/>
          <p14:tracePt t="45668" x="6127750" y="406400"/>
          <p14:tracePt t="45684" x="6146800" y="406400"/>
          <p14:tracePt t="45701" x="6159500" y="406400"/>
          <p14:tracePt t="45718" x="6159500" y="412750"/>
          <p14:tracePt t="45734" x="6159500" y="419100"/>
          <p14:tracePt t="45750" x="6165850" y="419100"/>
          <p14:tracePt t="45782" x="6172200" y="425450"/>
          <p14:tracePt t="45796" x="6172200" y="431800"/>
          <p14:tracePt t="45838" x="6172200" y="438150"/>
          <p14:tracePt t="46007" x="6165850" y="438150"/>
          <p14:tracePt t="46049" x="6159500" y="438150"/>
          <p14:tracePt t="46070" x="6153150" y="438150"/>
          <p14:tracePt t="46098" x="6146800" y="438150"/>
          <p14:tracePt t="46112" x="6140450" y="438150"/>
          <p14:tracePt t="46119" x="6127750" y="438150"/>
          <p14:tracePt t="46135" x="6108700" y="438150"/>
          <p14:tracePt t="46149" x="6032500" y="438150"/>
          <p14:tracePt t="46166" x="5956300" y="438150"/>
          <p14:tracePt t="46183" x="5740400" y="450850"/>
          <p14:tracePt t="46199" x="5581650" y="450850"/>
          <p14:tracePt t="46216" x="5213350" y="463550"/>
          <p14:tracePt t="46232" x="4787900" y="476250"/>
          <p14:tracePt t="46249" x="4552950" y="476250"/>
          <p14:tracePt t="46266" x="4140200" y="476250"/>
          <p14:tracePt t="46282" x="3790950" y="488950"/>
          <p14:tracePt t="46299" x="3663950" y="488950"/>
          <p14:tracePt t="46316" x="3473450" y="495300"/>
          <p14:tracePt t="46332" x="3333750" y="495300"/>
          <p14:tracePt t="46349" x="3282950" y="495300"/>
          <p14:tracePt t="46366" x="3187700" y="508000"/>
          <p14:tracePt t="46381" x="3130550" y="514350"/>
          <p14:tracePt t="46398" x="3105150" y="514350"/>
          <p14:tracePt t="46415" x="3054350" y="514350"/>
          <p14:tracePt t="46432" x="3009900" y="514350"/>
          <p14:tracePt t="46448" x="2997200" y="514350"/>
          <p14:tracePt t="46465" x="2971800" y="520700"/>
          <p14:tracePt t="46481" x="2959100" y="520700"/>
          <p14:tracePt t="46499" x="2914650" y="520700"/>
          <p14:tracePt t="46531" x="2895600" y="520700"/>
          <p14:tracePt t="46548" x="2882900" y="520700"/>
          <p14:tracePt t="46564" x="2863850" y="520700"/>
          <p14:tracePt t="46581" x="2857500" y="520700"/>
          <p14:tracePt t="46615" x="2851150" y="520700"/>
          <p14:tracePt t="46724" x="2851150" y="514350"/>
          <p14:tracePt t="46773" x="2857500" y="514350"/>
          <p14:tracePt t="48186" x="2844800" y="514350"/>
          <p14:tracePt t="48200" x="2832100" y="508000"/>
          <p14:tracePt t="48207" x="2819400" y="508000"/>
          <p14:tracePt t="48221" x="2800350" y="501650"/>
          <p14:tracePt t="48229" x="2774950" y="501650"/>
          <p14:tracePt t="48242" x="2762250" y="495300"/>
          <p14:tracePt t="48259" x="2730500" y="488950"/>
          <p14:tracePt t="48275" x="2711450" y="482600"/>
          <p14:tracePt t="48292" x="2679700" y="482600"/>
          <p14:tracePt t="48308" x="2660650" y="476250"/>
          <p14:tracePt t="48325" x="2647950" y="469900"/>
          <p14:tracePt t="48341" x="2628900" y="469900"/>
          <p14:tracePt t="48358" x="2622550" y="469900"/>
          <p14:tracePt t="48376" x="2616200" y="463550"/>
          <p14:tracePt t="48411" x="2609850" y="463550"/>
          <p14:tracePt t="48579" x="2616200" y="463550"/>
          <p14:tracePt t="48586" x="2622550" y="463550"/>
          <p14:tracePt t="48600" x="2628900" y="463550"/>
          <p14:tracePt t="48610" x="2635250" y="463550"/>
          <p14:tracePt t="48624" x="2647950" y="463550"/>
          <p14:tracePt t="48641" x="2660650" y="463550"/>
          <p14:tracePt t="48657" x="2755900" y="463550"/>
          <p14:tracePt t="48674" x="2794000" y="463550"/>
          <p14:tracePt t="48691" x="2857500" y="463550"/>
          <p14:tracePt t="48707" x="2959100" y="463550"/>
          <p14:tracePt t="48723" x="3079750" y="463550"/>
          <p14:tracePt t="48741" x="3155950" y="457200"/>
          <p14:tracePt t="48757" x="3181350" y="457200"/>
          <p14:tracePt t="48773" x="3219450" y="457200"/>
          <p14:tracePt t="48791" x="3238500" y="457200"/>
          <p14:tracePt t="48807" x="3244850" y="457200"/>
          <p14:tracePt t="48823" x="3251200" y="457200"/>
          <p14:tracePt t="49270" x="3333750" y="444500"/>
          <p14:tracePt t="49277" x="3448050" y="412750"/>
          <p14:tracePt t="49292" x="3575050" y="393700"/>
          <p14:tracePt t="49305" x="3810000" y="336550"/>
          <p14:tracePt t="49321" x="3911600" y="317500"/>
          <p14:tracePt t="49338" x="3975100" y="317500"/>
          <p14:tracePt t="49355" x="4070350" y="285750"/>
          <p14:tracePt t="49371" x="4133850" y="266700"/>
          <p14:tracePt t="49388" x="4152900" y="266700"/>
          <p14:tracePt t="49405" x="4210050" y="266700"/>
          <p14:tracePt t="49421" x="4241800" y="260350"/>
          <p14:tracePt t="49437" x="4254500" y="254000"/>
          <p14:tracePt t="49454" x="4279900" y="247650"/>
          <p14:tracePt t="49471" x="4298950" y="241300"/>
          <p14:tracePt t="49488" x="4324350" y="241300"/>
          <p14:tracePt t="49504" x="4330700" y="241300"/>
          <p14:tracePt t="49521" x="4343400" y="241300"/>
          <p14:tracePt t="49538" x="4406900" y="241300"/>
          <p14:tracePt t="49554" x="4432300" y="241300"/>
          <p14:tracePt t="49572" x="4464050" y="241300"/>
          <p14:tracePt t="49588" x="4552950" y="241300"/>
          <p14:tracePt t="49604" x="4667250" y="241300"/>
          <p14:tracePt t="49621" x="4743450" y="241300"/>
          <p14:tracePt t="49637" x="4914900" y="234950"/>
          <p14:tracePt t="49654" x="5067300" y="234950"/>
          <p14:tracePt t="49671" x="5219700" y="234950"/>
          <p14:tracePt t="49687" x="5308600" y="247650"/>
          <p14:tracePt t="49704" x="5473700" y="254000"/>
          <p14:tracePt t="49721" x="5619750" y="285750"/>
          <p14:tracePt t="49737" x="5676900" y="292100"/>
          <p14:tracePt t="49753" x="5753100" y="292100"/>
          <p14:tracePt t="49770" x="5803900" y="304800"/>
          <p14:tracePt t="49787" x="5822950" y="311150"/>
          <p14:tracePt t="49805" x="5861050" y="323850"/>
          <p14:tracePt t="49820" x="5899150" y="342900"/>
          <p14:tracePt t="49836" x="5924550" y="355600"/>
          <p14:tracePt t="49854" x="5956300" y="374650"/>
          <p14:tracePt t="49870" x="5981700" y="387350"/>
          <p14:tracePt t="49887" x="5994400" y="387350"/>
          <p14:tracePt t="49904" x="6000750" y="387350"/>
          <p14:tracePt t="50424" x="5994400" y="387350"/>
          <p14:tracePt t="50430" x="5981700" y="387350"/>
          <p14:tracePt t="50444" x="5956300" y="387350"/>
          <p14:tracePt t="50454" x="5918200" y="393700"/>
          <p14:tracePt t="50469" x="5873750" y="393700"/>
          <p14:tracePt t="50484" x="5822950" y="400050"/>
          <p14:tracePt t="50502" x="5626100" y="387350"/>
          <p14:tracePt t="50517" x="5549900" y="387350"/>
          <p14:tracePt t="50534" x="5461000" y="387350"/>
          <p14:tracePt t="50551" x="5257800" y="368300"/>
          <p14:tracePt t="50567" x="5016500" y="349250"/>
          <p14:tracePt t="50584" x="4902200" y="349250"/>
          <p14:tracePt t="50601" x="4635500" y="349250"/>
          <p14:tracePt t="50617" x="4406900" y="361950"/>
          <p14:tracePt t="50634" x="4298950" y="361950"/>
          <p14:tracePt t="50650" x="4121150" y="361950"/>
          <p14:tracePt t="50667" x="3975100" y="381000"/>
          <p14:tracePt t="50684" x="3905250" y="381000"/>
          <p14:tracePt t="50700" x="3886200" y="381000"/>
          <p14:tracePt t="50716" x="3879850" y="381000"/>
          <p14:tracePt t="50734" x="3886200" y="387350"/>
          <p14:tracePt t="50750" x="3905250" y="393700"/>
          <p14:tracePt t="50767" x="3917950" y="393700"/>
          <p14:tracePt t="50783" x="3956050" y="393700"/>
          <p14:tracePt t="50800" x="3968750" y="393700"/>
          <p14:tracePt t="50817" x="3981450" y="393700"/>
          <p14:tracePt t="50833" x="4032250" y="393700"/>
          <p14:tracePt t="50849" x="4057650" y="393700"/>
          <p14:tracePt t="50867" x="4146550" y="393700"/>
          <p14:tracePt t="50883" x="4216400" y="381000"/>
          <p14:tracePt t="50899" x="4394200" y="374650"/>
          <p14:tracePt t="50916" x="4635500" y="361950"/>
          <p14:tracePt t="50933" x="4749800" y="361950"/>
          <p14:tracePt t="50949" x="5010150" y="349250"/>
          <p14:tracePt t="50966" x="5276850" y="342900"/>
          <p14:tracePt t="50982" x="5416550" y="342900"/>
          <p14:tracePt t="51000" x="5645150" y="342900"/>
          <p14:tracePt t="51015" x="5848350" y="342900"/>
          <p14:tracePt t="51032" x="5924550" y="355600"/>
          <p14:tracePt t="51050" x="6045200" y="374650"/>
          <p14:tracePt t="51065" x="6115050" y="381000"/>
          <p14:tracePt t="51082" x="6127750" y="381000"/>
          <p14:tracePt t="51099" x="6153150" y="381000"/>
          <p14:tracePt t="51115" x="6153150" y="387350"/>
          <p14:tracePt t="51155" x="6153150" y="381000"/>
          <p14:tracePt t="51197" x="6146800" y="381000"/>
          <p14:tracePt t="51204" x="6134100" y="381000"/>
          <p14:tracePt t="51218" x="6127750" y="381000"/>
          <p14:tracePt t="51232" x="6121400" y="381000"/>
          <p14:tracePt t="51249" x="6102350" y="381000"/>
          <p14:tracePt t="51265" x="6089650" y="381000"/>
          <p14:tracePt t="51282" x="6070600" y="381000"/>
          <p14:tracePt t="51298" x="6045200" y="381000"/>
          <p14:tracePt t="51315" x="6038850" y="381000"/>
          <p14:tracePt t="51331" x="6026150" y="381000"/>
          <p14:tracePt t="51348" x="6000750" y="381000"/>
          <p14:tracePt t="51366" x="5969000" y="387350"/>
          <p14:tracePt t="51381" x="5937250" y="387350"/>
          <p14:tracePt t="51398" x="5899150" y="393700"/>
          <p14:tracePt t="51415" x="5740400" y="412750"/>
          <p14:tracePt t="51431" x="5676900" y="425450"/>
          <p14:tracePt t="51447" x="5588000" y="425450"/>
          <p14:tracePt t="51464" x="5391150" y="431800"/>
          <p14:tracePt t="51481" x="5149850" y="450850"/>
          <p14:tracePt t="51497" x="5016500" y="463550"/>
          <p14:tracePt t="51514" x="4705350" y="463550"/>
          <p14:tracePt t="51531" x="4375150" y="444500"/>
          <p14:tracePt t="51548" x="4260850" y="444500"/>
          <p14:tracePt t="51564" x="4032250" y="438150"/>
          <p14:tracePt t="51580" x="3854450" y="419100"/>
          <p14:tracePt t="51598" x="3733800" y="406400"/>
          <p14:tracePt t="51614" x="3683000" y="400050"/>
          <p14:tracePt t="51630" x="3600450" y="400050"/>
          <p14:tracePt t="51647" x="3556000" y="393700"/>
          <p14:tracePt t="51663" x="3530600" y="393700"/>
          <p14:tracePt t="51680" x="3511550" y="393700"/>
          <p14:tracePt t="51697" x="3473450" y="387350"/>
          <p14:tracePt t="51713" x="3454400" y="387350"/>
          <p14:tracePt t="51731" x="3435350" y="381000"/>
          <p14:tracePt t="51746" x="3422650" y="381000"/>
          <p14:tracePt t="51763" x="3416300" y="381000"/>
          <p14:tracePt t="51780" x="3403600" y="381000"/>
          <p14:tracePt t="51796" x="3397250" y="381000"/>
          <p14:tracePt t="51813" x="3390900" y="381000"/>
          <p14:tracePt t="51830" x="3384550" y="381000"/>
          <p14:tracePt t="51928" x="3378200" y="381000"/>
          <p14:tracePt t="51969" x="3371850" y="381000"/>
          <p14:tracePt t="51977" x="3365500" y="381000"/>
          <p14:tracePt t="52019" x="3352800" y="381000"/>
          <p14:tracePt t="52040" x="3346450" y="381000"/>
          <p14:tracePt t="52047" x="3340100" y="381000"/>
          <p14:tracePt t="52068" x="3327400" y="381000"/>
          <p14:tracePt t="52082" x="3314700" y="381000"/>
          <p14:tracePt t="52089" x="3295650" y="381000"/>
          <p14:tracePt t="52103" x="3270250" y="381000"/>
          <p14:tracePt t="52112" x="3244850" y="381000"/>
          <p14:tracePt t="52128" x="3206750" y="381000"/>
          <p14:tracePt t="52145" x="3124200" y="387350"/>
          <p14:tracePt t="52162" x="3022600" y="387350"/>
          <p14:tracePt t="52178" x="2971800" y="387350"/>
          <p14:tracePt t="52195" x="2838450" y="387350"/>
          <p14:tracePt t="52211" x="2736850" y="374650"/>
          <p14:tracePt t="52229" x="2667000" y="374650"/>
          <p14:tracePt t="52245" x="2559050" y="349250"/>
          <p14:tracePt t="52261" x="2438400" y="323850"/>
          <p14:tracePt t="52279" x="2349500" y="304800"/>
          <p14:tracePt t="52294" x="2317750" y="304800"/>
          <p14:tracePt t="52311" x="2279650" y="298450"/>
          <p14:tracePt t="52328" x="2222500" y="285750"/>
          <p14:tracePt t="52361" x="2216150" y="285750"/>
          <p14:tracePt t="52378" x="2203450" y="285750"/>
          <p14:tracePt t="52394" x="2197100" y="285750"/>
          <p14:tracePt t="55652" x="2209800" y="292100"/>
          <p14:tracePt t="55667" x="2241550" y="304800"/>
          <p14:tracePt t="55673" x="2273300" y="330200"/>
          <p14:tracePt t="55683" x="2317750" y="349250"/>
          <p14:tracePt t="55699" x="2362200" y="381000"/>
          <p14:tracePt t="55716" x="2438400" y="444500"/>
          <p14:tracePt t="55733" x="2482850" y="463550"/>
          <p14:tracePt t="55750" x="2552700" y="508000"/>
          <p14:tracePt t="55765" x="2603500" y="558800"/>
          <p14:tracePt t="55782" x="2641600" y="584200"/>
          <p14:tracePt t="55800" x="2762250" y="673100"/>
          <p14:tracePt t="55816" x="2806700" y="698500"/>
          <p14:tracePt t="55832" x="2851150" y="736600"/>
          <p14:tracePt t="55849" x="2933700" y="793750"/>
          <p14:tracePt t="55865" x="3022600" y="869950"/>
          <p14:tracePt t="55882" x="3079750" y="914400"/>
          <p14:tracePt t="55899" x="3175000" y="1009650"/>
          <p14:tracePt t="55915" x="3225800" y="1098550"/>
          <p14:tracePt t="55933" x="3270250" y="1174750"/>
          <p14:tracePt t="55948" x="3282950" y="1200150"/>
          <p14:tracePt t="55965" x="3302000" y="1244600"/>
          <p14:tracePt t="55982" x="3321050" y="1289050"/>
          <p14:tracePt t="55998" x="3327400" y="1301750"/>
          <p14:tracePt t="56015" x="3327400" y="1308100"/>
          <p14:tracePt t="56032" x="3327400" y="1320800"/>
          <p14:tracePt t="56066" x="3327400" y="1327150"/>
          <p14:tracePt t="59135" x="3314700" y="1289050"/>
          <p14:tracePt t="59142" x="3276600" y="1231900"/>
          <p14:tracePt t="59157" x="3244850" y="1187450"/>
          <p14:tracePt t="59171" x="3206750" y="1130300"/>
          <p14:tracePt t="59187" x="3105150" y="977900"/>
          <p14:tracePt t="59204" x="3048000" y="908050"/>
          <p14:tracePt t="59220" x="2933700" y="730250"/>
          <p14:tracePt t="59237" x="2806700" y="546100"/>
          <p14:tracePt t="59255" x="2717800" y="381000"/>
          <p14:tracePt t="59271" x="2679700" y="336550"/>
          <p14:tracePt t="59287" x="2622550" y="279400"/>
          <p14:tracePt t="59304" x="2590800" y="254000"/>
          <p14:tracePt t="59320" x="2578100" y="247650"/>
          <p14:tracePt t="59353" x="2571750" y="241300"/>
          <p14:tracePt t="59374" x="2571750" y="247650"/>
          <p14:tracePt t="59390" x="2571750" y="254000"/>
          <p14:tracePt t="59403" x="2578100" y="254000"/>
          <p14:tracePt t="59420" x="2590800" y="260350"/>
          <p14:tracePt t="59438" x="2597150" y="266700"/>
          <p14:tracePt t="59453" x="2603500" y="273050"/>
          <p14:tracePt t="59470" x="2609850" y="279400"/>
          <p14:tracePt t="59487" x="2635250" y="304800"/>
          <p14:tracePt t="59503" x="2660650" y="336550"/>
          <p14:tracePt t="59520" x="2711450" y="400050"/>
          <p14:tracePt t="59536" x="2794000" y="520700"/>
          <p14:tracePt t="59553" x="2844800" y="590550"/>
          <p14:tracePt t="59570" x="2965450" y="730250"/>
          <p14:tracePt t="59586" x="3054350" y="869950"/>
          <p14:tracePt t="59603" x="3117850" y="939800"/>
          <p14:tracePt t="59620" x="3194050" y="1054100"/>
          <p14:tracePt t="59636" x="3257550" y="1143000"/>
          <p14:tracePt t="59652" x="3282950" y="1174750"/>
          <p14:tracePt t="59670" x="3308350" y="1231900"/>
          <p14:tracePt t="59686" x="3327400" y="1244600"/>
          <p14:tracePt t="59703" x="3333750" y="1257300"/>
          <p14:tracePt t="59735" x="3340100" y="1263650"/>
          <p14:tracePt t="59751" x="3346450" y="1270000"/>
          <p14:tracePt t="59769" x="3365500" y="1270000"/>
          <p14:tracePt t="59785" x="3384550" y="1276350"/>
          <p14:tracePt t="59803" x="3441700" y="1282700"/>
          <p14:tracePt t="59818" x="3543300" y="1282700"/>
          <p14:tracePt t="59835" x="3619500" y="1282700"/>
          <p14:tracePt t="59852" x="3848100" y="1282700"/>
          <p14:tracePt t="59868" x="4159250" y="1282700"/>
          <p14:tracePt t="59885" x="4324350" y="1270000"/>
          <p14:tracePt t="59902" x="4673600" y="1257300"/>
          <p14:tracePt t="59918" x="4953000" y="1244600"/>
          <p14:tracePt t="59935" x="5060950" y="1250950"/>
          <p14:tracePt t="59951" x="5200650" y="1257300"/>
          <p14:tracePt t="59968" x="5226050" y="1257300"/>
          <p14:tracePt t="59985" x="5276850" y="1263650"/>
          <p14:tracePt t="60001" x="5283200" y="1270000"/>
          <p14:tracePt t="60018" x="5289550" y="1270000"/>
          <p14:tracePt t="60035" x="5289550" y="1276350"/>
          <p14:tracePt t="60051" x="5302250" y="1276350"/>
          <p14:tracePt t="60068" x="5308600" y="1289050"/>
          <p14:tracePt t="60084" x="5327650" y="1295400"/>
          <p14:tracePt t="60101" x="5346700" y="1308100"/>
          <p14:tracePt t="60134" x="5346700" y="1314450"/>
          <p14:tracePt t="60581" x="5410200" y="1314450"/>
          <p14:tracePt t="60588" x="5492750" y="1282700"/>
          <p14:tracePt t="60602" x="5607050" y="1263650"/>
          <p14:tracePt t="60616" x="5753100" y="1231900"/>
          <p14:tracePt t="60632" x="6096000" y="1181100"/>
          <p14:tracePt t="60649" x="6223000" y="1162050"/>
          <p14:tracePt t="60666" x="6496050" y="1117600"/>
          <p14:tracePt t="60682" x="6750050" y="1085850"/>
          <p14:tracePt t="60699" x="6864350" y="1085850"/>
          <p14:tracePt t="60716" x="7023100" y="1066800"/>
          <p14:tracePt t="60732" x="7137400" y="1066800"/>
          <p14:tracePt t="60749" x="7175500" y="1066800"/>
          <p14:tracePt t="60765" x="7258050" y="1079500"/>
          <p14:tracePt t="60782" x="7308850" y="1098550"/>
          <p14:tracePt t="60799" x="7346950" y="1117600"/>
          <p14:tracePt t="60815" x="7359650" y="1130300"/>
          <p14:tracePt t="60832" x="7378700" y="1136650"/>
          <p14:tracePt t="60848" x="7391400" y="1143000"/>
          <p14:tracePt t="60865" x="7397750" y="1149350"/>
          <p14:tracePt t="60882" x="7404100" y="1149350"/>
          <p14:tracePt t="60898" x="7416800" y="1155700"/>
          <p14:tracePt t="60932" x="7423150" y="1155700"/>
          <p14:tracePt t="60967" x="7416800" y="1155700"/>
          <p14:tracePt t="60983" x="7410450" y="1155700"/>
          <p14:tracePt t="61470" x="7397750" y="1155700"/>
          <p14:tracePt t="61484" x="7372350" y="1155700"/>
          <p14:tracePt t="61491" x="7346950" y="1162050"/>
          <p14:tracePt t="61505" x="7327900" y="1162050"/>
          <p14:tracePt t="61513" x="7308850" y="1162050"/>
          <p14:tracePt t="61529" x="7277100" y="1162050"/>
          <p14:tracePt t="61547" x="7232650" y="1162050"/>
          <p14:tracePt t="61562" x="7162800" y="1143000"/>
          <p14:tracePt t="61579" x="7118350" y="1136650"/>
          <p14:tracePt t="61596" x="7010400" y="1123950"/>
          <p14:tracePt t="61612" x="6845300" y="1123950"/>
          <p14:tracePt t="61629" x="6756400" y="1123950"/>
          <p14:tracePt t="61646" x="6559550" y="1123950"/>
          <p14:tracePt t="61662" x="6445250" y="1123950"/>
          <p14:tracePt t="61679" x="6203950" y="1117600"/>
          <p14:tracePt t="61696" x="5911850" y="1104900"/>
          <p14:tracePt t="61712" x="5734050" y="1092200"/>
          <p14:tracePt t="61730" x="5327650" y="1066800"/>
          <p14:tracePt t="61746" x="4914900" y="1016000"/>
          <p14:tracePt t="61762" x="4667250" y="984250"/>
          <p14:tracePt t="61779" x="4241800" y="901700"/>
          <p14:tracePt t="61795" x="3905250" y="812800"/>
          <p14:tracePt t="61812" x="3778250" y="781050"/>
          <p14:tracePt t="61829" x="3568700" y="730250"/>
          <p14:tracePt t="61845" x="3422650" y="692150"/>
          <p14:tracePt t="61862" x="3371850" y="685800"/>
          <p14:tracePt t="61878" x="3302000" y="673100"/>
          <p14:tracePt t="61895" x="3251200" y="673100"/>
          <p14:tracePt t="61912" x="3232150" y="673100"/>
          <p14:tracePt t="61928" x="3206750" y="673100"/>
          <p14:tracePt t="61945" x="3194050" y="673100"/>
          <p14:tracePt t="61962" x="3168650" y="673100"/>
          <p14:tracePt t="61978" x="3149600" y="673100"/>
          <p14:tracePt t="61994" x="3136900" y="673100"/>
          <p14:tracePt t="62011" x="3124200" y="673100"/>
          <p14:tracePt t="62028" x="3098800" y="673100"/>
          <p14:tracePt t="62045" x="3092450" y="673100"/>
          <p14:tracePt t="62061" x="3086100" y="679450"/>
          <p14:tracePt t="62116" x="3086100" y="685800"/>
          <p14:tracePt t="62158" x="3092450" y="685800"/>
          <p14:tracePt t="62165" x="3098800" y="692150"/>
          <p14:tracePt t="62177" x="3111500" y="692150"/>
          <p14:tracePt t="62194" x="3136900" y="692150"/>
          <p14:tracePt t="62210" x="3155950" y="692150"/>
          <p14:tracePt t="62227" x="3187700" y="698500"/>
          <p14:tracePt t="62243" x="3384550" y="749300"/>
          <p14:tracePt t="62260" x="3486150" y="768350"/>
          <p14:tracePt t="62278" x="3740150" y="800100"/>
          <p14:tracePt t="62294" x="3860800" y="831850"/>
          <p14:tracePt t="62310" x="4114800" y="863600"/>
          <p14:tracePt t="62327" x="4318000" y="901700"/>
          <p14:tracePt t="62343" x="4406900" y="914400"/>
          <p14:tracePt t="62360" x="4552950" y="946150"/>
          <p14:tracePt t="62377" x="4660900" y="958850"/>
          <p14:tracePt t="62394" x="4699000" y="971550"/>
          <p14:tracePt t="62410" x="4781550" y="984250"/>
          <p14:tracePt t="62426" x="4857750" y="1003300"/>
          <p14:tracePt t="62443" x="4883150" y="1009650"/>
          <p14:tracePt t="62461" x="4933950" y="1009650"/>
          <p14:tracePt t="62476" x="4959350" y="1009650"/>
          <p14:tracePt t="62493" x="4972050" y="1009650"/>
          <p14:tracePt t="62510" x="4984750" y="1009650"/>
          <p14:tracePt t="62526" x="5010150" y="1009650"/>
          <p14:tracePt t="62543" x="5022850" y="1009650"/>
          <p14:tracePt t="62559" x="5067300" y="1009650"/>
          <p14:tracePt t="62576" x="5092700" y="1009650"/>
          <p14:tracePt t="62594" x="5168900" y="1003300"/>
          <p14:tracePt t="62609" x="5289550" y="990600"/>
          <p14:tracePt t="62625" x="5365750" y="984250"/>
          <p14:tracePt t="62643" x="5530850" y="971550"/>
          <p14:tracePt t="62659" x="5746750" y="971550"/>
          <p14:tracePt t="62675" x="5848350" y="971550"/>
          <p14:tracePt t="62693" x="6051550" y="971550"/>
          <p14:tracePt t="62708" x="6292850" y="990600"/>
          <p14:tracePt t="62725" x="6394450" y="996950"/>
          <p14:tracePt t="62742" x="6578600" y="1028700"/>
          <p14:tracePt t="62758" x="6731000" y="1054100"/>
          <p14:tracePt t="62775" x="6800850" y="1066800"/>
          <p14:tracePt t="62791" x="6908800" y="1092200"/>
          <p14:tracePt t="62808" x="6991350" y="1111250"/>
          <p14:tracePt t="62826" x="7023100" y="1123950"/>
          <p14:tracePt t="62841" x="7035800" y="1130300"/>
          <p14:tracePt t="62858" x="7054850" y="1130300"/>
          <p14:tracePt t="62875" x="7061200" y="1136650"/>
          <p14:tracePt t="62908" x="7067550" y="1136650"/>
          <p14:tracePt t="62925" x="7086600" y="1143000"/>
          <p14:tracePt t="62958" x="7092950" y="1149350"/>
          <p14:tracePt t="62974" x="7099300" y="1155700"/>
          <p14:tracePt t="62994" x="7105650" y="1155700"/>
          <p14:tracePt t="63036" x="7105650" y="1162050"/>
          <p14:tracePt t="63050" x="7099300" y="1162050"/>
          <p14:tracePt t="63059" x="7092950" y="1168400"/>
          <p14:tracePt t="63078" x="7086600" y="1174750"/>
          <p14:tracePt t="63090" x="7080250" y="1174750"/>
          <p14:tracePt t="63107" x="7061200" y="1174750"/>
          <p14:tracePt t="63124" x="7054850" y="1174750"/>
          <p14:tracePt t="63141" x="7048500" y="1174750"/>
          <p14:tracePt t="63157" x="7035800" y="1181100"/>
          <p14:tracePt t="63174" x="7029450" y="1181100"/>
          <p14:tracePt t="63192" x="7004050" y="1181100"/>
          <p14:tracePt t="63207" x="6985000" y="1181100"/>
          <p14:tracePt t="63223" x="6946900" y="1187450"/>
          <p14:tracePt t="63241" x="6896100" y="1187450"/>
          <p14:tracePt t="63257" x="6864350" y="1193800"/>
          <p14:tracePt t="63274" x="6788150" y="1200150"/>
          <p14:tracePt t="63290" x="6705600" y="1219200"/>
          <p14:tracePt t="63306" x="6661150" y="1225550"/>
          <p14:tracePt t="63323" x="6578600" y="1231900"/>
          <p14:tracePt t="63339" x="6464300" y="1244600"/>
          <p14:tracePt t="63356" x="6400800" y="1244600"/>
          <p14:tracePt t="63374" x="6254750" y="1263650"/>
          <p14:tracePt t="63389" x="6089650" y="1263650"/>
          <p14:tracePt t="63406" x="6000750" y="1257300"/>
          <p14:tracePt t="63423" x="5822950" y="1238250"/>
          <p14:tracePt t="63439" x="5664200" y="1219200"/>
          <p14:tracePt t="63456" x="5588000" y="1219200"/>
          <p14:tracePt t="63473" x="5448300" y="1206500"/>
          <p14:tracePt t="63489" x="5384800" y="1200150"/>
          <p14:tracePt t="63506" x="5276850" y="1193800"/>
          <p14:tracePt t="63522" x="5194300" y="1181100"/>
          <p14:tracePt t="63539" x="5156200" y="1181100"/>
          <p14:tracePt t="63556" x="5124450" y="1168400"/>
          <p14:tracePt t="63572" x="5099050" y="1168400"/>
          <p14:tracePt t="63589" x="5092700" y="1162050"/>
          <p14:tracePt t="63606" x="5086350" y="1162050"/>
          <p14:tracePt t="63710" x="5092700" y="1162050"/>
          <p14:tracePt t="63752" x="5099050" y="1168400"/>
          <p14:tracePt t="63760" x="5105400" y="1168400"/>
          <p14:tracePt t="63789" x="5111750" y="1181100"/>
          <p14:tracePt t="64181" x="5092700" y="1181100"/>
          <p14:tracePt t="64195" x="5060950" y="1168400"/>
          <p14:tracePt t="64203" x="5029200" y="1143000"/>
          <p14:tracePt t="64210" x="4997450" y="1130300"/>
          <p14:tracePt t="64224" x="4953000" y="1104900"/>
          <p14:tracePt t="64237" x="4908550" y="1085850"/>
          <p14:tracePt t="64253" x="4826000" y="1054100"/>
          <p14:tracePt t="64270" x="4781550" y="1022350"/>
          <p14:tracePt t="64287" x="4667250" y="977900"/>
          <p14:tracePt t="64303" x="4533900" y="933450"/>
          <p14:tracePt t="64320" x="4451350" y="901700"/>
          <p14:tracePt t="64336" x="4292600" y="838200"/>
          <p14:tracePt t="64352" x="4121150" y="768350"/>
          <p14:tracePt t="64369" x="4013200" y="730250"/>
          <p14:tracePt t="64386" x="3816350" y="641350"/>
          <p14:tracePt t="64403" x="3721100" y="603250"/>
          <p14:tracePt t="64420" x="3549650" y="520700"/>
          <p14:tracePt t="64436" x="3416300" y="469900"/>
          <p14:tracePt t="64452" x="3371850" y="457200"/>
          <p14:tracePt t="64470" x="3289300" y="438150"/>
          <p14:tracePt t="64486" x="3232150" y="419100"/>
          <p14:tracePt t="64502" x="3206750" y="412750"/>
          <p14:tracePt t="64519" x="3181350" y="406400"/>
          <p14:tracePt t="64535" x="3149600" y="400050"/>
          <p14:tracePt t="64552" x="3136900" y="400050"/>
          <p14:tracePt t="64555" x="3117850" y="393700"/>
          <p14:tracePt t="64569" x="3098800" y="393700"/>
          <p14:tracePt t="64585" x="3054350" y="393700"/>
          <p14:tracePt t="64604" x="2997200" y="393700"/>
          <p14:tracePt t="64619" x="2959100" y="393700"/>
          <p14:tracePt t="64635" x="2895600" y="393700"/>
          <p14:tracePt t="64653" x="2813050" y="393700"/>
          <p14:tracePt t="64668" x="2781300" y="393700"/>
          <p14:tracePt t="64685" x="2743200" y="393700"/>
          <p14:tracePt t="64702" x="2660650" y="393700"/>
          <p14:tracePt t="64718" x="2628900" y="387350"/>
          <p14:tracePt t="64735" x="2609850" y="387350"/>
          <p14:tracePt t="64751" x="2565400" y="381000"/>
          <p14:tracePt t="64768" x="2546350" y="381000"/>
          <p14:tracePt t="64786" x="2533650" y="374650"/>
          <p14:tracePt t="64801" x="2527300" y="374650"/>
          <p14:tracePt t="64818" x="2527300" y="381000"/>
          <p14:tracePt t="64835" x="2527300" y="387350"/>
          <p14:tracePt t="64868" x="2540000" y="393700"/>
          <p14:tracePt t="64905" x="2546350" y="400050"/>
          <p14:tracePt t="64918" x="2552700" y="400050"/>
          <p14:tracePt t="64935" x="2559050" y="400050"/>
          <p14:tracePt t="64975" x="2565400" y="400050"/>
          <p14:tracePt t="66019" x="2590800" y="412750"/>
          <p14:tracePt t="66026" x="2635250" y="463550"/>
          <p14:tracePt t="66040" x="2686050" y="520700"/>
          <p14:tracePt t="66049" x="2743200" y="577850"/>
          <p14:tracePt t="66063" x="2806700" y="654050"/>
          <p14:tracePt t="66080" x="2940050" y="806450"/>
          <p14:tracePt t="66097" x="3073400" y="971550"/>
          <p14:tracePt t="66114" x="3136900" y="1054100"/>
          <p14:tracePt t="66130" x="3213100" y="1162050"/>
          <p14:tracePt t="66146" x="3384550" y="1377950"/>
          <p14:tracePt t="66163" x="3568700" y="1606550"/>
          <p14:tracePt t="66180" x="3663950" y="1689100"/>
          <p14:tracePt t="66196" x="3848100" y="1898650"/>
          <p14:tracePt t="66213" x="4044950" y="2108200"/>
          <p14:tracePt t="66230" x="4267200" y="2330450"/>
          <p14:tracePt t="66246" x="4349750" y="2413000"/>
          <p14:tracePt t="66263" x="4559300" y="2584450"/>
          <p14:tracePt t="66280" x="4705350" y="2749550"/>
          <p14:tracePt t="66296" x="4787900" y="2838450"/>
          <p14:tracePt t="66313" x="4921250" y="3016250"/>
          <p14:tracePt t="66330" x="5010150" y="3155950"/>
          <p14:tracePt t="66346" x="5054600" y="3219450"/>
          <p14:tracePt t="66363" x="5124450" y="3397250"/>
          <p14:tracePt t="66379" x="5175250" y="3575050"/>
          <p14:tracePt t="66395" x="5181600" y="3670300"/>
          <p14:tracePt t="66413" x="5194300" y="3835400"/>
          <p14:tracePt t="66429" x="5213350" y="3911600"/>
          <p14:tracePt t="66446" x="5232400" y="4095750"/>
          <p14:tracePt t="66462" x="5264150" y="4273550"/>
          <p14:tracePt t="66479" x="5270500" y="4337050"/>
          <p14:tracePt t="66496" x="5302250" y="4483100"/>
          <p14:tracePt t="66512" x="5327650" y="4616450"/>
          <p14:tracePt t="66529" x="5340350" y="4660900"/>
          <p14:tracePt t="66546" x="5340350" y="4724400"/>
          <p14:tracePt t="66562" x="5340350" y="4768850"/>
          <p14:tracePt t="66578" x="5334000" y="4781550"/>
          <p14:tracePt t="66596" x="5264150" y="4832350"/>
          <p14:tracePt t="66612" x="5226050" y="4838700"/>
          <p14:tracePt t="66628" x="5213350" y="4838700"/>
          <p14:tracePt t="66993" x="5207000" y="4870450"/>
          <p14:tracePt t="66999" x="5200650" y="4921250"/>
          <p14:tracePt t="67014" x="5181600" y="4978400"/>
          <p14:tracePt t="67028" x="5168900" y="5041900"/>
          <p14:tracePt t="67043" x="5124450" y="5162550"/>
          <p14:tracePt t="67060" x="5105400" y="5232400"/>
          <p14:tracePt t="67063" x="5086350" y="5289550"/>
          <p14:tracePt t="67077" x="5067300" y="5327650"/>
          <p14:tracePt t="67093" x="5022850" y="5416550"/>
          <p14:tracePt t="67110" x="5016500" y="5448300"/>
          <p14:tracePt t="67127" x="4997450" y="5499100"/>
          <p14:tracePt t="67143" x="4984750" y="5530850"/>
          <p14:tracePt t="67160" x="4972050" y="5556250"/>
          <p14:tracePt t="67176" x="4965700" y="5581650"/>
          <p14:tracePt t="67193" x="4959350" y="5594350"/>
          <p14:tracePt t="67210" x="4959350" y="5613400"/>
          <p14:tracePt t="67226" x="4959350" y="5619750"/>
          <p14:tracePt t="67243" x="4959350" y="5632450"/>
          <p14:tracePt t="67260" x="4959350" y="5645150"/>
          <p14:tracePt t="67276" x="4959350" y="5657850"/>
          <p14:tracePt t="67293" x="4959350" y="5664200"/>
          <p14:tracePt t="67309" x="4959350" y="5676900"/>
          <p14:tracePt t="67326" x="4959350" y="5689600"/>
          <p14:tracePt t="67343" x="4959350" y="5695950"/>
          <p14:tracePt t="67359" x="4959350" y="5702300"/>
          <p14:tracePt t="67376" x="4959350" y="5708650"/>
          <p14:tracePt t="67409" x="4959350" y="5715000"/>
          <p14:tracePt t="67426" x="4972050" y="5721350"/>
          <p14:tracePt t="67443" x="4991100" y="5727700"/>
          <p14:tracePt t="67459" x="5003800" y="5734050"/>
          <p14:tracePt t="67475" x="5054600" y="5746750"/>
          <p14:tracePt t="67492" x="5137150" y="5765800"/>
          <p14:tracePt t="67509" x="5175250" y="5772150"/>
          <p14:tracePt t="67525" x="5251450" y="5778500"/>
          <p14:tracePt t="67542" x="5499100" y="5810250"/>
          <p14:tracePt t="67558" x="5588000" y="5822950"/>
          <p14:tracePt t="67561" x="5664200" y="5829300"/>
          <p14:tracePt t="67578" x="5759450" y="5842000"/>
          <p14:tracePt t="67592" x="5848350" y="5842000"/>
          <p14:tracePt t="67608" x="6013450" y="5861050"/>
          <p14:tracePt t="67625" x="6153150" y="5861050"/>
          <p14:tracePt t="67641" x="6229350" y="5867400"/>
          <p14:tracePt t="67658" x="6350000" y="5880100"/>
          <p14:tracePt t="67675" x="6419850" y="5886450"/>
          <p14:tracePt t="67691" x="6445250" y="5886450"/>
          <p14:tracePt t="67709" x="6483350" y="5892800"/>
          <p14:tracePt t="67724" x="6489700" y="5892800"/>
          <p14:tracePt t="67786" x="6489700" y="5880100"/>
          <p14:tracePt t="68295" x="6483350" y="5880100"/>
          <p14:tracePt t="68309" x="6477000" y="5880100"/>
          <p14:tracePt t="68316" x="6464300" y="5880100"/>
          <p14:tracePt t="68325" x="6451600" y="5880100"/>
          <p14:tracePt t="68339" x="6438900" y="5880100"/>
          <p14:tracePt t="68356" x="6419850" y="5880100"/>
          <p14:tracePt t="68373" x="6381750" y="5880100"/>
          <p14:tracePt t="68389" x="6311900" y="5880100"/>
          <p14:tracePt t="68405" x="6261100" y="5880100"/>
          <p14:tracePt t="68422" x="6134100" y="5867400"/>
          <p14:tracePt t="68439" x="5988050" y="5867400"/>
          <p14:tracePt t="68456" x="5911850" y="5867400"/>
          <p14:tracePt t="68471" x="5759450" y="5873750"/>
          <p14:tracePt t="68488" x="5594350" y="5873750"/>
          <p14:tracePt t="68506" x="5441950" y="5873750"/>
          <p14:tracePt t="68522" x="5353050" y="5873750"/>
          <p14:tracePt t="68538" x="5276850" y="5873750"/>
          <p14:tracePt t="68557" x="5105400" y="5861050"/>
          <p14:tracePt t="68572" x="5080000" y="5861050"/>
          <p14:tracePt t="68588" x="5054600" y="5854700"/>
          <p14:tracePt t="68604" x="5016500" y="5842000"/>
          <p14:tracePt t="68621" x="4984750" y="5829300"/>
          <p14:tracePt t="68640" x="4959350" y="5822950"/>
          <p14:tracePt t="68654" x="4946650" y="5822950"/>
          <p14:tracePt t="68672" x="4921250" y="5816600"/>
          <p14:tracePt t="68690" x="4908550" y="5816600"/>
          <p14:tracePt t="68704" x="4902200" y="5816600"/>
          <p14:tracePt t="68721" x="4889500" y="5816600"/>
          <p14:tracePt t="68738" x="4883150" y="5816600"/>
          <p14:tracePt t="68754" x="4876800" y="5816600"/>
          <p14:tracePt t="68771" x="4864100" y="5810250"/>
          <p14:tracePt t="68788" x="4857750" y="5810250"/>
          <p14:tracePt t="68804" x="4851400" y="5810250"/>
          <p14:tracePt t="68906" x="4857750" y="5810250"/>
          <p14:tracePt t="68927" x="4864100" y="5810250"/>
          <p14:tracePt t="68941" x="4870450" y="5810250"/>
          <p14:tracePt t="68962" x="4876800" y="5810250"/>
          <p14:tracePt t="68970" x="4883150" y="5810250"/>
          <p14:tracePt t="68997" x="4895850" y="5816600"/>
          <p14:tracePt t="69011" x="4921250" y="5822950"/>
          <p14:tracePt t="69018" x="4940300" y="5835650"/>
          <p14:tracePt t="69033" x="4978400" y="5842000"/>
          <p14:tracePt t="69040" x="5035550" y="5861050"/>
          <p14:tracePt t="69054" x="5111750" y="5880100"/>
          <p14:tracePt t="69070" x="5283200" y="5937250"/>
          <p14:tracePt t="69086" x="5391150" y="5969000"/>
          <p14:tracePt t="69104" x="5575300" y="6032500"/>
          <p14:tracePt t="69120" x="5721350" y="6070600"/>
          <p14:tracePt t="69136" x="5772150" y="6076950"/>
          <p14:tracePt t="69153" x="5880100" y="6089650"/>
          <p14:tracePt t="69170" x="5918200" y="6089650"/>
          <p14:tracePt t="69187" x="5994400" y="6089650"/>
          <p14:tracePt t="69203" x="6045200" y="6096000"/>
          <p14:tracePt t="69220" x="6076950" y="6096000"/>
          <p14:tracePt t="69237" x="6115050" y="6083300"/>
          <p14:tracePt t="69269" x="6127750" y="6064250"/>
          <p14:tracePt t="69286" x="6127750" y="6051550"/>
          <p14:tracePt t="72171" x="6108700" y="6051550"/>
          <p14:tracePt t="72178" x="6070600" y="6045200"/>
          <p14:tracePt t="72195" x="6007100" y="6045200"/>
          <p14:tracePt t="72210" x="5791200" y="6045200"/>
          <p14:tracePt t="72226" x="5632450" y="6057900"/>
          <p14:tracePt t="72243" x="4984750" y="6159500"/>
          <p14:tracePt t="72260" x="4673600" y="6159500"/>
          <p14:tracePt t="72277" x="4387850" y="6127750"/>
          <p14:tracePt t="72293" x="4330700" y="6108700"/>
          <p14:tracePt t="72310" x="4305300" y="6102350"/>
          <p14:tracePt t="72326" x="4292600" y="6096000"/>
          <p14:tracePt t="72381" x="4298950" y="6096000"/>
          <p14:tracePt t="72431" x="4305300" y="6096000"/>
          <p14:tracePt t="72466" x="4311650" y="6096000"/>
          <p14:tracePt t="72480" x="4318000" y="6089650"/>
          <p14:tracePt t="72508" x="4324350" y="6089650"/>
          <p14:tracePt t="72543" x="4330700" y="6083300"/>
          <p14:tracePt t="72564" x="4330700" y="6076950"/>
          <p14:tracePt t="72571" x="4337050" y="6070600"/>
          <p14:tracePt t="72578" x="4343400" y="6064250"/>
          <p14:tracePt t="72594" x="4343400" y="6057900"/>
          <p14:tracePt t="72608" x="4356100" y="6051550"/>
          <p14:tracePt t="72624" x="4394200" y="6026150"/>
          <p14:tracePt t="72643" x="4483100" y="5975350"/>
          <p14:tracePt t="72657" x="4540250" y="5924550"/>
          <p14:tracePt t="72674" x="4692650" y="5835650"/>
          <p14:tracePt t="72691" x="4775200" y="5772150"/>
          <p14:tracePt t="72707" x="4921250" y="5683250"/>
          <p14:tracePt t="72724" x="5022850" y="5619750"/>
          <p14:tracePt t="72741" x="5099050" y="5575300"/>
          <p14:tracePt t="72757" x="5124450" y="5562600"/>
          <p14:tracePt t="72774" x="5143500" y="5549900"/>
          <p14:tracePt t="72791" x="5181600" y="5524500"/>
          <p14:tracePt t="72807" x="5187950" y="5524500"/>
          <p14:tracePt t="72824" x="5194300" y="5524500"/>
          <p14:tracePt t="72840" x="5200650" y="5518150"/>
          <p14:tracePt t="72877" x="5200650" y="5511800"/>
          <p14:tracePt t="73007" x="5200650" y="5518150"/>
          <p14:tracePt t="73857" x="5238750" y="5530850"/>
          <p14:tracePt t="73864" x="5302250" y="5549900"/>
          <p14:tracePt t="73878" x="5359400" y="5575300"/>
          <p14:tracePt t="73887" x="5416550" y="5607050"/>
          <p14:tracePt t="73903" x="5461000" y="5632450"/>
          <p14:tracePt t="73920" x="5588000" y="5689600"/>
          <p14:tracePt t="73936" x="5721350" y="5759450"/>
          <p14:tracePt t="73953" x="5778500" y="5797550"/>
          <p14:tracePt t="73970" x="5880100" y="5854700"/>
          <p14:tracePt t="73986" x="5956300" y="5892800"/>
          <p14:tracePt t="74003" x="5975350" y="5899150"/>
          <p14:tracePt t="74020" x="6013450" y="5924550"/>
          <p14:tracePt t="74036" x="6032500" y="5937250"/>
          <p14:tracePt t="74053" x="6064250" y="5956300"/>
          <p14:tracePt t="74070" x="6096000" y="5969000"/>
          <p14:tracePt t="74086" x="6108700" y="5969000"/>
          <p14:tracePt t="74103" x="6127750" y="5969000"/>
          <p14:tracePt t="74119" x="6146800" y="5969000"/>
          <p14:tracePt t="74136" x="6165850" y="5969000"/>
          <p14:tracePt t="74153" x="6172200" y="5956300"/>
          <p14:tracePt t="76044" x="6172200" y="5949950"/>
          <p14:tracePt t="76051" x="6165850" y="5949950"/>
          <p14:tracePt t="76065" x="6165850" y="5943600"/>
          <p14:tracePt t="76080" x="6159500" y="5930900"/>
          <p14:tracePt t="76096" x="6146800" y="5911850"/>
          <p14:tracePt t="76113" x="6134100" y="5899150"/>
          <p14:tracePt t="76129" x="6121400" y="5867400"/>
          <p14:tracePt t="76146" x="6102350" y="5829300"/>
          <p14:tracePt t="76162" x="6096000" y="5810250"/>
          <p14:tracePt t="76165" x="6089650" y="5797550"/>
          <p14:tracePt t="76179" x="6076950" y="5784850"/>
          <p14:tracePt t="76195" x="6064250" y="5759450"/>
          <p14:tracePt t="76213" x="6051550" y="5753100"/>
          <p14:tracePt t="76229" x="6026150" y="5727700"/>
          <p14:tracePt t="76246" x="6019800" y="5727700"/>
          <p14:tracePt t="76264" x="6007100" y="5715000"/>
          <p14:tracePt t="76279" x="6000750" y="5715000"/>
          <p14:tracePt t="76295" x="5994400" y="5708650"/>
          <p14:tracePt t="76312" x="5988050" y="5702300"/>
          <p14:tracePt t="76348" x="5981700" y="5695950"/>
          <p14:tracePt t="76416" x="5975350" y="5695950"/>
          <p14:tracePt t="76423" x="5969000" y="5695950"/>
          <p14:tracePt t="76451" x="5962650" y="5702300"/>
          <p14:tracePt t="76515" x="5956300" y="5702300"/>
          <p14:tracePt t="76543" x="5949950" y="5702300"/>
          <p14:tracePt t="76564" x="5943600" y="5702300"/>
          <p14:tracePt t="76586" x="5937250" y="5702300"/>
          <p14:tracePt t="76594" x="5930900" y="5702300"/>
          <p14:tracePt t="76606" x="5924550" y="5702300"/>
          <p14:tracePt t="76635" x="5911850" y="5702300"/>
          <p14:tracePt t="76663" x="5899150" y="5702300"/>
          <p14:tracePt t="76678" x="5886450" y="5702300"/>
          <p14:tracePt t="76684" x="5854700" y="5708650"/>
          <p14:tracePt t="76698" x="5829300" y="5708650"/>
          <p14:tracePt t="76710" x="5784850" y="5727700"/>
          <p14:tracePt t="76727" x="5683250" y="5746750"/>
          <p14:tracePt t="76743" x="5613400" y="5753100"/>
          <p14:tracePt t="76761" x="5461000" y="5772150"/>
          <p14:tracePt t="76777" x="5295900" y="5784850"/>
          <p14:tracePt t="76793" x="5219700" y="5784850"/>
          <p14:tracePt t="76810" x="5086350" y="5778500"/>
          <p14:tracePt t="76827" x="4991100" y="5765800"/>
          <p14:tracePt t="76843" x="4965700" y="5753100"/>
          <p14:tracePt t="76860" x="4921250" y="5740400"/>
          <p14:tracePt t="76876" x="4902200" y="5734050"/>
          <p14:tracePt t="76893" x="4889500" y="5727700"/>
          <p14:tracePt t="76909" x="4883150" y="5727700"/>
          <p14:tracePt t="76926" x="4876800" y="5721350"/>
          <p14:tracePt t="76944" x="4851400" y="5715000"/>
          <p14:tracePt t="76960" x="4845050" y="5715000"/>
          <p14:tracePt t="76976" x="4838700" y="5715000"/>
          <p14:tracePt t="76993" x="4819650" y="5702300"/>
          <p14:tracePt t="77009" x="4800600" y="5695950"/>
          <p14:tracePt t="77026" x="4787900" y="5695950"/>
          <p14:tracePt t="77043" x="4756150" y="5683250"/>
          <p14:tracePt t="77059" x="4705350" y="5676900"/>
          <p14:tracePt t="77076" x="4686300" y="5670550"/>
          <p14:tracePt t="77092" x="4622800" y="5645150"/>
          <p14:tracePt t="77109" x="4559300" y="5638800"/>
          <p14:tracePt t="77125" x="4527550" y="5638800"/>
          <p14:tracePt t="77142" x="4464050" y="5638800"/>
          <p14:tracePt t="77159" x="4400550" y="5632450"/>
          <p14:tracePt t="77177" x="4318000" y="5626100"/>
          <p14:tracePt t="77192" x="4279900" y="5613400"/>
          <p14:tracePt t="77208" x="4241800" y="5613400"/>
          <p14:tracePt t="77226" x="4121150" y="5600700"/>
          <p14:tracePt t="77242" x="4089400" y="5600700"/>
          <p14:tracePt t="77258" x="4051300" y="5600700"/>
          <p14:tracePt t="77275" x="3981450" y="5600700"/>
          <p14:tracePt t="77292" x="3924300" y="5600700"/>
          <p14:tracePt t="77309" x="3905250" y="5594350"/>
          <p14:tracePt t="77324" x="3848100" y="5594350"/>
          <p14:tracePt t="77341" x="3790950" y="5600700"/>
          <p14:tracePt t="77359" x="3721100" y="5600700"/>
          <p14:tracePt t="77374" x="3695700" y="5600700"/>
          <p14:tracePt t="77391" x="3644900" y="5600700"/>
          <p14:tracePt t="77409" x="3600450" y="5600700"/>
          <p14:tracePt t="77424" x="3575050" y="5600700"/>
          <p14:tracePt t="77441" x="3543300" y="5600700"/>
          <p14:tracePt t="77458" x="3517900" y="5600700"/>
          <p14:tracePt t="77474" x="3498850" y="5600700"/>
          <p14:tracePt t="77492" x="3479800" y="5600700"/>
          <p14:tracePt t="77507" x="3473450" y="5619750"/>
          <p14:tracePt t="77524" x="3467100" y="5632450"/>
          <p14:tracePt t="77541" x="3454400" y="5638800"/>
          <p14:tracePt t="78329" x="3448050" y="5638800"/>
          <p14:tracePt t="78336" x="3441700" y="5638800"/>
          <p14:tracePt t="78351" x="3435350" y="5638800"/>
          <p14:tracePt t="78358" x="3422650" y="5638800"/>
          <p14:tracePt t="78372" x="3409950" y="5638800"/>
          <p14:tracePt t="78387" x="3371850" y="5638800"/>
          <p14:tracePt t="78404" x="3346450" y="5638800"/>
          <p14:tracePt t="78422" x="3302000" y="5645150"/>
          <p14:tracePt t="78437" x="3238500" y="5670550"/>
          <p14:tracePt t="78454" x="3194050" y="5683250"/>
          <p14:tracePt t="78471" x="3111500" y="5708650"/>
          <p14:tracePt t="78488" x="3067050" y="5727700"/>
          <p14:tracePt t="78505" x="2952750" y="5753100"/>
          <p14:tracePt t="78521" x="2914650" y="5759450"/>
          <p14:tracePt t="78537" x="2882900" y="5759450"/>
          <p14:tracePt t="78554" x="2844800" y="5765800"/>
          <p14:tracePt t="78571" x="2819400" y="5772150"/>
          <p14:tracePt t="78587" x="2806700" y="5778500"/>
          <p14:tracePt t="78604" x="2781300" y="5784850"/>
          <p14:tracePt t="78620" x="2755900" y="5797550"/>
          <p14:tracePt t="78637" x="2743200" y="5803900"/>
          <p14:tracePt t="78654" x="2692400" y="5829300"/>
          <p14:tracePt t="78670" x="2597150" y="5848350"/>
          <p14:tracePt t="78687" x="2546350" y="5854700"/>
          <p14:tracePt t="78690" x="2501900" y="5861050"/>
          <p14:tracePt t="78704" x="2457450" y="5873750"/>
          <p14:tracePt t="78720" x="2368550" y="5886450"/>
          <p14:tracePt t="78737" x="2286000" y="5899150"/>
          <p14:tracePt t="78753" x="2266950" y="5899150"/>
          <p14:tracePt t="78770" x="2235200" y="5899150"/>
          <p14:tracePt t="78787" x="2184400" y="5905500"/>
          <p14:tracePt t="78803" x="2127250" y="5905500"/>
          <p14:tracePt t="78819" x="2108200" y="5911850"/>
          <p14:tracePt t="78836" x="2070100" y="5918200"/>
          <p14:tracePt t="78853" x="2025650" y="5918200"/>
          <p14:tracePt t="78869" x="2006600" y="5918200"/>
          <p14:tracePt t="78886" x="1981200" y="5918200"/>
          <p14:tracePt t="78902" x="1968500" y="5918200"/>
          <p14:tracePt t="79018" x="1968500" y="5911850"/>
          <p14:tracePt t="79292" x="1962150" y="5911850"/>
          <p14:tracePt t="79341" x="1955800" y="5911850"/>
          <p14:tracePt t="79349" x="1949450" y="5911850"/>
          <p14:tracePt t="79362" x="1943100" y="5911850"/>
          <p14:tracePt t="79371" x="1936750" y="5911850"/>
          <p14:tracePt t="79385" x="1924050" y="5911850"/>
          <p14:tracePt t="79401" x="1917700" y="5911850"/>
          <p14:tracePt t="79418" x="1892300" y="5911850"/>
          <p14:tracePt t="79435" x="1841500" y="5905500"/>
          <p14:tracePt t="79451" x="1809750" y="5899150"/>
          <p14:tracePt t="79468" x="1765300" y="5899150"/>
          <p14:tracePt t="79484" x="1708150" y="5892800"/>
          <p14:tracePt t="79500" x="1695450" y="5892800"/>
          <p14:tracePt t="79518" x="1651000" y="5892800"/>
          <p14:tracePt t="79534" x="1631950" y="5892800"/>
          <p14:tracePt t="79550" x="1625600" y="5892800"/>
          <p14:tracePt t="79567" x="1619250" y="5892800"/>
          <p14:tracePt t="79584" x="1612900" y="5892800"/>
          <p14:tracePt t="79693" x="1619250" y="5892800"/>
          <p14:tracePt t="79756" x="1625600" y="5892800"/>
          <p14:tracePt t="79770" x="1631950" y="5892800"/>
          <p14:tracePt t="79791" x="1638300" y="5892800"/>
          <p14:tracePt t="79826" x="1644650" y="5899150"/>
          <p14:tracePt t="79876" x="1651000" y="5899150"/>
          <p14:tracePt t="79884" x="1657350" y="5899150"/>
          <p14:tracePt t="79904" x="1657350" y="5905500"/>
          <p14:tracePt t="79967" x="1663700" y="5911850"/>
          <p14:tracePt t="79995" x="1670050" y="5911850"/>
          <p14:tracePt t="80002" x="1676400" y="5911850"/>
          <p14:tracePt t="80023" x="1682750" y="5918200"/>
          <p14:tracePt t="80044" x="1682750" y="5924550"/>
          <p14:tracePt t="80808" x="1676400" y="5924550"/>
          <p14:tracePt t="80828" x="1670050" y="5918200"/>
          <p14:tracePt t="80836" x="1663700" y="5918200"/>
          <p14:tracePt t="80857" x="1657350" y="5911850"/>
          <p14:tracePt t="80865" x="1644650" y="5905500"/>
          <p14:tracePt t="80880" x="1638300" y="5899150"/>
          <p14:tracePt t="80896" x="1625600" y="5899150"/>
          <p14:tracePt t="80913" x="1606550" y="5892800"/>
          <p14:tracePt t="80929" x="1600200" y="5886450"/>
          <p14:tracePt t="80946" x="1587500" y="5886450"/>
          <p14:tracePt t="80963" x="1574800" y="5886450"/>
          <p14:tracePt t="80979" x="1568450" y="5886450"/>
          <p14:tracePt t="80995" x="1562100" y="5886450"/>
          <p14:tracePt t="81012" x="1555750" y="5886450"/>
          <p14:tracePt t="81068" x="1549400" y="5886450"/>
          <p14:tracePt t="81075" x="1543050" y="5886450"/>
          <p14:tracePt t="81110" x="1536700" y="5886450"/>
          <p14:tracePt t="81370" x="1536700" y="5880100"/>
          <p14:tracePt t="81425" x="1536700" y="5873750"/>
          <p14:tracePt t="81538" x="1543050" y="5873750"/>
          <p14:tracePt t="81567" x="1549400" y="5873750"/>
          <p14:tracePt t="81609" x="1555750" y="5873750"/>
          <p14:tracePt t="81637" x="1562100" y="5873750"/>
          <p14:tracePt t="81672" x="1568450" y="5880100"/>
          <p14:tracePt t="81679" x="1574800" y="5880100"/>
          <p14:tracePt t="81694" x="1581150" y="5880100"/>
          <p14:tracePt t="81700" x="1587500" y="5880100"/>
          <p14:tracePt t="81709" x="1600200" y="5886450"/>
          <p14:tracePt t="81726" x="1619250" y="5899150"/>
          <p14:tracePt t="81743" x="1676400" y="5905500"/>
          <p14:tracePt t="81760" x="1708150" y="5911850"/>
          <p14:tracePt t="81778" x="1784350" y="5918200"/>
          <p14:tracePt t="81793" x="1866900" y="5937250"/>
          <p14:tracePt t="81809" x="1911350" y="5937250"/>
          <p14:tracePt t="81826" x="1974850" y="5943600"/>
          <p14:tracePt t="81842" x="2025650" y="5949950"/>
          <p14:tracePt t="81859" x="2038350" y="5949950"/>
          <p14:tracePt t="81876" x="2051050" y="5956300"/>
          <p14:tracePt t="81892" x="2063750" y="5956300"/>
          <p14:tracePt t="81959" x="2063750" y="5962650"/>
          <p14:tracePt t="82449" x="2082800" y="5962650"/>
          <p14:tracePt t="82462" x="2133600" y="5949950"/>
          <p14:tracePt t="82469" x="2184400" y="5943600"/>
          <p14:tracePt t="82484" x="2260600" y="5924550"/>
          <p14:tracePt t="82493" x="2368550" y="5899150"/>
          <p14:tracePt t="82506" x="2482850" y="5880100"/>
          <p14:tracePt t="82523" x="2609850" y="5861050"/>
          <p14:tracePt t="82541" x="3041650" y="5791200"/>
          <p14:tracePt t="82556" x="3213100" y="5765800"/>
          <p14:tracePt t="82573" x="3378200" y="5759450"/>
          <p14:tracePt t="82591" x="3676650" y="5734050"/>
          <p14:tracePt t="82607" x="3962400" y="5715000"/>
          <p14:tracePt t="82625" x="4260850" y="5702300"/>
          <p14:tracePt t="82640" x="4375150" y="5702300"/>
          <p14:tracePt t="82656" x="4552950" y="5683250"/>
          <p14:tracePt t="82673" x="4711700" y="5670550"/>
          <p14:tracePt t="82690" x="4775200" y="5664200"/>
          <p14:tracePt t="82706" x="4845050" y="5657850"/>
          <p14:tracePt t="82723" x="4902200" y="5645150"/>
          <p14:tracePt t="82739" x="4940300" y="5638800"/>
          <p14:tracePt t="82756" x="5010150" y="5626100"/>
          <p14:tracePt t="82773" x="5086350" y="5600700"/>
          <p14:tracePt t="82789" x="5124450" y="5594350"/>
          <p14:tracePt t="82806" x="5181600" y="5575300"/>
          <p14:tracePt t="82822" x="5245100" y="5575300"/>
          <p14:tracePt t="82839" x="5264150" y="5581650"/>
          <p14:tracePt t="82856" x="5295900" y="5600700"/>
          <p14:tracePt t="82872" x="5308600" y="5613400"/>
          <p14:tracePt t="82888" x="5314950" y="5638800"/>
          <p14:tracePt t="82906" x="5314950" y="5645150"/>
          <p14:tracePt t="83308" x="5334000" y="5645150"/>
          <p14:tracePt t="83315" x="5372100" y="5645150"/>
          <p14:tracePt t="83329" x="5441950" y="5645150"/>
          <p14:tracePt t="83337" x="5518150" y="5632450"/>
          <p14:tracePt t="83353" x="5581650" y="5632450"/>
          <p14:tracePt t="83372" x="5759450" y="5632450"/>
          <p14:tracePt t="83387" x="5949950" y="5638800"/>
          <p14:tracePt t="83404" x="6026150" y="5645150"/>
          <p14:tracePt t="83421" x="6197600" y="5670550"/>
          <p14:tracePt t="83437" x="6343650" y="5727700"/>
          <p14:tracePt t="83453" x="6400800" y="5746750"/>
          <p14:tracePt t="83470" x="6502400" y="5797550"/>
          <p14:tracePt t="83487" x="6572250" y="5835650"/>
          <p14:tracePt t="83504" x="6597650" y="5848350"/>
          <p14:tracePt t="83520" x="6629400" y="5854700"/>
          <p14:tracePt t="83536" x="6635750" y="5854700"/>
          <p14:tracePt t="83554" x="6648450" y="5854700"/>
          <p14:tracePt t="83586" x="6654800" y="5854700"/>
          <p14:tracePt t="83604" x="6654800" y="5842000"/>
          <p14:tracePt t="83620" x="6654800" y="5835650"/>
          <p14:tracePt t="83652" x="6642100" y="5829300"/>
          <p14:tracePt t="83670" x="6616700" y="5829300"/>
          <p14:tracePt t="83686" x="6604000" y="5829300"/>
          <p14:tracePt t="83703" x="6572250" y="5829300"/>
          <p14:tracePt t="83719" x="6540500" y="5829300"/>
          <p14:tracePt t="83737" x="6470650" y="5835650"/>
          <p14:tracePt t="83752" x="6432550" y="5835650"/>
          <p14:tracePt t="83769" x="6330950" y="5835650"/>
          <p14:tracePt t="83787" x="6210300" y="5835650"/>
          <p14:tracePt t="83802" x="6134100" y="5829300"/>
          <p14:tracePt t="83819" x="6045200" y="5822950"/>
          <p14:tracePt t="83836" x="5778500" y="5803900"/>
          <p14:tracePt t="83852" x="5695950" y="5791200"/>
          <p14:tracePt t="83869" x="5619750" y="5772150"/>
          <p14:tracePt t="83885" x="5486400" y="5753100"/>
          <p14:tracePt t="83902" x="5372100" y="5734050"/>
          <p14:tracePt t="83920" x="5295900" y="5721350"/>
          <p14:tracePt t="83936" x="5270500" y="5721350"/>
          <p14:tracePt t="83952" x="5219700" y="5715000"/>
          <p14:tracePt t="83969" x="5181600" y="5715000"/>
          <p14:tracePt t="83985" x="5156200" y="5715000"/>
          <p14:tracePt t="84002" x="5149850" y="5715000"/>
          <p14:tracePt t="84018" x="5137150" y="5715000"/>
          <p14:tracePt t="84052" x="5130800" y="5715000"/>
          <p14:tracePt t="84102" x="5137150" y="5715000"/>
          <p14:tracePt t="84108" x="5143500" y="5715000"/>
          <p14:tracePt t="84117" x="5149850" y="5715000"/>
          <p14:tracePt t="84152" x="5156200" y="5715000"/>
          <p14:tracePt t="84158" x="5162550" y="5715000"/>
          <p14:tracePt t="84179" x="5168900" y="5715000"/>
          <p14:tracePt t="84187" x="5175250" y="5715000"/>
          <p14:tracePt t="84207" x="5187950" y="5715000"/>
          <p14:tracePt t="84221" x="5194300" y="5715000"/>
          <p14:tracePt t="84242" x="5207000" y="5715000"/>
          <p14:tracePt t="84251" x="5226050" y="5715000"/>
          <p14:tracePt t="84267" x="5257800" y="5715000"/>
          <p14:tracePt t="84285" x="5346700" y="5715000"/>
          <p14:tracePt t="84301" x="5461000" y="5715000"/>
          <p14:tracePt t="84318" x="5530850" y="5715000"/>
          <p14:tracePt t="84334" x="5695950" y="5702300"/>
          <p14:tracePt t="84351" x="5861050" y="5683250"/>
          <p14:tracePt t="84367" x="5930900" y="5676900"/>
          <p14:tracePt t="84384" x="6057900" y="5664200"/>
          <p14:tracePt t="84400" x="6134100" y="5664200"/>
          <p14:tracePt t="84418" x="6165850" y="5657850"/>
          <p14:tracePt t="84433" x="6197600" y="5657850"/>
          <p14:tracePt t="84450" x="6203950" y="5657850"/>
          <p14:tracePt t="84467" x="6210300" y="5657850"/>
          <p14:tracePt t="84509" x="6210300" y="5664200"/>
          <p14:tracePt t="84530" x="6203950" y="5664200"/>
          <p14:tracePt t="84902" x="6191250" y="5664200"/>
          <p14:tracePt t="84909" x="6165850" y="5664200"/>
          <p14:tracePt t="84923" x="6140450" y="5670550"/>
          <p14:tracePt t="84931" x="6102350" y="5676900"/>
          <p14:tracePt t="84948" x="6038850" y="5689600"/>
          <p14:tracePt t="84966" x="5899150" y="5695950"/>
          <p14:tracePt t="84981" x="5727700" y="5715000"/>
          <p14:tracePt t="85001" x="5638800" y="5727700"/>
          <p14:tracePt t="85015" x="5461000" y="5721350"/>
          <p14:tracePt t="85031" x="5372100" y="5715000"/>
          <p14:tracePt t="85048" x="5200650" y="5695950"/>
          <p14:tracePt t="85064" x="5099050" y="5683250"/>
          <p14:tracePt t="85081" x="5067300" y="5683250"/>
          <p14:tracePt t="85098" x="5029200" y="5670550"/>
          <p14:tracePt t="85114" x="5016500" y="5670550"/>
          <p14:tracePt t="85131" x="5003800" y="5670550"/>
          <p14:tracePt t="85190" x="4997450" y="5670550"/>
          <p14:tracePt t="85232" x="4991100" y="5676900"/>
          <p14:tracePt t="85260" x="4984750" y="5676900"/>
          <p14:tracePt t="85295" x="4978400" y="5676900"/>
          <p14:tracePt t="85372" x="4978400" y="5670550"/>
          <p14:tracePt t="85394" x="4991100" y="5670550"/>
          <p14:tracePt t="85415" x="4997450" y="5670550"/>
          <p14:tracePt t="85422" x="5003800" y="5670550"/>
          <p14:tracePt t="85443" x="5010150" y="5670550"/>
          <p14:tracePt t="85471" x="5016500" y="5670550"/>
          <p14:tracePt t="85485" x="5022850" y="5670550"/>
          <p14:tracePt t="85492" x="5029200" y="5676900"/>
          <p14:tracePt t="85514" x="5041900" y="5676900"/>
          <p14:tracePt t="85527" x="5054600" y="5676900"/>
          <p14:tracePt t="85534" x="5073650" y="5676900"/>
          <p14:tracePt t="85546" x="5105400" y="5683250"/>
          <p14:tracePt t="85563" x="5181600" y="5689600"/>
          <p14:tracePt t="85579" x="5219700" y="5689600"/>
          <p14:tracePt t="85596" x="5270500" y="5702300"/>
          <p14:tracePt t="85612" x="5416550" y="5708650"/>
          <p14:tracePt t="85629" x="5454650" y="5708650"/>
          <p14:tracePt t="85647" x="5524500" y="5708650"/>
          <p14:tracePt t="85662" x="5562600" y="5708650"/>
          <p14:tracePt t="85679" x="5600700" y="5708650"/>
          <p14:tracePt t="85696" x="5645150" y="5708650"/>
          <p14:tracePt t="85712" x="5664200" y="5708650"/>
          <p14:tracePt t="85729" x="5715000" y="5708650"/>
          <p14:tracePt t="85746" x="5727700" y="5708650"/>
          <p14:tracePt t="86214" x="5721350" y="5708650"/>
          <p14:tracePt t="86229" x="5689600" y="5708650"/>
          <p14:tracePt t="86236" x="5670550" y="5708650"/>
          <p14:tracePt t="86250" x="5638800" y="5702300"/>
          <p14:tracePt t="86260" x="5613400" y="5695950"/>
          <p14:tracePt t="86278" x="5530850" y="5683250"/>
          <p14:tracePt t="86294" x="5492750" y="5676900"/>
          <p14:tracePt t="86310" x="5410200" y="5670550"/>
          <p14:tracePt t="86327" x="5327650" y="5664200"/>
          <p14:tracePt t="86343" x="5276850" y="5651500"/>
          <p14:tracePt t="86360" x="5194300" y="5645150"/>
          <p14:tracePt t="86377" x="5124450" y="5638800"/>
          <p14:tracePt t="86393" x="5099050" y="5638800"/>
          <p14:tracePt t="86410" x="5048250" y="5632450"/>
          <p14:tracePt t="86426" x="5016500" y="5632450"/>
          <p14:tracePt t="86443" x="4997450" y="5632450"/>
          <p14:tracePt t="86460" x="4978400" y="5632450"/>
          <p14:tracePt t="86476" x="4959350" y="5632450"/>
          <p14:tracePt t="86493" x="4953000" y="5632450"/>
          <p14:tracePt t="86510" x="4946650" y="5632450"/>
          <p14:tracePt t="86526" x="4940300" y="5632450"/>
          <p14:tracePt t="86543" x="4933950" y="5632450"/>
          <p14:tracePt t="86560" x="4914900" y="5632450"/>
          <p14:tracePt t="86593" x="4908550" y="5632450"/>
          <p14:tracePt t="86610" x="4902200" y="5632450"/>
          <p14:tracePt t="86650" x="4895850" y="5632450"/>
          <p14:tracePt t="86727" x="4902200" y="5632450"/>
          <p14:tracePt t="86769" x="4908550" y="5638800"/>
          <p14:tracePt t="86776" x="4914900" y="5638800"/>
          <p14:tracePt t="86790" x="4921250" y="5638800"/>
          <p14:tracePt t="86798" x="4933950" y="5645150"/>
          <p14:tracePt t="86812" x="4953000" y="5651500"/>
          <p14:tracePt t="86825" x="4984750" y="5657850"/>
          <p14:tracePt t="86842" x="5080000" y="5683250"/>
          <p14:tracePt t="86858" x="5143500" y="5695950"/>
          <p14:tracePt t="86875" x="5289550" y="5715000"/>
          <p14:tracePt t="86892" x="5473700" y="5753100"/>
          <p14:tracePt t="86908" x="5549900" y="5765800"/>
          <p14:tracePt t="86926" x="5715000" y="5772150"/>
          <p14:tracePt t="86941" x="5854700" y="5772150"/>
          <p14:tracePt t="86959" x="5911850" y="5772150"/>
          <p14:tracePt t="86975" x="5981700" y="5765800"/>
          <p14:tracePt t="86991" x="6026150" y="5746750"/>
          <p14:tracePt t="87009" x="6045200" y="5740400"/>
          <p14:tracePt t="87024" x="6057900" y="5740400"/>
          <p14:tracePt t="87041" x="6064250" y="5727700"/>
          <p14:tracePt t="87058" x="6070600" y="5727700"/>
          <p14:tracePt t="87099" x="6076950" y="5727700"/>
          <p14:tracePt t="87177" x="6070600" y="5727700"/>
          <p14:tracePt t="87198" x="6064250" y="5727700"/>
          <p14:tracePt t="87212" x="6057900" y="5727700"/>
          <p14:tracePt t="87219" x="6045200" y="5727700"/>
          <p14:tracePt t="87241" x="6038850" y="5727700"/>
          <p14:tracePt t="87247" x="6019800" y="5734050"/>
          <p14:tracePt t="87261" x="5988050" y="5734050"/>
          <p14:tracePt t="87273" x="5962650" y="5734050"/>
          <p14:tracePt t="87290" x="5861050" y="5734050"/>
          <p14:tracePt t="87307" x="5784850" y="5740400"/>
          <p14:tracePt t="87325" x="5619750" y="5740400"/>
          <p14:tracePt t="87340" x="5441950" y="5753100"/>
          <p14:tracePt t="87357" x="5353050" y="5753100"/>
          <p14:tracePt t="87374" x="5200650" y="5753100"/>
          <p14:tracePt t="87390" x="5080000" y="5746750"/>
          <p14:tracePt t="87406" x="5029200" y="5746750"/>
          <p14:tracePt t="87423" x="4965700" y="5740400"/>
          <p14:tracePt t="87440" x="4940300" y="5734050"/>
          <p14:tracePt t="87456" x="4902200" y="5727700"/>
          <p14:tracePt t="87473" x="4883150" y="5727700"/>
          <p14:tracePt t="87489" x="4876800" y="5727700"/>
          <p14:tracePt t="87507" x="4864100" y="5727700"/>
          <p14:tracePt t="87523" x="4845050" y="5721350"/>
          <p14:tracePt t="87540" x="4838700" y="5721350"/>
          <p14:tracePt t="87572" x="4832350" y="5721350"/>
          <p14:tracePt t="87598" x="4826000" y="5721350"/>
          <p14:tracePt t="87739" x="4832350" y="5721350"/>
          <p14:tracePt t="87809" x="4838700" y="5721350"/>
          <p14:tracePt t="87830" x="4845050" y="5721350"/>
          <p14:tracePt t="87851" x="4851400" y="5721350"/>
          <p14:tracePt t="87873" x="4857750" y="5721350"/>
          <p14:tracePt t="87879" x="4864100" y="5721350"/>
          <p14:tracePt t="87893" x="4870450" y="5721350"/>
          <p14:tracePt t="87915" x="4876800" y="5721350"/>
          <p14:tracePt t="87924" x="4883150" y="5721350"/>
          <p14:tracePt t="87937" x="4902200" y="5721350"/>
          <p14:tracePt t="87955" x="4965700" y="5721350"/>
          <p14:tracePt t="87971" x="5054600" y="5702300"/>
          <p14:tracePt t="87988" x="5124450" y="5683250"/>
          <p14:tracePt t="88005" x="5200650" y="5670550"/>
          <p14:tracePt t="88021" x="5435600" y="5632450"/>
          <p14:tracePt t="88038" x="5511800" y="5626100"/>
          <p14:tracePt t="88055" x="5594350" y="5607050"/>
          <p14:tracePt t="88071" x="5727700" y="5575300"/>
          <p14:tracePt t="88088" x="5822950" y="5549900"/>
          <p14:tracePt t="88105" x="5880100" y="5543550"/>
          <p14:tracePt t="88121" x="5905500" y="5543550"/>
          <p14:tracePt t="88137" x="5924550" y="5543550"/>
          <p14:tracePt t="88154" x="5937250" y="5537200"/>
          <p14:tracePt t="88171" x="5943600" y="5537200"/>
          <p14:tracePt t="88187" x="5949950" y="5537200"/>
          <p14:tracePt t="88220" x="5956300" y="5530850"/>
          <p14:tracePt t="88237" x="5962650" y="5524500"/>
          <p14:tracePt t="88253" x="5962650" y="5518150"/>
          <p14:tracePt t="88322" x="5956300" y="5505450"/>
          <p14:tracePt t="88364" x="5949950" y="5499100"/>
          <p14:tracePt t="88371" x="5943600" y="5499100"/>
          <p14:tracePt t="88392" x="5937250" y="5499100"/>
          <p14:tracePt t="88406" x="5930900" y="5499100"/>
          <p14:tracePt t="88413" x="5924550" y="5499100"/>
          <p14:tracePt t="88434" x="5918200" y="5499100"/>
          <p14:tracePt t="88441" x="5905500" y="5499100"/>
          <p14:tracePt t="88456" x="5873750" y="5499100"/>
          <p14:tracePt t="88470" x="5854700" y="5499100"/>
          <p14:tracePt t="88486" x="5778500" y="5499100"/>
          <p14:tracePt t="88503" x="5727700" y="5499100"/>
          <p14:tracePt t="88519" x="5594350" y="5499100"/>
          <p14:tracePt t="88537" x="5454650" y="5511800"/>
          <p14:tracePt t="88553" x="5378450" y="5518150"/>
          <p14:tracePt t="88570" x="5238750" y="5530850"/>
          <p14:tracePt t="88586" x="5143500" y="5530850"/>
          <p14:tracePt t="88603" x="5086350" y="5530850"/>
          <p14:tracePt t="88619" x="5073650" y="5530850"/>
          <p14:tracePt t="88636" x="5060950" y="5530850"/>
          <p14:tracePt t="88652" x="5054600" y="5530850"/>
          <p14:tracePt t="88722" x="5054600" y="5537200"/>
          <p14:tracePt t="88793" x="5060950" y="5537200"/>
          <p14:tracePt t="88814" x="5067300" y="5537200"/>
          <p14:tracePt t="88836" x="5073650" y="5537200"/>
          <p14:tracePt t="88849" x="5080000" y="5537200"/>
          <p14:tracePt t="88863" x="5086350" y="5537200"/>
          <p14:tracePt t="88885" x="5092700" y="5537200"/>
          <p14:tracePt t="88926" x="5099050" y="5537200"/>
          <p14:tracePt t="88933" x="5111750" y="5537200"/>
          <p14:tracePt t="88947" x="5118100" y="5537200"/>
          <p14:tracePt t="88954" x="5130800" y="5537200"/>
          <p14:tracePt t="88971" x="5156200" y="5543550"/>
          <p14:tracePt t="88984" x="5187950" y="5543550"/>
          <p14:tracePt t="89001" x="5264150" y="5537200"/>
          <p14:tracePt t="89018" x="5391150" y="5537200"/>
          <p14:tracePt t="89034" x="5454650" y="5537200"/>
          <p14:tracePt t="89051" x="5600700" y="5537200"/>
          <p14:tracePt t="89068" x="5702300" y="5530850"/>
          <p14:tracePt t="89084" x="5753100" y="5530850"/>
          <p14:tracePt t="89101" x="5810250" y="5530850"/>
          <p14:tracePt t="89117" x="5842000" y="5524500"/>
          <p14:tracePt t="89134" x="5848350" y="5524500"/>
          <p14:tracePt t="89151" x="5861050" y="5524500"/>
          <p14:tracePt t="89235" x="5854700" y="5524500"/>
          <p14:tracePt t="89257" x="5842000" y="5524500"/>
          <p14:tracePt t="89271" x="5835650" y="5524500"/>
          <p14:tracePt t="89277" x="5835650" y="5530850"/>
          <p14:tracePt t="89286" x="5822950" y="5530850"/>
          <p14:tracePt t="89301" x="5810250" y="5530850"/>
          <p14:tracePt t="89317" x="5797550" y="5530850"/>
          <p14:tracePt t="89334" x="5759450" y="5530850"/>
          <p14:tracePt t="89350" x="5702300" y="5530850"/>
          <p14:tracePt t="89366" x="5664200" y="5530850"/>
          <p14:tracePt t="89383" x="5568950" y="5537200"/>
          <p14:tracePt t="89400" x="5454650" y="5537200"/>
          <p14:tracePt t="89419" x="5327650" y="5537200"/>
          <p14:tracePt t="89433" x="5257800" y="5537200"/>
          <p14:tracePt t="89449" x="5156200" y="5549900"/>
          <p14:tracePt t="89466" x="5111750" y="5543550"/>
          <p14:tracePt t="89482" x="5048250" y="5543550"/>
          <p14:tracePt t="89499" x="5003800" y="5537200"/>
          <p14:tracePt t="89516" x="4984750" y="5537200"/>
          <p14:tracePt t="89532" x="4978400" y="5530850"/>
          <p14:tracePt t="89550" x="4965700" y="5530850"/>
          <p14:tracePt t="89629" x="4972050" y="5530850"/>
          <p14:tracePt t="89636" x="4978400" y="5530850"/>
          <p14:tracePt t="89671" x="4984750" y="5530850"/>
          <p14:tracePt t="89691" x="4991100" y="5530850"/>
          <p14:tracePt t="89700" x="4997450" y="5530850"/>
          <p14:tracePt t="89706" x="5003800" y="5530850"/>
          <p14:tracePt t="89748" x="5016500" y="5530850"/>
          <p14:tracePt t="89776" x="5029200" y="5537200"/>
          <p14:tracePt t="89791" x="5054600" y="5537200"/>
          <p14:tracePt t="89799" x="5073650" y="5537200"/>
          <p14:tracePt t="89812" x="5111750" y="5537200"/>
          <p14:tracePt t="89819" x="5149850" y="5543550"/>
          <p14:tracePt t="89834" x="5200650" y="5543550"/>
          <p14:tracePt t="89848" x="5334000" y="5562600"/>
          <p14:tracePt t="89865" x="5397500" y="5575300"/>
          <p14:tracePt t="89882" x="5543550" y="5594350"/>
          <p14:tracePt t="89898" x="5607050" y="5594350"/>
          <p14:tracePt t="89915" x="5715000" y="5600700"/>
          <p14:tracePt t="89932" x="5778500" y="5600700"/>
          <p14:tracePt t="89948" x="5810250" y="5600700"/>
          <p14:tracePt t="89964" x="5835650" y="5600700"/>
          <p14:tracePt t="89981" x="5854700" y="5600700"/>
          <p14:tracePt t="90014" x="5861050" y="5600700"/>
          <p14:tracePt t="90071" x="5854700" y="5600700"/>
          <p14:tracePt t="90078" x="5848350" y="5600700"/>
          <p14:tracePt t="90092" x="5842000" y="5594350"/>
          <p14:tracePt t="90100" x="5829300" y="5594350"/>
          <p14:tracePt t="90116" x="5816600" y="5588000"/>
          <p14:tracePt t="90131" x="5791200" y="5588000"/>
          <p14:tracePt t="90148" x="5765800" y="5581650"/>
          <p14:tracePt t="90164" x="5708650" y="5581650"/>
          <p14:tracePt t="90180" x="5657850" y="5575300"/>
          <p14:tracePt t="90197" x="5543550" y="5562600"/>
          <p14:tracePt t="90213" x="5372100" y="5556250"/>
          <p14:tracePt t="90231" x="5283200" y="5543550"/>
          <p14:tracePt t="90247" x="5118100" y="5524500"/>
          <p14:tracePt t="90263" x="4972050" y="5492750"/>
          <p14:tracePt t="90280" x="4921250" y="5486400"/>
          <p14:tracePt t="90297" x="4857750" y="5473700"/>
          <p14:tracePt t="90313" x="4838700" y="5467350"/>
          <p14:tracePt t="90330" x="4838700" y="5461000"/>
          <p14:tracePt t="90360" x="4845050" y="5461000"/>
          <p14:tracePt t="90381" x="4851400" y="5461000"/>
          <p14:tracePt t="90395" x="4857750" y="5467350"/>
          <p14:tracePt t="90401" x="4864100" y="5467350"/>
          <p14:tracePt t="90431" x="4870450" y="5467350"/>
          <p14:tracePt t="90444" x="4876800" y="5467350"/>
          <p14:tracePt t="90451" x="4883150" y="5467350"/>
          <p14:tracePt t="90466" x="4889500" y="5467350"/>
          <p14:tracePt t="90480" x="4902200" y="5473700"/>
          <p14:tracePt t="90496" x="4902200" y="5480050"/>
          <p14:tracePt t="90512" x="4914900" y="5480050"/>
          <p14:tracePt t="90529" x="4940300" y="5486400"/>
          <p14:tracePt t="90546" x="5022850" y="5492750"/>
          <p14:tracePt t="90563" x="5073650" y="5505450"/>
          <p14:tracePt t="90579" x="5226050" y="5511800"/>
          <p14:tracePt t="90595" x="5410200" y="5530850"/>
          <p14:tracePt t="90613" x="5499100" y="5530850"/>
          <p14:tracePt t="90629" x="5676900" y="5543550"/>
          <p14:tracePt t="90646" x="5803900" y="5543550"/>
          <p14:tracePt t="90662" x="5886450" y="5543550"/>
          <p14:tracePt t="90678" x="5899150" y="5543550"/>
          <p14:tracePt t="90696" x="5930900" y="5543550"/>
          <p14:tracePt t="90712" x="5937250" y="5543550"/>
          <p14:tracePt t="90729" x="5943600" y="5543550"/>
          <p14:tracePt t="90762" x="5949950" y="5543550"/>
          <p14:tracePt t="90778" x="5956300" y="5543550"/>
          <p14:tracePt t="90795" x="5956300" y="5537200"/>
          <p14:tracePt t="90811" x="5956300" y="5530850"/>
          <p14:tracePt t="90851" x="5949950" y="5530850"/>
          <p14:tracePt t="90872" x="5943600" y="5530850"/>
          <p14:tracePt t="90901" x="5937250" y="5530850"/>
          <p14:tracePt t="90915" x="5930900" y="5530850"/>
          <p14:tracePt t="90935" x="5924550" y="5530850"/>
          <p14:tracePt t="90943" x="5918200" y="5530850"/>
          <p14:tracePt t="90957" x="5911850" y="5530850"/>
          <p14:tracePt t="90965" x="5905500" y="5530850"/>
          <p14:tracePt t="90978" x="5899150" y="5530850"/>
          <p14:tracePt t="90993" x="5867400" y="5530850"/>
          <p14:tracePt t="91011" x="5835650" y="5530850"/>
          <p14:tracePt t="91028" x="5759450" y="5537200"/>
          <p14:tracePt t="91044" x="5664200" y="5537200"/>
          <p14:tracePt t="91061" x="5613400" y="5537200"/>
          <p14:tracePt t="91077" x="5486400" y="5537200"/>
          <p14:tracePt t="91094" x="5429250" y="5524500"/>
          <p14:tracePt t="91111" x="5314950" y="5524500"/>
          <p14:tracePt t="91127" x="5238750" y="5524500"/>
          <p14:tracePt t="91144" x="5207000" y="5524500"/>
          <p14:tracePt t="91161" x="5162550" y="5524500"/>
          <p14:tracePt t="91177" x="5143500" y="5524500"/>
          <p14:tracePt t="91238" x="5149850" y="5524500"/>
          <p14:tracePt t="91252" x="5149850" y="5530850"/>
          <p14:tracePt t="91266" x="5156200" y="5530850"/>
          <p14:tracePt t="91273" x="5162550" y="5530850"/>
          <p14:tracePt t="91294" x="5168900" y="5530850"/>
          <p14:tracePt t="91308" x="5175250" y="5530850"/>
          <p14:tracePt t="91315" x="5181600" y="5530850"/>
          <p14:tracePt t="91326" x="5187950" y="5530850"/>
          <p14:tracePt t="91357" x="5200650" y="5530850"/>
          <p14:tracePt t="91364" x="5207000" y="5530850"/>
          <p14:tracePt t="91379" x="5226050" y="5530850"/>
          <p14:tracePt t="91393" x="5276850" y="5530850"/>
          <p14:tracePt t="91409" x="5314950" y="5530850"/>
          <p14:tracePt t="91426" x="5365750" y="5530850"/>
          <p14:tracePt t="91442" x="5505450" y="5518150"/>
          <p14:tracePt t="91459" x="5689600" y="5499100"/>
          <p14:tracePt t="91476" x="5842000" y="5480050"/>
          <p14:tracePt t="91493" x="5918200" y="5473700"/>
          <p14:tracePt t="91509" x="6000750" y="5461000"/>
          <p14:tracePt t="91527" x="6051550" y="5461000"/>
          <p14:tracePt t="91542" x="6070600" y="5461000"/>
          <p14:tracePt t="91559" x="6083300" y="5461000"/>
          <p14:tracePt t="91575" x="6089650" y="5461000"/>
          <p14:tracePt t="91617" x="6089650" y="5454650"/>
          <p14:tracePt t="91672" x="6083300" y="5454650"/>
          <p14:tracePt t="91708" x="6076950" y="5454650"/>
          <p14:tracePt t="91750" x="6070600" y="5461000"/>
          <p14:tracePt t="92329" x="6064250" y="5461000"/>
          <p14:tracePt t="92336" x="6051550" y="5461000"/>
          <p14:tracePt t="92350" x="6045200" y="5461000"/>
          <p14:tracePt t="92358" x="6038850" y="5461000"/>
          <p14:tracePt t="92373" x="6026150" y="5461000"/>
          <p14:tracePt t="92389" x="6007100" y="5461000"/>
          <p14:tracePt t="92407" x="5981700" y="5461000"/>
          <p14:tracePt t="92422" x="5962650" y="5461000"/>
          <p14:tracePt t="92439" x="5949950" y="5461000"/>
          <p14:tracePt t="92457" x="5880100" y="5448300"/>
          <p14:tracePt t="92472" x="5854700" y="5448300"/>
          <p14:tracePt t="92489" x="5822950" y="5435600"/>
          <p14:tracePt t="92506" x="5772150" y="5429250"/>
          <p14:tracePt t="92522" x="5734050" y="5429250"/>
          <p14:tracePt t="92539" x="5721350" y="5416550"/>
          <p14:tracePt t="92556" x="5683250" y="5416550"/>
          <p14:tracePt t="92572" x="5664200" y="5416550"/>
          <p14:tracePt t="92590" x="5645150" y="5416550"/>
          <p14:tracePt t="92605" x="5638800" y="5416550"/>
          <p14:tracePt t="92621" x="5619750" y="5416550"/>
          <p14:tracePt t="92639" x="5613400" y="5422900"/>
          <p14:tracePt t="92655" x="5607050" y="5422900"/>
          <p14:tracePt t="92672" x="5594350" y="5422900"/>
          <p14:tracePt t="92688" x="5588000" y="5422900"/>
          <p14:tracePt t="92705" x="5581650" y="5422900"/>
          <p14:tracePt t="92738" x="5575300" y="5422900"/>
          <p14:tracePt t="92755" x="5568950" y="5422900"/>
          <p14:tracePt t="92772" x="5556250" y="5422900"/>
          <p14:tracePt t="92788" x="5549900" y="5422900"/>
          <p14:tracePt t="92805" x="5537200" y="5422900"/>
          <p14:tracePt t="92822" x="5499100" y="5422900"/>
          <p14:tracePt t="92838" x="5480050" y="5416550"/>
          <p14:tracePt t="92841" x="5454650" y="5416550"/>
          <p14:tracePt t="92854" x="5422900" y="5410200"/>
          <p14:tracePt t="92871" x="5353050" y="5410200"/>
          <p14:tracePt t="92887" x="5308600" y="5403850"/>
          <p14:tracePt t="92904" x="5226050" y="5391150"/>
          <p14:tracePt t="92920" x="5143500" y="5384800"/>
          <p14:tracePt t="92938" x="5105400" y="5384800"/>
          <p14:tracePt t="92955" x="5010150" y="5365750"/>
          <p14:tracePt t="92971" x="4914900" y="5353050"/>
          <p14:tracePt t="92987" x="4864100" y="5340350"/>
          <p14:tracePt t="93004" x="4768850" y="5334000"/>
          <p14:tracePt t="93020" x="4686300" y="5327650"/>
          <p14:tracePt t="93037" x="4648200" y="5314950"/>
          <p14:tracePt t="93054" x="4565650" y="5308600"/>
          <p14:tracePt t="93070" x="4527550" y="5302250"/>
          <p14:tracePt t="93088" x="4457700" y="5283200"/>
          <p14:tracePt t="93103" x="4381500" y="5270500"/>
          <p14:tracePt t="93120" x="4330700" y="5270500"/>
          <p14:tracePt t="93137" x="4235450" y="5251450"/>
          <p14:tracePt t="93153" x="4133850" y="5245100"/>
          <p14:tracePt t="93170" x="4076700" y="5232400"/>
          <p14:tracePt t="93187" x="3975100" y="5226050"/>
          <p14:tracePt t="93203" x="3879850" y="5219700"/>
          <p14:tracePt t="93220" x="3829050" y="5207000"/>
          <p14:tracePt t="93236" x="3733800" y="5187950"/>
          <p14:tracePt t="93253" x="3638550" y="5181600"/>
          <p14:tracePt t="93270" x="3613150" y="5181600"/>
          <p14:tracePt t="93286" x="3556000" y="5181600"/>
          <p14:tracePt t="93303" x="3498850" y="5181600"/>
          <p14:tracePt t="93320" x="3454400" y="5181600"/>
          <p14:tracePt t="93336" x="3429000" y="5181600"/>
          <p14:tracePt t="93352" x="3409950" y="5181600"/>
          <p14:tracePt t="93356" x="3384550" y="5187950"/>
          <p14:tracePt t="93369" x="3333750" y="5213350"/>
          <p14:tracePt t="93386" x="3308350" y="5226050"/>
          <p14:tracePt t="93402" x="3276600" y="5232400"/>
          <p14:tracePt t="93419" x="3213100" y="5257800"/>
          <p14:tracePt t="93436" x="3155950" y="5283200"/>
          <p14:tracePt t="93454" x="3124200" y="5289550"/>
          <p14:tracePt t="93469" x="3054350" y="5314950"/>
          <p14:tracePt t="93485" x="3003550" y="5327650"/>
          <p14:tracePt t="93503" x="2952750" y="5346700"/>
          <p14:tracePt t="93519" x="2927350" y="5353050"/>
          <p14:tracePt t="93535" x="2889250" y="5384800"/>
          <p14:tracePt t="93552" x="2832100" y="5422900"/>
          <p14:tracePt t="93569" x="2813050" y="5429250"/>
          <p14:tracePt t="93844" x="2908300" y="5416550"/>
          <p14:tracePt t="93858" x="3060700" y="5372100"/>
          <p14:tracePt t="93866" x="3232150" y="5334000"/>
          <p14:tracePt t="93872" x="3403600" y="5308600"/>
          <p14:tracePt t="93887" x="3606800" y="5270500"/>
          <p14:tracePt t="93901" x="3924300" y="5219700"/>
          <p14:tracePt t="93917" x="4114800" y="5207000"/>
          <p14:tracePt t="93934" x="4298950" y="5194300"/>
          <p14:tracePt t="93951" x="4584700" y="5194300"/>
          <p14:tracePt t="93967" x="4838700" y="5194300"/>
          <p14:tracePt t="93984" x="4959350" y="5194300"/>
          <p14:tracePt t="94000" x="5118100" y="5207000"/>
          <p14:tracePt t="94017" x="5226050" y="5238750"/>
          <p14:tracePt t="94035" x="5276850" y="5257800"/>
          <p14:tracePt t="94050" x="5308600" y="5283200"/>
          <p14:tracePt t="94067" x="5353050" y="5302250"/>
          <p14:tracePt t="94084" x="5391150" y="5334000"/>
          <p14:tracePt t="94100" x="5416550" y="5346700"/>
          <p14:tracePt t="94117" x="5448300" y="5353050"/>
          <p14:tracePt t="94133" x="5467350" y="5359400"/>
          <p14:tracePt t="94150" x="5480050" y="5365750"/>
          <p14:tracePt t="94167" x="5492750" y="5372100"/>
          <p14:tracePt t="94183" x="5537200" y="5384800"/>
          <p14:tracePt t="94200" x="5556250" y="5391150"/>
          <p14:tracePt t="94217" x="5600700" y="5397500"/>
          <p14:tracePt t="94233" x="5613400" y="5403850"/>
          <p14:tracePt t="94250" x="5645150" y="5416550"/>
          <p14:tracePt t="94267" x="5657850" y="5422900"/>
          <p14:tracePt t="94282" x="5683250" y="5435600"/>
          <p14:tracePt t="94300" x="5689600" y="5441950"/>
          <p14:tracePt t="94724" x="5676900" y="5441950"/>
          <p14:tracePt t="94738" x="5651500" y="5441950"/>
          <p14:tracePt t="94745" x="5607050" y="5435600"/>
          <p14:tracePt t="94759" x="5581650" y="5435600"/>
          <p14:tracePt t="94767" x="5543550" y="5435600"/>
          <p14:tracePt t="94781" x="5505450" y="5435600"/>
          <p14:tracePt t="94798" x="5422900" y="5435600"/>
          <p14:tracePt t="94815" x="5321300" y="5435600"/>
          <p14:tracePt t="94831" x="5257800" y="5435600"/>
          <p14:tracePt t="94847" x="5194300" y="5435600"/>
          <p14:tracePt t="94865" x="4965700" y="5435600"/>
          <p14:tracePt t="94881" x="4902200" y="5435600"/>
          <p14:tracePt t="94897" x="4819650" y="5448300"/>
          <p14:tracePt t="94914" x="4692650" y="5467350"/>
          <p14:tracePt t="94930" x="4572000" y="5492750"/>
          <p14:tracePt t="94947" x="4502150" y="5505450"/>
          <p14:tracePt t="94964" x="4406900" y="5530850"/>
          <p14:tracePt t="94980" x="4324350" y="5543550"/>
          <p14:tracePt t="94998" x="4241800" y="5568950"/>
          <p14:tracePt t="95013" x="4197350" y="5588000"/>
          <p14:tracePt t="95030" x="4076700" y="5619750"/>
          <p14:tracePt t="95047" x="3917950" y="5657850"/>
          <p14:tracePt t="95063" x="3829050" y="5695950"/>
          <p14:tracePt t="95080" x="3651250" y="5765800"/>
          <p14:tracePt t="95097" x="3479800" y="5829300"/>
          <p14:tracePt t="95113" x="3390900" y="5861050"/>
          <p14:tracePt t="95130" x="3295650" y="5892800"/>
          <p14:tracePt t="95146" x="3086100" y="5930900"/>
          <p14:tracePt t="95162" x="3035300" y="5930900"/>
          <p14:tracePt t="95180" x="2984500" y="5930900"/>
          <p14:tracePt t="95196" x="2921000" y="5937250"/>
          <p14:tracePt t="95213" x="2882900" y="5937250"/>
          <p14:tracePt t="95230" x="2857500" y="5937250"/>
          <p14:tracePt t="95246" x="2851150" y="5937250"/>
          <p14:tracePt t="95280" x="2844800" y="5943600"/>
          <p14:tracePt t="95342" x="2844800" y="5949950"/>
          <p14:tracePt t="95398" x="2851150" y="5949950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 bwMode="auto">
          <a:xfrm>
            <a:off x="609600" y="1143000"/>
            <a:ext cx="8229600" cy="4038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GasTank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(): </a:t>
            </a:r>
          </a:p>
          <a:p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__</a:t>
            </a:r>
            <a:r>
              <a:rPr 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   </a:t>
            </a:r>
            <a:r>
              <a:rPr 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self.gastank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=0</a:t>
            </a:r>
          </a:p>
          <a:p>
            <a:pPr>
              <a:lnSpc>
                <a:spcPct val="70000"/>
              </a:lnSpc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...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Lucida Console" panose="020B0609040504020204" pitchFamily="49" charset="0"/>
              </a:rPr>
              <a:t>Car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Engine</a:t>
            </a:r>
            <a:r>
              <a:rPr 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GasTank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320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..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.): </a:t>
            </a:r>
          </a:p>
          <a:p>
            <a:pPr marL="0" marR="0" indent="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... </a:t>
            </a:r>
          </a:p>
          <a:p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SportsCar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Car</a:t>
            </a:r>
            <a:r>
              <a:rPr 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ManualTran</a:t>
            </a:r>
            <a:r>
              <a:rPr lang="en-US" sz="3200" b="1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70000"/>
              </a:lnSpc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  ...  </a:t>
            </a:r>
          </a:p>
          <a:p>
            <a:r>
              <a:rPr lang="en-US" sz="3200" b="1" dirty="0">
                <a:solidFill>
                  <a:schemeClr val="tx1"/>
                </a:solidFill>
                <a:latin typeface="Lucida Console" panose="020B0609040504020204" pitchFamily="49" charset="0"/>
              </a:rPr>
              <a:t>Ferrari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sz="32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SportsCar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() 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2013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513"/>
    </mc:Choice>
    <mc:Fallback xmlns="">
      <p:transition spd="slow" advTm="975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1.11111E-6 L 0 -0.672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3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  <p:extLst>
    <p:ext uri="{3A86A75C-4F4B-4683-9AE1-C65F6400EC91}">
      <p14:laserTraceLst xmlns:p14="http://schemas.microsoft.com/office/powerpoint/2010/main">
        <p14:tracePtLst>
          <p14:tracePt t="3637" x="4381500" y="4953000"/>
          <p14:tracePt t="3659" x="4381500" y="4940300"/>
          <p14:tracePt t="3665" x="4375150" y="4933950"/>
          <p14:tracePt t="3680" x="4368800" y="4933950"/>
          <p14:tracePt t="3696" x="4362450" y="4921250"/>
          <p14:tracePt t="3713" x="4356100" y="4914900"/>
          <p14:tracePt t="3729" x="4343400" y="4902200"/>
          <p14:tracePt t="3746" x="4330700" y="4883150"/>
          <p14:tracePt t="3762" x="4330700" y="4876800"/>
          <p14:tracePt t="3779" x="4311650" y="4838700"/>
          <p14:tracePt t="3796" x="4286250" y="4787900"/>
          <p14:tracePt t="3813" x="4241800" y="4711700"/>
          <p14:tracePt t="3829" x="4222750" y="4654550"/>
          <p14:tracePt t="3845" x="4197350" y="4610100"/>
          <p14:tracePt t="3863" x="4133850" y="4432300"/>
          <p14:tracePt t="3879" x="4114800" y="4368800"/>
          <p14:tracePt t="3895" x="4089400" y="4286250"/>
          <p14:tracePt t="3898" x="4070350" y="4222750"/>
          <p14:tracePt t="3912" x="4064000" y="4146550"/>
          <p14:tracePt t="3929" x="4032250" y="4025900"/>
          <p14:tracePt t="3945" x="4025900" y="3968750"/>
          <p14:tracePt t="3962" x="4019550" y="3867150"/>
          <p14:tracePt t="3978" x="4019550" y="3771900"/>
          <p14:tracePt t="3996" x="4019550" y="3657600"/>
          <p14:tracePt t="4011" x="4019550" y="3594100"/>
          <p14:tracePt t="4029" x="4019550" y="3479800"/>
          <p14:tracePt t="4045" x="4025900" y="3384550"/>
          <p14:tracePt t="4061" x="4025900" y="3346450"/>
          <p14:tracePt t="4078" x="4032250" y="3295650"/>
          <p14:tracePt t="4095" x="4044950" y="3244850"/>
          <p14:tracePt t="4111" x="4051300" y="3225800"/>
          <p14:tracePt t="4129" x="4051300" y="3181350"/>
          <p14:tracePt t="4144" x="4051300" y="3149600"/>
          <p14:tracePt t="4161" x="4051300" y="3130550"/>
          <p14:tracePt t="4179" x="4051300" y="3098800"/>
          <p14:tracePt t="4194" x="4051300" y="3079750"/>
          <p14:tracePt t="4211" x="4051300" y="3067050"/>
          <p14:tracePt t="4228" x="4038600" y="3048000"/>
          <p14:tracePt t="4244" x="4038600" y="3041650"/>
          <p14:tracePt t="4261" x="4025900" y="3028950"/>
          <p14:tracePt t="4278" x="4019550" y="3022600"/>
          <p14:tracePt t="4311" x="4013200" y="3016250"/>
          <p14:tracePt t="4327" x="4000500" y="3009900"/>
          <p14:tracePt t="4344" x="3994150" y="3009900"/>
          <p14:tracePt t="4361" x="3981450" y="3009900"/>
          <p14:tracePt t="4377" x="3975100" y="3003550"/>
          <p14:tracePt t="4394" x="3968750" y="3003550"/>
          <p14:tracePt t="4411" x="3956050" y="3003550"/>
          <p14:tracePt t="4427" x="3943350" y="3003550"/>
          <p14:tracePt t="4443" x="3937000" y="3003550"/>
          <p14:tracePt t="4460" x="3930650" y="3003550"/>
          <p14:tracePt t="4477" x="3917950" y="3003550"/>
          <p14:tracePt t="4493" x="3905250" y="3003550"/>
          <p14:tracePt t="4510" x="3898900" y="3003550"/>
          <p14:tracePt t="4526" x="3892550" y="3003550"/>
          <p14:tracePt t="4544" x="3886200" y="3009900"/>
          <p14:tracePt t="4560" x="3873500" y="3022600"/>
          <p14:tracePt t="4576" x="3867150" y="3035300"/>
          <p14:tracePt t="4593" x="3848100" y="3060700"/>
          <p14:tracePt t="4610" x="3816350" y="3105150"/>
          <p14:tracePt t="4626" x="3803650" y="3124200"/>
          <p14:tracePt t="4643" x="3771900" y="3187700"/>
          <p14:tracePt t="4659" x="3733800" y="3238500"/>
          <p14:tracePt t="4676" x="3721100" y="3270250"/>
          <p14:tracePt t="4692" x="3670300" y="3327400"/>
          <p14:tracePt t="4709" x="3638550" y="3390900"/>
          <p14:tracePt t="4727" x="3613150" y="3441700"/>
          <p14:tracePt t="4742" x="3600450" y="3460750"/>
          <p14:tracePt t="4759" x="3581400" y="3486150"/>
          <p14:tracePt t="4776" x="3549650" y="3530600"/>
          <p14:tracePt t="4792" x="3543300" y="3543300"/>
          <p14:tracePt t="4809" x="3536950" y="3568700"/>
          <p14:tracePt t="4825" x="3530600" y="3587750"/>
          <p14:tracePt t="4842" x="3524250" y="3594100"/>
          <p14:tracePt t="4858" x="3524250" y="3600450"/>
          <p14:tracePt t="4875" x="3517900" y="3606800"/>
          <p14:tracePt t="4892" x="3517900" y="3619500"/>
          <p14:tracePt t="4909" x="3517900" y="3625850"/>
          <p14:tracePt t="4925" x="3517900" y="3638550"/>
          <p14:tracePt t="4942" x="3517900" y="3663950"/>
          <p14:tracePt t="4959" x="3517900" y="3670300"/>
          <p14:tracePt t="9071" x="3498850" y="3670300"/>
          <p14:tracePt t="9085" x="3448050" y="3670300"/>
          <p14:tracePt t="9092" x="3384550" y="3670300"/>
          <p14:tracePt t="9106" x="3321050" y="3676650"/>
          <p14:tracePt t="9114" x="3232150" y="3702050"/>
          <p14:tracePt t="9128" x="3149600" y="3721100"/>
          <p14:tracePt t="9144" x="2921000" y="3759200"/>
          <p14:tracePt t="9160" x="2800350" y="3803650"/>
          <p14:tracePt t="9177" x="2546350" y="3854450"/>
          <p14:tracePt t="9193" x="2286000" y="3898900"/>
          <p14:tracePt t="9212" x="2171700" y="3943350"/>
          <p14:tracePt t="9227" x="1974850" y="4013200"/>
          <p14:tracePt t="9243" x="1892300" y="4044950"/>
          <p14:tracePt t="9261" x="1663700" y="4152900"/>
          <p14:tracePt t="9277" x="1581150" y="4184650"/>
          <p14:tracePt t="9293" x="1517650" y="4203700"/>
          <p14:tracePt t="9310" x="1409700" y="4241800"/>
          <p14:tracePt t="9327" x="1320800" y="4273550"/>
          <p14:tracePt t="9343" x="1301750" y="4279900"/>
          <p14:tracePt t="9360" x="1238250" y="4305300"/>
          <p14:tracePt t="9376" x="1212850" y="4324350"/>
          <p14:tracePt t="9394" x="1200150" y="4337050"/>
          <p14:tracePt t="9410" x="1181100" y="4368800"/>
          <p14:tracePt t="9426" x="1149350" y="4400550"/>
          <p14:tracePt t="9444" x="1136650" y="4419600"/>
          <p14:tracePt t="9459" x="1098550" y="4476750"/>
          <p14:tracePt t="9476" x="1073150" y="4508500"/>
          <p14:tracePt t="9494" x="1066800" y="4533900"/>
          <p14:tracePt t="9509" x="1066800" y="4546600"/>
          <p14:tracePt t="9526" x="1060450" y="4546600"/>
          <p14:tracePt t="9563" x="1066800" y="4540250"/>
          <p14:tracePt t="9579" x="1073150" y="4540250"/>
          <p14:tracePt t="9593" x="1085850" y="4540250"/>
          <p14:tracePt t="9609" x="1136650" y="4540250"/>
          <p14:tracePt t="9626" x="1193800" y="4546600"/>
          <p14:tracePt t="9642" x="1219200" y="4546600"/>
          <p14:tracePt t="9659" x="1308100" y="4546600"/>
          <p14:tracePt t="9676" x="1416050" y="4540250"/>
          <p14:tracePt t="9692" x="1454150" y="4533900"/>
          <p14:tracePt t="9709" x="1549400" y="4508500"/>
          <p14:tracePt t="9725" x="1638300" y="4470400"/>
          <p14:tracePt t="9742" x="1657350" y="4457700"/>
          <p14:tracePt t="9759" x="1701800" y="4438650"/>
          <p14:tracePt t="9775" x="1746250" y="4400550"/>
          <p14:tracePt t="9792" x="1778000" y="4375150"/>
          <p14:tracePt t="9809" x="1835150" y="4330700"/>
          <p14:tracePt t="9824" x="1898650" y="4260850"/>
          <p14:tracePt t="9841" x="1943100" y="4241800"/>
          <p14:tracePt t="9859" x="1993900" y="4210050"/>
          <p14:tracePt t="9875" x="2019300" y="4203700"/>
          <p14:tracePt t="9891" x="2051050" y="4191000"/>
          <p14:tracePt t="9908" x="2070100" y="4191000"/>
          <p14:tracePt t="9924" x="2076450" y="4191000"/>
          <p14:tracePt t="9941" x="2082800" y="4191000"/>
          <p14:tracePt t="9958" x="2082800" y="4197350"/>
          <p14:tracePt t="9992" x="2082800" y="4203700"/>
          <p14:tracePt t="10008" x="2082800" y="4210050"/>
          <p14:tracePt t="10069" x="2082800" y="4216400"/>
          <p14:tracePt t="10076" x="2082800" y="4222750"/>
          <p14:tracePt t="10091" x="2076450" y="4229100"/>
          <p14:tracePt t="10097" x="2070100" y="4229100"/>
          <p14:tracePt t="10125" x="2063750" y="4235450"/>
          <p14:tracePt t="10139" x="2057400" y="4235450"/>
          <p14:tracePt t="10146" x="2051050" y="4241800"/>
          <p14:tracePt t="10160" x="2044700" y="4241800"/>
          <p14:tracePt t="10175" x="2019300" y="4248150"/>
          <p14:tracePt t="10190" x="2000250" y="4254500"/>
          <p14:tracePt t="10207" x="1974850" y="4254500"/>
          <p14:tracePt t="10224" x="1930400" y="4254500"/>
          <p14:tracePt t="10240" x="1879600" y="4260850"/>
          <p14:tracePt t="10257" x="1860550" y="4260850"/>
          <p14:tracePt t="10273" x="1835150" y="4260850"/>
          <p14:tracePt t="10290" x="1816100" y="4260850"/>
          <p14:tracePt t="10307" x="1809750" y="4260850"/>
          <p14:tracePt t="10323" x="1803400" y="4260850"/>
          <p14:tracePt t="10378" x="1809750" y="4260850"/>
          <p14:tracePt t="10399" x="1816100" y="4260850"/>
          <p14:tracePt t="10407" x="1828800" y="4260850"/>
          <p14:tracePt t="10420" x="1835150" y="4260850"/>
          <p14:tracePt t="10427" x="1841500" y="4267200"/>
          <p14:tracePt t="10443" x="1873250" y="4267200"/>
          <p14:tracePt t="10456" x="1968500" y="4279900"/>
          <p14:tracePt t="10473" x="2032000" y="4292600"/>
          <p14:tracePt t="10489" x="2127250" y="4311650"/>
          <p14:tracePt t="10506" x="2457450" y="4343400"/>
          <p14:tracePt t="10522" x="2571750" y="4362450"/>
          <p14:tracePt t="10541" x="2813050" y="4375150"/>
          <p14:tracePt t="10556" x="3028950" y="4375150"/>
          <p14:tracePt t="10572" x="3092450" y="4368800"/>
          <p14:tracePt t="15462" x="3105150" y="4368800"/>
          <p14:tracePt t="15469" x="3124200" y="4356100"/>
          <p14:tracePt t="15483" x="3149600" y="4337050"/>
          <p14:tracePt t="15491" x="3194050" y="4305300"/>
          <p14:tracePt t="15506" x="3238500" y="4279900"/>
          <p14:tracePt t="15522" x="3270250" y="4254500"/>
          <p14:tracePt t="15539" x="3416300" y="4152900"/>
          <p14:tracePt t="15555" x="3473450" y="4108450"/>
          <p14:tracePt t="15572" x="3530600" y="4057650"/>
          <p14:tracePt t="15589" x="3695700" y="3937000"/>
          <p14:tracePt t="15605" x="3886200" y="3810000"/>
          <p14:tracePt t="15621" x="3994150" y="3746500"/>
          <p14:tracePt t="15638" x="4184650" y="3619500"/>
          <p14:tracePt t="15654" x="4324350" y="3517900"/>
          <p14:tracePt t="15672" x="4425950" y="3441700"/>
          <p14:tracePt t="15688" x="4457700" y="3416300"/>
          <p14:tracePt t="15704" x="4514850" y="3390900"/>
          <p14:tracePt t="15722" x="4552950" y="3371850"/>
          <p14:tracePt t="15738" x="4572000" y="3365500"/>
          <p14:tracePt t="15755" x="4610100" y="3346450"/>
          <p14:tracePt t="15772" x="4660900" y="3314700"/>
          <p14:tracePt t="15787" x="4692650" y="3308350"/>
          <p14:tracePt t="15804" x="4711700" y="3289300"/>
          <p14:tracePt t="15821" x="4832350" y="3225800"/>
          <p14:tracePt t="15837" x="4876800" y="3200400"/>
          <p14:tracePt t="15855" x="4908550" y="3168650"/>
          <p14:tracePt t="15870" x="4978400" y="3117850"/>
          <p14:tracePt t="15887" x="5054600" y="3073400"/>
          <p14:tracePt t="15905" x="5130800" y="3022600"/>
          <p14:tracePt t="15920" x="5162550" y="3009900"/>
          <p14:tracePt t="15937" x="5213350" y="2965450"/>
          <p14:tracePt t="15954" x="5257800" y="2940050"/>
          <p14:tracePt t="15970" x="5270500" y="2927350"/>
          <p14:tracePt t="15987" x="5308600" y="2908300"/>
          <p14:tracePt t="16004" x="5359400" y="2876550"/>
          <p14:tracePt t="16020" x="5378450" y="2844800"/>
          <p14:tracePt t="16037" x="5448300" y="2774950"/>
          <p14:tracePt t="17922" x="5397500" y="2819400"/>
          <p14:tracePt t="17929" x="5314950" y="2901950"/>
          <p14:tracePt t="17943" x="5200650" y="3003550"/>
          <p14:tracePt t="17951" x="5060950" y="3130550"/>
          <p14:tracePt t="17963" x="4870450" y="3295650"/>
          <p14:tracePt t="17980" x="4432300" y="3670300"/>
          <p14:tracePt t="17996" x="4210050" y="3873500"/>
          <p14:tracePt t="18015" x="3797300" y="4241800"/>
          <p14:tracePt t="18030" x="3416300" y="4559300"/>
          <p14:tracePt t="18046" x="3251200" y="4699000"/>
          <p14:tracePt t="18063" x="3067050" y="4826000"/>
          <p14:tracePt t="18080" x="2800350" y="5022850"/>
          <p14:tracePt t="18096" x="2597150" y="5168900"/>
          <p14:tracePt t="18113" x="2444750" y="5283200"/>
          <p14:tracePt t="18129" x="2362200" y="5334000"/>
          <p14:tracePt t="18147" x="2216150" y="5403850"/>
          <p14:tracePt t="18162" x="2139950" y="5429250"/>
          <p14:tracePt t="18179" x="2114550" y="5435600"/>
          <p14:tracePt t="18196" x="2063750" y="5461000"/>
          <p14:tracePt t="18212" x="2012950" y="5480050"/>
          <p14:tracePt t="18229" x="1981200" y="5486400"/>
          <p14:tracePt t="18246" x="1930400" y="5505450"/>
          <p14:tracePt t="18262" x="1860550" y="5518150"/>
          <p14:tracePt t="18279" x="1828800" y="5524500"/>
          <p14:tracePt t="18295" x="1758950" y="5543550"/>
          <p14:tracePt t="18312" x="1708150" y="5549900"/>
          <p14:tracePt t="18329" x="1695450" y="5549900"/>
          <p14:tracePt t="18345" x="1670050" y="5556250"/>
          <p14:tracePt t="18379" x="1663700" y="5549900"/>
          <p14:tracePt t="18411" x="1663700" y="5543550"/>
          <p14:tracePt t="18429" x="1663700" y="5537200"/>
          <p14:tracePt t="18445" x="1670050" y="5530850"/>
          <p14:tracePt t="18478" x="1682750" y="5518150"/>
          <p14:tracePt t="18495" x="1689100" y="5505450"/>
          <p14:tracePt t="18512" x="1695450" y="5505450"/>
          <p14:tracePt t="18528" x="1720850" y="5486400"/>
          <p14:tracePt t="18545" x="1752600" y="5467350"/>
          <p14:tracePt t="18562" x="1828800" y="5422900"/>
          <p14:tracePt t="18578" x="1885950" y="5397500"/>
          <p14:tracePt t="18595" x="2019300" y="5340350"/>
          <p14:tracePt t="18611" x="2146300" y="5270500"/>
          <p14:tracePt t="18627" x="2228850" y="5251450"/>
          <p14:tracePt t="18645" x="2336800" y="5213350"/>
          <p14:tracePt t="18661" x="2419350" y="5181600"/>
          <p14:tracePt t="18677" x="2476500" y="5168900"/>
          <p14:tracePt t="18695" x="2546350" y="5156200"/>
          <p14:tracePt t="18711" x="2584450" y="5156200"/>
          <p14:tracePt t="18727" x="2667000" y="5137150"/>
          <p14:tracePt t="18745" x="2762250" y="5137150"/>
          <p14:tracePt t="18761" x="2787650" y="5130800"/>
          <p14:tracePt t="18777" x="2844800" y="5124450"/>
          <p14:tracePt t="18793" x="2889250" y="5124450"/>
          <p14:tracePt t="18811" x="2914650" y="5124450"/>
          <p14:tracePt t="18827" x="2959100" y="5124450"/>
          <p14:tracePt t="18844" x="2978150" y="5111750"/>
          <p14:tracePt t="19162" x="3035300" y="5111750"/>
          <p14:tracePt t="19177" x="3124200" y="5111750"/>
          <p14:tracePt t="19183" x="3238500" y="5111750"/>
          <p14:tracePt t="19197" x="3352800" y="5111750"/>
          <p14:tracePt t="19210" x="3467100" y="5099050"/>
          <p14:tracePt t="19226" x="3771900" y="5067300"/>
          <p14:tracePt t="19242" x="3911600" y="5054600"/>
          <p14:tracePt t="19259" x="4197350" y="5010150"/>
          <p14:tracePt t="19275" x="4470400" y="4965700"/>
          <p14:tracePt t="19292" x="4597400" y="4965700"/>
          <p14:tracePt t="19309" x="4800600" y="4946650"/>
          <p14:tracePt t="19325" x="4953000" y="4933950"/>
          <p14:tracePt t="19342" x="5010150" y="4933950"/>
          <p14:tracePt t="19359" x="5086350" y="4940300"/>
          <p14:tracePt t="19375" x="5175250" y="4940300"/>
          <p14:tracePt t="19392" x="5238750" y="4940300"/>
          <p14:tracePt t="19409" x="5321300" y="4940300"/>
          <p14:tracePt t="19425" x="5353050" y="4940300"/>
          <p14:tracePt t="19442" x="5416550" y="4927600"/>
          <p14:tracePt t="19458" x="5467350" y="4921250"/>
          <p14:tracePt t="19475" x="5499100" y="4921250"/>
          <p14:tracePt t="19492" x="5537200" y="4921250"/>
          <p14:tracePt t="19508" x="5581650" y="4927600"/>
          <p14:tracePt t="19524" x="5600700" y="4927600"/>
          <p14:tracePt t="19542" x="5638800" y="4940300"/>
          <p14:tracePt t="19558" x="5683250" y="4940300"/>
          <p14:tracePt t="19575" x="5708650" y="4940300"/>
          <p14:tracePt t="19591" x="5759450" y="4940300"/>
          <p14:tracePt t="19608" x="5829300" y="4946650"/>
          <p14:tracePt t="19624" x="5867400" y="4946650"/>
          <p14:tracePt t="19628" x="5905500" y="4953000"/>
          <p14:tracePt t="19641" x="5937250" y="4953000"/>
          <p14:tracePt t="19657" x="6026150" y="4972050"/>
          <p14:tracePt t="19676" x="6096000" y="4978400"/>
          <p14:tracePt t="19691" x="6134100" y="4984750"/>
          <p14:tracePt t="19707" x="6216650" y="5003800"/>
          <p14:tracePt t="19724" x="6299200" y="5010150"/>
          <p14:tracePt t="19741" x="6330950" y="5016500"/>
          <p14:tracePt t="19757" x="6350000" y="5016500"/>
          <p14:tracePt t="20206" x="6388100" y="5016500"/>
          <p14:tracePt t="20220" x="6438900" y="5016500"/>
          <p14:tracePt t="20226" x="6489700" y="5016500"/>
          <p14:tracePt t="20242" x="6546850" y="5016500"/>
          <p14:tracePt t="20256" x="6597650" y="5003800"/>
          <p14:tracePt t="20272" x="6705600" y="4997450"/>
          <p14:tracePt t="20289" x="6743700" y="4997450"/>
          <p14:tracePt t="20305" x="6826250" y="4978400"/>
          <p14:tracePt t="20322" x="6877050" y="4972050"/>
          <p14:tracePt t="20339" x="6896100" y="4972050"/>
          <p14:tracePt t="20355" x="6934200" y="4972050"/>
          <p14:tracePt t="20372" x="6985000" y="4984750"/>
          <p14:tracePt t="20390" x="7035800" y="4997450"/>
          <p14:tracePt t="20405" x="7054850" y="4997450"/>
          <p14:tracePt t="20422" x="7092950" y="5003800"/>
          <p14:tracePt t="20438" x="7124700" y="5010150"/>
          <p14:tracePt t="20455" x="7137400" y="5016500"/>
          <p14:tracePt t="20472" x="7143750" y="5022850"/>
          <p14:tracePt t="21065" x="7105650" y="5022850"/>
          <p14:tracePt t="21072" x="7042150" y="5029200"/>
          <p14:tracePt t="21086" x="6972300" y="5048250"/>
          <p14:tracePt t="21102" x="6743700" y="5067300"/>
          <p14:tracePt t="21119" x="6616700" y="5105400"/>
          <p14:tracePt t="21123" x="6477000" y="5111750"/>
          <p14:tracePt t="21136" x="6330950" y="5149850"/>
          <p14:tracePt t="21152" x="5988050" y="5194300"/>
          <p14:tracePt t="21170" x="5784850" y="5232400"/>
          <p14:tracePt t="21185" x="5378450" y="5327650"/>
          <p14:tracePt t="21202" x="5175250" y="5384800"/>
          <p14:tracePt t="21220" x="4622800" y="5486400"/>
          <p14:tracePt t="21235" x="4495800" y="5511800"/>
          <p14:tracePt t="21252" x="4381500" y="5530850"/>
          <p14:tracePt t="21269" x="4191000" y="5549900"/>
          <p14:tracePt t="21285" x="4064000" y="5549900"/>
          <p14:tracePt t="21301" x="4019550" y="5549900"/>
          <p14:tracePt t="21319" x="3956050" y="5549900"/>
          <p14:tracePt t="21335" x="3905250" y="5556250"/>
          <p14:tracePt t="21353" x="3886200" y="5575300"/>
          <p14:tracePt t="21368" x="3848100" y="5594350"/>
          <p14:tracePt t="21385" x="3816350" y="5607050"/>
          <p14:tracePt t="21402" x="3759200" y="5632450"/>
          <p14:tracePt t="21418" x="3683000" y="5670550"/>
          <p14:tracePt t="21435" x="3651250" y="5683250"/>
          <p14:tracePt t="21452" x="3562350" y="5721350"/>
          <p14:tracePt t="21468" x="3536950" y="5727700"/>
          <p14:tracePt t="21485" x="3511550" y="5727700"/>
          <p14:tracePt t="21501" x="3467100" y="5734050"/>
          <p14:tracePt t="21518" x="3435350" y="5734050"/>
          <p14:tracePt t="21536" x="3409950" y="5721350"/>
          <p14:tracePt t="21551" x="3397250" y="5708650"/>
          <p14:tracePt t="21568" x="3390900" y="5683250"/>
          <p14:tracePt t="21585" x="3378200" y="5670550"/>
          <p14:tracePt t="21601" x="3378200" y="5664200"/>
          <p14:tracePt t="21618" x="3371850" y="5657850"/>
          <p14:tracePt t="21634" x="3365500" y="5651500"/>
          <p14:tracePt t="21676" x="3359150" y="5651500"/>
          <p14:tracePt t="22013" x="3359150" y="5645150"/>
          <p14:tracePt t="22076" x="3359150" y="5638800"/>
          <p14:tracePt t="22189" x="3365500" y="5638800"/>
          <p14:tracePt t="22245" x="3371850" y="5638800"/>
          <p14:tracePt t="22273" x="3371850" y="5632450"/>
          <p14:tracePt t="22315" x="3378200" y="5626100"/>
          <p14:tracePt t="22407" x="3384550" y="5626100"/>
          <p14:tracePt t="22435" x="3397250" y="5626100"/>
          <p14:tracePt t="22456" x="3409950" y="5626100"/>
          <p14:tracePt t="22477" x="3422650" y="5626100"/>
          <p14:tracePt t="22484" x="3448050" y="5626100"/>
          <p14:tracePt t="22500" x="3473450" y="5626100"/>
          <p14:tracePt t="22514" x="3511550" y="5626100"/>
          <p14:tracePt t="22531" x="3638550" y="5626100"/>
          <p14:tracePt t="22547" x="3790950" y="5626100"/>
          <p14:tracePt t="22564" x="3879850" y="5626100"/>
          <p14:tracePt t="22581" x="4057650" y="5626100"/>
          <p14:tracePt t="22597" x="4235450" y="5632450"/>
          <p14:tracePt t="22613" x="4298950" y="5632450"/>
          <p14:tracePt t="22631" x="4432300" y="5638800"/>
          <p14:tracePt t="22647" x="4502150" y="5638800"/>
          <p14:tracePt t="22664" x="4527550" y="5638800"/>
          <p14:tracePt t="22681" x="4559300" y="5638800"/>
          <p14:tracePt t="22697" x="4584700" y="5638800"/>
          <p14:tracePt t="22713" x="4597400" y="5638800"/>
          <p14:tracePt t="22730" x="4622800" y="5645150"/>
          <p14:tracePt t="22747" x="4635500" y="5645150"/>
          <p14:tracePt t="22763" x="4673600" y="5645150"/>
          <p14:tracePt t="22780" x="4724400" y="5645150"/>
          <p14:tracePt t="22797" x="4743450" y="5645150"/>
          <p14:tracePt t="22814" x="4800600" y="5645150"/>
          <p14:tracePt t="22830" x="4857750" y="5638800"/>
          <p14:tracePt t="22846" x="4889500" y="5632450"/>
          <p14:tracePt t="23902" x="4902200" y="5632450"/>
          <p14:tracePt t="23909" x="4927600" y="5632450"/>
          <p14:tracePt t="23923" x="4946650" y="5632450"/>
          <p14:tracePt t="23930" x="4978400" y="5632450"/>
          <p14:tracePt t="23945" x="5003800" y="5632450"/>
          <p14:tracePt t="23959" x="5041900" y="5632450"/>
          <p14:tracePt t="23976" x="5124450" y="5632450"/>
          <p14:tracePt t="23994" x="5245100" y="5645150"/>
          <p14:tracePt t="24009" x="5321300" y="5651500"/>
          <p14:tracePt t="24026" x="5473700" y="5664200"/>
          <p14:tracePt t="24043" x="5651500" y="5670550"/>
          <p14:tracePt t="24059" x="5740400" y="5683250"/>
          <p14:tracePt t="24076" x="5911850" y="5689600"/>
          <p14:tracePt t="24092" x="6064250" y="5721350"/>
          <p14:tracePt t="24109" x="6134100" y="5734050"/>
          <p14:tracePt t="24127" x="6273800" y="5753100"/>
          <p14:tracePt t="24142" x="6419850" y="5778500"/>
          <p14:tracePt t="24158" x="6483350" y="5797550"/>
          <p14:tracePt t="24162" x="6527800" y="5810250"/>
          <p14:tracePt t="24176" x="6578600" y="5816600"/>
          <p14:tracePt t="24192" x="6661150" y="5835650"/>
          <p14:tracePt t="24208" x="6686550" y="5842000"/>
          <p14:tracePt t="24226" x="6711950" y="5854700"/>
          <p14:tracePt t="24242" x="6724650" y="5854700"/>
          <p14:tracePt t="24443" x="6731000" y="5854700"/>
          <p14:tracePt t="26763" x="6724650" y="5854700"/>
          <p14:tracePt t="26770" x="6699250" y="5842000"/>
          <p14:tracePt t="26785" x="6673850" y="5835650"/>
          <p14:tracePt t="26799" x="6642100" y="5835650"/>
          <p14:tracePt t="26816" x="6578600" y="5835650"/>
          <p14:tracePt t="26834" x="6496050" y="5829300"/>
          <p14:tracePt t="26849" x="6445250" y="5829300"/>
          <p14:tracePt t="26866" x="6330950" y="5829300"/>
          <p14:tracePt t="26883" x="6165850" y="5842000"/>
          <p14:tracePt t="26900" x="6057900" y="5854700"/>
          <p14:tracePt t="26916" x="5822950" y="5854700"/>
          <p14:tracePt t="26932" x="5594350" y="5854700"/>
          <p14:tracePt t="26949" x="5480050" y="5854700"/>
          <p14:tracePt t="26966" x="5276850" y="5854700"/>
          <p14:tracePt t="26982" x="5118100" y="5829300"/>
          <p14:tracePt t="26999" x="5041900" y="5810250"/>
          <p14:tracePt t="27016" x="4965700" y="5791200"/>
          <p14:tracePt t="27032" x="4787900" y="5759450"/>
          <p14:tracePt t="27048" x="4737100" y="5734050"/>
          <p14:tracePt t="27066" x="4654550" y="5715000"/>
          <p14:tracePt t="27081" x="4622800" y="5708650"/>
          <p14:tracePt t="27098" x="4565650" y="5702300"/>
          <p14:tracePt t="27115" x="4514850" y="5702300"/>
          <p14:tracePt t="27132" x="4489450" y="5702300"/>
          <p14:tracePt t="27149" x="4464050" y="5702300"/>
          <p14:tracePt t="27165" x="4425950" y="5702300"/>
          <p14:tracePt t="27181" x="4381500" y="5689600"/>
          <p14:tracePt t="27199" x="4356100" y="5683250"/>
          <p14:tracePt t="27215" x="4349750" y="5683250"/>
          <p14:tracePt t="27231" x="4330700" y="5676900"/>
          <p14:tracePt t="27248" x="4318000" y="5676900"/>
          <p14:tracePt t="27264" x="4305300" y="5670550"/>
          <p14:tracePt t="27281" x="4298950" y="5670550"/>
          <p14:tracePt t="27298" x="4292600" y="5670550"/>
          <p14:tracePt t="27314" x="4286250" y="5664200"/>
          <p14:tracePt t="27331" x="4279900" y="5657850"/>
          <p14:tracePt t="27348" x="4267200" y="5657850"/>
          <p14:tracePt t="27364" x="4260850" y="5657850"/>
          <p14:tracePt t="27381" x="4248150" y="5657850"/>
          <p14:tracePt t="27398" x="4235450" y="5651500"/>
          <p14:tracePt t="27414" x="4229100" y="5645150"/>
          <p14:tracePt t="27431" x="4216400" y="5645150"/>
          <p14:tracePt t="27447" x="4203700" y="5645150"/>
          <p14:tracePt t="27464" x="4191000" y="5638800"/>
          <p14:tracePt t="27481" x="4159250" y="5632450"/>
          <p14:tracePt t="27497" x="4121150" y="5607050"/>
          <p14:tracePt t="27514" x="4102100" y="5600700"/>
          <p14:tracePt t="27530" x="4038600" y="5568950"/>
          <p14:tracePt t="27547" x="4013200" y="5562600"/>
          <p14:tracePt t="27564" x="4000500" y="5556250"/>
          <p14:tracePt t="28169" x="4006850" y="5556250"/>
          <p14:tracePt t="28176" x="4038600" y="5556250"/>
          <p14:tracePt t="28190" x="4076700" y="5562600"/>
          <p14:tracePt t="28198" x="4108450" y="5568950"/>
          <p14:tracePt t="28212" x="4152900" y="5581650"/>
          <p14:tracePt t="28228" x="4229100" y="5588000"/>
          <p14:tracePt t="28244" x="4260850" y="5594350"/>
          <p14:tracePt t="28261" x="4343400" y="5613400"/>
          <p14:tracePt t="28278" x="4438650" y="5626100"/>
          <p14:tracePt t="28294" x="4476750" y="5638800"/>
          <p14:tracePt t="28311" x="4546600" y="5645150"/>
          <p14:tracePt t="28327" x="4572000" y="5645150"/>
          <p14:tracePt t="28345" x="4622800" y="5651500"/>
          <p14:tracePt t="28361" x="4629150" y="5651500"/>
          <p14:tracePt t="28377" x="4635500" y="5651500"/>
          <p14:tracePt t="28394" x="4648200" y="5657850"/>
          <p14:tracePt t="28410" x="4654550" y="5664200"/>
          <p14:tracePt t="28450" x="4660900" y="5664200"/>
          <p14:tracePt t="28478" x="4667250" y="5664200"/>
          <p14:tracePt t="28513" x="4673600" y="5664200"/>
          <p14:tracePt t="28534" x="4673600" y="5657850"/>
          <p14:tracePt t="29173" x="4679950" y="5657850"/>
          <p14:tracePt t="29179" x="4699000" y="5657850"/>
          <p14:tracePt t="29195" x="4718050" y="5657850"/>
          <p14:tracePt t="29208" x="4743450" y="5657850"/>
          <p14:tracePt t="29224" x="4806950" y="5664200"/>
          <p14:tracePt t="29241" x="4845050" y="5664200"/>
          <p14:tracePt t="29258" x="4940300" y="5695950"/>
          <p14:tracePt t="29274" x="5022850" y="5695950"/>
          <p14:tracePt t="29292" x="5060950" y="5695950"/>
          <p14:tracePt t="29307" x="5162550" y="5702300"/>
          <p14:tracePt t="29324" x="5270500" y="5702300"/>
          <p14:tracePt t="29342" x="5410200" y="5702300"/>
          <p14:tracePt t="29357" x="5486400" y="5715000"/>
          <p14:tracePt t="29373" x="5645150" y="5734050"/>
          <p14:tracePt t="29391" x="5797550" y="5753100"/>
          <p14:tracePt t="29407" x="5867400" y="5772150"/>
          <p14:tracePt t="29424" x="5994400" y="5778500"/>
          <p14:tracePt t="29441" x="6102350" y="5797550"/>
          <p14:tracePt t="29457" x="6140450" y="5797550"/>
          <p14:tracePt t="29474" x="6172200" y="5803900"/>
          <p14:tracePt t="29490" x="6197600" y="5803900"/>
          <p14:tracePt t="29507" x="6210300" y="5810250"/>
          <p14:tracePt t="29524" x="6229350" y="5816600"/>
          <p14:tracePt t="29540" x="6248400" y="5816600"/>
          <p14:tracePt t="29556" x="6254750" y="5816600"/>
          <p14:tracePt t="29574" x="6280150" y="5822950"/>
          <p14:tracePt t="29590" x="6292850" y="5829300"/>
          <p14:tracePt t="29606" x="6318250" y="5835650"/>
          <p14:tracePt t="29623" x="6337300" y="5835650"/>
          <p14:tracePt t="29641" x="6343650" y="5835650"/>
          <p14:tracePt t="29658" x="6356350" y="5842000"/>
          <p14:tracePt t="29693" x="6362700" y="5842000"/>
          <p14:tracePt t="29706" x="6369050" y="5842000"/>
          <p14:tracePt t="29723" x="6375400" y="5842000"/>
          <p14:tracePt t="34396" x="6369050" y="5842000"/>
          <p14:tracePt t="34410" x="6350000" y="5835650"/>
          <p14:tracePt t="34418" x="6337300" y="5829300"/>
          <p14:tracePt t="34432" x="6305550" y="5829300"/>
          <p14:tracePt t="34440" x="6286500" y="5829300"/>
          <p14:tracePt t="34457" x="6267450" y="5829300"/>
          <p14:tracePt t="34474" x="6210300" y="5822950"/>
          <p14:tracePt t="34489" x="6121400" y="5822950"/>
          <p14:tracePt t="34506" x="6070600" y="5822950"/>
          <p14:tracePt t="34523" x="5924550" y="5810250"/>
          <p14:tracePt t="34539" x="5759450" y="5803900"/>
          <p14:tracePt t="34556" x="5683250" y="5803900"/>
          <p14:tracePt t="34573" x="5467350" y="5816600"/>
          <p14:tracePt t="34589" x="5264150" y="5835650"/>
          <p14:tracePt t="34606" x="5181600" y="5848350"/>
          <p14:tracePt t="34623" x="5041900" y="5848350"/>
          <p14:tracePt t="34639" x="4991100" y="5848350"/>
          <p14:tracePt t="34656" x="4883150" y="5867400"/>
          <p14:tracePt t="34672" x="4819650" y="5867400"/>
          <p14:tracePt t="34689" x="4794250" y="5867400"/>
          <p14:tracePt t="34706" x="4749800" y="5867400"/>
          <p14:tracePt t="34722" x="4718050" y="5867400"/>
          <p14:tracePt t="34739" x="4705350" y="5867400"/>
          <p14:tracePt t="34755" x="4686300" y="5867400"/>
          <p14:tracePt t="34772" x="4667250" y="5861050"/>
          <p14:tracePt t="34789" x="4654550" y="5861050"/>
          <p14:tracePt t="34805" x="4635500" y="5861050"/>
          <p14:tracePt t="34822" x="4610100" y="5854700"/>
          <p14:tracePt t="34840" x="4584700" y="5848350"/>
          <p14:tracePt t="34855" x="4559300" y="5842000"/>
          <p14:tracePt t="34871" x="4527550" y="5822950"/>
          <p14:tracePt t="34889" x="4476750" y="5803900"/>
          <p14:tracePt t="34905" x="4457700" y="5797550"/>
          <p14:tracePt t="34922" x="4432300" y="5784850"/>
          <p14:tracePt t="34938" x="4387850" y="5753100"/>
          <p14:tracePt t="34955" x="4381500" y="5753100"/>
          <p14:tracePt t="34971" x="4375150" y="5753100"/>
          <p14:tracePt t="34988" x="4368800" y="5746750"/>
          <p14:tracePt t="35022" x="4368800" y="5740400"/>
          <p14:tracePt t="35050" x="4375150" y="5740400"/>
          <p14:tracePt t="35072" x="4387850" y="5740400"/>
          <p14:tracePt t="35092" x="4394200" y="5740400"/>
          <p14:tracePt t="35099" x="4400550" y="5740400"/>
          <p14:tracePt t="35141" x="4406900" y="5740400"/>
          <p14:tracePt t="35183" x="4413250" y="5740400"/>
          <p14:tracePt t="35211" x="4419600" y="5740400"/>
          <p14:tracePt t="35219" x="4425950" y="5740400"/>
          <p14:tracePt t="35310" x="4419600" y="5734050"/>
          <p14:tracePt t="35331" x="4413250" y="5734050"/>
          <p14:tracePt t="35345" x="4406900" y="5727700"/>
          <p14:tracePt t="35359" x="4394200" y="5721350"/>
          <p14:tracePt t="35373" x="4368800" y="5721350"/>
          <p14:tracePt t="35380" x="4343400" y="5715000"/>
          <p14:tracePt t="35394" x="4305300" y="5715000"/>
          <p14:tracePt t="35402" x="4248150" y="5708650"/>
          <p14:tracePt t="35419" x="4184650" y="5695950"/>
          <p14:tracePt t="35437" x="4032250" y="5689600"/>
          <p14:tracePt t="35453" x="3867150" y="5689600"/>
          <p14:tracePt t="35469" x="3784600" y="5676900"/>
          <p14:tracePt t="35486" x="3657600" y="5670550"/>
          <p14:tracePt t="35503" x="3581400" y="5670550"/>
          <p14:tracePt t="35519" x="3556000" y="5670550"/>
          <p14:tracePt t="35536" x="3536950" y="5670550"/>
          <p14:tracePt t="35591" x="3543300" y="5670550"/>
          <p14:tracePt t="35605" x="3549650" y="5670550"/>
          <p14:tracePt t="35612" x="3562350" y="5670550"/>
          <p14:tracePt t="35626" x="3568700" y="5670550"/>
          <p14:tracePt t="35635" x="3575050" y="5670550"/>
          <p14:tracePt t="35652" x="3581400" y="5670550"/>
          <p14:tracePt t="35669" x="3600450" y="5670550"/>
          <p14:tracePt t="35685" x="3644900" y="5670550"/>
          <p14:tracePt t="35702" x="3676650" y="5670550"/>
          <p14:tracePt t="35718" x="3778250" y="5670550"/>
          <p14:tracePt t="35735" x="3943350" y="5664200"/>
          <p14:tracePt t="35753" x="4121150" y="5651500"/>
          <p14:tracePt t="35768" x="4210050" y="5632450"/>
          <p14:tracePt t="35785" x="4400550" y="5626100"/>
          <p14:tracePt t="35802" x="4597400" y="5594350"/>
          <p14:tracePt t="35818" x="4699000" y="5575300"/>
          <p14:tracePt t="35835" x="4800600" y="5562600"/>
          <p14:tracePt t="35851" x="5124450" y="5511800"/>
          <p14:tracePt t="35868" x="5213350" y="5492750"/>
          <p14:tracePt t="35885" x="5314950" y="5492750"/>
          <p14:tracePt t="35901" x="5473700" y="5473700"/>
          <p14:tracePt t="35918" x="5613400" y="5473700"/>
          <p14:tracePt t="35936" x="5695950" y="5473700"/>
          <p14:tracePt t="35951" x="5721350" y="5467350"/>
          <p14:tracePt t="35968" x="5759450" y="5461000"/>
          <p14:tracePt t="35985" x="5772150" y="5454650"/>
          <p14:tracePt t="36033" x="5778500" y="5454650"/>
          <p14:tracePt t="36097" x="5778500" y="5461000"/>
          <p14:tracePt t="36104" x="5772150" y="5461000"/>
          <p14:tracePt t="36119" x="5759450" y="5461000"/>
          <p14:tracePt t="36134" x="5727700" y="5461000"/>
          <p14:tracePt t="36150" x="5702300" y="5461000"/>
          <p14:tracePt t="36168" x="5657850" y="5461000"/>
          <p14:tracePt t="36183" x="5626100" y="5454650"/>
          <p14:tracePt t="36200" x="5568950" y="5441950"/>
          <p14:tracePt t="36217" x="5461000" y="5441950"/>
          <p14:tracePt t="36233" x="5384800" y="5461000"/>
          <p14:tracePt t="36250" x="5187950" y="5492750"/>
          <p14:tracePt t="36266" x="4997450" y="5511800"/>
          <p14:tracePt t="36283" x="4895850" y="5524500"/>
          <p14:tracePt t="36301" x="4743450" y="5530850"/>
          <p14:tracePt t="36317" x="4597400" y="5549900"/>
          <p14:tracePt t="36333" x="4559300" y="5549900"/>
          <p14:tracePt t="36350" x="4495800" y="5562600"/>
          <p14:tracePt t="36366" x="4476750" y="5562600"/>
          <p14:tracePt t="36383" x="4470400" y="5562600"/>
          <p14:tracePt t="36448" x="4476750" y="5562600"/>
          <p14:tracePt t="36455" x="4483100" y="5562600"/>
          <p14:tracePt t="36469" x="4495800" y="5562600"/>
          <p14:tracePt t="36483" x="4514850" y="5562600"/>
          <p14:tracePt t="36516" x="4533900" y="5562600"/>
          <p14:tracePt t="36532" x="4559300" y="5562600"/>
          <p14:tracePt t="36549" x="4610100" y="5568950"/>
          <p14:tracePt t="36566" x="4660900" y="5575300"/>
          <p14:tracePt t="36582" x="4794250" y="5607050"/>
          <p14:tracePt t="36599" x="4991100" y="5638800"/>
          <p14:tracePt t="36617" x="5207000" y="5670550"/>
          <p14:tracePt t="36632" x="5308600" y="5676900"/>
          <p14:tracePt t="36649" x="5505450" y="5708650"/>
          <p14:tracePt t="36666" x="5594350" y="5721350"/>
          <p14:tracePt t="36682" x="5721350" y="5727700"/>
          <p14:tracePt t="36698" x="5791200" y="5727700"/>
          <p14:tracePt t="36716" x="5816600" y="5727700"/>
          <p14:tracePt t="36732" x="5822950" y="5727700"/>
          <p14:tracePt t="36748" x="5829300" y="5721350"/>
          <p14:tracePt t="36765" x="5835650" y="5715000"/>
          <p14:tracePt t="38391" x="5835650" y="5702300"/>
          <p14:tracePt t="38404" x="5822950" y="5695950"/>
          <p14:tracePt t="38412" x="5810250" y="5683250"/>
          <p14:tracePt t="38429" x="5803900" y="5670550"/>
          <p14:tracePt t="38443" x="5772150" y="5651500"/>
          <p14:tracePt t="38459" x="5746750" y="5626100"/>
          <p14:tracePt t="38476" x="5715000" y="5594350"/>
          <p14:tracePt t="38492" x="5683250" y="5568950"/>
          <p14:tracePt t="38509" x="5638800" y="5530850"/>
          <p14:tracePt t="38526" x="5594350" y="5499100"/>
          <p14:tracePt t="38542" x="5575300" y="5473700"/>
          <p14:tracePt t="38559" x="5511800" y="5441950"/>
          <p14:tracePt t="38575" x="5435600" y="5422900"/>
          <p14:tracePt t="38592" x="5391150" y="5403850"/>
          <p14:tracePt t="38609" x="5321300" y="5378450"/>
          <p14:tracePt t="38625" x="5219700" y="5334000"/>
          <p14:tracePt t="38642" x="5181600" y="5327650"/>
          <p14:tracePt t="38658" x="5092700" y="5283200"/>
          <p14:tracePt t="38675" x="4984750" y="5232400"/>
          <p14:tracePt t="38692" x="4927600" y="5207000"/>
          <p14:tracePt t="38708" x="4813300" y="5149850"/>
          <p14:tracePt t="38725" x="4711700" y="5086350"/>
          <p14:tracePt t="38742" x="4616450" y="5003800"/>
          <p14:tracePt t="38758" x="4559300" y="4953000"/>
          <p14:tracePt t="38775" x="4514850" y="4914900"/>
          <p14:tracePt t="38792" x="4356100" y="4718050"/>
          <p14:tracePt t="38808" x="4305300" y="4635500"/>
          <p14:tracePt t="38811" x="4241800" y="4552950"/>
          <p14:tracePt t="38841" x="4121150" y="4413250"/>
          <p14:tracePt t="38858" x="4019550" y="4273550"/>
          <p14:tracePt t="38875" x="3962400" y="4222750"/>
          <p14:tracePt t="38891" x="3892550" y="4133850"/>
          <p14:tracePt t="38908" x="3835400" y="4044950"/>
          <p14:tracePt t="38925" x="3797300" y="3975100"/>
          <p14:tracePt t="38941" x="3778250" y="3956050"/>
          <p14:tracePt t="38957" x="3778250" y="3930650"/>
          <p14:tracePt t="38975" x="3778250" y="3917950"/>
          <p14:tracePt t="38990" x="3778250" y="3911600"/>
          <p14:tracePt t="39690" x="3778250" y="3898900"/>
          <p14:tracePt t="39697" x="3771900" y="3879850"/>
          <p14:tracePt t="39711" x="3746500" y="3848100"/>
          <p14:tracePt t="39721" x="3733800" y="3803650"/>
          <p14:tracePt t="39739" x="3689350" y="3708400"/>
          <p14:tracePt t="39754" x="3657600" y="3625850"/>
          <p14:tracePt t="39771" x="3594100" y="3429000"/>
          <p14:tracePt t="39789" x="3517900" y="3181350"/>
          <p14:tracePt t="39805" x="3473450" y="3048000"/>
          <p14:tracePt t="39808" x="3441700" y="2895600"/>
          <p14:tracePt t="39838" x="3321050" y="2317750"/>
          <p14:tracePt t="39854" x="3270250" y="2114550"/>
          <p14:tracePt t="39872" x="3219450" y="1746250"/>
          <p14:tracePt t="39887" x="3181350" y="1409700"/>
          <p14:tracePt t="39905" x="3155950" y="1238250"/>
          <p14:tracePt t="39923" x="3124200" y="977900"/>
          <p14:tracePt t="39937" x="3092450" y="800100"/>
          <p14:tracePt t="39954" x="3086100" y="730250"/>
          <p14:tracePt t="39972" x="3060700" y="635000"/>
          <p14:tracePt t="39987" x="3048000" y="609600"/>
          <p14:tracePt t="40005" x="3028950" y="571500"/>
          <p14:tracePt t="40021" x="3022600" y="558800"/>
          <p14:tracePt t="40037" x="3016250" y="558800"/>
          <p14:tracePt t="40188" x="3016250" y="565150"/>
          <p14:tracePt t="40209" x="3016250" y="571500"/>
          <p14:tracePt t="40237" x="3009900" y="577850"/>
          <p14:tracePt t="40258" x="3009900" y="584200"/>
          <p14:tracePt t="40286" x="3009900" y="590550"/>
          <p14:tracePt t="40343" x="3009900" y="596900"/>
          <p14:tracePt t="40350" x="3009900" y="603250"/>
          <p14:tracePt t="40392" x="3009900" y="609600"/>
          <p14:tracePt t="40462" x="3016250" y="609600"/>
          <p14:tracePt t="40470" x="3022600" y="609600"/>
          <p14:tracePt t="40483" x="3028950" y="609600"/>
          <p14:tracePt t="40490" x="3041650" y="609600"/>
          <p14:tracePt t="40502" x="3054350" y="609600"/>
          <p14:tracePt t="40519" x="3092450" y="615950"/>
          <p14:tracePt t="40535" x="3124200" y="615950"/>
          <p14:tracePt t="40553" x="3149600" y="615950"/>
          <p14:tracePt t="40568" x="3270250" y="622300"/>
          <p14:tracePt t="40585" x="3308350" y="628650"/>
          <p14:tracePt t="40602" x="3352800" y="628650"/>
          <p14:tracePt t="40618" x="3454400" y="647700"/>
          <p14:tracePt t="40635" x="3549650" y="647700"/>
          <p14:tracePt t="40652" x="3625850" y="647700"/>
          <p14:tracePt t="40668" x="3676650" y="647700"/>
          <p14:tracePt t="40685" x="3771900" y="647700"/>
          <p14:tracePt t="40701" x="3860800" y="647700"/>
          <p14:tracePt t="40718" x="3892550" y="647700"/>
          <p14:tracePt t="40735" x="3943350" y="641350"/>
          <p14:tracePt t="40752" x="3975100" y="635000"/>
          <p14:tracePt t="40768" x="3994150" y="628650"/>
          <p14:tracePt t="40785" x="4057650" y="622300"/>
          <p14:tracePt t="40801" x="4089400" y="603250"/>
          <p14:tracePt t="41375" x="4083050" y="609600"/>
          <p14:tracePt t="41383" x="4051300" y="628650"/>
          <p14:tracePt t="41396" x="4032250" y="641350"/>
          <p14:tracePt t="41403" x="4006850" y="654050"/>
          <p14:tracePt t="41415" x="3987800" y="679450"/>
          <p14:tracePt t="41432" x="3943350" y="711200"/>
          <p14:tracePt t="41449" x="3924300" y="730250"/>
          <p14:tracePt t="41465" x="3898900" y="749300"/>
          <p14:tracePt t="41482" x="3810000" y="838200"/>
          <p14:tracePt t="41498" x="3771900" y="876300"/>
          <p14:tracePt t="41516" x="3708400" y="946150"/>
          <p14:tracePt t="41532" x="3670300" y="990600"/>
          <p14:tracePt t="41548" x="3587750" y="1073150"/>
          <p14:tracePt t="41565" x="3562350" y="1092200"/>
          <p14:tracePt t="41581" x="3517900" y="1130300"/>
          <p14:tracePt t="41598" x="3498850" y="1143000"/>
          <p14:tracePt t="41615" x="3492500" y="1149350"/>
          <p14:tracePt t="41734" x="3498850" y="1143000"/>
          <p14:tracePt t="41762" x="3505200" y="1143000"/>
          <p14:tracePt t="41782" x="3511550" y="1136650"/>
          <p14:tracePt t="41804" x="3517900" y="1136650"/>
          <p14:tracePt t="41825" x="3524250" y="1136650"/>
          <p14:tracePt t="41846" x="3530600" y="1136650"/>
          <p14:tracePt t="41853" x="3536950" y="1136650"/>
          <p14:tracePt t="41867" x="3543300" y="1130300"/>
          <p14:tracePt t="41881" x="3568700" y="1123950"/>
          <p14:tracePt t="41897" x="3581400" y="1117600"/>
          <p14:tracePt t="41913" x="3613150" y="1098550"/>
          <p14:tracePt t="41931" x="3676650" y="1060450"/>
          <p14:tracePt t="41947" x="3765550" y="996950"/>
          <p14:tracePt t="41964" x="3810000" y="958850"/>
          <p14:tracePt t="41980" x="3917950" y="876300"/>
          <p14:tracePt t="41997" x="4019550" y="787400"/>
          <p14:tracePt t="42014" x="4076700" y="749300"/>
          <p14:tracePt t="42030" x="4184650" y="666750"/>
          <p14:tracePt t="42047" x="4273550" y="603250"/>
          <p14:tracePt t="42064" x="4330700" y="552450"/>
          <p14:tracePt t="42080" x="4349750" y="539750"/>
          <p14:tracePt t="42096" x="4368800" y="533400"/>
          <p14:tracePt t="42113" x="4394200" y="508000"/>
          <p14:tracePt t="42130" x="4400550" y="501650"/>
          <p14:tracePt t="42147" x="4406900" y="501650"/>
          <p14:tracePt t="42179" x="4413250" y="501650"/>
          <p14:tracePt t="42239" x="4413250" y="488950"/>
          <p14:tracePt t="43020" x="4413250" y="495300"/>
          <p14:tracePt t="43028" x="4413250" y="501650"/>
          <p14:tracePt t="43041" x="4413250" y="508000"/>
          <p14:tracePt t="43048" x="4413250" y="514350"/>
          <p14:tracePt t="43063" x="4413250" y="527050"/>
          <p14:tracePt t="43077" x="4413250" y="539750"/>
          <p14:tracePt t="43093" x="4413250" y="552450"/>
          <p14:tracePt t="43109" x="4413250" y="558800"/>
          <p14:tracePt t="43126" x="4406900" y="571500"/>
          <p14:tracePt t="43143" x="4394200" y="577850"/>
          <p14:tracePt t="43159" x="4387850" y="577850"/>
          <p14:tracePt t="43176" x="4381500" y="584200"/>
          <p14:tracePt t="43193" x="4368800" y="584200"/>
          <p14:tracePt t="43210" x="4362450" y="590550"/>
          <p14:tracePt t="43226" x="4356100" y="590550"/>
          <p14:tracePt t="43243" x="4349750" y="590550"/>
          <p14:tracePt t="43280" x="4343400" y="590550"/>
          <p14:tracePt t="43301" x="4337050" y="590550"/>
          <p14:tracePt t="43329" x="4330700" y="590550"/>
          <p14:tracePt t="43344" x="4324350" y="590550"/>
          <p14:tracePt t="43357" x="4318000" y="590550"/>
          <p14:tracePt t="43371" x="4311650" y="590550"/>
          <p14:tracePt t="43413" x="4305300" y="590550"/>
          <p14:tracePt t="43421" x="4298950" y="590550"/>
          <p14:tracePt t="43428" x="4292600" y="590550"/>
          <p14:tracePt t="43444" x="4286250" y="584200"/>
          <p14:tracePt t="43459" x="4279900" y="584200"/>
          <p14:tracePt t="43475" x="4254500" y="577850"/>
          <p14:tracePt t="43492" x="4222750" y="571500"/>
          <p14:tracePt t="43508" x="4203700" y="571500"/>
          <p14:tracePt t="43525" x="4152900" y="565150"/>
          <p14:tracePt t="43541" x="4095750" y="558800"/>
          <p14:tracePt t="43558" x="4057650" y="558800"/>
          <p14:tracePt t="43575" x="4000500" y="552450"/>
          <p14:tracePt t="43592" x="3943350" y="539750"/>
          <p14:tracePt t="43609" x="3917950" y="539750"/>
          <p14:tracePt t="43625" x="3886200" y="539750"/>
          <p14:tracePt t="43641" x="3860800" y="533400"/>
          <p14:tracePt t="43658" x="3854450" y="533400"/>
          <p14:tracePt t="43675" x="3848100" y="527050"/>
          <p14:tracePt t="43710" x="3841750" y="527050"/>
          <p14:tracePt t="43744" x="3835400" y="520700"/>
          <p14:tracePt t="44025" x="3841750" y="520700"/>
          <p14:tracePt t="44032" x="3848100" y="520700"/>
          <p14:tracePt t="44046" x="3854450" y="520700"/>
          <p14:tracePt t="44056" x="3886200" y="520700"/>
          <p14:tracePt t="44073" x="3911600" y="520700"/>
          <p14:tracePt t="44090" x="4025900" y="527050"/>
          <p14:tracePt t="44106" x="4203700" y="539750"/>
          <p14:tracePt t="44124" x="4394200" y="539750"/>
          <p14:tracePt t="44140" x="4483100" y="539750"/>
          <p14:tracePt t="44157" x="4635500" y="539750"/>
          <p14:tracePt t="44173" x="4756150" y="533400"/>
          <p14:tracePt t="44189" x="4794250" y="533400"/>
          <p14:tracePt t="44206" x="4845050" y="527050"/>
          <p14:tracePt t="44223" x="4870450" y="527050"/>
          <p14:tracePt t="44239" x="4876800" y="527050"/>
          <p14:tracePt t="44257" x="4883150" y="527050"/>
          <p14:tracePt t="44313" x="4889500" y="527050"/>
          <p14:tracePt t="44876" x="4864100" y="527050"/>
          <p14:tracePt t="44883" x="4813300" y="533400"/>
          <p14:tracePt t="44897" x="4724400" y="533400"/>
          <p14:tracePt t="44906" x="4610100" y="546100"/>
          <p14:tracePt t="44920" x="4470400" y="558800"/>
          <p14:tracePt t="44937" x="4343400" y="565150"/>
          <p14:tracePt t="44954" x="3886200" y="565150"/>
          <p14:tracePt t="44970" x="3746500" y="552450"/>
          <p14:tracePt t="44986" x="3619500" y="539750"/>
          <p14:tracePt t="45003" x="3416300" y="520700"/>
          <p14:tracePt t="45020" x="3282950" y="482600"/>
          <p14:tracePt t="45036" x="3225800" y="476250"/>
          <p14:tracePt t="45053" x="3168650" y="469900"/>
          <p14:tracePt t="45070" x="3143250" y="469900"/>
          <p14:tracePt t="45087" x="3124200" y="463550"/>
          <p14:tracePt t="45103" x="3117850" y="457200"/>
          <p14:tracePt t="45138" x="3111500" y="450850"/>
          <p14:tracePt t="45347" x="3117850" y="450850"/>
          <p14:tracePt t="45361" x="3124200" y="450850"/>
          <p14:tracePt t="45368" x="3130550" y="450850"/>
          <p14:tracePt t="45375" x="3143250" y="450850"/>
          <p14:tracePt t="45389" x="3149600" y="450850"/>
          <p14:tracePt t="45410" x="3162300" y="450850"/>
          <p14:tracePt t="45418" x="3175000" y="450850"/>
          <p14:tracePt t="45434" x="3206750" y="450850"/>
          <p14:tracePt t="45452" x="3321050" y="444500"/>
          <p14:tracePt t="45468" x="3536950" y="444500"/>
          <p14:tracePt t="45485" x="3676650" y="431800"/>
          <p14:tracePt t="45502" x="4057650" y="431800"/>
          <p14:tracePt t="45518" x="4527550" y="419100"/>
          <p14:tracePt t="45535" x="4768850" y="406400"/>
          <p14:tracePt t="45552" x="5194300" y="393700"/>
          <p14:tracePt t="45568" x="5397500" y="393700"/>
          <p14:tracePt t="45586" x="5784850" y="393700"/>
          <p14:tracePt t="45601" x="5873750" y="393700"/>
          <p14:tracePt t="45618" x="5937250" y="393700"/>
          <p14:tracePt t="45635" x="6051550" y="393700"/>
          <p14:tracePt t="45651" x="6115050" y="406400"/>
          <p14:tracePt t="45668" x="6127750" y="406400"/>
          <p14:tracePt t="45684" x="6146800" y="406400"/>
          <p14:tracePt t="45701" x="6159500" y="406400"/>
          <p14:tracePt t="45718" x="6159500" y="412750"/>
          <p14:tracePt t="45734" x="6159500" y="419100"/>
          <p14:tracePt t="45750" x="6165850" y="419100"/>
          <p14:tracePt t="45782" x="6172200" y="425450"/>
          <p14:tracePt t="45796" x="6172200" y="431800"/>
          <p14:tracePt t="45838" x="6172200" y="438150"/>
          <p14:tracePt t="46007" x="6165850" y="438150"/>
          <p14:tracePt t="46049" x="6159500" y="438150"/>
          <p14:tracePt t="46070" x="6153150" y="438150"/>
          <p14:tracePt t="46098" x="6146800" y="438150"/>
          <p14:tracePt t="46112" x="6140450" y="438150"/>
          <p14:tracePt t="46119" x="6127750" y="438150"/>
          <p14:tracePt t="46135" x="6108700" y="438150"/>
          <p14:tracePt t="46149" x="6032500" y="438150"/>
          <p14:tracePt t="46166" x="5956300" y="438150"/>
          <p14:tracePt t="46183" x="5740400" y="450850"/>
          <p14:tracePt t="46199" x="5581650" y="450850"/>
          <p14:tracePt t="46216" x="5213350" y="463550"/>
          <p14:tracePt t="46232" x="4787900" y="476250"/>
          <p14:tracePt t="46249" x="4552950" y="476250"/>
          <p14:tracePt t="46266" x="4140200" y="476250"/>
          <p14:tracePt t="46282" x="3790950" y="488950"/>
          <p14:tracePt t="46299" x="3663950" y="488950"/>
          <p14:tracePt t="46316" x="3473450" y="495300"/>
          <p14:tracePt t="46332" x="3333750" y="495300"/>
          <p14:tracePt t="46349" x="3282950" y="495300"/>
          <p14:tracePt t="46366" x="3187700" y="508000"/>
          <p14:tracePt t="46381" x="3130550" y="514350"/>
          <p14:tracePt t="46398" x="3105150" y="514350"/>
          <p14:tracePt t="46415" x="3054350" y="514350"/>
          <p14:tracePt t="46432" x="3009900" y="514350"/>
          <p14:tracePt t="46448" x="2997200" y="514350"/>
          <p14:tracePt t="46465" x="2971800" y="520700"/>
          <p14:tracePt t="46481" x="2959100" y="520700"/>
          <p14:tracePt t="46499" x="2914650" y="520700"/>
          <p14:tracePt t="46531" x="2895600" y="520700"/>
          <p14:tracePt t="46548" x="2882900" y="520700"/>
          <p14:tracePt t="46564" x="2863850" y="520700"/>
          <p14:tracePt t="46581" x="2857500" y="520700"/>
          <p14:tracePt t="46615" x="2851150" y="520700"/>
          <p14:tracePt t="46724" x="2851150" y="514350"/>
          <p14:tracePt t="46773" x="2857500" y="514350"/>
          <p14:tracePt t="48186" x="2844800" y="514350"/>
          <p14:tracePt t="48200" x="2832100" y="508000"/>
          <p14:tracePt t="48207" x="2819400" y="508000"/>
          <p14:tracePt t="48221" x="2800350" y="501650"/>
          <p14:tracePt t="48229" x="2774950" y="501650"/>
          <p14:tracePt t="48242" x="2762250" y="495300"/>
          <p14:tracePt t="48259" x="2730500" y="488950"/>
          <p14:tracePt t="48275" x="2711450" y="482600"/>
          <p14:tracePt t="48292" x="2679700" y="482600"/>
          <p14:tracePt t="48308" x="2660650" y="476250"/>
          <p14:tracePt t="48325" x="2647950" y="469900"/>
          <p14:tracePt t="48341" x="2628900" y="469900"/>
          <p14:tracePt t="48358" x="2622550" y="469900"/>
          <p14:tracePt t="48376" x="2616200" y="463550"/>
          <p14:tracePt t="48411" x="2609850" y="463550"/>
          <p14:tracePt t="48579" x="2616200" y="463550"/>
          <p14:tracePt t="48586" x="2622550" y="463550"/>
          <p14:tracePt t="48600" x="2628900" y="463550"/>
          <p14:tracePt t="48610" x="2635250" y="463550"/>
          <p14:tracePt t="48624" x="2647950" y="463550"/>
          <p14:tracePt t="48641" x="2660650" y="463550"/>
          <p14:tracePt t="48657" x="2755900" y="463550"/>
          <p14:tracePt t="48674" x="2794000" y="463550"/>
          <p14:tracePt t="48691" x="2857500" y="463550"/>
          <p14:tracePt t="48707" x="2959100" y="463550"/>
          <p14:tracePt t="48723" x="3079750" y="463550"/>
          <p14:tracePt t="48741" x="3155950" y="457200"/>
          <p14:tracePt t="48757" x="3181350" y="457200"/>
          <p14:tracePt t="48773" x="3219450" y="457200"/>
          <p14:tracePt t="48791" x="3238500" y="457200"/>
          <p14:tracePt t="48807" x="3244850" y="457200"/>
          <p14:tracePt t="48823" x="3251200" y="457200"/>
          <p14:tracePt t="49270" x="3333750" y="444500"/>
          <p14:tracePt t="49277" x="3448050" y="412750"/>
          <p14:tracePt t="49292" x="3575050" y="393700"/>
          <p14:tracePt t="49305" x="3810000" y="336550"/>
          <p14:tracePt t="49321" x="3911600" y="317500"/>
          <p14:tracePt t="49338" x="3975100" y="317500"/>
          <p14:tracePt t="49355" x="4070350" y="285750"/>
          <p14:tracePt t="49371" x="4133850" y="266700"/>
          <p14:tracePt t="49388" x="4152900" y="266700"/>
          <p14:tracePt t="49405" x="4210050" y="266700"/>
          <p14:tracePt t="49421" x="4241800" y="260350"/>
          <p14:tracePt t="49437" x="4254500" y="254000"/>
          <p14:tracePt t="49454" x="4279900" y="247650"/>
          <p14:tracePt t="49471" x="4298950" y="241300"/>
          <p14:tracePt t="49488" x="4324350" y="241300"/>
          <p14:tracePt t="49504" x="4330700" y="241300"/>
          <p14:tracePt t="49521" x="4343400" y="241300"/>
          <p14:tracePt t="49538" x="4406900" y="241300"/>
          <p14:tracePt t="49554" x="4432300" y="241300"/>
          <p14:tracePt t="49572" x="4464050" y="241300"/>
          <p14:tracePt t="49588" x="4552950" y="241300"/>
          <p14:tracePt t="49604" x="4667250" y="241300"/>
          <p14:tracePt t="49621" x="4743450" y="241300"/>
          <p14:tracePt t="49637" x="4914900" y="234950"/>
          <p14:tracePt t="49654" x="5067300" y="234950"/>
          <p14:tracePt t="49671" x="5219700" y="234950"/>
          <p14:tracePt t="49687" x="5308600" y="247650"/>
          <p14:tracePt t="49704" x="5473700" y="254000"/>
          <p14:tracePt t="49721" x="5619750" y="285750"/>
          <p14:tracePt t="49737" x="5676900" y="292100"/>
          <p14:tracePt t="49753" x="5753100" y="292100"/>
          <p14:tracePt t="49770" x="5803900" y="304800"/>
          <p14:tracePt t="49787" x="5822950" y="311150"/>
          <p14:tracePt t="49805" x="5861050" y="323850"/>
          <p14:tracePt t="49820" x="5899150" y="342900"/>
          <p14:tracePt t="49836" x="5924550" y="355600"/>
          <p14:tracePt t="49854" x="5956300" y="374650"/>
          <p14:tracePt t="49870" x="5981700" y="387350"/>
          <p14:tracePt t="49887" x="5994400" y="387350"/>
          <p14:tracePt t="49904" x="6000750" y="387350"/>
          <p14:tracePt t="50424" x="5994400" y="387350"/>
          <p14:tracePt t="50430" x="5981700" y="387350"/>
          <p14:tracePt t="50444" x="5956300" y="387350"/>
          <p14:tracePt t="50454" x="5918200" y="393700"/>
          <p14:tracePt t="50469" x="5873750" y="393700"/>
          <p14:tracePt t="50484" x="5822950" y="400050"/>
          <p14:tracePt t="50502" x="5626100" y="387350"/>
          <p14:tracePt t="50517" x="5549900" y="387350"/>
          <p14:tracePt t="50534" x="5461000" y="387350"/>
          <p14:tracePt t="50551" x="5257800" y="368300"/>
          <p14:tracePt t="50567" x="5016500" y="349250"/>
          <p14:tracePt t="50584" x="4902200" y="349250"/>
          <p14:tracePt t="50601" x="4635500" y="349250"/>
          <p14:tracePt t="50617" x="4406900" y="361950"/>
          <p14:tracePt t="50634" x="4298950" y="361950"/>
          <p14:tracePt t="50650" x="4121150" y="361950"/>
          <p14:tracePt t="50667" x="3975100" y="381000"/>
          <p14:tracePt t="50684" x="3905250" y="381000"/>
          <p14:tracePt t="50700" x="3886200" y="381000"/>
          <p14:tracePt t="50716" x="3879850" y="381000"/>
          <p14:tracePt t="50734" x="3886200" y="387350"/>
          <p14:tracePt t="50750" x="3905250" y="393700"/>
          <p14:tracePt t="50767" x="3917950" y="393700"/>
          <p14:tracePt t="50783" x="3956050" y="393700"/>
          <p14:tracePt t="50800" x="3968750" y="393700"/>
          <p14:tracePt t="50817" x="3981450" y="393700"/>
          <p14:tracePt t="50833" x="4032250" y="393700"/>
          <p14:tracePt t="50849" x="4057650" y="393700"/>
          <p14:tracePt t="50867" x="4146550" y="393700"/>
          <p14:tracePt t="50883" x="4216400" y="381000"/>
          <p14:tracePt t="50899" x="4394200" y="374650"/>
          <p14:tracePt t="50916" x="4635500" y="361950"/>
          <p14:tracePt t="50933" x="4749800" y="361950"/>
          <p14:tracePt t="50949" x="5010150" y="349250"/>
          <p14:tracePt t="50966" x="5276850" y="342900"/>
          <p14:tracePt t="50982" x="5416550" y="342900"/>
          <p14:tracePt t="51000" x="5645150" y="342900"/>
          <p14:tracePt t="51015" x="5848350" y="342900"/>
          <p14:tracePt t="51032" x="5924550" y="355600"/>
          <p14:tracePt t="51050" x="6045200" y="374650"/>
          <p14:tracePt t="51065" x="6115050" y="381000"/>
          <p14:tracePt t="51082" x="6127750" y="381000"/>
          <p14:tracePt t="51099" x="6153150" y="381000"/>
          <p14:tracePt t="51115" x="6153150" y="387350"/>
          <p14:tracePt t="51155" x="6153150" y="381000"/>
          <p14:tracePt t="51197" x="6146800" y="381000"/>
          <p14:tracePt t="51204" x="6134100" y="381000"/>
          <p14:tracePt t="51218" x="6127750" y="381000"/>
          <p14:tracePt t="51232" x="6121400" y="381000"/>
          <p14:tracePt t="51249" x="6102350" y="381000"/>
          <p14:tracePt t="51265" x="6089650" y="381000"/>
          <p14:tracePt t="51282" x="6070600" y="381000"/>
          <p14:tracePt t="51298" x="6045200" y="381000"/>
          <p14:tracePt t="51315" x="6038850" y="381000"/>
          <p14:tracePt t="51331" x="6026150" y="381000"/>
          <p14:tracePt t="51348" x="6000750" y="381000"/>
          <p14:tracePt t="51366" x="5969000" y="387350"/>
          <p14:tracePt t="51381" x="5937250" y="387350"/>
          <p14:tracePt t="51398" x="5899150" y="393700"/>
          <p14:tracePt t="51415" x="5740400" y="412750"/>
          <p14:tracePt t="51431" x="5676900" y="425450"/>
          <p14:tracePt t="51447" x="5588000" y="425450"/>
          <p14:tracePt t="51464" x="5391150" y="431800"/>
          <p14:tracePt t="51481" x="5149850" y="450850"/>
          <p14:tracePt t="51497" x="5016500" y="463550"/>
          <p14:tracePt t="51514" x="4705350" y="463550"/>
          <p14:tracePt t="51531" x="4375150" y="444500"/>
          <p14:tracePt t="51548" x="4260850" y="444500"/>
          <p14:tracePt t="51564" x="4032250" y="438150"/>
          <p14:tracePt t="51580" x="3854450" y="419100"/>
          <p14:tracePt t="51598" x="3733800" y="406400"/>
          <p14:tracePt t="51614" x="3683000" y="400050"/>
          <p14:tracePt t="51630" x="3600450" y="400050"/>
          <p14:tracePt t="51647" x="3556000" y="393700"/>
          <p14:tracePt t="51663" x="3530600" y="393700"/>
          <p14:tracePt t="51680" x="3511550" y="393700"/>
          <p14:tracePt t="51697" x="3473450" y="387350"/>
          <p14:tracePt t="51713" x="3454400" y="387350"/>
          <p14:tracePt t="51731" x="3435350" y="381000"/>
          <p14:tracePt t="51746" x="3422650" y="381000"/>
          <p14:tracePt t="51763" x="3416300" y="381000"/>
          <p14:tracePt t="51780" x="3403600" y="381000"/>
          <p14:tracePt t="51796" x="3397250" y="381000"/>
          <p14:tracePt t="51813" x="3390900" y="381000"/>
          <p14:tracePt t="51830" x="3384550" y="381000"/>
          <p14:tracePt t="51928" x="3378200" y="381000"/>
          <p14:tracePt t="51969" x="3371850" y="381000"/>
          <p14:tracePt t="51977" x="3365500" y="381000"/>
          <p14:tracePt t="52019" x="3352800" y="381000"/>
          <p14:tracePt t="52040" x="3346450" y="381000"/>
          <p14:tracePt t="52047" x="3340100" y="381000"/>
          <p14:tracePt t="52068" x="3327400" y="381000"/>
          <p14:tracePt t="52082" x="3314700" y="381000"/>
          <p14:tracePt t="52089" x="3295650" y="381000"/>
          <p14:tracePt t="52103" x="3270250" y="381000"/>
          <p14:tracePt t="52112" x="3244850" y="381000"/>
          <p14:tracePt t="52128" x="3206750" y="381000"/>
          <p14:tracePt t="52145" x="3124200" y="387350"/>
          <p14:tracePt t="52162" x="3022600" y="387350"/>
          <p14:tracePt t="52178" x="2971800" y="387350"/>
          <p14:tracePt t="52195" x="2838450" y="387350"/>
          <p14:tracePt t="52211" x="2736850" y="374650"/>
          <p14:tracePt t="52229" x="2667000" y="374650"/>
          <p14:tracePt t="52245" x="2559050" y="349250"/>
          <p14:tracePt t="52261" x="2438400" y="323850"/>
          <p14:tracePt t="52279" x="2349500" y="304800"/>
          <p14:tracePt t="52294" x="2317750" y="304800"/>
          <p14:tracePt t="52311" x="2279650" y="298450"/>
          <p14:tracePt t="52328" x="2222500" y="285750"/>
          <p14:tracePt t="52361" x="2216150" y="285750"/>
          <p14:tracePt t="52378" x="2203450" y="285750"/>
          <p14:tracePt t="52394" x="2197100" y="285750"/>
          <p14:tracePt t="55652" x="2209800" y="292100"/>
          <p14:tracePt t="55667" x="2241550" y="304800"/>
          <p14:tracePt t="55673" x="2273300" y="330200"/>
          <p14:tracePt t="55683" x="2317750" y="349250"/>
          <p14:tracePt t="55699" x="2362200" y="381000"/>
          <p14:tracePt t="55716" x="2438400" y="444500"/>
          <p14:tracePt t="55733" x="2482850" y="463550"/>
          <p14:tracePt t="55750" x="2552700" y="508000"/>
          <p14:tracePt t="55765" x="2603500" y="558800"/>
          <p14:tracePt t="55782" x="2641600" y="584200"/>
          <p14:tracePt t="55800" x="2762250" y="673100"/>
          <p14:tracePt t="55816" x="2806700" y="698500"/>
          <p14:tracePt t="55832" x="2851150" y="736600"/>
          <p14:tracePt t="55849" x="2933700" y="793750"/>
          <p14:tracePt t="55865" x="3022600" y="869950"/>
          <p14:tracePt t="55882" x="3079750" y="914400"/>
          <p14:tracePt t="55899" x="3175000" y="1009650"/>
          <p14:tracePt t="55915" x="3225800" y="1098550"/>
          <p14:tracePt t="55933" x="3270250" y="1174750"/>
          <p14:tracePt t="55948" x="3282950" y="1200150"/>
          <p14:tracePt t="55965" x="3302000" y="1244600"/>
          <p14:tracePt t="55982" x="3321050" y="1289050"/>
          <p14:tracePt t="55998" x="3327400" y="1301750"/>
          <p14:tracePt t="56015" x="3327400" y="1308100"/>
          <p14:tracePt t="56032" x="3327400" y="1320800"/>
          <p14:tracePt t="56066" x="3327400" y="1327150"/>
          <p14:tracePt t="59135" x="3314700" y="1289050"/>
          <p14:tracePt t="59142" x="3276600" y="1231900"/>
          <p14:tracePt t="59157" x="3244850" y="1187450"/>
          <p14:tracePt t="59171" x="3206750" y="1130300"/>
          <p14:tracePt t="59187" x="3105150" y="977900"/>
          <p14:tracePt t="59204" x="3048000" y="908050"/>
          <p14:tracePt t="59220" x="2933700" y="730250"/>
          <p14:tracePt t="59237" x="2806700" y="546100"/>
          <p14:tracePt t="59255" x="2717800" y="381000"/>
          <p14:tracePt t="59271" x="2679700" y="336550"/>
          <p14:tracePt t="59287" x="2622550" y="279400"/>
          <p14:tracePt t="59304" x="2590800" y="254000"/>
          <p14:tracePt t="59320" x="2578100" y="247650"/>
          <p14:tracePt t="59353" x="2571750" y="241300"/>
          <p14:tracePt t="59374" x="2571750" y="247650"/>
          <p14:tracePt t="59390" x="2571750" y="254000"/>
          <p14:tracePt t="59403" x="2578100" y="254000"/>
          <p14:tracePt t="59420" x="2590800" y="260350"/>
          <p14:tracePt t="59438" x="2597150" y="266700"/>
          <p14:tracePt t="59453" x="2603500" y="273050"/>
          <p14:tracePt t="59470" x="2609850" y="279400"/>
          <p14:tracePt t="59487" x="2635250" y="304800"/>
          <p14:tracePt t="59503" x="2660650" y="336550"/>
          <p14:tracePt t="59520" x="2711450" y="400050"/>
          <p14:tracePt t="59536" x="2794000" y="520700"/>
          <p14:tracePt t="59553" x="2844800" y="590550"/>
          <p14:tracePt t="59570" x="2965450" y="730250"/>
          <p14:tracePt t="59586" x="3054350" y="869950"/>
          <p14:tracePt t="59603" x="3117850" y="939800"/>
          <p14:tracePt t="59620" x="3194050" y="1054100"/>
          <p14:tracePt t="59636" x="3257550" y="1143000"/>
          <p14:tracePt t="59652" x="3282950" y="1174750"/>
          <p14:tracePt t="59670" x="3308350" y="1231900"/>
          <p14:tracePt t="59686" x="3327400" y="1244600"/>
          <p14:tracePt t="59703" x="3333750" y="1257300"/>
          <p14:tracePt t="59735" x="3340100" y="1263650"/>
          <p14:tracePt t="59751" x="3346450" y="1270000"/>
          <p14:tracePt t="59769" x="3365500" y="1270000"/>
          <p14:tracePt t="59785" x="3384550" y="1276350"/>
          <p14:tracePt t="59803" x="3441700" y="1282700"/>
          <p14:tracePt t="59818" x="3543300" y="1282700"/>
          <p14:tracePt t="59835" x="3619500" y="1282700"/>
          <p14:tracePt t="59852" x="3848100" y="1282700"/>
          <p14:tracePt t="59868" x="4159250" y="1282700"/>
          <p14:tracePt t="59885" x="4324350" y="1270000"/>
          <p14:tracePt t="59902" x="4673600" y="1257300"/>
          <p14:tracePt t="59918" x="4953000" y="1244600"/>
          <p14:tracePt t="59935" x="5060950" y="1250950"/>
          <p14:tracePt t="59951" x="5200650" y="1257300"/>
          <p14:tracePt t="59968" x="5226050" y="1257300"/>
          <p14:tracePt t="59985" x="5276850" y="1263650"/>
          <p14:tracePt t="60001" x="5283200" y="1270000"/>
          <p14:tracePt t="60018" x="5289550" y="1270000"/>
          <p14:tracePt t="60035" x="5289550" y="1276350"/>
          <p14:tracePt t="60051" x="5302250" y="1276350"/>
          <p14:tracePt t="60068" x="5308600" y="1289050"/>
          <p14:tracePt t="60084" x="5327650" y="1295400"/>
          <p14:tracePt t="60101" x="5346700" y="1308100"/>
          <p14:tracePt t="60134" x="5346700" y="1314450"/>
          <p14:tracePt t="60581" x="5410200" y="1314450"/>
          <p14:tracePt t="60588" x="5492750" y="1282700"/>
          <p14:tracePt t="60602" x="5607050" y="1263650"/>
          <p14:tracePt t="60616" x="5753100" y="1231900"/>
          <p14:tracePt t="60632" x="6096000" y="1181100"/>
          <p14:tracePt t="60649" x="6223000" y="1162050"/>
          <p14:tracePt t="60666" x="6496050" y="1117600"/>
          <p14:tracePt t="60682" x="6750050" y="1085850"/>
          <p14:tracePt t="60699" x="6864350" y="1085850"/>
          <p14:tracePt t="60716" x="7023100" y="1066800"/>
          <p14:tracePt t="60732" x="7137400" y="1066800"/>
          <p14:tracePt t="60749" x="7175500" y="1066800"/>
          <p14:tracePt t="60765" x="7258050" y="1079500"/>
          <p14:tracePt t="60782" x="7308850" y="1098550"/>
          <p14:tracePt t="60799" x="7346950" y="1117600"/>
          <p14:tracePt t="60815" x="7359650" y="1130300"/>
          <p14:tracePt t="60832" x="7378700" y="1136650"/>
          <p14:tracePt t="60848" x="7391400" y="1143000"/>
          <p14:tracePt t="60865" x="7397750" y="1149350"/>
          <p14:tracePt t="60882" x="7404100" y="1149350"/>
          <p14:tracePt t="60898" x="7416800" y="1155700"/>
          <p14:tracePt t="60932" x="7423150" y="1155700"/>
          <p14:tracePt t="60967" x="7416800" y="1155700"/>
          <p14:tracePt t="60983" x="7410450" y="1155700"/>
          <p14:tracePt t="61470" x="7397750" y="1155700"/>
          <p14:tracePt t="61484" x="7372350" y="1155700"/>
          <p14:tracePt t="61491" x="7346950" y="1162050"/>
          <p14:tracePt t="61505" x="7327900" y="1162050"/>
          <p14:tracePt t="61513" x="7308850" y="1162050"/>
          <p14:tracePt t="61529" x="7277100" y="1162050"/>
          <p14:tracePt t="61547" x="7232650" y="1162050"/>
          <p14:tracePt t="61562" x="7162800" y="1143000"/>
          <p14:tracePt t="61579" x="7118350" y="1136650"/>
          <p14:tracePt t="61596" x="7010400" y="1123950"/>
          <p14:tracePt t="61612" x="6845300" y="1123950"/>
          <p14:tracePt t="61629" x="6756400" y="1123950"/>
          <p14:tracePt t="61646" x="6559550" y="1123950"/>
          <p14:tracePt t="61662" x="6445250" y="1123950"/>
          <p14:tracePt t="61679" x="6203950" y="1117600"/>
          <p14:tracePt t="61696" x="5911850" y="1104900"/>
          <p14:tracePt t="61712" x="5734050" y="1092200"/>
          <p14:tracePt t="61730" x="5327650" y="1066800"/>
          <p14:tracePt t="61746" x="4914900" y="1016000"/>
          <p14:tracePt t="61762" x="4667250" y="984250"/>
          <p14:tracePt t="61779" x="4241800" y="901700"/>
          <p14:tracePt t="61795" x="3905250" y="812800"/>
          <p14:tracePt t="61812" x="3778250" y="781050"/>
          <p14:tracePt t="61829" x="3568700" y="730250"/>
          <p14:tracePt t="61845" x="3422650" y="692150"/>
          <p14:tracePt t="61862" x="3371850" y="685800"/>
          <p14:tracePt t="61878" x="3302000" y="673100"/>
          <p14:tracePt t="61895" x="3251200" y="673100"/>
          <p14:tracePt t="61912" x="3232150" y="673100"/>
          <p14:tracePt t="61928" x="3206750" y="673100"/>
          <p14:tracePt t="61945" x="3194050" y="673100"/>
          <p14:tracePt t="61962" x="3168650" y="673100"/>
          <p14:tracePt t="61978" x="3149600" y="673100"/>
          <p14:tracePt t="61994" x="3136900" y="673100"/>
          <p14:tracePt t="62011" x="3124200" y="673100"/>
          <p14:tracePt t="62028" x="3098800" y="673100"/>
          <p14:tracePt t="62045" x="3092450" y="673100"/>
          <p14:tracePt t="62061" x="3086100" y="679450"/>
          <p14:tracePt t="62116" x="3086100" y="685800"/>
          <p14:tracePt t="62158" x="3092450" y="685800"/>
          <p14:tracePt t="62165" x="3098800" y="692150"/>
          <p14:tracePt t="62177" x="3111500" y="692150"/>
          <p14:tracePt t="62194" x="3136900" y="692150"/>
          <p14:tracePt t="62210" x="3155950" y="692150"/>
          <p14:tracePt t="62227" x="3187700" y="698500"/>
          <p14:tracePt t="62243" x="3384550" y="749300"/>
          <p14:tracePt t="62260" x="3486150" y="768350"/>
          <p14:tracePt t="62278" x="3740150" y="800100"/>
          <p14:tracePt t="62294" x="3860800" y="831850"/>
          <p14:tracePt t="62310" x="4114800" y="863600"/>
          <p14:tracePt t="62327" x="4318000" y="901700"/>
          <p14:tracePt t="62343" x="4406900" y="914400"/>
          <p14:tracePt t="62360" x="4552950" y="946150"/>
          <p14:tracePt t="62377" x="4660900" y="958850"/>
          <p14:tracePt t="62394" x="4699000" y="971550"/>
          <p14:tracePt t="62410" x="4781550" y="984250"/>
          <p14:tracePt t="62426" x="4857750" y="1003300"/>
          <p14:tracePt t="62443" x="4883150" y="1009650"/>
          <p14:tracePt t="62461" x="4933950" y="1009650"/>
          <p14:tracePt t="62476" x="4959350" y="1009650"/>
          <p14:tracePt t="62493" x="4972050" y="1009650"/>
          <p14:tracePt t="62510" x="4984750" y="1009650"/>
          <p14:tracePt t="62526" x="5010150" y="1009650"/>
          <p14:tracePt t="62543" x="5022850" y="1009650"/>
          <p14:tracePt t="62559" x="5067300" y="1009650"/>
          <p14:tracePt t="62576" x="5092700" y="1009650"/>
          <p14:tracePt t="62594" x="5168900" y="1003300"/>
          <p14:tracePt t="62609" x="5289550" y="990600"/>
          <p14:tracePt t="62625" x="5365750" y="984250"/>
          <p14:tracePt t="62643" x="5530850" y="971550"/>
          <p14:tracePt t="62659" x="5746750" y="971550"/>
          <p14:tracePt t="62675" x="5848350" y="971550"/>
          <p14:tracePt t="62693" x="6051550" y="971550"/>
          <p14:tracePt t="62708" x="6292850" y="990600"/>
          <p14:tracePt t="62725" x="6394450" y="996950"/>
          <p14:tracePt t="62742" x="6578600" y="1028700"/>
          <p14:tracePt t="62758" x="6731000" y="1054100"/>
          <p14:tracePt t="62775" x="6800850" y="1066800"/>
          <p14:tracePt t="62791" x="6908800" y="1092200"/>
          <p14:tracePt t="62808" x="6991350" y="1111250"/>
          <p14:tracePt t="62826" x="7023100" y="1123950"/>
          <p14:tracePt t="62841" x="7035800" y="1130300"/>
          <p14:tracePt t="62858" x="7054850" y="1130300"/>
          <p14:tracePt t="62875" x="7061200" y="1136650"/>
          <p14:tracePt t="62908" x="7067550" y="1136650"/>
          <p14:tracePt t="62925" x="7086600" y="1143000"/>
          <p14:tracePt t="62958" x="7092950" y="1149350"/>
          <p14:tracePt t="62974" x="7099300" y="1155700"/>
          <p14:tracePt t="62994" x="7105650" y="1155700"/>
          <p14:tracePt t="63036" x="7105650" y="1162050"/>
          <p14:tracePt t="63050" x="7099300" y="1162050"/>
          <p14:tracePt t="63059" x="7092950" y="1168400"/>
          <p14:tracePt t="63078" x="7086600" y="1174750"/>
          <p14:tracePt t="63090" x="7080250" y="1174750"/>
          <p14:tracePt t="63107" x="7061200" y="1174750"/>
          <p14:tracePt t="63124" x="7054850" y="1174750"/>
          <p14:tracePt t="63141" x="7048500" y="1174750"/>
          <p14:tracePt t="63157" x="7035800" y="1181100"/>
          <p14:tracePt t="63174" x="7029450" y="1181100"/>
          <p14:tracePt t="63192" x="7004050" y="1181100"/>
          <p14:tracePt t="63207" x="6985000" y="1181100"/>
          <p14:tracePt t="63223" x="6946900" y="1187450"/>
          <p14:tracePt t="63241" x="6896100" y="1187450"/>
          <p14:tracePt t="63257" x="6864350" y="1193800"/>
          <p14:tracePt t="63274" x="6788150" y="1200150"/>
          <p14:tracePt t="63290" x="6705600" y="1219200"/>
          <p14:tracePt t="63306" x="6661150" y="1225550"/>
          <p14:tracePt t="63323" x="6578600" y="1231900"/>
          <p14:tracePt t="63339" x="6464300" y="1244600"/>
          <p14:tracePt t="63356" x="6400800" y="1244600"/>
          <p14:tracePt t="63374" x="6254750" y="1263650"/>
          <p14:tracePt t="63389" x="6089650" y="1263650"/>
          <p14:tracePt t="63406" x="6000750" y="1257300"/>
          <p14:tracePt t="63423" x="5822950" y="1238250"/>
          <p14:tracePt t="63439" x="5664200" y="1219200"/>
          <p14:tracePt t="63456" x="5588000" y="1219200"/>
          <p14:tracePt t="63473" x="5448300" y="1206500"/>
          <p14:tracePt t="63489" x="5384800" y="1200150"/>
          <p14:tracePt t="63506" x="5276850" y="1193800"/>
          <p14:tracePt t="63522" x="5194300" y="1181100"/>
          <p14:tracePt t="63539" x="5156200" y="1181100"/>
          <p14:tracePt t="63556" x="5124450" y="1168400"/>
          <p14:tracePt t="63572" x="5099050" y="1168400"/>
          <p14:tracePt t="63589" x="5092700" y="1162050"/>
          <p14:tracePt t="63606" x="5086350" y="1162050"/>
          <p14:tracePt t="63710" x="5092700" y="1162050"/>
          <p14:tracePt t="63752" x="5099050" y="1168400"/>
          <p14:tracePt t="63760" x="5105400" y="1168400"/>
          <p14:tracePt t="63789" x="5111750" y="1181100"/>
          <p14:tracePt t="64181" x="5092700" y="1181100"/>
          <p14:tracePt t="64195" x="5060950" y="1168400"/>
          <p14:tracePt t="64203" x="5029200" y="1143000"/>
          <p14:tracePt t="64210" x="4997450" y="1130300"/>
          <p14:tracePt t="64224" x="4953000" y="1104900"/>
          <p14:tracePt t="64237" x="4908550" y="1085850"/>
          <p14:tracePt t="64253" x="4826000" y="1054100"/>
          <p14:tracePt t="64270" x="4781550" y="1022350"/>
          <p14:tracePt t="64287" x="4667250" y="977900"/>
          <p14:tracePt t="64303" x="4533900" y="933450"/>
          <p14:tracePt t="64320" x="4451350" y="901700"/>
          <p14:tracePt t="64336" x="4292600" y="838200"/>
          <p14:tracePt t="64352" x="4121150" y="768350"/>
          <p14:tracePt t="64369" x="4013200" y="730250"/>
          <p14:tracePt t="64386" x="3816350" y="641350"/>
          <p14:tracePt t="64403" x="3721100" y="603250"/>
          <p14:tracePt t="64420" x="3549650" y="520700"/>
          <p14:tracePt t="64436" x="3416300" y="469900"/>
          <p14:tracePt t="64452" x="3371850" y="457200"/>
          <p14:tracePt t="64470" x="3289300" y="438150"/>
          <p14:tracePt t="64486" x="3232150" y="419100"/>
          <p14:tracePt t="64502" x="3206750" y="412750"/>
          <p14:tracePt t="64519" x="3181350" y="406400"/>
          <p14:tracePt t="64535" x="3149600" y="400050"/>
          <p14:tracePt t="64552" x="3136900" y="400050"/>
          <p14:tracePt t="64555" x="3117850" y="393700"/>
          <p14:tracePt t="64569" x="3098800" y="393700"/>
          <p14:tracePt t="64585" x="3054350" y="393700"/>
          <p14:tracePt t="64604" x="2997200" y="393700"/>
          <p14:tracePt t="64619" x="2959100" y="393700"/>
          <p14:tracePt t="64635" x="2895600" y="393700"/>
          <p14:tracePt t="64653" x="2813050" y="393700"/>
          <p14:tracePt t="64668" x="2781300" y="393700"/>
          <p14:tracePt t="64685" x="2743200" y="393700"/>
          <p14:tracePt t="64702" x="2660650" y="393700"/>
          <p14:tracePt t="64718" x="2628900" y="387350"/>
          <p14:tracePt t="64735" x="2609850" y="387350"/>
          <p14:tracePt t="64751" x="2565400" y="381000"/>
          <p14:tracePt t="64768" x="2546350" y="381000"/>
          <p14:tracePt t="64786" x="2533650" y="374650"/>
          <p14:tracePt t="64801" x="2527300" y="374650"/>
          <p14:tracePt t="64818" x="2527300" y="381000"/>
          <p14:tracePt t="64835" x="2527300" y="387350"/>
          <p14:tracePt t="64868" x="2540000" y="393700"/>
          <p14:tracePt t="64905" x="2546350" y="400050"/>
          <p14:tracePt t="64918" x="2552700" y="400050"/>
          <p14:tracePt t="64935" x="2559050" y="400050"/>
          <p14:tracePt t="64975" x="2565400" y="400050"/>
          <p14:tracePt t="66019" x="2590800" y="412750"/>
          <p14:tracePt t="66026" x="2635250" y="463550"/>
          <p14:tracePt t="66040" x="2686050" y="520700"/>
          <p14:tracePt t="66049" x="2743200" y="577850"/>
          <p14:tracePt t="66063" x="2806700" y="654050"/>
          <p14:tracePt t="66080" x="2940050" y="806450"/>
          <p14:tracePt t="66097" x="3073400" y="971550"/>
          <p14:tracePt t="66114" x="3136900" y="1054100"/>
          <p14:tracePt t="66130" x="3213100" y="1162050"/>
          <p14:tracePt t="66146" x="3384550" y="1377950"/>
          <p14:tracePt t="66163" x="3568700" y="1606550"/>
          <p14:tracePt t="66180" x="3663950" y="1689100"/>
          <p14:tracePt t="66196" x="3848100" y="1898650"/>
          <p14:tracePt t="66213" x="4044950" y="2108200"/>
          <p14:tracePt t="66230" x="4267200" y="2330450"/>
          <p14:tracePt t="66246" x="4349750" y="2413000"/>
          <p14:tracePt t="66263" x="4559300" y="2584450"/>
          <p14:tracePt t="66280" x="4705350" y="2749550"/>
          <p14:tracePt t="66296" x="4787900" y="2838450"/>
          <p14:tracePt t="66313" x="4921250" y="3016250"/>
          <p14:tracePt t="66330" x="5010150" y="3155950"/>
          <p14:tracePt t="66346" x="5054600" y="3219450"/>
          <p14:tracePt t="66363" x="5124450" y="3397250"/>
          <p14:tracePt t="66379" x="5175250" y="3575050"/>
          <p14:tracePt t="66395" x="5181600" y="3670300"/>
          <p14:tracePt t="66413" x="5194300" y="3835400"/>
          <p14:tracePt t="66429" x="5213350" y="3911600"/>
          <p14:tracePt t="66446" x="5232400" y="4095750"/>
          <p14:tracePt t="66462" x="5264150" y="4273550"/>
          <p14:tracePt t="66479" x="5270500" y="4337050"/>
          <p14:tracePt t="66496" x="5302250" y="4483100"/>
          <p14:tracePt t="66512" x="5327650" y="4616450"/>
          <p14:tracePt t="66529" x="5340350" y="4660900"/>
          <p14:tracePt t="66546" x="5340350" y="4724400"/>
          <p14:tracePt t="66562" x="5340350" y="4768850"/>
          <p14:tracePt t="66578" x="5334000" y="4781550"/>
          <p14:tracePt t="66596" x="5264150" y="4832350"/>
          <p14:tracePt t="66612" x="5226050" y="4838700"/>
          <p14:tracePt t="66628" x="5213350" y="4838700"/>
          <p14:tracePt t="66993" x="5207000" y="4870450"/>
          <p14:tracePt t="66999" x="5200650" y="4921250"/>
          <p14:tracePt t="67014" x="5181600" y="4978400"/>
          <p14:tracePt t="67028" x="5168900" y="5041900"/>
          <p14:tracePt t="67043" x="5124450" y="5162550"/>
          <p14:tracePt t="67060" x="5105400" y="5232400"/>
          <p14:tracePt t="67063" x="5086350" y="5289550"/>
          <p14:tracePt t="67077" x="5067300" y="5327650"/>
          <p14:tracePt t="67093" x="5022850" y="5416550"/>
          <p14:tracePt t="67110" x="5016500" y="5448300"/>
          <p14:tracePt t="67127" x="4997450" y="5499100"/>
          <p14:tracePt t="67143" x="4984750" y="5530850"/>
          <p14:tracePt t="67160" x="4972050" y="5556250"/>
          <p14:tracePt t="67176" x="4965700" y="5581650"/>
          <p14:tracePt t="67193" x="4959350" y="5594350"/>
          <p14:tracePt t="67210" x="4959350" y="5613400"/>
          <p14:tracePt t="67226" x="4959350" y="5619750"/>
          <p14:tracePt t="67243" x="4959350" y="5632450"/>
          <p14:tracePt t="67260" x="4959350" y="5645150"/>
          <p14:tracePt t="67276" x="4959350" y="5657850"/>
          <p14:tracePt t="67293" x="4959350" y="5664200"/>
          <p14:tracePt t="67309" x="4959350" y="5676900"/>
          <p14:tracePt t="67326" x="4959350" y="5689600"/>
          <p14:tracePt t="67343" x="4959350" y="5695950"/>
          <p14:tracePt t="67359" x="4959350" y="5702300"/>
          <p14:tracePt t="67376" x="4959350" y="5708650"/>
          <p14:tracePt t="67409" x="4959350" y="5715000"/>
          <p14:tracePt t="67426" x="4972050" y="5721350"/>
          <p14:tracePt t="67443" x="4991100" y="5727700"/>
          <p14:tracePt t="67459" x="5003800" y="5734050"/>
          <p14:tracePt t="67475" x="5054600" y="5746750"/>
          <p14:tracePt t="67492" x="5137150" y="5765800"/>
          <p14:tracePt t="67509" x="5175250" y="5772150"/>
          <p14:tracePt t="67525" x="5251450" y="5778500"/>
          <p14:tracePt t="67542" x="5499100" y="5810250"/>
          <p14:tracePt t="67558" x="5588000" y="5822950"/>
          <p14:tracePt t="67561" x="5664200" y="5829300"/>
          <p14:tracePt t="67578" x="5759450" y="5842000"/>
          <p14:tracePt t="67592" x="5848350" y="5842000"/>
          <p14:tracePt t="67608" x="6013450" y="5861050"/>
          <p14:tracePt t="67625" x="6153150" y="5861050"/>
          <p14:tracePt t="67641" x="6229350" y="5867400"/>
          <p14:tracePt t="67658" x="6350000" y="5880100"/>
          <p14:tracePt t="67675" x="6419850" y="5886450"/>
          <p14:tracePt t="67691" x="6445250" y="5886450"/>
          <p14:tracePt t="67709" x="6483350" y="5892800"/>
          <p14:tracePt t="67724" x="6489700" y="5892800"/>
          <p14:tracePt t="67786" x="6489700" y="5880100"/>
          <p14:tracePt t="68295" x="6483350" y="5880100"/>
          <p14:tracePt t="68309" x="6477000" y="5880100"/>
          <p14:tracePt t="68316" x="6464300" y="5880100"/>
          <p14:tracePt t="68325" x="6451600" y="5880100"/>
          <p14:tracePt t="68339" x="6438900" y="5880100"/>
          <p14:tracePt t="68356" x="6419850" y="5880100"/>
          <p14:tracePt t="68373" x="6381750" y="5880100"/>
          <p14:tracePt t="68389" x="6311900" y="5880100"/>
          <p14:tracePt t="68405" x="6261100" y="5880100"/>
          <p14:tracePt t="68422" x="6134100" y="5867400"/>
          <p14:tracePt t="68439" x="5988050" y="5867400"/>
          <p14:tracePt t="68456" x="5911850" y="5867400"/>
          <p14:tracePt t="68471" x="5759450" y="5873750"/>
          <p14:tracePt t="68488" x="5594350" y="5873750"/>
          <p14:tracePt t="68506" x="5441950" y="5873750"/>
          <p14:tracePt t="68522" x="5353050" y="5873750"/>
          <p14:tracePt t="68538" x="5276850" y="5873750"/>
          <p14:tracePt t="68557" x="5105400" y="5861050"/>
          <p14:tracePt t="68572" x="5080000" y="5861050"/>
          <p14:tracePt t="68588" x="5054600" y="5854700"/>
          <p14:tracePt t="68604" x="5016500" y="5842000"/>
          <p14:tracePt t="68621" x="4984750" y="5829300"/>
          <p14:tracePt t="68640" x="4959350" y="5822950"/>
          <p14:tracePt t="68654" x="4946650" y="5822950"/>
          <p14:tracePt t="68672" x="4921250" y="5816600"/>
          <p14:tracePt t="68690" x="4908550" y="5816600"/>
          <p14:tracePt t="68704" x="4902200" y="5816600"/>
          <p14:tracePt t="68721" x="4889500" y="5816600"/>
          <p14:tracePt t="68738" x="4883150" y="5816600"/>
          <p14:tracePt t="68754" x="4876800" y="5816600"/>
          <p14:tracePt t="68771" x="4864100" y="5810250"/>
          <p14:tracePt t="68788" x="4857750" y="5810250"/>
          <p14:tracePt t="68804" x="4851400" y="5810250"/>
          <p14:tracePt t="68906" x="4857750" y="5810250"/>
          <p14:tracePt t="68927" x="4864100" y="5810250"/>
          <p14:tracePt t="68941" x="4870450" y="5810250"/>
          <p14:tracePt t="68962" x="4876800" y="5810250"/>
          <p14:tracePt t="68970" x="4883150" y="5810250"/>
          <p14:tracePt t="68997" x="4895850" y="5816600"/>
          <p14:tracePt t="69011" x="4921250" y="5822950"/>
          <p14:tracePt t="69018" x="4940300" y="5835650"/>
          <p14:tracePt t="69033" x="4978400" y="5842000"/>
          <p14:tracePt t="69040" x="5035550" y="5861050"/>
          <p14:tracePt t="69054" x="5111750" y="5880100"/>
          <p14:tracePt t="69070" x="5283200" y="5937250"/>
          <p14:tracePt t="69086" x="5391150" y="5969000"/>
          <p14:tracePt t="69104" x="5575300" y="6032500"/>
          <p14:tracePt t="69120" x="5721350" y="6070600"/>
          <p14:tracePt t="69136" x="5772150" y="6076950"/>
          <p14:tracePt t="69153" x="5880100" y="6089650"/>
          <p14:tracePt t="69170" x="5918200" y="6089650"/>
          <p14:tracePt t="69187" x="5994400" y="6089650"/>
          <p14:tracePt t="69203" x="6045200" y="6096000"/>
          <p14:tracePt t="69220" x="6076950" y="6096000"/>
          <p14:tracePt t="69237" x="6115050" y="6083300"/>
          <p14:tracePt t="69269" x="6127750" y="6064250"/>
          <p14:tracePt t="69286" x="6127750" y="6051550"/>
          <p14:tracePt t="72171" x="6108700" y="6051550"/>
          <p14:tracePt t="72178" x="6070600" y="6045200"/>
          <p14:tracePt t="72195" x="6007100" y="6045200"/>
          <p14:tracePt t="72210" x="5791200" y="6045200"/>
          <p14:tracePt t="72226" x="5632450" y="6057900"/>
          <p14:tracePt t="72243" x="4984750" y="6159500"/>
          <p14:tracePt t="72260" x="4673600" y="6159500"/>
          <p14:tracePt t="72277" x="4387850" y="6127750"/>
          <p14:tracePt t="72293" x="4330700" y="6108700"/>
          <p14:tracePt t="72310" x="4305300" y="6102350"/>
          <p14:tracePt t="72326" x="4292600" y="6096000"/>
          <p14:tracePt t="72381" x="4298950" y="6096000"/>
          <p14:tracePt t="72431" x="4305300" y="6096000"/>
          <p14:tracePt t="72466" x="4311650" y="6096000"/>
          <p14:tracePt t="72480" x="4318000" y="6089650"/>
          <p14:tracePt t="72508" x="4324350" y="6089650"/>
          <p14:tracePt t="72543" x="4330700" y="6083300"/>
          <p14:tracePt t="72564" x="4330700" y="6076950"/>
          <p14:tracePt t="72571" x="4337050" y="6070600"/>
          <p14:tracePt t="72578" x="4343400" y="6064250"/>
          <p14:tracePt t="72594" x="4343400" y="6057900"/>
          <p14:tracePt t="72608" x="4356100" y="6051550"/>
          <p14:tracePt t="72624" x="4394200" y="6026150"/>
          <p14:tracePt t="72643" x="4483100" y="5975350"/>
          <p14:tracePt t="72657" x="4540250" y="5924550"/>
          <p14:tracePt t="72674" x="4692650" y="5835650"/>
          <p14:tracePt t="72691" x="4775200" y="5772150"/>
          <p14:tracePt t="72707" x="4921250" y="5683250"/>
          <p14:tracePt t="72724" x="5022850" y="5619750"/>
          <p14:tracePt t="72741" x="5099050" y="5575300"/>
          <p14:tracePt t="72757" x="5124450" y="5562600"/>
          <p14:tracePt t="72774" x="5143500" y="5549900"/>
          <p14:tracePt t="72791" x="5181600" y="5524500"/>
          <p14:tracePt t="72807" x="5187950" y="5524500"/>
          <p14:tracePt t="72824" x="5194300" y="5524500"/>
          <p14:tracePt t="72840" x="5200650" y="5518150"/>
          <p14:tracePt t="72877" x="5200650" y="5511800"/>
          <p14:tracePt t="73007" x="5200650" y="5518150"/>
          <p14:tracePt t="73857" x="5238750" y="5530850"/>
          <p14:tracePt t="73864" x="5302250" y="5549900"/>
          <p14:tracePt t="73878" x="5359400" y="5575300"/>
          <p14:tracePt t="73887" x="5416550" y="5607050"/>
          <p14:tracePt t="73903" x="5461000" y="5632450"/>
          <p14:tracePt t="73920" x="5588000" y="5689600"/>
          <p14:tracePt t="73936" x="5721350" y="5759450"/>
          <p14:tracePt t="73953" x="5778500" y="5797550"/>
          <p14:tracePt t="73970" x="5880100" y="5854700"/>
          <p14:tracePt t="73986" x="5956300" y="5892800"/>
          <p14:tracePt t="74003" x="5975350" y="5899150"/>
          <p14:tracePt t="74020" x="6013450" y="5924550"/>
          <p14:tracePt t="74036" x="6032500" y="5937250"/>
          <p14:tracePt t="74053" x="6064250" y="5956300"/>
          <p14:tracePt t="74070" x="6096000" y="5969000"/>
          <p14:tracePt t="74086" x="6108700" y="5969000"/>
          <p14:tracePt t="74103" x="6127750" y="5969000"/>
          <p14:tracePt t="74119" x="6146800" y="5969000"/>
          <p14:tracePt t="74136" x="6165850" y="5969000"/>
          <p14:tracePt t="74153" x="6172200" y="5956300"/>
          <p14:tracePt t="76044" x="6172200" y="5949950"/>
          <p14:tracePt t="76051" x="6165850" y="5949950"/>
          <p14:tracePt t="76065" x="6165850" y="5943600"/>
          <p14:tracePt t="76080" x="6159500" y="5930900"/>
          <p14:tracePt t="76096" x="6146800" y="5911850"/>
          <p14:tracePt t="76113" x="6134100" y="5899150"/>
          <p14:tracePt t="76129" x="6121400" y="5867400"/>
          <p14:tracePt t="76146" x="6102350" y="5829300"/>
          <p14:tracePt t="76162" x="6096000" y="5810250"/>
          <p14:tracePt t="76165" x="6089650" y="5797550"/>
          <p14:tracePt t="76179" x="6076950" y="5784850"/>
          <p14:tracePt t="76195" x="6064250" y="5759450"/>
          <p14:tracePt t="76213" x="6051550" y="5753100"/>
          <p14:tracePt t="76229" x="6026150" y="5727700"/>
          <p14:tracePt t="76246" x="6019800" y="5727700"/>
          <p14:tracePt t="76264" x="6007100" y="5715000"/>
          <p14:tracePt t="76279" x="6000750" y="5715000"/>
          <p14:tracePt t="76295" x="5994400" y="5708650"/>
          <p14:tracePt t="76312" x="5988050" y="5702300"/>
          <p14:tracePt t="76348" x="5981700" y="5695950"/>
          <p14:tracePt t="76416" x="5975350" y="5695950"/>
          <p14:tracePt t="76423" x="5969000" y="5695950"/>
          <p14:tracePt t="76451" x="5962650" y="5702300"/>
          <p14:tracePt t="76515" x="5956300" y="5702300"/>
          <p14:tracePt t="76543" x="5949950" y="5702300"/>
          <p14:tracePt t="76564" x="5943600" y="5702300"/>
          <p14:tracePt t="76586" x="5937250" y="5702300"/>
          <p14:tracePt t="76594" x="5930900" y="5702300"/>
          <p14:tracePt t="76606" x="5924550" y="5702300"/>
          <p14:tracePt t="76635" x="5911850" y="5702300"/>
          <p14:tracePt t="76663" x="5899150" y="5702300"/>
          <p14:tracePt t="76678" x="5886450" y="5702300"/>
          <p14:tracePt t="76684" x="5854700" y="5708650"/>
          <p14:tracePt t="76698" x="5829300" y="5708650"/>
          <p14:tracePt t="76710" x="5784850" y="5727700"/>
          <p14:tracePt t="76727" x="5683250" y="5746750"/>
          <p14:tracePt t="76743" x="5613400" y="5753100"/>
          <p14:tracePt t="76761" x="5461000" y="5772150"/>
          <p14:tracePt t="76777" x="5295900" y="5784850"/>
          <p14:tracePt t="76793" x="5219700" y="5784850"/>
          <p14:tracePt t="76810" x="5086350" y="5778500"/>
          <p14:tracePt t="76827" x="4991100" y="5765800"/>
          <p14:tracePt t="76843" x="4965700" y="5753100"/>
          <p14:tracePt t="76860" x="4921250" y="5740400"/>
          <p14:tracePt t="76876" x="4902200" y="5734050"/>
          <p14:tracePt t="76893" x="4889500" y="5727700"/>
          <p14:tracePt t="76909" x="4883150" y="5727700"/>
          <p14:tracePt t="76926" x="4876800" y="5721350"/>
          <p14:tracePt t="76944" x="4851400" y="5715000"/>
          <p14:tracePt t="76960" x="4845050" y="5715000"/>
          <p14:tracePt t="76976" x="4838700" y="5715000"/>
          <p14:tracePt t="76993" x="4819650" y="5702300"/>
          <p14:tracePt t="77009" x="4800600" y="5695950"/>
          <p14:tracePt t="77026" x="4787900" y="5695950"/>
          <p14:tracePt t="77043" x="4756150" y="5683250"/>
          <p14:tracePt t="77059" x="4705350" y="5676900"/>
          <p14:tracePt t="77076" x="4686300" y="5670550"/>
          <p14:tracePt t="77092" x="4622800" y="5645150"/>
          <p14:tracePt t="77109" x="4559300" y="5638800"/>
          <p14:tracePt t="77125" x="4527550" y="5638800"/>
          <p14:tracePt t="77142" x="4464050" y="5638800"/>
          <p14:tracePt t="77159" x="4400550" y="5632450"/>
          <p14:tracePt t="77177" x="4318000" y="5626100"/>
          <p14:tracePt t="77192" x="4279900" y="5613400"/>
          <p14:tracePt t="77208" x="4241800" y="5613400"/>
          <p14:tracePt t="77226" x="4121150" y="5600700"/>
          <p14:tracePt t="77242" x="4089400" y="5600700"/>
          <p14:tracePt t="77258" x="4051300" y="5600700"/>
          <p14:tracePt t="77275" x="3981450" y="5600700"/>
          <p14:tracePt t="77292" x="3924300" y="5600700"/>
          <p14:tracePt t="77309" x="3905250" y="5594350"/>
          <p14:tracePt t="77324" x="3848100" y="5594350"/>
          <p14:tracePt t="77341" x="3790950" y="5600700"/>
          <p14:tracePt t="77359" x="3721100" y="5600700"/>
          <p14:tracePt t="77374" x="3695700" y="5600700"/>
          <p14:tracePt t="77391" x="3644900" y="5600700"/>
          <p14:tracePt t="77409" x="3600450" y="5600700"/>
          <p14:tracePt t="77424" x="3575050" y="5600700"/>
          <p14:tracePt t="77441" x="3543300" y="5600700"/>
          <p14:tracePt t="77458" x="3517900" y="5600700"/>
          <p14:tracePt t="77474" x="3498850" y="5600700"/>
          <p14:tracePt t="77492" x="3479800" y="5600700"/>
          <p14:tracePt t="77507" x="3473450" y="5619750"/>
          <p14:tracePt t="77524" x="3467100" y="5632450"/>
          <p14:tracePt t="77541" x="3454400" y="5638800"/>
          <p14:tracePt t="78329" x="3448050" y="5638800"/>
          <p14:tracePt t="78336" x="3441700" y="5638800"/>
          <p14:tracePt t="78351" x="3435350" y="5638800"/>
          <p14:tracePt t="78358" x="3422650" y="5638800"/>
          <p14:tracePt t="78372" x="3409950" y="5638800"/>
          <p14:tracePt t="78387" x="3371850" y="5638800"/>
          <p14:tracePt t="78404" x="3346450" y="5638800"/>
          <p14:tracePt t="78422" x="3302000" y="5645150"/>
          <p14:tracePt t="78437" x="3238500" y="5670550"/>
          <p14:tracePt t="78454" x="3194050" y="5683250"/>
          <p14:tracePt t="78471" x="3111500" y="5708650"/>
          <p14:tracePt t="78488" x="3067050" y="5727700"/>
          <p14:tracePt t="78505" x="2952750" y="5753100"/>
          <p14:tracePt t="78521" x="2914650" y="5759450"/>
          <p14:tracePt t="78537" x="2882900" y="5759450"/>
          <p14:tracePt t="78554" x="2844800" y="5765800"/>
          <p14:tracePt t="78571" x="2819400" y="5772150"/>
          <p14:tracePt t="78587" x="2806700" y="5778500"/>
          <p14:tracePt t="78604" x="2781300" y="5784850"/>
          <p14:tracePt t="78620" x="2755900" y="5797550"/>
          <p14:tracePt t="78637" x="2743200" y="5803900"/>
          <p14:tracePt t="78654" x="2692400" y="5829300"/>
          <p14:tracePt t="78670" x="2597150" y="5848350"/>
          <p14:tracePt t="78687" x="2546350" y="5854700"/>
          <p14:tracePt t="78690" x="2501900" y="5861050"/>
          <p14:tracePt t="78704" x="2457450" y="5873750"/>
          <p14:tracePt t="78720" x="2368550" y="5886450"/>
          <p14:tracePt t="78737" x="2286000" y="5899150"/>
          <p14:tracePt t="78753" x="2266950" y="5899150"/>
          <p14:tracePt t="78770" x="2235200" y="5899150"/>
          <p14:tracePt t="78787" x="2184400" y="5905500"/>
          <p14:tracePt t="78803" x="2127250" y="5905500"/>
          <p14:tracePt t="78819" x="2108200" y="5911850"/>
          <p14:tracePt t="78836" x="2070100" y="5918200"/>
          <p14:tracePt t="78853" x="2025650" y="5918200"/>
          <p14:tracePt t="78869" x="2006600" y="5918200"/>
          <p14:tracePt t="78886" x="1981200" y="5918200"/>
          <p14:tracePt t="78902" x="1968500" y="5918200"/>
          <p14:tracePt t="79018" x="1968500" y="5911850"/>
          <p14:tracePt t="79292" x="1962150" y="5911850"/>
          <p14:tracePt t="79341" x="1955800" y="5911850"/>
          <p14:tracePt t="79349" x="1949450" y="5911850"/>
          <p14:tracePt t="79362" x="1943100" y="5911850"/>
          <p14:tracePt t="79371" x="1936750" y="5911850"/>
          <p14:tracePt t="79385" x="1924050" y="5911850"/>
          <p14:tracePt t="79401" x="1917700" y="5911850"/>
          <p14:tracePt t="79418" x="1892300" y="5911850"/>
          <p14:tracePt t="79435" x="1841500" y="5905500"/>
          <p14:tracePt t="79451" x="1809750" y="5899150"/>
          <p14:tracePt t="79468" x="1765300" y="5899150"/>
          <p14:tracePt t="79484" x="1708150" y="5892800"/>
          <p14:tracePt t="79500" x="1695450" y="5892800"/>
          <p14:tracePt t="79518" x="1651000" y="5892800"/>
          <p14:tracePt t="79534" x="1631950" y="5892800"/>
          <p14:tracePt t="79550" x="1625600" y="5892800"/>
          <p14:tracePt t="79567" x="1619250" y="5892800"/>
          <p14:tracePt t="79584" x="1612900" y="5892800"/>
          <p14:tracePt t="79693" x="1619250" y="5892800"/>
          <p14:tracePt t="79756" x="1625600" y="5892800"/>
          <p14:tracePt t="79770" x="1631950" y="5892800"/>
          <p14:tracePt t="79791" x="1638300" y="5892800"/>
          <p14:tracePt t="79826" x="1644650" y="5899150"/>
          <p14:tracePt t="79876" x="1651000" y="5899150"/>
          <p14:tracePt t="79884" x="1657350" y="5899150"/>
          <p14:tracePt t="79904" x="1657350" y="5905500"/>
          <p14:tracePt t="79967" x="1663700" y="5911850"/>
          <p14:tracePt t="79995" x="1670050" y="5911850"/>
          <p14:tracePt t="80002" x="1676400" y="5911850"/>
          <p14:tracePt t="80023" x="1682750" y="5918200"/>
          <p14:tracePt t="80044" x="1682750" y="5924550"/>
          <p14:tracePt t="80808" x="1676400" y="5924550"/>
          <p14:tracePt t="80828" x="1670050" y="5918200"/>
          <p14:tracePt t="80836" x="1663700" y="5918200"/>
          <p14:tracePt t="80857" x="1657350" y="5911850"/>
          <p14:tracePt t="80865" x="1644650" y="5905500"/>
          <p14:tracePt t="80880" x="1638300" y="5899150"/>
          <p14:tracePt t="80896" x="1625600" y="5899150"/>
          <p14:tracePt t="80913" x="1606550" y="5892800"/>
          <p14:tracePt t="80929" x="1600200" y="5886450"/>
          <p14:tracePt t="80946" x="1587500" y="5886450"/>
          <p14:tracePt t="80963" x="1574800" y="5886450"/>
          <p14:tracePt t="80979" x="1568450" y="5886450"/>
          <p14:tracePt t="80995" x="1562100" y="5886450"/>
          <p14:tracePt t="81012" x="1555750" y="5886450"/>
          <p14:tracePt t="81068" x="1549400" y="5886450"/>
          <p14:tracePt t="81075" x="1543050" y="5886450"/>
          <p14:tracePt t="81110" x="1536700" y="5886450"/>
          <p14:tracePt t="81370" x="1536700" y="5880100"/>
          <p14:tracePt t="81425" x="1536700" y="5873750"/>
          <p14:tracePt t="81538" x="1543050" y="5873750"/>
          <p14:tracePt t="81567" x="1549400" y="5873750"/>
          <p14:tracePt t="81609" x="1555750" y="5873750"/>
          <p14:tracePt t="81637" x="1562100" y="5873750"/>
          <p14:tracePt t="81672" x="1568450" y="5880100"/>
          <p14:tracePt t="81679" x="1574800" y="5880100"/>
          <p14:tracePt t="81694" x="1581150" y="5880100"/>
          <p14:tracePt t="81700" x="1587500" y="5880100"/>
          <p14:tracePt t="81709" x="1600200" y="5886450"/>
          <p14:tracePt t="81726" x="1619250" y="5899150"/>
          <p14:tracePt t="81743" x="1676400" y="5905500"/>
          <p14:tracePt t="81760" x="1708150" y="5911850"/>
          <p14:tracePt t="81778" x="1784350" y="5918200"/>
          <p14:tracePt t="81793" x="1866900" y="5937250"/>
          <p14:tracePt t="81809" x="1911350" y="5937250"/>
          <p14:tracePt t="81826" x="1974850" y="5943600"/>
          <p14:tracePt t="81842" x="2025650" y="5949950"/>
          <p14:tracePt t="81859" x="2038350" y="5949950"/>
          <p14:tracePt t="81876" x="2051050" y="5956300"/>
          <p14:tracePt t="81892" x="2063750" y="5956300"/>
          <p14:tracePt t="81959" x="2063750" y="5962650"/>
          <p14:tracePt t="82449" x="2082800" y="5962650"/>
          <p14:tracePt t="82462" x="2133600" y="5949950"/>
          <p14:tracePt t="82469" x="2184400" y="5943600"/>
          <p14:tracePt t="82484" x="2260600" y="5924550"/>
          <p14:tracePt t="82493" x="2368550" y="5899150"/>
          <p14:tracePt t="82506" x="2482850" y="5880100"/>
          <p14:tracePt t="82523" x="2609850" y="5861050"/>
          <p14:tracePt t="82541" x="3041650" y="5791200"/>
          <p14:tracePt t="82556" x="3213100" y="5765800"/>
          <p14:tracePt t="82573" x="3378200" y="5759450"/>
          <p14:tracePt t="82591" x="3676650" y="5734050"/>
          <p14:tracePt t="82607" x="3962400" y="5715000"/>
          <p14:tracePt t="82625" x="4260850" y="5702300"/>
          <p14:tracePt t="82640" x="4375150" y="5702300"/>
          <p14:tracePt t="82656" x="4552950" y="5683250"/>
          <p14:tracePt t="82673" x="4711700" y="5670550"/>
          <p14:tracePt t="82690" x="4775200" y="5664200"/>
          <p14:tracePt t="82706" x="4845050" y="5657850"/>
          <p14:tracePt t="82723" x="4902200" y="5645150"/>
          <p14:tracePt t="82739" x="4940300" y="5638800"/>
          <p14:tracePt t="82756" x="5010150" y="5626100"/>
          <p14:tracePt t="82773" x="5086350" y="5600700"/>
          <p14:tracePt t="82789" x="5124450" y="5594350"/>
          <p14:tracePt t="82806" x="5181600" y="5575300"/>
          <p14:tracePt t="82822" x="5245100" y="5575300"/>
          <p14:tracePt t="82839" x="5264150" y="5581650"/>
          <p14:tracePt t="82856" x="5295900" y="5600700"/>
          <p14:tracePt t="82872" x="5308600" y="5613400"/>
          <p14:tracePt t="82888" x="5314950" y="5638800"/>
          <p14:tracePt t="82906" x="5314950" y="5645150"/>
          <p14:tracePt t="83308" x="5334000" y="5645150"/>
          <p14:tracePt t="83315" x="5372100" y="5645150"/>
          <p14:tracePt t="83329" x="5441950" y="5645150"/>
          <p14:tracePt t="83337" x="5518150" y="5632450"/>
          <p14:tracePt t="83353" x="5581650" y="5632450"/>
          <p14:tracePt t="83372" x="5759450" y="5632450"/>
          <p14:tracePt t="83387" x="5949950" y="5638800"/>
          <p14:tracePt t="83404" x="6026150" y="5645150"/>
          <p14:tracePt t="83421" x="6197600" y="5670550"/>
          <p14:tracePt t="83437" x="6343650" y="5727700"/>
          <p14:tracePt t="83453" x="6400800" y="5746750"/>
          <p14:tracePt t="83470" x="6502400" y="5797550"/>
          <p14:tracePt t="83487" x="6572250" y="5835650"/>
          <p14:tracePt t="83504" x="6597650" y="5848350"/>
          <p14:tracePt t="83520" x="6629400" y="5854700"/>
          <p14:tracePt t="83536" x="6635750" y="5854700"/>
          <p14:tracePt t="83554" x="6648450" y="5854700"/>
          <p14:tracePt t="83586" x="6654800" y="5854700"/>
          <p14:tracePt t="83604" x="6654800" y="5842000"/>
          <p14:tracePt t="83620" x="6654800" y="5835650"/>
          <p14:tracePt t="83652" x="6642100" y="5829300"/>
          <p14:tracePt t="83670" x="6616700" y="5829300"/>
          <p14:tracePt t="83686" x="6604000" y="5829300"/>
          <p14:tracePt t="83703" x="6572250" y="5829300"/>
          <p14:tracePt t="83719" x="6540500" y="5829300"/>
          <p14:tracePt t="83737" x="6470650" y="5835650"/>
          <p14:tracePt t="83752" x="6432550" y="5835650"/>
          <p14:tracePt t="83769" x="6330950" y="5835650"/>
          <p14:tracePt t="83787" x="6210300" y="5835650"/>
          <p14:tracePt t="83802" x="6134100" y="5829300"/>
          <p14:tracePt t="83819" x="6045200" y="5822950"/>
          <p14:tracePt t="83836" x="5778500" y="5803900"/>
          <p14:tracePt t="83852" x="5695950" y="5791200"/>
          <p14:tracePt t="83869" x="5619750" y="5772150"/>
          <p14:tracePt t="83885" x="5486400" y="5753100"/>
          <p14:tracePt t="83902" x="5372100" y="5734050"/>
          <p14:tracePt t="83920" x="5295900" y="5721350"/>
          <p14:tracePt t="83936" x="5270500" y="5721350"/>
          <p14:tracePt t="83952" x="5219700" y="5715000"/>
          <p14:tracePt t="83969" x="5181600" y="5715000"/>
          <p14:tracePt t="83985" x="5156200" y="5715000"/>
          <p14:tracePt t="84002" x="5149850" y="5715000"/>
          <p14:tracePt t="84018" x="5137150" y="5715000"/>
          <p14:tracePt t="84052" x="5130800" y="5715000"/>
          <p14:tracePt t="84102" x="5137150" y="5715000"/>
          <p14:tracePt t="84108" x="5143500" y="5715000"/>
          <p14:tracePt t="84117" x="5149850" y="5715000"/>
          <p14:tracePt t="84152" x="5156200" y="5715000"/>
          <p14:tracePt t="84158" x="5162550" y="5715000"/>
          <p14:tracePt t="84179" x="5168900" y="5715000"/>
          <p14:tracePt t="84187" x="5175250" y="5715000"/>
          <p14:tracePt t="84207" x="5187950" y="5715000"/>
          <p14:tracePt t="84221" x="5194300" y="5715000"/>
          <p14:tracePt t="84242" x="5207000" y="5715000"/>
          <p14:tracePt t="84251" x="5226050" y="5715000"/>
          <p14:tracePt t="84267" x="5257800" y="5715000"/>
          <p14:tracePt t="84285" x="5346700" y="5715000"/>
          <p14:tracePt t="84301" x="5461000" y="5715000"/>
          <p14:tracePt t="84318" x="5530850" y="5715000"/>
          <p14:tracePt t="84334" x="5695950" y="5702300"/>
          <p14:tracePt t="84351" x="5861050" y="5683250"/>
          <p14:tracePt t="84367" x="5930900" y="5676900"/>
          <p14:tracePt t="84384" x="6057900" y="5664200"/>
          <p14:tracePt t="84400" x="6134100" y="5664200"/>
          <p14:tracePt t="84418" x="6165850" y="5657850"/>
          <p14:tracePt t="84433" x="6197600" y="5657850"/>
          <p14:tracePt t="84450" x="6203950" y="5657850"/>
          <p14:tracePt t="84467" x="6210300" y="5657850"/>
          <p14:tracePt t="84509" x="6210300" y="5664200"/>
          <p14:tracePt t="84530" x="6203950" y="5664200"/>
          <p14:tracePt t="84902" x="6191250" y="5664200"/>
          <p14:tracePt t="84909" x="6165850" y="5664200"/>
          <p14:tracePt t="84923" x="6140450" y="5670550"/>
          <p14:tracePt t="84931" x="6102350" y="5676900"/>
          <p14:tracePt t="84948" x="6038850" y="5689600"/>
          <p14:tracePt t="84966" x="5899150" y="5695950"/>
          <p14:tracePt t="84981" x="5727700" y="5715000"/>
          <p14:tracePt t="85001" x="5638800" y="5727700"/>
          <p14:tracePt t="85015" x="5461000" y="5721350"/>
          <p14:tracePt t="85031" x="5372100" y="5715000"/>
          <p14:tracePt t="85048" x="5200650" y="5695950"/>
          <p14:tracePt t="85064" x="5099050" y="5683250"/>
          <p14:tracePt t="85081" x="5067300" y="5683250"/>
          <p14:tracePt t="85098" x="5029200" y="5670550"/>
          <p14:tracePt t="85114" x="5016500" y="5670550"/>
          <p14:tracePt t="85131" x="5003800" y="5670550"/>
          <p14:tracePt t="85190" x="4997450" y="5670550"/>
          <p14:tracePt t="85232" x="4991100" y="5676900"/>
          <p14:tracePt t="85260" x="4984750" y="5676900"/>
          <p14:tracePt t="85295" x="4978400" y="5676900"/>
          <p14:tracePt t="85372" x="4978400" y="5670550"/>
          <p14:tracePt t="85394" x="4991100" y="5670550"/>
          <p14:tracePt t="85415" x="4997450" y="5670550"/>
          <p14:tracePt t="85422" x="5003800" y="5670550"/>
          <p14:tracePt t="85443" x="5010150" y="5670550"/>
          <p14:tracePt t="85471" x="5016500" y="5670550"/>
          <p14:tracePt t="85485" x="5022850" y="5670550"/>
          <p14:tracePt t="85492" x="5029200" y="5676900"/>
          <p14:tracePt t="85514" x="5041900" y="5676900"/>
          <p14:tracePt t="85527" x="5054600" y="5676900"/>
          <p14:tracePt t="85534" x="5073650" y="5676900"/>
          <p14:tracePt t="85546" x="5105400" y="5683250"/>
          <p14:tracePt t="85563" x="5181600" y="5689600"/>
          <p14:tracePt t="85579" x="5219700" y="5689600"/>
          <p14:tracePt t="85596" x="5270500" y="5702300"/>
          <p14:tracePt t="85612" x="5416550" y="5708650"/>
          <p14:tracePt t="85629" x="5454650" y="5708650"/>
          <p14:tracePt t="85647" x="5524500" y="5708650"/>
          <p14:tracePt t="85662" x="5562600" y="5708650"/>
          <p14:tracePt t="85679" x="5600700" y="5708650"/>
          <p14:tracePt t="85696" x="5645150" y="5708650"/>
          <p14:tracePt t="85712" x="5664200" y="5708650"/>
          <p14:tracePt t="85729" x="5715000" y="5708650"/>
          <p14:tracePt t="85746" x="5727700" y="5708650"/>
          <p14:tracePt t="86214" x="5721350" y="5708650"/>
          <p14:tracePt t="86229" x="5689600" y="5708650"/>
          <p14:tracePt t="86236" x="5670550" y="5708650"/>
          <p14:tracePt t="86250" x="5638800" y="5702300"/>
          <p14:tracePt t="86260" x="5613400" y="5695950"/>
          <p14:tracePt t="86278" x="5530850" y="5683250"/>
          <p14:tracePt t="86294" x="5492750" y="5676900"/>
          <p14:tracePt t="86310" x="5410200" y="5670550"/>
          <p14:tracePt t="86327" x="5327650" y="5664200"/>
          <p14:tracePt t="86343" x="5276850" y="5651500"/>
          <p14:tracePt t="86360" x="5194300" y="5645150"/>
          <p14:tracePt t="86377" x="5124450" y="5638800"/>
          <p14:tracePt t="86393" x="5099050" y="5638800"/>
          <p14:tracePt t="86410" x="5048250" y="5632450"/>
          <p14:tracePt t="86426" x="5016500" y="5632450"/>
          <p14:tracePt t="86443" x="4997450" y="5632450"/>
          <p14:tracePt t="86460" x="4978400" y="5632450"/>
          <p14:tracePt t="86476" x="4959350" y="5632450"/>
          <p14:tracePt t="86493" x="4953000" y="5632450"/>
          <p14:tracePt t="86510" x="4946650" y="5632450"/>
          <p14:tracePt t="86526" x="4940300" y="5632450"/>
          <p14:tracePt t="86543" x="4933950" y="5632450"/>
          <p14:tracePt t="86560" x="4914900" y="5632450"/>
          <p14:tracePt t="86593" x="4908550" y="5632450"/>
          <p14:tracePt t="86610" x="4902200" y="5632450"/>
          <p14:tracePt t="86650" x="4895850" y="5632450"/>
          <p14:tracePt t="86727" x="4902200" y="5632450"/>
          <p14:tracePt t="86769" x="4908550" y="5638800"/>
          <p14:tracePt t="86776" x="4914900" y="5638800"/>
          <p14:tracePt t="86790" x="4921250" y="5638800"/>
          <p14:tracePt t="86798" x="4933950" y="5645150"/>
          <p14:tracePt t="86812" x="4953000" y="5651500"/>
          <p14:tracePt t="86825" x="4984750" y="5657850"/>
          <p14:tracePt t="86842" x="5080000" y="5683250"/>
          <p14:tracePt t="86858" x="5143500" y="5695950"/>
          <p14:tracePt t="86875" x="5289550" y="5715000"/>
          <p14:tracePt t="86892" x="5473700" y="5753100"/>
          <p14:tracePt t="86908" x="5549900" y="5765800"/>
          <p14:tracePt t="86926" x="5715000" y="5772150"/>
          <p14:tracePt t="86941" x="5854700" y="5772150"/>
          <p14:tracePt t="86959" x="5911850" y="5772150"/>
          <p14:tracePt t="86975" x="5981700" y="5765800"/>
          <p14:tracePt t="86991" x="6026150" y="5746750"/>
          <p14:tracePt t="87009" x="6045200" y="5740400"/>
          <p14:tracePt t="87024" x="6057900" y="5740400"/>
          <p14:tracePt t="87041" x="6064250" y="5727700"/>
          <p14:tracePt t="87058" x="6070600" y="5727700"/>
          <p14:tracePt t="87099" x="6076950" y="5727700"/>
          <p14:tracePt t="87177" x="6070600" y="5727700"/>
          <p14:tracePt t="87198" x="6064250" y="5727700"/>
          <p14:tracePt t="87212" x="6057900" y="5727700"/>
          <p14:tracePt t="87219" x="6045200" y="5727700"/>
          <p14:tracePt t="87241" x="6038850" y="5727700"/>
          <p14:tracePt t="87247" x="6019800" y="5734050"/>
          <p14:tracePt t="87261" x="5988050" y="5734050"/>
          <p14:tracePt t="87273" x="5962650" y="5734050"/>
          <p14:tracePt t="87290" x="5861050" y="5734050"/>
          <p14:tracePt t="87307" x="5784850" y="5740400"/>
          <p14:tracePt t="87325" x="5619750" y="5740400"/>
          <p14:tracePt t="87340" x="5441950" y="5753100"/>
          <p14:tracePt t="87357" x="5353050" y="5753100"/>
          <p14:tracePt t="87374" x="5200650" y="5753100"/>
          <p14:tracePt t="87390" x="5080000" y="5746750"/>
          <p14:tracePt t="87406" x="5029200" y="5746750"/>
          <p14:tracePt t="87423" x="4965700" y="5740400"/>
          <p14:tracePt t="87440" x="4940300" y="5734050"/>
          <p14:tracePt t="87456" x="4902200" y="5727700"/>
          <p14:tracePt t="87473" x="4883150" y="5727700"/>
          <p14:tracePt t="87489" x="4876800" y="5727700"/>
          <p14:tracePt t="87507" x="4864100" y="5727700"/>
          <p14:tracePt t="87523" x="4845050" y="5721350"/>
          <p14:tracePt t="87540" x="4838700" y="5721350"/>
          <p14:tracePt t="87572" x="4832350" y="5721350"/>
          <p14:tracePt t="87598" x="4826000" y="5721350"/>
          <p14:tracePt t="87739" x="4832350" y="5721350"/>
          <p14:tracePt t="87809" x="4838700" y="5721350"/>
          <p14:tracePt t="87830" x="4845050" y="5721350"/>
          <p14:tracePt t="87851" x="4851400" y="5721350"/>
          <p14:tracePt t="87873" x="4857750" y="5721350"/>
          <p14:tracePt t="87879" x="4864100" y="5721350"/>
          <p14:tracePt t="87893" x="4870450" y="5721350"/>
          <p14:tracePt t="87915" x="4876800" y="5721350"/>
          <p14:tracePt t="87924" x="4883150" y="5721350"/>
          <p14:tracePt t="87937" x="4902200" y="5721350"/>
          <p14:tracePt t="87955" x="4965700" y="5721350"/>
          <p14:tracePt t="87971" x="5054600" y="5702300"/>
          <p14:tracePt t="87988" x="5124450" y="5683250"/>
          <p14:tracePt t="88005" x="5200650" y="5670550"/>
          <p14:tracePt t="88021" x="5435600" y="5632450"/>
          <p14:tracePt t="88038" x="5511800" y="5626100"/>
          <p14:tracePt t="88055" x="5594350" y="5607050"/>
          <p14:tracePt t="88071" x="5727700" y="5575300"/>
          <p14:tracePt t="88088" x="5822950" y="5549900"/>
          <p14:tracePt t="88105" x="5880100" y="5543550"/>
          <p14:tracePt t="88121" x="5905500" y="5543550"/>
          <p14:tracePt t="88137" x="5924550" y="5543550"/>
          <p14:tracePt t="88154" x="5937250" y="5537200"/>
          <p14:tracePt t="88171" x="5943600" y="5537200"/>
          <p14:tracePt t="88187" x="5949950" y="5537200"/>
          <p14:tracePt t="88220" x="5956300" y="5530850"/>
          <p14:tracePt t="88237" x="5962650" y="5524500"/>
          <p14:tracePt t="88253" x="5962650" y="5518150"/>
          <p14:tracePt t="88322" x="5956300" y="5505450"/>
          <p14:tracePt t="88364" x="5949950" y="5499100"/>
          <p14:tracePt t="88371" x="5943600" y="5499100"/>
          <p14:tracePt t="88392" x="5937250" y="5499100"/>
          <p14:tracePt t="88406" x="5930900" y="5499100"/>
          <p14:tracePt t="88413" x="5924550" y="5499100"/>
          <p14:tracePt t="88434" x="5918200" y="5499100"/>
          <p14:tracePt t="88441" x="5905500" y="5499100"/>
          <p14:tracePt t="88456" x="5873750" y="5499100"/>
          <p14:tracePt t="88470" x="5854700" y="5499100"/>
          <p14:tracePt t="88486" x="5778500" y="5499100"/>
          <p14:tracePt t="88503" x="5727700" y="5499100"/>
          <p14:tracePt t="88519" x="5594350" y="5499100"/>
          <p14:tracePt t="88537" x="5454650" y="5511800"/>
          <p14:tracePt t="88553" x="5378450" y="5518150"/>
          <p14:tracePt t="88570" x="5238750" y="5530850"/>
          <p14:tracePt t="88586" x="5143500" y="5530850"/>
          <p14:tracePt t="88603" x="5086350" y="5530850"/>
          <p14:tracePt t="88619" x="5073650" y="5530850"/>
          <p14:tracePt t="88636" x="5060950" y="5530850"/>
          <p14:tracePt t="88652" x="5054600" y="5530850"/>
          <p14:tracePt t="88722" x="5054600" y="5537200"/>
          <p14:tracePt t="88793" x="5060950" y="5537200"/>
          <p14:tracePt t="88814" x="5067300" y="5537200"/>
          <p14:tracePt t="88836" x="5073650" y="5537200"/>
          <p14:tracePt t="88849" x="5080000" y="5537200"/>
          <p14:tracePt t="88863" x="5086350" y="5537200"/>
          <p14:tracePt t="88885" x="5092700" y="5537200"/>
          <p14:tracePt t="88926" x="5099050" y="5537200"/>
          <p14:tracePt t="88933" x="5111750" y="5537200"/>
          <p14:tracePt t="88947" x="5118100" y="5537200"/>
          <p14:tracePt t="88954" x="5130800" y="5537200"/>
          <p14:tracePt t="88971" x="5156200" y="5543550"/>
          <p14:tracePt t="88984" x="5187950" y="5543550"/>
          <p14:tracePt t="89001" x="5264150" y="5537200"/>
          <p14:tracePt t="89018" x="5391150" y="5537200"/>
          <p14:tracePt t="89034" x="5454650" y="5537200"/>
          <p14:tracePt t="89051" x="5600700" y="5537200"/>
          <p14:tracePt t="89068" x="5702300" y="5530850"/>
          <p14:tracePt t="89084" x="5753100" y="5530850"/>
          <p14:tracePt t="89101" x="5810250" y="5530850"/>
          <p14:tracePt t="89117" x="5842000" y="5524500"/>
          <p14:tracePt t="89134" x="5848350" y="5524500"/>
          <p14:tracePt t="89151" x="5861050" y="5524500"/>
          <p14:tracePt t="89235" x="5854700" y="5524500"/>
          <p14:tracePt t="89257" x="5842000" y="5524500"/>
          <p14:tracePt t="89271" x="5835650" y="5524500"/>
          <p14:tracePt t="89277" x="5835650" y="5530850"/>
          <p14:tracePt t="89286" x="5822950" y="5530850"/>
          <p14:tracePt t="89301" x="5810250" y="5530850"/>
          <p14:tracePt t="89317" x="5797550" y="5530850"/>
          <p14:tracePt t="89334" x="5759450" y="5530850"/>
          <p14:tracePt t="89350" x="5702300" y="5530850"/>
          <p14:tracePt t="89366" x="5664200" y="5530850"/>
          <p14:tracePt t="89383" x="5568950" y="5537200"/>
          <p14:tracePt t="89400" x="5454650" y="5537200"/>
          <p14:tracePt t="89419" x="5327650" y="5537200"/>
          <p14:tracePt t="89433" x="5257800" y="5537200"/>
          <p14:tracePt t="89449" x="5156200" y="5549900"/>
          <p14:tracePt t="89466" x="5111750" y="5543550"/>
          <p14:tracePt t="89482" x="5048250" y="5543550"/>
          <p14:tracePt t="89499" x="5003800" y="5537200"/>
          <p14:tracePt t="89516" x="4984750" y="5537200"/>
          <p14:tracePt t="89532" x="4978400" y="5530850"/>
          <p14:tracePt t="89550" x="4965700" y="5530850"/>
          <p14:tracePt t="89629" x="4972050" y="5530850"/>
          <p14:tracePt t="89636" x="4978400" y="5530850"/>
          <p14:tracePt t="89671" x="4984750" y="5530850"/>
          <p14:tracePt t="89691" x="4991100" y="5530850"/>
          <p14:tracePt t="89700" x="4997450" y="5530850"/>
          <p14:tracePt t="89706" x="5003800" y="5530850"/>
          <p14:tracePt t="89748" x="5016500" y="5530850"/>
          <p14:tracePt t="89776" x="5029200" y="5537200"/>
          <p14:tracePt t="89791" x="5054600" y="5537200"/>
          <p14:tracePt t="89799" x="5073650" y="5537200"/>
          <p14:tracePt t="89812" x="5111750" y="5537200"/>
          <p14:tracePt t="89819" x="5149850" y="5543550"/>
          <p14:tracePt t="89834" x="5200650" y="5543550"/>
          <p14:tracePt t="89848" x="5334000" y="5562600"/>
          <p14:tracePt t="89865" x="5397500" y="5575300"/>
          <p14:tracePt t="89882" x="5543550" y="5594350"/>
          <p14:tracePt t="89898" x="5607050" y="5594350"/>
          <p14:tracePt t="89915" x="5715000" y="5600700"/>
          <p14:tracePt t="89932" x="5778500" y="5600700"/>
          <p14:tracePt t="89948" x="5810250" y="5600700"/>
          <p14:tracePt t="89964" x="5835650" y="5600700"/>
          <p14:tracePt t="89981" x="5854700" y="5600700"/>
          <p14:tracePt t="90014" x="5861050" y="5600700"/>
          <p14:tracePt t="90071" x="5854700" y="5600700"/>
          <p14:tracePt t="90078" x="5848350" y="5600700"/>
          <p14:tracePt t="90092" x="5842000" y="5594350"/>
          <p14:tracePt t="90100" x="5829300" y="5594350"/>
          <p14:tracePt t="90116" x="5816600" y="5588000"/>
          <p14:tracePt t="90131" x="5791200" y="5588000"/>
          <p14:tracePt t="90148" x="5765800" y="5581650"/>
          <p14:tracePt t="90164" x="5708650" y="5581650"/>
          <p14:tracePt t="90180" x="5657850" y="5575300"/>
          <p14:tracePt t="90197" x="5543550" y="5562600"/>
          <p14:tracePt t="90213" x="5372100" y="5556250"/>
          <p14:tracePt t="90231" x="5283200" y="5543550"/>
          <p14:tracePt t="90247" x="5118100" y="5524500"/>
          <p14:tracePt t="90263" x="4972050" y="5492750"/>
          <p14:tracePt t="90280" x="4921250" y="5486400"/>
          <p14:tracePt t="90297" x="4857750" y="5473700"/>
          <p14:tracePt t="90313" x="4838700" y="5467350"/>
          <p14:tracePt t="90330" x="4838700" y="5461000"/>
          <p14:tracePt t="90360" x="4845050" y="5461000"/>
          <p14:tracePt t="90381" x="4851400" y="5461000"/>
          <p14:tracePt t="90395" x="4857750" y="5467350"/>
          <p14:tracePt t="90401" x="4864100" y="5467350"/>
          <p14:tracePt t="90431" x="4870450" y="5467350"/>
          <p14:tracePt t="90444" x="4876800" y="5467350"/>
          <p14:tracePt t="90451" x="4883150" y="5467350"/>
          <p14:tracePt t="90466" x="4889500" y="5467350"/>
          <p14:tracePt t="90480" x="4902200" y="5473700"/>
          <p14:tracePt t="90496" x="4902200" y="5480050"/>
          <p14:tracePt t="90512" x="4914900" y="5480050"/>
          <p14:tracePt t="90529" x="4940300" y="5486400"/>
          <p14:tracePt t="90546" x="5022850" y="5492750"/>
          <p14:tracePt t="90563" x="5073650" y="5505450"/>
          <p14:tracePt t="90579" x="5226050" y="5511800"/>
          <p14:tracePt t="90595" x="5410200" y="5530850"/>
          <p14:tracePt t="90613" x="5499100" y="5530850"/>
          <p14:tracePt t="90629" x="5676900" y="5543550"/>
          <p14:tracePt t="90646" x="5803900" y="5543550"/>
          <p14:tracePt t="90662" x="5886450" y="5543550"/>
          <p14:tracePt t="90678" x="5899150" y="5543550"/>
          <p14:tracePt t="90696" x="5930900" y="5543550"/>
          <p14:tracePt t="90712" x="5937250" y="5543550"/>
          <p14:tracePt t="90729" x="5943600" y="5543550"/>
          <p14:tracePt t="90762" x="5949950" y="5543550"/>
          <p14:tracePt t="90778" x="5956300" y="5543550"/>
          <p14:tracePt t="90795" x="5956300" y="5537200"/>
          <p14:tracePt t="90811" x="5956300" y="5530850"/>
          <p14:tracePt t="90851" x="5949950" y="5530850"/>
          <p14:tracePt t="90872" x="5943600" y="5530850"/>
          <p14:tracePt t="90901" x="5937250" y="5530850"/>
          <p14:tracePt t="90915" x="5930900" y="5530850"/>
          <p14:tracePt t="90935" x="5924550" y="5530850"/>
          <p14:tracePt t="90943" x="5918200" y="5530850"/>
          <p14:tracePt t="90957" x="5911850" y="5530850"/>
          <p14:tracePt t="90965" x="5905500" y="5530850"/>
          <p14:tracePt t="90978" x="5899150" y="5530850"/>
          <p14:tracePt t="90993" x="5867400" y="5530850"/>
          <p14:tracePt t="91011" x="5835650" y="5530850"/>
          <p14:tracePt t="91028" x="5759450" y="5537200"/>
          <p14:tracePt t="91044" x="5664200" y="5537200"/>
          <p14:tracePt t="91061" x="5613400" y="5537200"/>
          <p14:tracePt t="91077" x="5486400" y="5537200"/>
          <p14:tracePt t="91094" x="5429250" y="5524500"/>
          <p14:tracePt t="91111" x="5314950" y="5524500"/>
          <p14:tracePt t="91127" x="5238750" y="5524500"/>
          <p14:tracePt t="91144" x="5207000" y="5524500"/>
          <p14:tracePt t="91161" x="5162550" y="5524500"/>
          <p14:tracePt t="91177" x="5143500" y="5524500"/>
          <p14:tracePt t="91238" x="5149850" y="5524500"/>
          <p14:tracePt t="91252" x="5149850" y="5530850"/>
          <p14:tracePt t="91266" x="5156200" y="5530850"/>
          <p14:tracePt t="91273" x="5162550" y="5530850"/>
          <p14:tracePt t="91294" x="5168900" y="5530850"/>
          <p14:tracePt t="91308" x="5175250" y="5530850"/>
          <p14:tracePt t="91315" x="5181600" y="5530850"/>
          <p14:tracePt t="91326" x="5187950" y="5530850"/>
          <p14:tracePt t="91357" x="5200650" y="5530850"/>
          <p14:tracePt t="91364" x="5207000" y="5530850"/>
          <p14:tracePt t="91379" x="5226050" y="5530850"/>
          <p14:tracePt t="91393" x="5276850" y="5530850"/>
          <p14:tracePt t="91409" x="5314950" y="5530850"/>
          <p14:tracePt t="91426" x="5365750" y="5530850"/>
          <p14:tracePt t="91442" x="5505450" y="5518150"/>
          <p14:tracePt t="91459" x="5689600" y="5499100"/>
          <p14:tracePt t="91476" x="5842000" y="5480050"/>
          <p14:tracePt t="91493" x="5918200" y="5473700"/>
          <p14:tracePt t="91509" x="6000750" y="5461000"/>
          <p14:tracePt t="91527" x="6051550" y="5461000"/>
          <p14:tracePt t="91542" x="6070600" y="5461000"/>
          <p14:tracePt t="91559" x="6083300" y="5461000"/>
          <p14:tracePt t="91575" x="6089650" y="5461000"/>
          <p14:tracePt t="91617" x="6089650" y="5454650"/>
          <p14:tracePt t="91672" x="6083300" y="5454650"/>
          <p14:tracePt t="91708" x="6076950" y="5454650"/>
          <p14:tracePt t="91750" x="6070600" y="5461000"/>
          <p14:tracePt t="92329" x="6064250" y="5461000"/>
          <p14:tracePt t="92336" x="6051550" y="5461000"/>
          <p14:tracePt t="92350" x="6045200" y="5461000"/>
          <p14:tracePt t="92358" x="6038850" y="5461000"/>
          <p14:tracePt t="92373" x="6026150" y="5461000"/>
          <p14:tracePt t="92389" x="6007100" y="5461000"/>
          <p14:tracePt t="92407" x="5981700" y="5461000"/>
          <p14:tracePt t="92422" x="5962650" y="5461000"/>
          <p14:tracePt t="92439" x="5949950" y="5461000"/>
          <p14:tracePt t="92457" x="5880100" y="5448300"/>
          <p14:tracePt t="92472" x="5854700" y="5448300"/>
          <p14:tracePt t="92489" x="5822950" y="5435600"/>
          <p14:tracePt t="92506" x="5772150" y="5429250"/>
          <p14:tracePt t="92522" x="5734050" y="5429250"/>
          <p14:tracePt t="92539" x="5721350" y="5416550"/>
          <p14:tracePt t="92556" x="5683250" y="5416550"/>
          <p14:tracePt t="92572" x="5664200" y="5416550"/>
          <p14:tracePt t="92590" x="5645150" y="5416550"/>
          <p14:tracePt t="92605" x="5638800" y="5416550"/>
          <p14:tracePt t="92621" x="5619750" y="5416550"/>
          <p14:tracePt t="92639" x="5613400" y="5422900"/>
          <p14:tracePt t="92655" x="5607050" y="5422900"/>
          <p14:tracePt t="92672" x="5594350" y="5422900"/>
          <p14:tracePt t="92688" x="5588000" y="5422900"/>
          <p14:tracePt t="92705" x="5581650" y="5422900"/>
          <p14:tracePt t="92738" x="5575300" y="5422900"/>
          <p14:tracePt t="92755" x="5568950" y="5422900"/>
          <p14:tracePt t="92772" x="5556250" y="5422900"/>
          <p14:tracePt t="92788" x="5549900" y="5422900"/>
          <p14:tracePt t="92805" x="5537200" y="5422900"/>
          <p14:tracePt t="92822" x="5499100" y="5422900"/>
          <p14:tracePt t="92838" x="5480050" y="5416550"/>
          <p14:tracePt t="92841" x="5454650" y="5416550"/>
          <p14:tracePt t="92854" x="5422900" y="5410200"/>
          <p14:tracePt t="92871" x="5353050" y="5410200"/>
          <p14:tracePt t="92887" x="5308600" y="5403850"/>
          <p14:tracePt t="92904" x="5226050" y="5391150"/>
          <p14:tracePt t="92920" x="5143500" y="5384800"/>
          <p14:tracePt t="92938" x="5105400" y="5384800"/>
          <p14:tracePt t="92955" x="5010150" y="5365750"/>
          <p14:tracePt t="92971" x="4914900" y="5353050"/>
          <p14:tracePt t="92987" x="4864100" y="5340350"/>
          <p14:tracePt t="93004" x="4768850" y="5334000"/>
          <p14:tracePt t="93020" x="4686300" y="5327650"/>
          <p14:tracePt t="93037" x="4648200" y="5314950"/>
          <p14:tracePt t="93054" x="4565650" y="5308600"/>
          <p14:tracePt t="93070" x="4527550" y="5302250"/>
          <p14:tracePt t="93088" x="4457700" y="5283200"/>
          <p14:tracePt t="93103" x="4381500" y="5270500"/>
          <p14:tracePt t="93120" x="4330700" y="5270500"/>
          <p14:tracePt t="93137" x="4235450" y="5251450"/>
          <p14:tracePt t="93153" x="4133850" y="5245100"/>
          <p14:tracePt t="93170" x="4076700" y="5232400"/>
          <p14:tracePt t="93187" x="3975100" y="5226050"/>
          <p14:tracePt t="93203" x="3879850" y="5219700"/>
          <p14:tracePt t="93220" x="3829050" y="5207000"/>
          <p14:tracePt t="93236" x="3733800" y="5187950"/>
          <p14:tracePt t="93253" x="3638550" y="5181600"/>
          <p14:tracePt t="93270" x="3613150" y="5181600"/>
          <p14:tracePt t="93286" x="3556000" y="5181600"/>
          <p14:tracePt t="93303" x="3498850" y="5181600"/>
          <p14:tracePt t="93320" x="3454400" y="5181600"/>
          <p14:tracePt t="93336" x="3429000" y="5181600"/>
          <p14:tracePt t="93352" x="3409950" y="5181600"/>
          <p14:tracePt t="93356" x="3384550" y="5187950"/>
          <p14:tracePt t="93369" x="3333750" y="5213350"/>
          <p14:tracePt t="93386" x="3308350" y="5226050"/>
          <p14:tracePt t="93402" x="3276600" y="5232400"/>
          <p14:tracePt t="93419" x="3213100" y="5257800"/>
          <p14:tracePt t="93436" x="3155950" y="5283200"/>
          <p14:tracePt t="93454" x="3124200" y="5289550"/>
          <p14:tracePt t="93469" x="3054350" y="5314950"/>
          <p14:tracePt t="93485" x="3003550" y="5327650"/>
          <p14:tracePt t="93503" x="2952750" y="5346700"/>
          <p14:tracePt t="93519" x="2927350" y="5353050"/>
          <p14:tracePt t="93535" x="2889250" y="5384800"/>
          <p14:tracePt t="93552" x="2832100" y="5422900"/>
          <p14:tracePt t="93569" x="2813050" y="5429250"/>
          <p14:tracePt t="93844" x="2908300" y="5416550"/>
          <p14:tracePt t="93858" x="3060700" y="5372100"/>
          <p14:tracePt t="93866" x="3232150" y="5334000"/>
          <p14:tracePt t="93872" x="3403600" y="5308600"/>
          <p14:tracePt t="93887" x="3606800" y="5270500"/>
          <p14:tracePt t="93901" x="3924300" y="5219700"/>
          <p14:tracePt t="93917" x="4114800" y="5207000"/>
          <p14:tracePt t="93934" x="4298950" y="5194300"/>
          <p14:tracePt t="93951" x="4584700" y="5194300"/>
          <p14:tracePt t="93967" x="4838700" y="5194300"/>
          <p14:tracePt t="93984" x="4959350" y="5194300"/>
          <p14:tracePt t="94000" x="5118100" y="5207000"/>
          <p14:tracePt t="94017" x="5226050" y="5238750"/>
          <p14:tracePt t="94035" x="5276850" y="5257800"/>
          <p14:tracePt t="94050" x="5308600" y="5283200"/>
          <p14:tracePt t="94067" x="5353050" y="5302250"/>
          <p14:tracePt t="94084" x="5391150" y="5334000"/>
          <p14:tracePt t="94100" x="5416550" y="5346700"/>
          <p14:tracePt t="94117" x="5448300" y="5353050"/>
          <p14:tracePt t="94133" x="5467350" y="5359400"/>
          <p14:tracePt t="94150" x="5480050" y="5365750"/>
          <p14:tracePt t="94167" x="5492750" y="5372100"/>
          <p14:tracePt t="94183" x="5537200" y="5384800"/>
          <p14:tracePt t="94200" x="5556250" y="5391150"/>
          <p14:tracePt t="94217" x="5600700" y="5397500"/>
          <p14:tracePt t="94233" x="5613400" y="5403850"/>
          <p14:tracePt t="94250" x="5645150" y="5416550"/>
          <p14:tracePt t="94267" x="5657850" y="5422900"/>
          <p14:tracePt t="94282" x="5683250" y="5435600"/>
          <p14:tracePt t="94300" x="5689600" y="5441950"/>
          <p14:tracePt t="94724" x="5676900" y="5441950"/>
          <p14:tracePt t="94738" x="5651500" y="5441950"/>
          <p14:tracePt t="94745" x="5607050" y="5435600"/>
          <p14:tracePt t="94759" x="5581650" y="5435600"/>
          <p14:tracePt t="94767" x="5543550" y="5435600"/>
          <p14:tracePt t="94781" x="5505450" y="5435600"/>
          <p14:tracePt t="94798" x="5422900" y="5435600"/>
          <p14:tracePt t="94815" x="5321300" y="5435600"/>
          <p14:tracePt t="94831" x="5257800" y="5435600"/>
          <p14:tracePt t="94847" x="5194300" y="5435600"/>
          <p14:tracePt t="94865" x="4965700" y="5435600"/>
          <p14:tracePt t="94881" x="4902200" y="5435600"/>
          <p14:tracePt t="94897" x="4819650" y="5448300"/>
          <p14:tracePt t="94914" x="4692650" y="5467350"/>
          <p14:tracePt t="94930" x="4572000" y="5492750"/>
          <p14:tracePt t="94947" x="4502150" y="5505450"/>
          <p14:tracePt t="94964" x="4406900" y="5530850"/>
          <p14:tracePt t="94980" x="4324350" y="5543550"/>
          <p14:tracePt t="94998" x="4241800" y="5568950"/>
          <p14:tracePt t="95013" x="4197350" y="5588000"/>
          <p14:tracePt t="95030" x="4076700" y="5619750"/>
          <p14:tracePt t="95047" x="3917950" y="5657850"/>
          <p14:tracePt t="95063" x="3829050" y="5695950"/>
          <p14:tracePt t="95080" x="3651250" y="5765800"/>
          <p14:tracePt t="95097" x="3479800" y="5829300"/>
          <p14:tracePt t="95113" x="3390900" y="5861050"/>
          <p14:tracePt t="95130" x="3295650" y="5892800"/>
          <p14:tracePt t="95146" x="3086100" y="5930900"/>
          <p14:tracePt t="95162" x="3035300" y="5930900"/>
          <p14:tracePt t="95180" x="2984500" y="5930900"/>
          <p14:tracePt t="95196" x="2921000" y="5937250"/>
          <p14:tracePt t="95213" x="2882900" y="5937250"/>
          <p14:tracePt t="95230" x="2857500" y="5937250"/>
          <p14:tracePt t="95246" x="2851150" y="5937250"/>
          <p14:tracePt t="95280" x="2844800" y="5943600"/>
          <p14:tracePt t="95342" x="2844800" y="5949950"/>
          <p14:tracePt t="95398" x="2851150" y="5949950"/>
        </p14:tracePtLst>
      </p14:laserTrace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077200" cy="914400"/>
          </a:xfrm>
        </p:spPr>
        <p:txBody>
          <a:bodyPr/>
          <a:lstStyle/>
          <a:p>
            <a:pPr eaLnBrk="1" hangingPunct="1"/>
            <a:r>
              <a:rPr lang="en-US" altLang="zh-TW" sz="9600" dirty="0">
                <a:solidFill>
                  <a:srgbClr val="00B050"/>
                </a:solidFill>
                <a:latin typeface="Elephant" panose="02020904090505020303" pitchFamily="18" charset="0"/>
              </a:rPr>
              <a:t>has-a: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143000" y="1199185"/>
            <a:ext cx="6971899" cy="5582615"/>
            <a:chOff x="2025173" y="2924944"/>
            <a:chExt cx="4926958" cy="380067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5173" y="2924944"/>
              <a:ext cx="4923091" cy="3800671"/>
            </a:xfrm>
            <a:prstGeom prst="rect">
              <a:avLst/>
            </a:prstGeom>
          </p:spPr>
        </p:pic>
        <p:grpSp>
          <p:nvGrpSpPr>
            <p:cNvPr id="12" name="Group 11"/>
            <p:cNvGrpSpPr/>
            <p:nvPr/>
          </p:nvGrpSpPr>
          <p:grpSpPr>
            <a:xfrm>
              <a:off x="2036618" y="2954482"/>
              <a:ext cx="4915513" cy="3733800"/>
              <a:chOff x="2036618" y="2954482"/>
              <a:chExt cx="4915513" cy="3733800"/>
            </a:xfrm>
          </p:grpSpPr>
          <p:sp>
            <p:nvSpPr>
              <p:cNvPr id="22" name="Rectangle 21"/>
              <p:cNvSpPr/>
              <p:nvPr/>
            </p:nvSpPr>
            <p:spPr bwMode="auto">
              <a:xfrm>
                <a:off x="5094602" y="5415055"/>
                <a:ext cx="1584176" cy="110676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80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entury Gothic" panose="020B0502020202020204" pitchFamily="34" charset="0"/>
                  </a:rPr>
                  <a:t>Leg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 bwMode="auto">
              <a:xfrm>
                <a:off x="2186722" y="4377509"/>
                <a:ext cx="2448272" cy="86409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8000" b="1" dirty="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Fin</a:t>
                </a:r>
                <a:endParaRPr kumimoji="1" lang="en-US" sz="8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entury Gothic" panose="020B0502020202020204" pitchFamily="34" charset="0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 bwMode="auto">
              <a:xfrm>
                <a:off x="4825354" y="3599349"/>
                <a:ext cx="2126777" cy="105077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8000" b="1" dirty="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Wing</a:t>
                </a:r>
                <a:endParaRPr kumimoji="1" lang="en-US" sz="8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" name="Rounded Rectangle 9"/>
              <p:cNvSpPr/>
              <p:nvPr/>
            </p:nvSpPr>
            <p:spPr bwMode="auto">
              <a:xfrm>
                <a:off x="4807526" y="5424055"/>
                <a:ext cx="2068729" cy="1264227"/>
              </a:xfrm>
              <a:prstGeom prst="roundRect">
                <a:avLst>
                  <a:gd name="adj" fmla="val 11921"/>
                </a:avLst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6" name="Rounded Rectangle 25"/>
              <p:cNvSpPr/>
              <p:nvPr/>
            </p:nvSpPr>
            <p:spPr bwMode="auto">
              <a:xfrm>
                <a:off x="2036618" y="2954482"/>
                <a:ext cx="2646218" cy="3733800"/>
              </a:xfrm>
              <a:prstGeom prst="roundRect">
                <a:avLst>
                  <a:gd name="adj" fmla="val 5620"/>
                </a:avLst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7" name="Rounded Rectangle 26"/>
              <p:cNvSpPr/>
              <p:nvPr/>
            </p:nvSpPr>
            <p:spPr bwMode="auto">
              <a:xfrm>
                <a:off x="4807526" y="2954482"/>
                <a:ext cx="2068729" cy="2358736"/>
              </a:xfrm>
              <a:prstGeom prst="roundRect">
                <a:avLst>
                  <a:gd name="adj" fmla="val 6792"/>
                </a:avLst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新細明體" panose="02020500000000000000" pitchFamily="18" charset="-120"/>
                </a:endParaRPr>
              </a:p>
            </p:txBody>
          </p:sp>
        </p:grpSp>
      </p:grp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0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735"/>
    </mc:Choice>
    <mc:Fallback xmlns="">
      <p:transition spd="slow" advTm="897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109" x="2857500" y="5949950"/>
          <p14:tracePt t="5117" x="2863850" y="5937250"/>
          <p14:tracePt t="5125" x="2876550" y="5930900"/>
          <p14:tracePt t="5141" x="2895600" y="5899150"/>
          <p14:tracePt t="5157" x="2921000" y="5873750"/>
          <p14:tracePt t="5174" x="2971800" y="5803900"/>
          <p14:tracePt t="5191" x="3009900" y="5746750"/>
          <p14:tracePt t="5208" x="3098800" y="5638800"/>
          <p14:tracePt t="5224" x="3143250" y="5568950"/>
          <p14:tracePt t="5240" x="3206750" y="5511800"/>
          <p14:tracePt t="5257" x="3257550" y="5416550"/>
          <p14:tracePt t="5274" x="3302000" y="5353050"/>
          <p14:tracePt t="5290" x="3340100" y="5276850"/>
          <p14:tracePt t="5307" x="3371850" y="5207000"/>
          <p14:tracePt t="5324" x="3378200" y="5168900"/>
          <p14:tracePt t="5340" x="3390900" y="5118100"/>
          <p14:tracePt t="5357" x="3409950" y="5048250"/>
          <p14:tracePt t="5373" x="3422650" y="5003800"/>
          <p14:tracePt t="5392" x="3441700" y="4921250"/>
          <p14:tracePt t="5406" x="3454400" y="4864100"/>
          <p14:tracePt t="5423" x="3473450" y="4794250"/>
          <p14:tracePt t="5440" x="3498850" y="4699000"/>
          <p14:tracePt t="5456" x="3505200" y="4641850"/>
          <p14:tracePt t="5473" x="3517900" y="4584700"/>
          <p14:tracePt t="5476" x="3524250" y="4559300"/>
          <p14:tracePt t="5490" x="3536950" y="4508500"/>
          <p14:tracePt t="5506" x="3556000" y="4451350"/>
          <p14:tracePt t="5523" x="3562350" y="4381500"/>
          <p14:tracePt t="5539" x="3587750" y="4260850"/>
          <p14:tracePt t="5556" x="3594100" y="4165600"/>
          <p14:tracePt t="5574" x="3619500" y="4006850"/>
          <p14:tracePt t="5589" x="3632200" y="3924300"/>
          <p14:tracePt t="5606" x="3638550" y="3835400"/>
          <p14:tracePt t="5623" x="3657600" y="3651250"/>
          <p14:tracePt t="5639" x="3676650" y="3517900"/>
          <p14:tracePt t="5656" x="3689350" y="3435350"/>
          <p14:tracePt t="5672" x="3721100" y="3187700"/>
          <p14:tracePt t="5689" x="3740150" y="3060700"/>
          <p14:tracePt t="5706" x="3746500" y="3035300"/>
          <p14:tracePt t="6381" x="3740150" y="3028950"/>
          <p14:tracePt t="6395" x="3733800" y="3022600"/>
          <p14:tracePt t="6416" x="3727450" y="3022600"/>
          <p14:tracePt t="6422" x="3727450" y="3016250"/>
          <p14:tracePt t="6439" x="3714750" y="3009900"/>
          <p14:tracePt t="6453" x="3708400" y="3003550"/>
          <p14:tracePt t="6469" x="3702050" y="2997200"/>
          <p14:tracePt t="6487" x="3689350" y="2990850"/>
          <p14:tracePt t="6519" x="3683000" y="2984500"/>
          <p14:tracePt t="6536" x="3683000" y="2978150"/>
          <p14:tracePt t="6552" x="3676650" y="2971800"/>
          <p14:tracePt t="6569" x="3663950" y="2965450"/>
          <p14:tracePt t="6586" x="3663950" y="2952750"/>
          <p14:tracePt t="6602" x="3657600" y="2952750"/>
          <p14:tracePt t="6619" x="3651250" y="2946400"/>
          <p14:tracePt t="6635" x="3644900" y="2921000"/>
          <p14:tracePt t="6652" x="3632200" y="2901950"/>
          <p14:tracePt t="6670" x="3619500" y="2882900"/>
          <p14:tracePt t="6685" x="3600450" y="2857500"/>
          <p14:tracePt t="6702" x="3587750" y="2838450"/>
          <p14:tracePt t="6719" x="3575050" y="2819400"/>
          <p14:tracePt t="6735" x="3568700" y="2813050"/>
          <p14:tracePt t="6752" x="3556000" y="2806700"/>
          <p14:tracePt t="6768" x="3549650" y="2794000"/>
          <p14:tracePt t="6785" x="3549650" y="2781300"/>
          <p14:tracePt t="6803" x="3536950" y="2762250"/>
          <p14:tracePt t="6818" x="3536950" y="2743200"/>
          <p14:tracePt t="6835" x="3524250" y="2711450"/>
          <p14:tracePt t="6852" x="3505200" y="2667000"/>
          <p14:tracePt t="6868" x="3498850" y="2628900"/>
          <p14:tracePt t="6885" x="3486150" y="2584450"/>
          <p14:tracePt t="6902" x="3467100" y="2527300"/>
          <p14:tracePt t="6918" x="3448050" y="2482850"/>
          <p14:tracePt t="6935" x="3435350" y="2457450"/>
          <p14:tracePt t="6951" x="3422650" y="2406650"/>
          <p14:tracePt t="6968" x="3409950" y="2381250"/>
          <p14:tracePt t="6971" x="3403600" y="2368550"/>
          <p14:tracePt t="6986" x="3397250" y="2343150"/>
          <p14:tracePt t="7001" x="3384550" y="2317750"/>
          <p14:tracePt t="7017" x="3378200" y="2279650"/>
          <p14:tracePt t="7035" x="3371850" y="2260600"/>
          <p14:tracePt t="7051" x="3371850" y="2241550"/>
          <p14:tracePt t="7067" x="3371850" y="2228850"/>
          <p14:tracePt t="7084" x="3365500" y="2216150"/>
          <p14:tracePt t="7160" x="3365500" y="2222500"/>
          <p14:tracePt t="7175" x="3365500" y="2228850"/>
          <p14:tracePt t="7196" x="3365500" y="2235200"/>
          <p14:tracePt t="7218" x="3365500" y="2241550"/>
          <p14:tracePt t="7238" x="3365500" y="2247900"/>
          <p14:tracePt t="7245" x="3365500" y="2254250"/>
          <p14:tracePt t="7267" x="3371850" y="2260600"/>
          <p14:tracePt t="7280" x="3371850" y="2266950"/>
          <p14:tracePt t="7301" x="3378200" y="2273300"/>
          <p14:tracePt t="7308" x="3384550" y="2279650"/>
          <p14:tracePt t="7317" x="3384550" y="2286000"/>
          <p14:tracePt t="7333" x="3390900" y="2292350"/>
          <p14:tracePt t="7351" x="3403600" y="2311400"/>
          <p14:tracePt t="7366" x="3422650" y="2336800"/>
          <p14:tracePt t="7383" x="3448050" y="2374900"/>
          <p14:tracePt t="7400" x="3486150" y="2444750"/>
          <p14:tracePt t="7417" x="3511550" y="2495550"/>
          <p14:tracePt t="7433" x="3536950" y="2546350"/>
          <p14:tracePt t="7450" x="3575050" y="2628900"/>
          <p14:tracePt t="7466" x="3594100" y="2673350"/>
          <p14:tracePt t="7469" x="3606800" y="2705100"/>
          <p14:tracePt t="7484" x="3613150" y="2730500"/>
          <p14:tracePt t="7499" x="3638550" y="2819400"/>
          <p14:tracePt t="7517" x="3651250" y="2876550"/>
          <p14:tracePt t="7533" x="3670300" y="2952750"/>
          <p14:tracePt t="7549" x="3676650" y="2997200"/>
          <p14:tracePt t="7566" x="3683000" y="3048000"/>
          <p14:tracePt t="7583" x="3702050" y="3117850"/>
          <p14:tracePt t="7599" x="3708400" y="3187700"/>
          <p14:tracePt t="7616" x="3714750" y="3257550"/>
          <p14:tracePt t="7632" x="3727450" y="3397250"/>
          <p14:tracePt t="7649" x="3733800" y="3479800"/>
          <p14:tracePt t="7666" x="3740150" y="3575050"/>
          <p14:tracePt t="7681" x="3752850" y="3689350"/>
          <p14:tracePt t="7699" x="3752850" y="3784600"/>
          <p14:tracePt t="7716" x="3752850" y="3886200"/>
          <p14:tracePt t="7732" x="3752850" y="3981450"/>
          <p14:tracePt t="7748" x="3746500" y="4057650"/>
          <p14:tracePt t="7766" x="3746500" y="4146550"/>
          <p14:tracePt t="7781" x="3746500" y="4184650"/>
          <p14:tracePt t="7798" x="3740150" y="4254500"/>
          <p14:tracePt t="7815" x="3740150" y="4387850"/>
          <p14:tracePt t="7832" x="3733800" y="4476750"/>
          <p14:tracePt t="7848" x="3733800" y="4572000"/>
          <p14:tracePt t="7864" x="3727450" y="4641850"/>
          <p14:tracePt t="7881" x="3727450" y="4686300"/>
          <p14:tracePt t="7899" x="3714750" y="4775200"/>
          <p14:tracePt t="7914" x="3714750" y="4826000"/>
          <p14:tracePt t="7931" x="3714750" y="4883150"/>
          <p14:tracePt t="7948" x="3702050" y="4978400"/>
          <p14:tracePt t="7964" x="3670300" y="5016500"/>
          <p14:tracePt t="7981" x="3606800" y="5035550"/>
          <p14:tracePt t="8417" x="3638550" y="5035550"/>
          <p14:tracePt t="8424" x="3683000" y="5022850"/>
          <p14:tracePt t="8432" x="3733800" y="5016500"/>
          <p14:tracePt t="8446" x="3867150" y="4965700"/>
          <p14:tracePt t="8463" x="3987800" y="4940300"/>
          <p14:tracePt t="8466" x="4057650" y="4921250"/>
          <p14:tracePt t="8481" x="4165600" y="4883150"/>
          <p14:tracePt t="8496" x="4286250" y="4845050"/>
          <p14:tracePt t="8512" x="4413250" y="4787900"/>
          <p14:tracePt t="8530" x="4572000" y="4679950"/>
          <p14:tracePt t="8546" x="4679950" y="4572000"/>
          <p14:tracePt t="8562" x="4806950" y="4470400"/>
          <p14:tracePt t="8580" x="4972050" y="4337050"/>
          <p14:tracePt t="8596" x="5092700" y="4279900"/>
          <p14:tracePt t="8612" x="5175250" y="4216400"/>
          <p14:tracePt t="8629" x="5257800" y="4159250"/>
          <p14:tracePt t="8645" x="5327650" y="4108450"/>
          <p14:tracePt t="8663" x="5403850" y="4057650"/>
          <p14:tracePt t="8679" x="5524500" y="3975100"/>
          <p14:tracePt t="8695" x="5607050" y="3917950"/>
          <p14:tracePt t="8713" x="5715000" y="3841750"/>
          <p14:tracePt t="8728" x="5759450" y="3803650"/>
          <p14:tracePt t="8745" x="5791200" y="3759200"/>
          <p14:tracePt t="8762" x="5816600" y="3695700"/>
          <p14:tracePt t="8778" x="5816600" y="3651250"/>
          <p14:tracePt t="8795" x="5816600" y="3581400"/>
          <p14:tracePt t="8811" x="5816600" y="3486150"/>
          <p14:tracePt t="8828" x="5816600" y="3397250"/>
          <p14:tracePt t="8847" x="5816600" y="3251200"/>
          <p14:tracePt t="8861" x="5816600" y="3194050"/>
          <p14:tracePt t="8878" x="5816600" y="3143250"/>
          <p14:tracePt t="8895" x="5829300" y="3060700"/>
          <p14:tracePt t="8911" x="5835650" y="3016250"/>
          <p14:tracePt t="8928" x="5842000" y="2990850"/>
          <p14:tracePt t="8945" x="5854700" y="2921000"/>
          <p14:tracePt t="8961" x="5861050" y="2901950"/>
          <p14:tracePt t="8977" x="5892800" y="2857500"/>
          <p14:tracePt t="8994" x="5905500" y="2832100"/>
          <p14:tracePt t="9011" x="5911850" y="2832100"/>
          <p14:tracePt t="9028" x="5918200" y="2819400"/>
          <p14:tracePt t="9044" x="5924550" y="2806700"/>
          <p14:tracePt t="9092" x="5930900" y="2813050"/>
          <p14:tracePt t="9105" x="5930900" y="2819400"/>
          <p14:tracePt t="9114" x="5930900" y="2825750"/>
          <p14:tracePt t="9129" x="5937250" y="2832100"/>
          <p14:tracePt t="9148" x="5937250" y="2838450"/>
          <p14:tracePt t="9160" x="5937250" y="2844800"/>
          <p14:tracePt t="9177" x="5937250" y="2863850"/>
          <p14:tracePt t="9193" x="5937250" y="2876550"/>
          <p14:tracePt t="9211" x="5937250" y="2908300"/>
          <p14:tracePt t="9227" x="5937250" y="2978150"/>
          <p14:tracePt t="9243" x="5930900" y="3016250"/>
          <p14:tracePt t="9260" x="5911850" y="3175000"/>
          <p14:tracePt t="9276" x="5880100" y="3352800"/>
          <p14:tracePt t="9293" x="5861050" y="3467100"/>
          <p14:tracePt t="9310" x="5829300" y="3695700"/>
          <p14:tracePt t="9326" x="5797550" y="3930650"/>
          <p14:tracePt t="9343" x="5784850" y="4032250"/>
          <p14:tracePt t="9359" x="5753100" y="4235450"/>
          <p14:tracePt t="9376" x="5734050" y="4438650"/>
          <p14:tracePt t="9394" x="5715000" y="4597400"/>
          <p14:tracePt t="9409" x="5702300" y="4660900"/>
          <p14:tracePt t="9426" x="5695950" y="4705350"/>
          <p14:tracePt t="9443" x="5670550" y="4838700"/>
          <p14:tracePt t="9459" x="5670550" y="4876800"/>
          <p14:tracePt t="9476" x="5664200" y="4908550"/>
          <p14:tracePt t="9493" x="5657850" y="4959350"/>
          <p14:tracePt t="9509" x="5651500" y="4997450"/>
          <p14:tracePt t="9526" x="5651500" y="5016500"/>
          <p14:tracePt t="9542" x="5638800" y="5054600"/>
          <p14:tracePt t="9559" x="5613400" y="5105400"/>
          <p14:tracePt t="9576" x="5600700" y="5143500"/>
          <p14:tracePt t="9592" x="5530850" y="5251450"/>
          <p14:tracePt t="9608" x="5511800" y="5276850"/>
          <p14:tracePt t="10412" x="5499100" y="5270500"/>
          <p14:tracePt t="10419" x="5492750" y="5270500"/>
          <p14:tracePt t="10427" x="5480050" y="5257800"/>
          <p14:tracePt t="10442" x="5473700" y="5251450"/>
          <p14:tracePt t="10456" x="5461000" y="5245100"/>
          <p14:tracePt t="10472" x="5435600" y="5232400"/>
          <p14:tracePt t="10489" x="5422900" y="5226050"/>
          <p14:tracePt t="10506" x="5372100" y="5194300"/>
          <p14:tracePt t="10523" x="5308600" y="5162550"/>
          <p14:tracePt t="10539" x="5232400" y="5124450"/>
          <p14:tracePt t="10555" x="5187950" y="5105400"/>
          <p14:tracePt t="10572" x="5086350" y="5048250"/>
          <p14:tracePt t="10588" x="4978400" y="5003800"/>
          <p14:tracePt t="10605" x="4921250" y="4978400"/>
          <p14:tracePt t="10623" x="4864100" y="4946650"/>
          <p14:tracePt t="10638" x="4673600" y="4838700"/>
          <p14:tracePt t="10655" x="4616450" y="4800600"/>
          <p14:tracePt t="10672" x="4489450" y="4724400"/>
          <p14:tracePt t="10689" x="4419600" y="4686300"/>
          <p14:tracePt t="10705" x="4292600" y="4597400"/>
          <p14:tracePt t="10722" x="4165600" y="4521200"/>
          <p14:tracePt t="10738" x="4121150" y="4483100"/>
          <p14:tracePt t="10755" x="4051300" y="4425950"/>
          <p14:tracePt t="10771" x="4000500" y="4387850"/>
          <p14:tracePt t="10788" x="3975100" y="4368800"/>
          <p14:tracePt t="10804" x="3943350" y="4330700"/>
          <p14:tracePt t="10821" x="3879850" y="4273550"/>
          <p14:tracePt t="10838" x="3848100" y="4235450"/>
          <p14:tracePt t="10855" x="3790950" y="4191000"/>
          <p14:tracePt t="10871" x="3733800" y="4133850"/>
          <p14:tracePt t="10887" x="3714750" y="4108450"/>
          <p14:tracePt t="10905" x="3676650" y="4044950"/>
          <p14:tracePt t="10921" x="3651250" y="4006850"/>
          <p14:tracePt t="10937" x="3625850" y="3975100"/>
          <p14:tracePt t="10954" x="3581400" y="3873500"/>
          <p14:tracePt t="10970" x="3568700" y="3829050"/>
          <p14:tracePt t="10988" x="3517900" y="3708400"/>
          <p14:tracePt t="11003" x="3460750" y="3581400"/>
          <p14:tracePt t="11020" x="3441700" y="3530600"/>
          <p14:tracePt t="11038" x="3397250" y="3441700"/>
          <p14:tracePt t="11054" x="3390900" y="3397250"/>
          <p14:tracePt t="11071" x="3365500" y="3327400"/>
          <p14:tracePt t="11088" x="3352800" y="3270250"/>
          <p14:tracePt t="11103" x="3346450" y="3238500"/>
          <p14:tracePt t="11120" x="3333750" y="3181350"/>
          <p14:tracePt t="11137" x="3333750" y="3117850"/>
          <p14:tracePt t="11153" x="3333750" y="3054350"/>
          <p14:tracePt t="11171" x="3333750" y="2997200"/>
          <p14:tracePt t="11186" x="3333750" y="2978150"/>
          <p14:tracePt t="11203" x="3333750" y="2921000"/>
          <p14:tracePt t="11220" x="3340100" y="2870200"/>
          <p14:tracePt t="11236" x="3346450" y="2838450"/>
          <p14:tracePt t="11253" x="3346450" y="2819400"/>
          <p14:tracePt t="11270" x="3365500" y="2755900"/>
          <p14:tracePt t="11286" x="3365500" y="2717800"/>
          <p14:tracePt t="11302" x="3378200" y="2686050"/>
          <p14:tracePt t="11319" x="3409950" y="2603500"/>
          <p14:tracePt t="11336" x="3441700" y="2495550"/>
          <p14:tracePt t="11353" x="3460750" y="2425700"/>
          <p14:tracePt t="11369" x="3606800" y="2190750"/>
          <p14:tracePt t="11386" x="3644900" y="2114550"/>
          <p14:tracePt t="11402" x="3683000" y="2032000"/>
          <p14:tracePt t="14601" x="3683000" y="2063750"/>
          <p14:tracePt t="14615" x="3683000" y="2120900"/>
          <p14:tracePt t="14622" x="3683000" y="2159000"/>
          <p14:tracePt t="14629" x="3670300" y="2222500"/>
          <p14:tracePt t="14644" x="3670300" y="2286000"/>
          <p14:tracePt t="14658" x="3670300" y="2324100"/>
          <p14:tracePt t="14675" x="3663950" y="2432050"/>
          <p14:tracePt t="14693" x="3663950" y="2533650"/>
          <p14:tracePt t="14708" x="3663950" y="2597150"/>
          <p14:tracePt t="14724" x="3683000" y="2730500"/>
          <p14:tracePt t="14743" x="3683000" y="2882900"/>
          <p14:tracePt t="14757" x="3683000" y="2946400"/>
          <p14:tracePt t="14775" x="3683000" y="3098800"/>
          <p14:tracePt t="14792" x="3708400" y="3270250"/>
          <p14:tracePt t="14807" x="3714750" y="3346450"/>
          <p14:tracePt t="14824" x="3714750" y="3409950"/>
          <p14:tracePt t="14841" x="3714750" y="3638550"/>
          <p14:tracePt t="14857" x="3714750" y="3702050"/>
          <p14:tracePt t="14873" x="3714750" y="3778250"/>
          <p14:tracePt t="14891" x="3714750" y="3873500"/>
          <p14:tracePt t="14907" x="3721100" y="3975100"/>
          <p14:tracePt t="14925" x="3721100" y="4083050"/>
          <p14:tracePt t="14940" x="3721100" y="4146550"/>
          <p14:tracePt t="14957" x="3733800" y="4273550"/>
          <p14:tracePt t="14974" x="3740150" y="4400550"/>
          <p14:tracePt t="14990" x="3752850" y="4457700"/>
          <p14:tracePt t="15007" x="3759200" y="4546600"/>
          <p14:tracePt t="15023" x="3765550" y="4641850"/>
          <p14:tracePt t="15040" x="3778250" y="4686300"/>
          <p14:tracePt t="15056" x="3784600" y="4756150"/>
          <p14:tracePt t="15073" x="3784600" y="4832350"/>
          <p14:tracePt t="15090" x="3790950" y="4857750"/>
          <p14:tracePt t="15107" x="3790950" y="4927600"/>
          <p14:tracePt t="15123" x="3790950" y="4984750"/>
          <p14:tracePt t="15139" x="3790950" y="5016500"/>
          <p14:tracePt t="15157" x="3790950" y="5080000"/>
          <p14:tracePt t="15173" x="3790950" y="5118100"/>
          <p14:tracePt t="15189" x="3790950" y="5238750"/>
          <p14:tracePt t="15207" x="3784600" y="5340350"/>
          <p14:tracePt t="15222" x="3771900" y="5397500"/>
          <p14:tracePt t="15239" x="3765550" y="5473700"/>
          <p14:tracePt t="15256" x="3759200" y="5530850"/>
          <p14:tracePt t="15272" x="3759200" y="5562600"/>
          <p14:tracePt t="15289" x="3752850" y="5600700"/>
          <p14:tracePt t="15306" x="3746500" y="5645150"/>
          <p14:tracePt t="15322" x="3746500" y="5657850"/>
          <p14:tracePt t="15339" x="3733800" y="5689600"/>
          <p14:tracePt t="15355" x="3727450" y="5721350"/>
          <p14:tracePt t="15372" x="3721100" y="5740400"/>
          <p14:tracePt t="15388" x="3708400" y="5791200"/>
          <p14:tracePt t="15405" x="3708400" y="5842000"/>
          <p14:tracePt t="15423" x="3695700" y="5873750"/>
          <p14:tracePt t="15438" x="3657600" y="5949950"/>
          <p14:tracePt t="15455" x="3625850" y="6019800"/>
          <p14:tracePt t="15472" x="3625850" y="6051550"/>
          <p14:tracePt t="15848" x="3625850" y="5981700"/>
          <p14:tracePt t="15856" x="3638550" y="5892800"/>
          <p14:tracePt t="15871" x="3651250" y="5791200"/>
          <p14:tracePt t="15877" x="3651250" y="5689600"/>
          <p14:tracePt t="15886" x="3651250" y="5600700"/>
          <p14:tracePt t="15903" x="3657600" y="5518150"/>
          <p14:tracePt t="15920" x="3670300" y="5340350"/>
          <p14:tracePt t="15937" x="3676650" y="5264150"/>
          <p14:tracePt t="15954" x="3695700" y="5010150"/>
          <p14:tracePt t="15970" x="3708400" y="4908550"/>
          <p14:tracePt t="15986" x="3721100" y="4781550"/>
          <p14:tracePt t="16004" x="3740150" y="4483100"/>
          <p14:tracePt t="16020" x="3752850" y="3981450"/>
          <p14:tracePt t="16037" x="3765550" y="3765550"/>
          <p14:tracePt t="16053" x="3784600" y="3429000"/>
          <p14:tracePt t="16069" x="3803650" y="3225800"/>
          <p14:tracePt t="16087" x="3803650" y="3162300"/>
          <p14:tracePt t="16102" x="3797300" y="3016250"/>
          <p14:tracePt t="16119" x="3771900" y="2870200"/>
          <p14:tracePt t="16138" x="3771900" y="2794000"/>
          <p14:tracePt t="16152" x="3771900" y="2774950"/>
          <p14:tracePt t="16169" x="3759200" y="2730500"/>
          <p14:tracePt t="16186" x="3746500" y="2705100"/>
          <p14:tracePt t="16202" x="3740150" y="2686050"/>
          <p14:tracePt t="16219" x="3733800" y="2673350"/>
          <p14:tracePt t="16236" x="3727450" y="2660650"/>
          <p14:tracePt t="16272" x="3721100" y="2654300"/>
          <p14:tracePt t="16298" x="3714750" y="2654300"/>
          <p14:tracePt t="16320" x="3714750" y="2660650"/>
          <p14:tracePt t="16326" x="3714750" y="2667000"/>
          <p14:tracePt t="16341" x="3714750" y="2673350"/>
          <p14:tracePt t="16352" x="3714750" y="2686050"/>
          <p14:tracePt t="16369" x="3714750" y="2717800"/>
          <p14:tracePt t="16385" x="3714750" y="2736850"/>
          <p14:tracePt t="16402" x="3708400" y="2863850"/>
          <p14:tracePt t="16418" x="3683000" y="3067050"/>
          <p14:tracePt t="16435" x="3651250" y="3168650"/>
          <p14:tracePt t="16452" x="3600450" y="3429000"/>
          <p14:tracePt t="16468" x="3562350" y="3632200"/>
          <p14:tracePt t="16485" x="3530600" y="3727450"/>
          <p14:tracePt t="16502" x="3492500" y="3835400"/>
          <p14:tracePt t="16518" x="3492500" y="3886200"/>
          <p14:tracePt t="16535" x="3492500" y="3892550"/>
          <p14:tracePt t="16552" x="3492500" y="3898900"/>
          <p14:tracePt t="16568" x="3498850" y="3905250"/>
          <p14:tracePt t="16585" x="3498850" y="3917950"/>
          <p14:tracePt t="16601" x="3505200" y="3930650"/>
          <p14:tracePt t="16618" x="3505200" y="3937000"/>
          <p14:tracePt t="16635" x="3505200" y="3943350"/>
          <p14:tracePt t="16651" x="3505200" y="3949700"/>
          <p14:tracePt t="16685" x="3498850" y="3949700"/>
          <p14:tracePt t="16700" x="3492500" y="3949700"/>
          <p14:tracePt t="16720" x="3486150" y="3949700"/>
          <p14:tracePt t="16769" x="3479800" y="3949700"/>
          <p14:tracePt t="16832" x="3473450" y="3949700"/>
          <p14:tracePt t="16888" x="3479800" y="3949700"/>
          <p14:tracePt t="16923" x="3486150" y="3956050"/>
          <p14:tracePt t="16930" x="3486150" y="3962400"/>
          <p14:tracePt t="17435" x="3486150" y="3917950"/>
          <p14:tracePt t="17442" x="3467100" y="3848100"/>
          <p14:tracePt t="17451" x="3454400" y="3797300"/>
          <p14:tracePt t="17464" x="3435350" y="3740150"/>
          <p14:tracePt t="17481" x="3422650" y="3695700"/>
          <p14:tracePt t="17498" x="3390900" y="3638550"/>
          <p14:tracePt t="17515" x="3359150" y="3600450"/>
          <p14:tracePt t="17531" x="3346450" y="3575050"/>
          <p14:tracePt t="17548" x="3314700" y="3511550"/>
          <p14:tracePt t="17564" x="3282950" y="3429000"/>
          <p14:tracePt t="17581" x="3251200" y="3371850"/>
          <p14:tracePt t="17598" x="3194050" y="3225800"/>
          <p14:tracePt t="17614" x="3124200" y="3054350"/>
          <p14:tracePt t="17632" x="3092450" y="2959100"/>
          <p14:tracePt t="17648" x="3041650" y="2800350"/>
          <p14:tracePt t="17664" x="3003550" y="2667000"/>
          <p14:tracePt t="17681" x="2965450" y="2546350"/>
          <p14:tracePt t="17697" x="2965450" y="2495550"/>
          <p14:tracePt t="17714" x="2959100" y="2451100"/>
          <p14:tracePt t="17731" x="2933700" y="2305050"/>
          <p14:tracePt t="17747" x="2933700" y="2266950"/>
          <p14:tracePt t="17764" x="2933700" y="2235200"/>
          <p14:tracePt t="17780" x="2921000" y="2178050"/>
          <p14:tracePt t="17797" x="2914650" y="2101850"/>
          <p14:tracePt t="17814" x="2914650" y="2019300"/>
          <p14:tracePt t="17830" x="2914650" y="1981200"/>
          <p14:tracePt t="17847" x="2914650" y="1879600"/>
          <p14:tracePt t="17864" x="2940050" y="1733550"/>
          <p14:tracePt t="17880" x="2940050" y="1670050"/>
          <p14:tracePt t="17897" x="2952750" y="1574800"/>
          <p14:tracePt t="17913" x="2965450" y="1524000"/>
          <p14:tracePt t="17930" x="2965450" y="1511300"/>
          <p14:tracePt t="17947" x="2965450" y="1504950"/>
          <p14:tracePt t="17963" x="2965450" y="1498600"/>
          <p14:tracePt t="18081" x="2965450" y="1504950"/>
          <p14:tracePt t="18208" x="2965450" y="1511300"/>
          <p14:tracePt t="18215" x="2959100" y="1511300"/>
          <p14:tracePt t="18222" x="2959100" y="1517650"/>
          <p14:tracePt t="18257" x="2959100" y="1524000"/>
          <p14:tracePt t="18292" x="2952750" y="1530350"/>
          <p14:tracePt t="18313" x="2952750" y="1536700"/>
          <p14:tracePt t="18348" x="2952750" y="1543050"/>
          <p14:tracePt t="18355" x="2952750" y="1549400"/>
          <p14:tracePt t="18364" x="2946400" y="1555750"/>
          <p14:tracePt t="18378" x="2946400" y="1568450"/>
          <p14:tracePt t="18395" x="2940050" y="1581150"/>
          <p14:tracePt t="18412" x="2927350" y="1631950"/>
          <p14:tracePt t="18428" x="2895600" y="1701800"/>
          <p14:tracePt t="18445" x="2876550" y="1746250"/>
          <p14:tracePt t="18461" x="2844800" y="1835150"/>
          <p14:tracePt t="18478" x="2806700" y="1917700"/>
          <p14:tracePt t="18495" x="2794000" y="1949450"/>
          <p14:tracePt t="18511" x="2755900" y="2038350"/>
          <p14:tracePt t="18527" x="2717800" y="2114550"/>
          <p14:tracePt t="18545" x="2679700" y="2197100"/>
          <p14:tracePt t="18561" x="2667000" y="2228850"/>
          <p14:tracePt t="18577" x="2641600" y="2292350"/>
          <p14:tracePt t="18595" x="2622550" y="2324100"/>
          <p14:tracePt t="18611" x="2616200" y="2349500"/>
          <p14:tracePt t="18627" x="2603500" y="2362200"/>
          <p14:tracePt t="18644" x="2578100" y="2425700"/>
          <p14:tracePt t="18661" x="2571750" y="2444750"/>
          <p14:tracePt t="18677" x="2565400" y="2463800"/>
          <p14:tracePt t="18694" x="2552700" y="2501900"/>
          <p14:tracePt t="18711" x="2527300" y="2540000"/>
          <p14:tracePt t="18728" x="2508250" y="2565400"/>
          <p14:tracePt t="18743" x="2508250" y="2571750"/>
          <p14:tracePt t="18760" x="2501900" y="2578100"/>
          <p14:tracePt t="19016" x="2508250" y="2578100"/>
          <p14:tracePt t="19030" x="2520950" y="2571750"/>
          <p14:tracePt t="19037" x="2533650" y="2571750"/>
          <p14:tracePt t="19051" x="2552700" y="2565400"/>
          <p14:tracePt t="19059" x="2597150" y="2559050"/>
          <p14:tracePt t="19076" x="2647950" y="2540000"/>
          <p14:tracePt t="19093" x="2781300" y="2514600"/>
          <p14:tracePt t="19109" x="2952750" y="2470150"/>
          <p14:tracePt t="19126" x="3041650" y="2451100"/>
          <p14:tracePt t="19143" x="3225800" y="2419350"/>
          <p14:tracePt t="19159" x="3390900" y="2393950"/>
          <p14:tracePt t="19176" x="3460750" y="2381250"/>
          <p14:tracePt t="19192" x="3587750" y="2374900"/>
          <p14:tracePt t="19209" x="3683000" y="2362200"/>
          <p14:tracePt t="19225" x="3721100" y="2355850"/>
          <p14:tracePt t="19242" x="3797300" y="2330450"/>
          <p14:tracePt t="19258" x="3848100" y="2330450"/>
          <p14:tracePt t="19276" x="3905250" y="2324100"/>
          <p14:tracePt t="19291" x="3962400" y="2317750"/>
          <p14:tracePt t="19308" x="3981450" y="2311400"/>
          <p14:tracePt t="19325" x="4019550" y="2305050"/>
          <p14:tracePt t="19342" x="4057650" y="2292350"/>
          <p14:tracePt t="19358" x="4076700" y="2286000"/>
          <p14:tracePt t="19375" x="4114800" y="2266950"/>
          <p14:tracePt t="19391" x="4140200" y="2254250"/>
          <p14:tracePt t="19408" x="4152900" y="2247900"/>
          <p14:tracePt t="19424" x="4159250" y="2247900"/>
          <p14:tracePt t="19441" x="4159250" y="2241550"/>
          <p14:tracePt t="19473" x="4165600" y="2241550"/>
          <p14:tracePt t="19508" x="4165600" y="2235200"/>
          <p14:tracePt t="19627" x="4165600" y="2228850"/>
          <p14:tracePt t="19920" x="4171950" y="2241550"/>
          <p14:tracePt t="19934" x="4184650" y="2279650"/>
          <p14:tracePt t="19942" x="4210050" y="2311400"/>
          <p14:tracePt t="19956" x="4235450" y="2362200"/>
          <p14:tracePt t="19973" x="4298950" y="2451100"/>
          <p14:tracePt t="19990" x="4362450" y="2527300"/>
          <p14:tracePt t="20006" x="4387850" y="2559050"/>
          <p14:tracePt t="20022" x="4432300" y="2616200"/>
          <p14:tracePt t="20040" x="4483100" y="2679700"/>
          <p14:tracePt t="20056" x="4508500" y="2717800"/>
          <p14:tracePt t="20072" x="4527550" y="2755900"/>
          <p14:tracePt t="20089" x="4578350" y="2857500"/>
          <p14:tracePt t="20106" x="4597400" y="2882900"/>
          <p14:tracePt t="20122" x="4610100" y="2908300"/>
          <p14:tracePt t="20139" x="4629150" y="2959100"/>
          <p14:tracePt t="20156" x="4654550" y="3003550"/>
          <p14:tracePt t="20173" x="4673600" y="3041650"/>
          <p14:tracePt t="20189" x="4679950" y="3067050"/>
          <p14:tracePt t="20205" x="4705350" y="3105150"/>
          <p14:tracePt t="20223" x="4711700" y="3130550"/>
          <p14:tracePt t="20238" x="4718050" y="3143250"/>
          <p14:tracePt t="20255" x="4724400" y="3162300"/>
          <p14:tracePt t="20272" x="4730750" y="3175000"/>
          <p14:tracePt t="20288" x="4730750" y="3187700"/>
          <p14:tracePt t="20305" x="4730750" y="3200400"/>
          <p14:tracePt t="20322" x="4730750" y="3206750"/>
          <p14:tracePt t="20338" x="4730750" y="3213100"/>
          <p14:tracePt t="20356" x="4730750" y="3225800"/>
          <p14:tracePt t="20371" x="4730750" y="3232150"/>
          <p14:tracePt t="20388" x="4730750" y="3238500"/>
          <p14:tracePt t="20405" x="4730750" y="3244850"/>
          <p14:tracePt t="20421" x="4730750" y="3251200"/>
          <p14:tracePt t="20438" x="4730750" y="3263900"/>
          <p14:tracePt t="20454" x="4730750" y="3270250"/>
          <p14:tracePt t="20471" x="4730750" y="3276600"/>
          <p14:tracePt t="20488" x="4730750" y="3282950"/>
          <p14:tracePt t="20531" x="4730750" y="3289300"/>
          <p14:tracePt t="20566" x="4730750" y="3295650"/>
          <p14:tracePt t="20581" x="4730750" y="3302000"/>
          <p14:tracePt t="20602" x="4730750" y="3308350"/>
          <p14:tracePt t="20623" x="4724400" y="3308350"/>
          <p14:tracePt t="20638" x="4718050" y="3308350"/>
          <p14:tracePt t="20644" x="4711700" y="3308350"/>
          <p14:tracePt t="20654" x="4705350" y="3302000"/>
          <p14:tracePt t="20673" x="4705350" y="3295650"/>
          <p14:tracePt t="20688" x="4699000" y="3295650"/>
          <p14:tracePt t="20703" x="4692650" y="3282950"/>
          <p14:tracePt t="20721" x="4629150" y="3251200"/>
          <p14:tracePt t="20737" x="4584700" y="3225800"/>
          <p14:tracePt t="20754" x="4546600" y="3206750"/>
          <p14:tracePt t="20771" x="4432300" y="3149600"/>
          <p14:tracePt t="20787" x="4362450" y="3124200"/>
          <p14:tracePt t="20803" x="4298950" y="3105150"/>
          <p14:tracePt t="20820" x="4140200" y="3054350"/>
          <p14:tracePt t="20836" x="3994150" y="3022600"/>
          <p14:tracePt t="20854" x="3911600" y="3003550"/>
          <p14:tracePt t="20870" x="3771900" y="2997200"/>
          <p14:tracePt t="20886" x="3644900" y="2984500"/>
          <p14:tracePt t="20903" x="3575050" y="2978150"/>
          <p14:tracePt t="20919" x="3441700" y="2946400"/>
          <p14:tracePt t="20936" x="3327400" y="2927350"/>
          <p14:tracePt t="20954" x="3232150" y="2914650"/>
          <p14:tracePt t="20969" x="3187700" y="2895600"/>
          <p14:tracePt t="20986" x="3143250" y="2889250"/>
          <p14:tracePt t="21003" x="3067050" y="2863850"/>
          <p14:tracePt t="21019" x="3048000" y="2857500"/>
          <p14:tracePt t="21036" x="3028950" y="2844800"/>
          <p14:tracePt t="21052" x="3016250" y="2838450"/>
          <p14:tracePt t="21069" x="3009900" y="2832100"/>
          <p14:tracePt t="21107" x="3009900" y="2838450"/>
          <p14:tracePt t="21128" x="3009900" y="2844800"/>
          <p14:tracePt t="21138" x="3003550" y="2844800"/>
          <p14:tracePt t="21152" x="3003550" y="2851150"/>
          <p14:tracePt t="21169" x="3003550" y="2857500"/>
          <p14:tracePt t="21206" x="3009900" y="2863850"/>
          <p14:tracePt t="21234" x="3016250" y="2870200"/>
          <p14:tracePt t="21254" x="3016250" y="2876550"/>
          <p14:tracePt t="21270" x="3022600" y="2882900"/>
          <p14:tracePt t="21276" x="3035300" y="2889250"/>
          <p14:tracePt t="21285" x="3048000" y="2901950"/>
          <p14:tracePt t="21302" x="3073400" y="2933700"/>
          <p14:tracePt t="21319" x="3155950" y="3035300"/>
          <p14:tracePt t="21334" x="3219450" y="3105150"/>
          <p14:tracePt t="21351" x="3365500" y="3308350"/>
          <p14:tracePt t="21368" x="3517900" y="3524250"/>
          <p14:tracePt t="21385" x="3594100" y="3651250"/>
          <p14:tracePt t="21402" x="3721100" y="3848100"/>
          <p14:tracePt t="21417" x="3822700" y="4000500"/>
          <p14:tracePt t="21434" x="3860800" y="4057650"/>
          <p14:tracePt t="21452" x="3917950" y="4159250"/>
          <p14:tracePt t="21467" x="3949700" y="4210050"/>
          <p14:tracePt t="21484" x="3968750" y="4235450"/>
          <p14:tracePt t="21501" x="4000500" y="4273550"/>
          <p14:tracePt t="21517" x="4025900" y="4305300"/>
          <p14:tracePt t="21534" x="4044950" y="4311650"/>
          <p14:tracePt t="21551" x="4064000" y="4330700"/>
          <p14:tracePt t="21567" x="4083050" y="4343400"/>
          <p14:tracePt t="21584" x="4095750" y="4343400"/>
          <p14:tracePt t="21600" x="4108450" y="4343400"/>
          <p14:tracePt t="21617" x="4114800" y="4349750"/>
          <p14:tracePt t="21635" x="4140200" y="4362450"/>
          <p14:tracePt t="21650" x="4146550" y="4368800"/>
          <p14:tracePt t="21667" x="4159250" y="4375150"/>
          <p14:tracePt t="21684" x="4165600" y="4381500"/>
          <p14:tracePt t="21700" x="4178300" y="4387850"/>
          <p14:tracePt t="21718" x="4184650" y="4387850"/>
          <p14:tracePt t="21733" x="4191000" y="4387850"/>
          <p14:tracePt t="21750" x="4197350" y="4394200"/>
          <p14:tracePt t="21769" x="4203700" y="4400550"/>
          <p14:tracePt t="21783" x="4210050" y="4400550"/>
          <p14:tracePt t="21845" x="4216400" y="4406900"/>
          <p14:tracePt t="21866" x="4222750" y="4413250"/>
          <p14:tracePt t="21886" x="4222750" y="4419600"/>
          <p14:tracePt t="21915" x="4216400" y="4425950"/>
          <p14:tracePt t="21929" x="4210050" y="4432300"/>
          <p14:tracePt t="21936" x="4203700" y="4438650"/>
          <p14:tracePt t="21952" x="4184650" y="4451350"/>
          <p14:tracePt t="21966" x="4165600" y="4470400"/>
          <p14:tracePt t="21982" x="4070350" y="4565650"/>
          <p14:tracePt t="22000" x="3930650" y="4686300"/>
          <p14:tracePt t="22016" x="3848100" y="4775200"/>
          <p14:tracePt t="22032" x="3689350" y="4914900"/>
          <p14:tracePt t="22049" x="3562350" y="5035550"/>
          <p14:tracePt t="22066" x="3511550" y="5086350"/>
          <p14:tracePt t="22082" x="3454400" y="5149850"/>
          <p14:tracePt t="22099" x="3429000" y="5187950"/>
          <p14:tracePt t="22115" x="3422650" y="5200650"/>
          <p14:tracePt t="22133" x="3409950" y="5213350"/>
          <p14:tracePt t="22148" x="3397250" y="5219700"/>
          <p14:tracePt t="22168" x="3390900" y="5219700"/>
          <p14:tracePt t="22184" x="3390900" y="5226050"/>
          <p14:tracePt t="22198" x="3378200" y="5232400"/>
          <p14:tracePt t="22215" x="3378200" y="5238750"/>
          <p14:tracePt t="22232" x="3371850" y="5238750"/>
          <p14:tracePt t="22265" x="3359150" y="5238750"/>
          <p14:tracePt t="22281" x="3346450" y="5238750"/>
          <p14:tracePt t="22301" x="3340100" y="5238750"/>
          <p14:tracePt t="22323" x="3333750" y="5245100"/>
          <p14:tracePt t="22337" x="3327400" y="5245100"/>
          <p14:tracePt t="22351" x="3321050" y="5245100"/>
          <p14:tracePt t="22365" x="3308350" y="5245100"/>
          <p14:tracePt t="22381" x="3289300" y="5251450"/>
          <p14:tracePt t="22397" x="3270250" y="5257800"/>
          <p14:tracePt t="22414" x="3232150" y="5264150"/>
          <p14:tracePt t="22431" x="3200400" y="5270500"/>
          <p14:tracePt t="22450" x="3175000" y="5270500"/>
          <p14:tracePt t="22464" x="3168650" y="5276850"/>
          <p14:tracePt t="22500" x="3175000" y="5276850"/>
          <p14:tracePt t="22514" x="3187700" y="5276850"/>
          <p14:tracePt t="22534" x="3200400" y="5276850"/>
          <p14:tracePt t="22549" x="3244850" y="5276850"/>
          <p14:tracePt t="22564" x="3270250" y="5276850"/>
          <p14:tracePt t="22580" x="3321050" y="5276850"/>
          <p14:tracePt t="22597" x="3448050" y="5276850"/>
          <p14:tracePt t="22613" x="3600450" y="5289550"/>
          <p14:tracePt t="22630" x="3695700" y="5295900"/>
          <p14:tracePt t="22647" x="3860800" y="5327650"/>
          <p14:tracePt t="22664" x="3994150" y="5365750"/>
          <p14:tracePt t="22667" x="4038600" y="5384800"/>
          <p14:tracePt t="22683" x="4083050" y="5403850"/>
          <p14:tracePt t="22697" x="4102100" y="5416550"/>
          <p14:tracePt t="22713" x="4140200" y="5441950"/>
          <p14:tracePt t="22731" x="4159250" y="5454650"/>
          <p14:tracePt t="22747" x="4171950" y="5461000"/>
          <p14:tracePt t="22763" x="4191000" y="5486400"/>
          <p14:tracePt t="22780" x="4210050" y="5518150"/>
          <p14:tracePt t="22796" x="4216400" y="5537200"/>
          <p14:tracePt t="22813" x="4229100" y="5568950"/>
          <p14:tracePt t="22829" x="4241800" y="5594350"/>
          <p14:tracePt t="22847" x="4241800" y="5607050"/>
          <p14:tracePt t="22864" x="4254500" y="5619750"/>
          <p14:tracePt t="22879" x="4254500" y="5632450"/>
          <p14:tracePt t="22896" x="4254500" y="5638800"/>
          <p14:tracePt t="22929" x="4248150" y="5657850"/>
          <p14:tracePt t="22946" x="4241800" y="5670550"/>
          <p14:tracePt t="22963" x="4216400" y="5715000"/>
          <p14:tracePt t="23745" x="4216400" y="5702300"/>
          <p14:tracePt t="23752" x="4222750" y="5683250"/>
          <p14:tracePt t="23767" x="4229100" y="5638800"/>
          <p14:tracePt t="23776" x="4254500" y="5588000"/>
          <p14:tracePt t="23792" x="4286250" y="5518150"/>
          <p14:tracePt t="23810" x="4375150" y="5365750"/>
          <p14:tracePt t="23826" x="4489450" y="5187950"/>
          <p14:tracePt t="23844" x="4635500" y="5022850"/>
          <p14:tracePt t="23859" x="4724400" y="4927600"/>
          <p14:tracePt t="23876" x="4794250" y="4845050"/>
          <p14:tracePt t="23893" x="5048250" y="4616450"/>
          <p14:tracePt t="23909" x="5130800" y="4540250"/>
          <p14:tracePt t="23926" x="5200650" y="4483100"/>
          <p14:tracePt t="23943" x="5410200" y="4298950"/>
          <p14:tracePt t="23958" x="5480050" y="4248150"/>
          <p14:tracePt t="23976" x="5549900" y="4210050"/>
          <p14:tracePt t="23992" x="5664200" y="4140200"/>
          <p14:tracePt t="24009" x="5753100" y="4070350"/>
          <p14:tracePt t="24025" x="5803900" y="4044950"/>
          <p14:tracePt t="24042" x="5880100" y="3968750"/>
          <p14:tracePt t="24059" x="5975350" y="3879850"/>
          <p14:tracePt t="24076" x="6121400" y="3733800"/>
          <p14:tracePt t="24092" x="6203950" y="3651250"/>
          <p14:tracePt t="24109" x="6362700" y="3448050"/>
          <p14:tracePt t="24125" x="6502400" y="3257550"/>
          <p14:tracePt t="24141" x="6559550" y="3175000"/>
          <p14:tracePt t="24158" x="6661150" y="3022600"/>
          <p14:tracePt t="24175" x="6711950" y="2889250"/>
          <p14:tracePt t="24191" x="6731000" y="2844800"/>
          <p14:tracePt t="24195" x="6743700" y="2787650"/>
          <p14:tracePt t="24211" x="6756400" y="2762250"/>
          <p14:tracePt t="24225" x="6769100" y="2730500"/>
          <p14:tracePt t="24241" x="6769100" y="2724150"/>
          <p14:tracePt t="24258" x="6769100" y="2711450"/>
          <p14:tracePt t="24274" x="6769100" y="2705100"/>
          <p14:tracePt t="24291" x="6769100" y="2698750"/>
          <p14:tracePt t="24308" x="6769100" y="2692400"/>
          <p14:tracePt t="24324" x="6775450" y="2686050"/>
          <p14:tracePt t="24341" x="6775450" y="2673350"/>
          <p14:tracePt t="24358" x="6775450" y="2654300"/>
          <p14:tracePt t="24374" x="6781800" y="2647950"/>
          <p14:tracePt t="24391" x="6788150" y="2616200"/>
          <p14:tracePt t="24407" x="6813550" y="2565400"/>
          <p14:tracePt t="24424" x="6826250" y="2546350"/>
          <p14:tracePt t="24441" x="6845300" y="2495550"/>
          <p14:tracePt t="24458" x="6864350" y="2444750"/>
          <p14:tracePt t="24474" x="6870700" y="2413000"/>
          <p14:tracePt t="24491" x="6870700" y="2381250"/>
          <p14:tracePt t="24507" x="6877050" y="2349500"/>
          <p14:tracePt t="24524" x="6877050" y="2330450"/>
          <p14:tracePt t="24540" x="6883400" y="2286000"/>
          <p14:tracePt t="24557" x="6889750" y="2254250"/>
          <p14:tracePt t="24574" x="6896100" y="2235200"/>
          <p14:tracePt t="24590" x="6902450" y="2222500"/>
          <p14:tracePt t="24624" x="6902450" y="2203450"/>
          <p14:tracePt t="24640" x="6908800" y="2190750"/>
          <p14:tracePt t="24657" x="6908800" y="2178050"/>
          <p14:tracePt t="24673" x="6915150" y="2171700"/>
          <p14:tracePt t="24690" x="6915150" y="2165350"/>
          <p14:tracePt t="24693" x="6915150" y="2159000"/>
          <p14:tracePt t="24709" x="6921500" y="2146300"/>
          <p14:tracePt t="24723" x="6921500" y="2120900"/>
          <p14:tracePt t="25711" x="6921500" y="2139950"/>
          <p14:tracePt t="25718" x="6934200" y="2152650"/>
          <p14:tracePt t="25733" x="6940550" y="2165350"/>
          <p14:tracePt t="25740" x="6946900" y="2184400"/>
          <p14:tracePt t="25756" x="6953250" y="2197100"/>
          <p14:tracePt t="25769" x="6953250" y="2222500"/>
          <p14:tracePt t="25786" x="6965950" y="2254250"/>
          <p14:tracePt t="25803" x="6965950" y="2273300"/>
          <p14:tracePt t="25819" x="6972300" y="2324100"/>
          <p14:tracePt t="25836" x="6978650" y="2374900"/>
          <p14:tracePt t="25853" x="6985000" y="2444750"/>
          <p14:tracePt t="25869" x="6991350" y="2463800"/>
          <p14:tracePt t="25886" x="7010400" y="2520950"/>
          <p14:tracePt t="25902" x="7016750" y="2552700"/>
          <p14:tracePt t="25919" x="7023100" y="2578100"/>
          <p14:tracePt t="25936" x="7035800" y="2603500"/>
          <p14:tracePt t="25952" x="7048500" y="2628900"/>
          <p14:tracePt t="25969" x="7054850" y="2635250"/>
          <p14:tracePt t="25987" x="7061200" y="2660650"/>
          <p14:tracePt t="26002" x="7067550" y="2692400"/>
          <p14:tracePt t="26019" x="7073900" y="2705100"/>
          <p14:tracePt t="26035" x="7080250" y="2736850"/>
          <p14:tracePt t="26052" x="7080250" y="2768600"/>
          <p14:tracePt t="26069" x="7092950" y="2813050"/>
          <p14:tracePt t="26085" x="7105650" y="2857500"/>
          <p14:tracePt t="26101" x="7105650" y="2876550"/>
          <p14:tracePt t="26119" x="7099300" y="2914650"/>
          <p14:tracePt t="26135" x="7086600" y="2940050"/>
          <p14:tracePt t="26151" x="7080250" y="2952750"/>
          <p14:tracePt t="26168" x="7073900" y="2978150"/>
          <p14:tracePt t="26185" x="7073900" y="2990850"/>
          <p14:tracePt t="26202" x="7073900" y="3003550"/>
          <p14:tracePt t="26205" x="7073900" y="3016250"/>
          <p14:tracePt t="26218" x="7073900" y="3028950"/>
          <p14:tracePt t="26234" x="7073900" y="3048000"/>
          <p14:tracePt t="26251" x="7073900" y="3060700"/>
          <p14:tracePt t="26268" x="7073900" y="3079750"/>
          <p14:tracePt t="26284" x="7073900" y="3086100"/>
          <p14:tracePt t="26301" x="7073900" y="3092450"/>
          <p14:tracePt t="26344" x="7073900" y="3098800"/>
          <p14:tracePt t="26772" x="7073900" y="3130550"/>
          <p14:tracePt t="26786" x="7080250" y="3187700"/>
          <p14:tracePt t="26793" x="7086600" y="3225800"/>
          <p14:tracePt t="26807" x="7099300" y="3289300"/>
          <p14:tracePt t="26816" x="7105650" y="3359150"/>
          <p14:tracePt t="26832" x="7124700" y="3422650"/>
          <p14:tracePt t="26849" x="7150100" y="3594100"/>
          <p14:tracePt t="26866" x="7156450" y="3759200"/>
          <p14:tracePt t="26882" x="7156450" y="3835400"/>
          <p14:tracePt t="26899" x="7175500" y="3956050"/>
          <p14:tracePt t="26916" x="7181850" y="4013200"/>
          <p14:tracePt t="26932" x="7188200" y="4025900"/>
          <p14:tracePt t="26949" x="7188200" y="4044950"/>
          <p14:tracePt t="26981" x="7188200" y="4051300"/>
          <p14:tracePt t="27004" x="7188200" y="4057650"/>
          <p14:tracePt t="27215" x="7188200" y="4064000"/>
          <p14:tracePt t="27229" x="7181850" y="4070350"/>
          <p14:tracePt t="27246" x="7188200" y="4057650"/>
          <p14:tracePt t="27662" x="7188200" y="4051300"/>
          <p14:tracePt t="27668" x="7188200" y="4044950"/>
          <p14:tracePt t="27679" x="7188200" y="4032250"/>
          <p14:tracePt t="27697" x="7188200" y="4000500"/>
          <p14:tracePt t="27713" x="7188200" y="3975100"/>
          <p14:tracePt t="27729" x="7181850" y="3962400"/>
          <p14:tracePt t="27746" x="7175500" y="3924300"/>
          <p14:tracePt t="27762" x="7175500" y="3911600"/>
          <p14:tracePt t="27779" x="7175500" y="3905250"/>
          <p14:tracePt t="27796" x="7175500" y="3879850"/>
          <p14:tracePt t="27812" x="7156450" y="3829050"/>
          <p14:tracePt t="27829" x="7150100" y="3797300"/>
          <p14:tracePt t="27845" x="7112000" y="3702050"/>
          <p14:tracePt t="27862" x="7073900" y="3568700"/>
          <p14:tracePt t="27879" x="7016750" y="3403600"/>
          <p14:tracePt t="27895" x="6997700" y="3327400"/>
          <p14:tracePt t="27912" x="6946900" y="3168650"/>
          <p14:tracePt t="27929" x="6908800" y="3009900"/>
          <p14:tracePt t="27945" x="6883400" y="2933700"/>
          <p14:tracePt t="27962" x="6864350" y="2787650"/>
          <p14:tracePt t="27979" x="6858000" y="2692400"/>
          <p14:tracePt t="27995" x="6858000" y="2641600"/>
          <p14:tracePt t="28012" x="6851650" y="2590800"/>
          <p14:tracePt t="28028" x="6826250" y="2444750"/>
          <p14:tracePt t="28044" x="6826250" y="2413000"/>
          <p14:tracePt t="28062" x="6813550" y="2355850"/>
          <p14:tracePt t="28078" x="6813550" y="2343150"/>
          <p14:tracePt t="28095" x="6807200" y="2324100"/>
          <p14:tracePt t="28112" x="6794500" y="2305050"/>
          <p14:tracePt t="28128" x="6794500" y="2292350"/>
          <p14:tracePt t="28145" x="6794500" y="2279650"/>
          <p14:tracePt t="28161" x="6794500" y="2266950"/>
          <p14:tracePt t="28178" x="6794500" y="2254250"/>
          <p14:tracePt t="28195" x="6794500" y="2241550"/>
          <p14:tracePt t="28211" x="6788150" y="2228850"/>
          <p14:tracePt t="28227" x="6788150" y="2222500"/>
          <p14:tracePt t="28245" x="6781800" y="2203450"/>
          <p14:tracePt t="28261" x="6775450" y="2184400"/>
          <p14:tracePt t="28294" x="6769100" y="2165350"/>
          <p14:tracePt t="28310" x="6769100" y="2152650"/>
          <p14:tracePt t="28327" x="6762750" y="2146300"/>
          <p14:tracePt t="28344" x="6762750" y="2139950"/>
          <p14:tracePt t="28462" x="6762750" y="2146300"/>
          <p14:tracePt t="28469" x="6762750" y="2152650"/>
          <p14:tracePt t="28484" x="6762750" y="2159000"/>
          <p14:tracePt t="28504" x="6762750" y="2178050"/>
          <p14:tracePt t="28513" x="6762750" y="2197100"/>
          <p14:tracePt t="28527" x="6762750" y="2222500"/>
          <p14:tracePt t="28543" x="6769100" y="2336800"/>
          <p14:tracePt t="28560" x="6769100" y="2413000"/>
          <p14:tracePt t="28576" x="6769100" y="2603500"/>
          <p14:tracePt t="28593" x="6769100" y="2832100"/>
          <p14:tracePt t="28611" x="6743700" y="3048000"/>
          <p14:tracePt t="28626" x="6743700" y="3149600"/>
          <p14:tracePt t="28643" x="6737350" y="3238500"/>
          <p14:tracePt t="28660" x="6731000" y="3435350"/>
          <p14:tracePt t="28676" x="6731000" y="3473450"/>
          <p14:tracePt t="28693" x="6718300" y="3517900"/>
          <p14:tracePt t="28709" x="6711950" y="3581400"/>
          <p14:tracePt t="28725" x="6711950" y="3625850"/>
          <p14:tracePt t="28743" x="6705600" y="3657600"/>
          <p14:tracePt t="28759" x="6705600" y="3663950"/>
          <p14:tracePt t="28776" x="6705600" y="3676650"/>
          <p14:tracePt t="28793" x="6705600" y="3683000"/>
          <p14:tracePt t="28808" x="6705600" y="3689350"/>
          <p14:tracePt t="28825" x="6705600" y="3714750"/>
          <p14:tracePt t="28843" x="6711950" y="3746500"/>
          <p14:tracePt t="28859" x="6711950" y="3759200"/>
          <p14:tracePt t="28875" x="6711950" y="3771900"/>
          <p14:tracePt t="29467" x="6705600" y="3771900"/>
          <p14:tracePt t="29474" x="6699250" y="3771900"/>
          <p14:tracePt t="29488" x="6692900" y="3765550"/>
          <p14:tracePt t="29495" x="6680200" y="3759200"/>
          <p14:tracePt t="29506" x="6673850" y="3752850"/>
          <p14:tracePt t="29526" x="6667500" y="3752850"/>
          <p14:tracePt t="29539" x="6661150" y="3752850"/>
          <p14:tracePt t="29557" x="6661150" y="3746500"/>
          <p14:tracePt t="29573" x="6648450" y="3740150"/>
          <p14:tracePt t="29589" x="6642100" y="3733800"/>
          <p14:tracePt t="29606" x="6635750" y="3733800"/>
          <p14:tracePt t="29623" x="6635750" y="3727450"/>
          <p14:tracePt t="29639" x="6629400" y="3721100"/>
          <p14:tracePt t="29657" x="6623050" y="3721100"/>
          <p14:tracePt t="29689" x="6616700" y="3721100"/>
          <p14:tracePt t="29709" x="6610350" y="3721100"/>
          <p14:tracePt t="29722" x="6604000" y="3721100"/>
          <p14:tracePt t="29739" x="6591300" y="3714750"/>
          <p14:tracePt t="29756" x="6553200" y="3702050"/>
          <p14:tracePt t="29773" x="6527800" y="3702050"/>
          <p14:tracePt t="29790" x="6457950" y="3689350"/>
          <p14:tracePt t="29806" x="6350000" y="3670300"/>
          <p14:tracePt t="29822" x="6299200" y="3663950"/>
          <p14:tracePt t="29840" x="6165850" y="3644900"/>
          <p14:tracePt t="29855" x="6019800" y="3625850"/>
          <p14:tracePt t="29872" x="5956300" y="3625850"/>
          <p14:tracePt t="29889" x="5835650" y="3606800"/>
          <p14:tracePt t="29905" x="5797550" y="3606800"/>
          <p14:tracePt t="29922" x="5702300" y="3587750"/>
          <p14:tracePt t="29938" x="5626100" y="3581400"/>
          <p14:tracePt t="29955" x="5568950" y="3562350"/>
          <p14:tracePt t="29973" x="5486400" y="3543300"/>
          <p14:tracePt t="29988" x="5391150" y="3517900"/>
          <p14:tracePt t="30005" x="5334000" y="3511550"/>
          <p14:tracePt t="30023" x="5251450" y="3486150"/>
          <p14:tracePt t="30038" x="5181600" y="3467100"/>
          <p14:tracePt t="30055" x="5137150" y="3460750"/>
          <p14:tracePt t="30071" x="5080000" y="3441700"/>
          <p14:tracePt t="30087" x="4997450" y="3416300"/>
          <p14:tracePt t="30104" x="4953000" y="3397250"/>
          <p14:tracePt t="30121" x="4845050" y="3378200"/>
          <p14:tracePt t="30137" x="4711700" y="3359150"/>
          <p14:tracePt t="30154" x="4648200" y="3352800"/>
          <p14:tracePt t="30171" x="4527550" y="3321050"/>
          <p14:tracePt t="30187" x="4451350" y="3302000"/>
          <p14:tracePt t="30207" x="4210050" y="3232150"/>
          <p14:tracePt t="30221" x="4133850" y="3213100"/>
          <p14:tracePt t="30237" x="4064000" y="3181350"/>
          <p14:tracePt t="30254" x="3949700" y="3136900"/>
          <p14:tracePt t="30270" x="3886200" y="3098800"/>
          <p14:tracePt t="30287" x="3867150" y="3086100"/>
          <p14:tracePt t="30304" x="3797300" y="3009900"/>
          <p14:tracePt t="30320" x="3771900" y="2978150"/>
          <p14:tracePt t="30770" x="3765550" y="2946400"/>
          <p14:tracePt t="30777" x="3765550" y="2921000"/>
          <p14:tracePt t="30791" x="3759200" y="2870200"/>
          <p14:tracePt t="30802" x="3752850" y="2813050"/>
          <p14:tracePt t="30820" x="3752850" y="2686050"/>
          <p14:tracePt t="30835" x="3752850" y="2622550"/>
          <p14:tracePt t="30852" x="3765550" y="2482850"/>
          <p14:tracePt t="30869" x="3771900" y="2324100"/>
          <p14:tracePt t="30885" x="3771900" y="2260600"/>
          <p14:tracePt t="30902" x="3771900" y="2197100"/>
          <p14:tracePt t="30918" x="3797300" y="2025650"/>
          <p14:tracePt t="30935" x="3810000" y="1981200"/>
          <p14:tracePt t="30951" x="3816350" y="1943100"/>
          <p14:tracePt t="30968" x="3822700" y="1892300"/>
          <p14:tracePt t="30985" x="3835400" y="1866900"/>
          <p14:tracePt t="31002" x="3848100" y="1854200"/>
          <p14:tracePt t="31052" x="3848100" y="1860550"/>
          <p14:tracePt t="31058" x="3848100" y="1873250"/>
          <p14:tracePt t="31072" x="3848100" y="1879600"/>
          <p14:tracePt t="31093" x="3848100" y="1892300"/>
          <p14:tracePt t="31102" x="3848100" y="1898650"/>
          <p14:tracePt t="31117" x="3848100" y="1905000"/>
          <p14:tracePt t="31134" x="3848100" y="1924050"/>
          <p14:tracePt t="31151" x="3848100" y="1943100"/>
          <p14:tracePt t="31167" x="3841750" y="1962150"/>
          <p14:tracePt t="31185" x="3816350" y="2012950"/>
          <p14:tracePt t="31200" x="3778250" y="2095500"/>
          <p14:tracePt t="31217" x="3746500" y="2165350"/>
          <p14:tracePt t="31234" x="3663950" y="2330450"/>
          <p14:tracePt t="31250" x="3613150" y="2413000"/>
          <p14:tracePt t="31267" x="3524250" y="2559050"/>
          <p14:tracePt t="31284" x="3448050" y="2667000"/>
          <p14:tracePt t="31300" x="3422650" y="2698750"/>
          <p14:tracePt t="31318" x="3397250" y="2724150"/>
          <p14:tracePt t="31333" x="3378200" y="2736850"/>
          <p14:tracePt t="31350" x="3365500" y="2736850"/>
          <p14:tracePt t="31367" x="3359150" y="2736850"/>
          <p14:tracePt t="31383" x="3340100" y="2736850"/>
          <p14:tracePt t="31400" x="3333750" y="2736850"/>
          <p14:tracePt t="31417" x="3321050" y="2730500"/>
          <p14:tracePt t="31433" x="3308350" y="2717800"/>
          <p14:tracePt t="31450" x="3295650" y="2711450"/>
          <p14:tracePt t="31466" x="3276600" y="2705100"/>
          <p14:tracePt t="31483" x="3251200" y="2686050"/>
          <p14:tracePt t="31500" x="3238500" y="2673350"/>
          <p14:tracePt t="31516" x="3194050" y="2647950"/>
          <p14:tracePt t="31533" x="3168650" y="2622550"/>
          <p14:tracePt t="31550" x="3086100" y="2578100"/>
          <p14:tracePt t="31566" x="3067050" y="2565400"/>
          <p14:tracePt t="31583" x="3048000" y="2559050"/>
          <p14:tracePt t="31600" x="3009900" y="2546350"/>
          <p14:tracePt t="31616" x="2997200" y="2546350"/>
          <p14:tracePt t="31632" x="2990850" y="2546350"/>
          <p14:tracePt t="31666" x="2990850" y="2559050"/>
          <p14:tracePt t="31683" x="2990850" y="2565400"/>
          <p14:tracePt t="31699" x="2990850" y="2578100"/>
          <p14:tracePt t="31715" x="2990850" y="2616200"/>
          <p14:tracePt t="31733" x="2990850" y="2628900"/>
          <p14:tracePt t="31735" x="2978150" y="2647950"/>
          <p14:tracePt t="31748" x="2971800" y="2679700"/>
          <p14:tracePt t="31765" x="2952750" y="2717800"/>
          <p14:tracePt t="31782" x="2940050" y="2762250"/>
          <p14:tracePt t="31798" x="2933700" y="2781300"/>
          <p14:tracePt t="31815" x="2933700" y="2787650"/>
          <p14:tracePt t="31832" x="2927350" y="2813050"/>
          <p14:tracePt t="31848" x="2927350" y="2838450"/>
          <p14:tracePt t="31865" x="2921000" y="2857500"/>
          <p14:tracePt t="31881" x="2908300" y="2933700"/>
          <p14:tracePt t="31898" x="2901950" y="3054350"/>
          <p14:tracePt t="31915" x="2901950" y="3117850"/>
          <p14:tracePt t="31932" x="2901950" y="3206750"/>
          <p14:tracePt t="31948" x="2914650" y="3270250"/>
          <p14:tracePt t="31965" x="2921000" y="3295650"/>
          <p14:tracePt t="31981" x="2921000" y="3308350"/>
          <p14:tracePt t="31997" x="2927350" y="3314700"/>
          <p14:tracePt t="32014" x="2933700" y="3321050"/>
          <p14:tracePt t="32048" x="2933700" y="3333750"/>
          <p14:tracePt t="32064" x="2933700" y="3340100"/>
          <p14:tracePt t="32081" x="2933700" y="3346450"/>
          <p14:tracePt t="32098" x="2933700" y="3359150"/>
          <p14:tracePt t="32114" x="2933700" y="3371850"/>
          <p14:tracePt t="32131" x="2933700" y="3378200"/>
          <p14:tracePt t="32175" x="2933700" y="3384550"/>
          <p14:tracePt t="32183" x="2933700" y="3390900"/>
          <p14:tracePt t="32245" x="2933700" y="3397250"/>
          <p14:tracePt t="32267" x="2940050" y="3397250"/>
          <p14:tracePt t="32616" x="3016250" y="3378200"/>
          <p14:tracePt t="32623" x="3175000" y="3321050"/>
          <p14:tracePt t="32637" x="3365500" y="3238500"/>
          <p14:tracePt t="32646" x="3587750" y="3136900"/>
          <p14:tracePt t="32662" x="3829050" y="3048000"/>
          <p14:tracePt t="32679" x="4044950" y="2959100"/>
          <p14:tracePt t="32695" x="4679950" y="2673350"/>
          <p14:tracePt t="32712" x="4889500" y="2597150"/>
          <p14:tracePt t="32729" x="5276850" y="2419350"/>
          <p14:tracePt t="32745" x="5441950" y="2355850"/>
          <p14:tracePt t="32762" x="5695950" y="2228850"/>
          <p14:tracePt t="32779" x="5880100" y="2159000"/>
          <p14:tracePt t="32795" x="5969000" y="2127250"/>
          <p14:tracePt t="32812" x="6102350" y="2101850"/>
          <p14:tracePt t="32828" x="6210300" y="2101850"/>
          <p14:tracePt t="32845" x="6261100" y="2089150"/>
          <p14:tracePt t="32862" x="6330950" y="2089150"/>
          <p14:tracePt t="32878" x="6388100" y="2089150"/>
          <p14:tracePt t="32895" x="6413500" y="2089150"/>
          <p14:tracePt t="32912" x="6496050" y="2108200"/>
          <p14:tracePt t="32928" x="6578600" y="2120900"/>
          <p14:tracePt t="32945" x="6635750" y="2139950"/>
          <p14:tracePt t="32961" x="6705600" y="2165350"/>
          <p14:tracePt t="32978" x="6794500" y="2209800"/>
          <p14:tracePt t="32996" x="6813550" y="2228850"/>
          <p14:tracePt t="33011" x="6870700" y="2260600"/>
          <p14:tracePt t="33027" x="6883400" y="2273300"/>
          <p14:tracePt t="33046" x="6908800" y="2305050"/>
          <p14:tracePt t="33077" x="6915150" y="2305050"/>
          <p14:tracePt t="33108" x="6915150" y="2311400"/>
          <p14:tracePt t="33115" x="6915150" y="2317750"/>
          <p14:tracePt t="33130" x="6915150" y="2324100"/>
          <p14:tracePt t="33144" x="6915150" y="2330450"/>
          <p14:tracePt t="33588" x="6915150" y="2317750"/>
          <p14:tracePt t="33601" x="6915150" y="2305050"/>
          <p14:tracePt t="33610" x="6915150" y="2292350"/>
          <p14:tracePt t="33622" x="6915150" y="2279650"/>
          <p14:tracePt t="33630" x="6915150" y="2266950"/>
          <p14:tracePt t="33642" x="6908800" y="2254250"/>
          <p14:tracePt t="33659" x="6896100" y="2222500"/>
          <p14:tracePt t="33675" x="6889750" y="2209800"/>
          <p14:tracePt t="33692" x="6870700" y="2190750"/>
          <p14:tracePt t="33708" x="6851650" y="2127250"/>
          <p14:tracePt t="33725" x="6845300" y="2101850"/>
          <p14:tracePt t="33745" x="6832600" y="2070100"/>
          <p14:tracePt t="33758" x="6819900" y="2063750"/>
          <p14:tracePt t="33775" x="6807200" y="2044700"/>
          <p14:tracePt t="33792" x="6788150" y="2032000"/>
          <p14:tracePt t="33808" x="6781800" y="2032000"/>
          <p14:tracePt t="33825" x="6756400" y="2019300"/>
          <p14:tracePt t="33842" x="6743700" y="2019300"/>
          <p14:tracePt t="33858" x="6718300" y="2019300"/>
          <p14:tracePt t="33875" x="6680200" y="2019300"/>
          <p14:tracePt t="33891" x="6629400" y="2019300"/>
          <p14:tracePt t="33908" x="6604000" y="2019300"/>
          <p14:tracePt t="33925" x="6546850" y="2019300"/>
          <p14:tracePt t="33941" x="6477000" y="2019300"/>
          <p14:tracePt t="33957" x="6451600" y="2019300"/>
          <p14:tracePt t="33975" x="6407150" y="2012950"/>
          <p14:tracePt t="33991" x="6369050" y="2006600"/>
          <p14:tracePt t="34007" x="6350000" y="2006600"/>
          <p14:tracePt t="34024" x="6311900" y="1993900"/>
          <p14:tracePt t="34041" x="6292850" y="1993900"/>
          <p14:tracePt t="34058" x="6261100" y="1974850"/>
          <p14:tracePt t="34090" x="6248400" y="1974850"/>
          <p14:tracePt t="34108" x="6242050" y="1974850"/>
          <p14:tracePt t="34123" x="6235700" y="1968500"/>
          <p14:tracePt t="34140" x="6229350" y="1968500"/>
          <p14:tracePt t="34157" x="6223000" y="1968500"/>
          <p14:tracePt t="34174" x="6216650" y="1968500"/>
          <p14:tracePt t="34193" x="6210300" y="1968500"/>
          <p14:tracePt t="34220" x="6203950" y="1968500"/>
          <p14:tracePt t="34255" x="6203950" y="1974850"/>
          <p14:tracePt t="34269" x="6203950" y="1981200"/>
          <p14:tracePt t="34283" x="6210300" y="1987550"/>
          <p14:tracePt t="34304" x="6216650" y="1987550"/>
          <p14:tracePt t="34311" x="6223000" y="1993900"/>
          <p14:tracePt t="34326" x="6235700" y="2000250"/>
          <p14:tracePt t="34340" x="6286500" y="2038350"/>
          <p14:tracePt t="34356" x="6330950" y="2063750"/>
          <p14:tracePt t="34373" x="6381750" y="2101850"/>
          <p14:tracePt t="34389" x="6508750" y="2197100"/>
          <p14:tracePt t="34406" x="6623050" y="2317750"/>
          <p14:tracePt t="34424" x="6737350" y="2470150"/>
          <p14:tracePt t="34439" x="6775450" y="2540000"/>
          <p14:tracePt t="34456" x="6826250" y="2660650"/>
          <p14:tracePt t="34473" x="6832600" y="2717800"/>
          <p14:tracePt t="34489" x="6832600" y="2774950"/>
          <p14:tracePt t="34506" x="6832600" y="2806700"/>
          <p14:tracePt t="34523" x="6832600" y="2813050"/>
          <p14:tracePt t="34655" x="6838950" y="2819400"/>
          <p14:tracePt t="34663" x="6838950" y="2825750"/>
          <p14:tracePt t="34677" x="6838950" y="2832100"/>
          <p14:tracePt t="34688" x="6838950" y="2838450"/>
          <p14:tracePt t="34705" x="6832600" y="2876550"/>
          <p14:tracePt t="34722" x="6832600" y="2895600"/>
          <p14:tracePt t="34738" x="6794500" y="2997200"/>
          <p14:tracePt t="34755" x="6743700" y="3155950"/>
          <p14:tracePt t="34771" x="6718300" y="3238500"/>
          <p14:tracePt t="34789" x="6648450" y="3409950"/>
          <p14:tracePt t="34805" x="6565900" y="3587750"/>
          <p14:tracePt t="34821" x="6521450" y="3663950"/>
          <p14:tracePt t="34839" x="6464300" y="3778250"/>
          <p14:tracePt t="34855" x="6426200" y="3841750"/>
          <p14:tracePt t="34871" x="6413500" y="3867150"/>
          <p14:tracePt t="34888" x="6400800" y="3892550"/>
          <p14:tracePt t="34904" x="6388100" y="3898900"/>
          <p14:tracePt t="34986" x="6388100" y="3905250"/>
          <p14:tracePt t="35105" x="6388100" y="3911600"/>
          <p14:tracePt t="35127" x="6388100" y="3917950"/>
          <p14:tracePt t="35133" x="6388100" y="3930650"/>
          <p14:tracePt t="35148" x="6381750" y="3937000"/>
          <p14:tracePt t="35156" x="6381750" y="3943350"/>
          <p14:tracePt t="35175" x="6381750" y="3956050"/>
          <p14:tracePt t="35187" x="6375400" y="3968750"/>
          <p14:tracePt t="35204" x="6375400" y="4013200"/>
          <p14:tracePt t="35220" x="6369050" y="4032250"/>
          <p14:tracePt t="35237" x="6369050" y="4051300"/>
          <p14:tracePt t="35253" x="6356350" y="4108450"/>
          <p14:tracePt t="35270" x="6356350" y="4121150"/>
          <p14:tracePt t="35287" x="6356350" y="4133850"/>
          <p14:tracePt t="35303" x="6356350" y="4140200"/>
          <p14:tracePt t="35320" x="6356350" y="4152900"/>
          <p14:tracePt t="35407" x="6356350" y="4146550"/>
          <p14:tracePt t="35414" x="6356350" y="4140200"/>
          <p14:tracePt t="35437" x="6356350" y="4133850"/>
          <p14:tracePt t="35768" x="6362700" y="4203700"/>
          <p14:tracePt t="35774" x="6388100" y="4318000"/>
          <p14:tracePt t="35789" x="6407150" y="4464050"/>
          <p14:tracePt t="35801" x="6432550" y="4610100"/>
          <p14:tracePt t="35817" x="6451600" y="4889500"/>
          <p14:tracePt t="35834" x="6464300" y="5003800"/>
          <p14:tracePt t="35852" x="6464300" y="5168900"/>
          <p14:tracePt t="35868" x="6464300" y="5283200"/>
          <p14:tracePt t="35884" x="6464300" y="5334000"/>
          <p14:tracePt t="35902" x="6470650" y="5473700"/>
          <p14:tracePt t="35917" x="6470650" y="5594350"/>
          <p14:tracePt t="35934" x="6483350" y="5632450"/>
          <p14:tracePt t="35952" x="6489700" y="5740400"/>
          <p14:tracePt t="35967" x="6496050" y="5778500"/>
          <p14:tracePt t="35984" x="6515100" y="5861050"/>
          <p14:tracePt t="36001" x="6534150" y="5930900"/>
          <p14:tracePt t="36017" x="6540500" y="5956300"/>
          <p14:tracePt t="36034" x="6553200" y="6019800"/>
          <p14:tracePt t="36050" x="6565900" y="6051550"/>
          <p14:tracePt t="36067" x="6565900" y="6057900"/>
          <p14:tracePt t="36084" x="6572250" y="6064250"/>
          <p14:tracePt t="36100" x="6572250" y="6070600"/>
          <p14:tracePt t="36217" x="6572250" y="6064250"/>
          <p14:tracePt t="36231" x="6578600" y="6064250"/>
          <p14:tracePt t="36238" x="6584950" y="6064250"/>
          <p14:tracePt t="36253" x="6591300" y="6057900"/>
          <p14:tracePt t="36267" x="6597650" y="6045200"/>
          <p14:tracePt t="36283" x="6610350" y="6038850"/>
          <p14:tracePt t="36300" x="6616700" y="6032500"/>
          <p14:tracePt t="36317" x="6667500" y="6013450"/>
          <p14:tracePt t="36333" x="6724650" y="5988050"/>
          <p14:tracePt t="36349" x="6769100" y="5975350"/>
          <p14:tracePt t="36366" x="6858000" y="5937250"/>
          <p14:tracePt t="36383" x="6927850" y="5918200"/>
          <p14:tracePt t="36401" x="6997700" y="5892800"/>
          <p14:tracePt t="36416" x="7042150" y="5873750"/>
          <p14:tracePt t="36432" x="7092950" y="5861050"/>
          <p14:tracePt t="36450" x="7137400" y="5854700"/>
          <p14:tracePt t="36466" x="7156450" y="5848350"/>
          <p14:tracePt t="36483" x="7207250" y="5829300"/>
          <p14:tracePt t="36499" x="7277100" y="5803900"/>
          <p14:tracePt t="36515" x="7334250" y="5791200"/>
          <p14:tracePt t="36532" x="7391400" y="5759450"/>
          <p14:tracePt t="36548" x="7594600" y="5664200"/>
          <p14:tracePt t="36565" x="7651750" y="5626100"/>
          <p14:tracePt t="36582" x="7696200" y="5588000"/>
          <p14:tracePt t="36599" x="7778750" y="5524500"/>
          <p14:tracePt t="36616" x="7810500" y="5499100"/>
          <p14:tracePt t="36633" x="7829550" y="5473700"/>
          <p14:tracePt t="36648" x="7829550" y="5467350"/>
          <p14:tracePt t="36666" x="7835900" y="5448300"/>
          <p14:tracePt t="36681" x="7835900" y="5441950"/>
          <p14:tracePt t="36744" x="7835900" y="5448300"/>
          <p14:tracePt t="36751" x="7835900" y="5461000"/>
          <p14:tracePt t="36765" x="7835900" y="5467350"/>
          <p14:tracePt t="36781" x="7835900" y="5473700"/>
          <p14:tracePt t="36798" x="7835900" y="5480050"/>
          <p14:tracePt t="36815" x="7835900" y="5499100"/>
          <p14:tracePt t="36831" x="7816850" y="5524500"/>
          <p14:tracePt t="36848" x="7804150" y="5556250"/>
          <p14:tracePt t="36864" x="7766050" y="5638800"/>
          <p14:tracePt t="36881" x="7727950" y="5708650"/>
          <p14:tracePt t="36898" x="7639050" y="5861050"/>
          <p14:tracePt t="36914" x="7537450" y="6026150"/>
          <p14:tracePt t="36931" x="7486650" y="6096000"/>
          <p14:tracePt t="36948" x="7410450" y="6210300"/>
          <p14:tracePt t="36964" x="7353300" y="6280150"/>
          <p14:tracePt t="36981" x="7346950" y="6299200"/>
          <p14:tracePt t="36997" x="7327900" y="6324600"/>
          <p14:tracePt t="37014" x="7321550" y="6330950"/>
          <p14:tracePt t="37047" x="7315200" y="6337300"/>
          <p14:tracePt t="37102" x="7308850" y="6337300"/>
          <p14:tracePt t="37130" x="7302500" y="6337300"/>
          <p14:tracePt t="37165" x="7296150" y="6337300"/>
          <p14:tracePt t="37181" x="7289800" y="6330950"/>
          <p14:tracePt t="37222" x="7289800" y="6324600"/>
          <p14:tracePt t="37242" x="7283450" y="6318250"/>
          <p14:tracePt t="37270" x="7277100" y="6311900"/>
          <p14:tracePt t="37292" x="7270750" y="6311900"/>
          <p14:tracePt t="37314" x="7264400" y="6305550"/>
          <p14:tracePt t="37341" x="7251700" y="6305550"/>
          <p14:tracePt t="37362" x="7251700" y="6299200"/>
          <p14:tracePt t="37383" x="7245350" y="6292850"/>
          <p14:tracePt t="37390" x="7239000" y="6292850"/>
          <p14:tracePt t="37404" x="7226300" y="6286500"/>
          <p14:tracePt t="37413" x="7207250" y="6286500"/>
          <p14:tracePt t="37429" x="7181850" y="6280150"/>
          <p14:tracePt t="37446" x="7105650" y="6273800"/>
          <p14:tracePt t="37463" x="6978650" y="6261100"/>
          <p14:tracePt t="37479" x="6889750" y="6254750"/>
          <p14:tracePt t="37496" x="6692900" y="6242050"/>
          <p14:tracePt t="37512" x="6584950" y="6242050"/>
          <p14:tracePt t="37529" x="6350000" y="6223000"/>
          <p14:tracePt t="37545" x="6134100" y="6178550"/>
          <p14:tracePt t="37562" x="6019800" y="6172200"/>
          <p14:tracePt t="37579" x="5835650" y="6121400"/>
          <p14:tracePt t="37596" x="5689600" y="6070600"/>
          <p14:tracePt t="37612" x="5645150" y="6051550"/>
          <p14:tracePt t="37630" x="5581650" y="6013450"/>
          <p14:tracePt t="37645" x="5543550" y="5981700"/>
          <p14:tracePt t="37662" x="5530850" y="5981700"/>
          <p14:tracePt t="37679" x="5524500" y="5981700"/>
          <p14:tracePt t="37695" x="5518150" y="5975350"/>
          <p14:tracePt t="37728" x="5511800" y="5975350"/>
          <p14:tracePt t="37763" x="5505450" y="5969000"/>
          <p14:tracePt t="37854" x="5511800" y="5962650"/>
          <p14:tracePt t="37923" x="5518150" y="5962650"/>
          <p14:tracePt t="37937" x="5524500" y="5962650"/>
          <p14:tracePt t="37946" x="5524500" y="5969000"/>
          <p14:tracePt t="37960" x="5530850" y="5969000"/>
          <p14:tracePt t="37977" x="5556250" y="5969000"/>
          <p14:tracePt t="37995" x="5607050" y="5981700"/>
          <p14:tracePt t="38010" x="5645150" y="5988050"/>
          <p14:tracePt t="38027" x="5753100" y="6007100"/>
          <p14:tracePt t="38044" x="5899150" y="6038850"/>
          <p14:tracePt t="38061" x="5975350" y="6057900"/>
          <p14:tracePt t="38077" x="6045200" y="6064250"/>
          <p14:tracePt t="38094" x="6191250" y="6102350"/>
          <p14:tracePt t="38109" x="6223000" y="6108700"/>
          <p14:tracePt t="38127" x="6261100" y="6108700"/>
          <p14:tracePt t="38143" x="6292850" y="6115050"/>
          <p14:tracePt t="38159" x="6318250" y="6115050"/>
          <p14:tracePt t="38177" x="6330950" y="6115050"/>
          <p14:tracePt t="38193" x="6337300" y="6115050"/>
          <p14:tracePt t="38234" x="6343650" y="6121400"/>
          <p14:tracePt t="38247" x="6350000" y="6121400"/>
          <p14:tracePt t="38254" x="6356350" y="6121400"/>
          <p14:tracePt t="44721" x="6350000" y="6115050"/>
          <p14:tracePt t="44728" x="6337300" y="6115050"/>
          <p14:tracePt t="44737" x="6330950" y="6108700"/>
          <p14:tracePt t="44754" x="6305550" y="6102350"/>
          <p14:tracePt t="44771" x="6261100" y="6076950"/>
          <p14:tracePt t="44787" x="6216650" y="6057900"/>
          <p14:tracePt t="44804" x="6172200" y="6026150"/>
          <p14:tracePt t="44820" x="6102350" y="5981700"/>
          <p14:tracePt t="44837" x="6051550" y="5956300"/>
          <p14:tracePt t="44855" x="5988050" y="5918200"/>
          <p14:tracePt t="44870" x="5943600" y="5886450"/>
          <p14:tracePt t="44887" x="5911850" y="5873750"/>
          <p14:tracePt t="44904" x="5861050" y="5854700"/>
          <p14:tracePt t="44920" x="5842000" y="5842000"/>
          <p14:tracePt t="44937" x="5816600" y="5822950"/>
          <p14:tracePt t="44954" x="5803900" y="5797550"/>
          <p14:tracePt t="44970" x="5784850" y="5791200"/>
          <p14:tracePt t="44986" x="5765800" y="5772150"/>
          <p14:tracePt t="45003" x="5746750" y="5759450"/>
          <p14:tracePt t="45019" x="5740400" y="5753100"/>
          <p14:tracePt t="45036" x="5734050" y="5740400"/>
          <p14:tracePt t="45053" x="5721350" y="5740400"/>
          <p14:tracePt t="45069" x="5715000" y="5734050"/>
          <p14:tracePt t="45087" x="5702300" y="5727700"/>
          <p14:tracePt t="45103" x="5695950" y="5727700"/>
          <p14:tracePt t="45136" x="5683250" y="5727700"/>
          <p14:tracePt t="45152" x="5676900" y="5727700"/>
          <p14:tracePt t="45169" x="5676900" y="5721350"/>
          <p14:tracePt t="45186" x="5670550" y="5721350"/>
          <p14:tracePt t="45227" x="5664200" y="5721350"/>
          <p14:tracePt t="45248" x="5664200" y="5727700"/>
          <p14:tracePt t="45263" x="5664200" y="5734050"/>
          <p14:tracePt t="45291" x="5664200" y="5740400"/>
          <p14:tracePt t="45298" x="5664200" y="5746750"/>
          <p14:tracePt t="45312" x="5664200" y="5753100"/>
          <p14:tracePt t="45321" x="5664200" y="5765800"/>
          <p14:tracePt t="45335" x="5664200" y="5772150"/>
          <p14:tracePt t="45352" x="5670550" y="5784850"/>
          <p14:tracePt t="45369" x="5670550" y="5810250"/>
          <p14:tracePt t="45385" x="5676900" y="5822950"/>
          <p14:tracePt t="45388" x="5676900" y="5829300"/>
          <p14:tracePt t="45418" x="5689600" y="5842000"/>
          <p14:tracePt t="45435" x="5689600" y="5848350"/>
          <p14:tracePt t="45452" x="5695950" y="5848350"/>
          <p14:tracePt t="45469" x="5708650" y="5854700"/>
          <p14:tracePt t="45484" x="5715000" y="5861050"/>
          <p14:tracePt t="45504" x="5721350" y="5867400"/>
          <p14:tracePt t="45518" x="5734050" y="5873750"/>
          <p14:tracePt t="45534" x="5753100" y="5880100"/>
          <p14:tracePt t="45551" x="5784850" y="5899150"/>
          <p14:tracePt t="45568" x="5822950" y="5918200"/>
          <p14:tracePt t="45584" x="5867400" y="5943600"/>
          <p14:tracePt t="45601" x="5943600" y="5981700"/>
          <p14:tracePt t="45617" x="6000750" y="6000750"/>
          <p14:tracePt t="45635" x="6102350" y="6032500"/>
          <p14:tracePt t="45651" x="6165850" y="6051550"/>
          <p14:tracePt t="45667" x="6229350" y="6057900"/>
          <p14:tracePt t="45684" x="6350000" y="6064250"/>
          <p14:tracePt t="45701" x="6445250" y="6064250"/>
          <p14:tracePt t="45717" x="6546850" y="6064250"/>
          <p14:tracePt t="45734" x="6667500" y="6064250"/>
          <p14:tracePt t="45750" x="6724650" y="6064250"/>
          <p14:tracePt t="45767" x="6762750" y="6064250"/>
          <p14:tracePt t="45784" x="6826250" y="6070600"/>
          <p14:tracePt t="45800" x="6851650" y="6070600"/>
          <p14:tracePt t="45818" x="6889750" y="6083300"/>
          <p14:tracePt t="45833" x="6908800" y="6089650"/>
          <p14:tracePt t="45850" x="6927850" y="6096000"/>
          <p14:tracePt t="45867" x="6946900" y="6102350"/>
          <p14:tracePt t="45883" x="6965950" y="6102350"/>
          <p14:tracePt t="45899" x="6972300" y="6102350"/>
          <p14:tracePt t="45916" x="7010400" y="6108700"/>
          <p14:tracePt t="45933" x="7016750" y="6108700"/>
          <p14:tracePt t="46355" x="7010400" y="6108700"/>
          <p14:tracePt t="46363" x="6985000" y="6108700"/>
          <p14:tracePt t="46376" x="6953250" y="6102350"/>
          <p14:tracePt t="46384" x="6927850" y="6096000"/>
          <p14:tracePt t="46399" x="6896100" y="6083300"/>
          <p14:tracePt t="46414" x="6813550" y="6057900"/>
          <p14:tracePt t="46431" x="6756400" y="6051550"/>
          <p14:tracePt t="46448" x="6648450" y="6032500"/>
          <p14:tracePt t="46465" x="6597650" y="6026150"/>
          <p14:tracePt t="46482" x="6381750" y="6013450"/>
          <p14:tracePt t="46498" x="6292850" y="6013450"/>
          <p14:tracePt t="46514" x="6216650" y="6013450"/>
          <p14:tracePt t="46531" x="6051550" y="6013450"/>
          <p14:tracePt t="46548" x="5918200" y="6013450"/>
          <p14:tracePt t="46564" x="5867400" y="6013450"/>
          <p14:tracePt t="46581" x="5797550" y="6000750"/>
          <p14:tracePt t="46597" x="5765800" y="5994400"/>
          <p14:tracePt t="46614" x="5753100" y="5988050"/>
          <p14:tracePt t="46630" x="5740400" y="5981700"/>
          <p14:tracePt t="46714" x="5740400" y="5975350"/>
          <p14:tracePt t="46756" x="5740400" y="5969000"/>
          <p14:tracePt t="46798" x="5746750" y="5962650"/>
          <p14:tracePt t="46805" x="5746750" y="5956300"/>
          <p14:tracePt t="46826" x="5753100" y="5956300"/>
          <p14:tracePt t="46840" x="5753100" y="5949950"/>
          <p14:tracePt t="47541" x="5759450" y="5949950"/>
          <p14:tracePt t="47549" x="5778500" y="5949950"/>
          <p14:tracePt t="47560" x="5784850" y="5949950"/>
          <p14:tracePt t="47577" x="5835650" y="5956300"/>
          <p14:tracePt t="47594" x="5854700" y="5956300"/>
          <p14:tracePt t="47611" x="5880100" y="5962650"/>
          <p14:tracePt t="47627" x="5956300" y="5975350"/>
          <p14:tracePt t="47644" x="5975350" y="5981700"/>
          <p14:tracePt t="47661" x="6026150" y="5988050"/>
          <p14:tracePt t="47677" x="6045200" y="5988050"/>
          <p14:tracePt t="47694" x="6083300" y="6000750"/>
          <p14:tracePt t="47711" x="6096000" y="6000750"/>
          <p14:tracePt t="47727" x="6108700" y="5994400"/>
          <p14:tracePt t="47744" x="6115050" y="5988050"/>
          <p14:tracePt t="47760" x="6115050" y="5956300"/>
          <p14:tracePt t="54466" x="6108700" y="5918200"/>
          <p14:tracePt t="54472" x="6096000" y="5873750"/>
          <p14:tracePt t="54488" x="6076950" y="5759450"/>
          <p14:tracePt t="54504" x="6057900" y="5626100"/>
          <p14:tracePt t="54520" x="6045200" y="5505450"/>
          <p14:tracePt t="54537" x="6032500" y="5372100"/>
          <p14:tracePt t="54554" x="6026150" y="5283200"/>
          <p14:tracePt t="54570" x="6026150" y="5213350"/>
          <p14:tracePt t="54586" x="6026150" y="5105400"/>
          <p14:tracePt t="54603" x="6026150" y="5048250"/>
          <p14:tracePt t="54620" x="6032500" y="4991100"/>
          <p14:tracePt t="54636" x="6038850" y="4883150"/>
          <p14:tracePt t="54652" x="6051550" y="4781550"/>
          <p14:tracePt t="54670" x="6057900" y="4673600"/>
          <p14:tracePt t="54686" x="6070600" y="4514850"/>
          <p14:tracePt t="54702" x="6076950" y="4425950"/>
          <p14:tracePt t="54719" x="6083300" y="4330700"/>
          <p14:tracePt t="54736" x="6089650" y="4286250"/>
          <p14:tracePt t="54753" x="6096000" y="4248150"/>
          <p14:tracePt t="54769" x="6096000" y="4203700"/>
          <p14:tracePt t="54786" x="6096000" y="4178300"/>
          <p14:tracePt t="54804" x="6102350" y="4159250"/>
          <p14:tracePt t="54819" x="6102350" y="4146550"/>
          <p14:tracePt t="54853" x="6108700" y="4140200"/>
          <p14:tracePt t="54870" x="6115050" y="4127500"/>
          <p14:tracePt t="54886" x="6121400" y="4114800"/>
          <p14:tracePt t="54902" x="6178550" y="4089400"/>
          <p14:tracePt t="54918" x="6223000" y="4051300"/>
          <p14:tracePt t="57751" x="6216650" y="4044950"/>
          <p14:tracePt t="57759" x="6191250" y="4038600"/>
          <p14:tracePt t="57765" x="6165850" y="4019550"/>
          <p14:tracePt t="57775" x="6134100" y="4006850"/>
          <p14:tracePt t="57792" x="6057900" y="3975100"/>
          <p14:tracePt t="57808" x="5829300" y="3886200"/>
          <p14:tracePt t="57825" x="5670550" y="3822700"/>
          <p14:tracePt t="57842" x="5422900" y="3721100"/>
          <p14:tracePt t="57858" x="5016500" y="3587750"/>
          <p14:tracePt t="57875" x="4756150" y="3524250"/>
          <p14:tracePt t="57892" x="4368800" y="3435350"/>
          <p14:tracePt t="57908" x="4076700" y="3346450"/>
          <p14:tracePt t="57925" x="3886200" y="3302000"/>
          <p14:tracePt t="57942" x="3625850" y="3251200"/>
          <p14:tracePt t="57958" x="3492500" y="3225800"/>
          <p14:tracePt t="57974" x="3371850" y="3175000"/>
          <p14:tracePt t="57991" x="3238500" y="3124200"/>
          <p14:tracePt t="58008" x="3162300" y="3073400"/>
          <p14:tracePt t="58025" x="3092450" y="3022600"/>
          <p14:tracePt t="58041" x="3054350" y="2990850"/>
          <p14:tracePt t="58057" x="2990850" y="2952750"/>
          <p14:tracePt t="58075" x="2959100" y="2914650"/>
          <p14:tracePt t="58091" x="2946400" y="2889250"/>
          <p14:tracePt t="58108" x="2933700" y="2857500"/>
          <p14:tracePt t="58124" x="2921000" y="2749550"/>
          <p14:tracePt t="59193" x="2921000" y="2724150"/>
          <p14:tracePt t="59200" x="2908300" y="2692400"/>
          <p14:tracePt t="59214" x="2889250" y="2635250"/>
          <p14:tracePt t="59223" x="2870200" y="2584450"/>
          <p14:tracePt t="59237" x="2851150" y="2527300"/>
          <p14:tracePt t="59254" x="2832100" y="2451100"/>
          <p14:tracePt t="59271" x="2743200" y="2222500"/>
          <p14:tracePt t="59287" x="2705100" y="2152650"/>
          <p14:tracePt t="59303" x="2667000" y="2095500"/>
          <p14:tracePt t="59320" x="2603500" y="2006600"/>
          <p14:tracePt t="59337" x="2559050" y="1962150"/>
          <p14:tracePt t="59354" x="2540000" y="1943100"/>
          <p14:tracePt t="59370" x="2514600" y="1917700"/>
          <p14:tracePt t="59387" x="2495550" y="1905000"/>
          <p14:tracePt t="59404" x="2482850" y="1892300"/>
          <p14:tracePt t="59420" x="2482850" y="1879600"/>
          <p14:tracePt t="59436" x="2470150" y="1860550"/>
          <p14:tracePt t="59453" x="2463800" y="1854200"/>
          <p14:tracePt t="59470" x="2463800" y="1835150"/>
          <p14:tracePt t="59593" x="2463800" y="1841500"/>
          <p14:tracePt t="59621" x="2470150" y="1847850"/>
          <p14:tracePt t="59657" x="2470150" y="1854200"/>
          <p14:tracePt t="59663" x="2476500" y="1854200"/>
          <p14:tracePt t="59686" x="2476500" y="1866900"/>
          <p14:tracePt t="59713" x="2489200" y="1873250"/>
          <p14:tracePt t="59726" x="2495550" y="1873250"/>
          <p14:tracePt t="59733" x="2495550" y="1879600"/>
          <p14:tracePt t="59755" x="2501900" y="1885950"/>
          <p14:tracePt t="59762" x="2508250" y="1898650"/>
          <p14:tracePt t="59776" x="2520950" y="1911350"/>
          <p14:tracePt t="59785" x="2527300" y="1924050"/>
          <p14:tracePt t="59802" x="2546350" y="1955800"/>
          <p14:tracePt t="59819" x="2584450" y="2019300"/>
          <p14:tracePt t="59835" x="2622550" y="2120900"/>
          <p14:tracePt t="59851" x="2635250" y="2171700"/>
          <p14:tracePt t="59868" x="2673350" y="2286000"/>
          <p14:tracePt t="59885" x="2686050" y="2336800"/>
          <p14:tracePt t="59902" x="2692400" y="2432050"/>
          <p14:tracePt t="59918" x="2698750" y="2508250"/>
          <p14:tracePt t="59934" x="2698750" y="2540000"/>
          <p14:tracePt t="59952" x="2711450" y="2616200"/>
          <p14:tracePt t="59968" x="2711450" y="2673350"/>
          <p14:tracePt t="59984" x="2711450" y="2711450"/>
          <p14:tracePt t="60001" x="2717800" y="2794000"/>
          <p14:tracePt t="60018" x="2730500" y="2876550"/>
          <p14:tracePt t="60034" x="2730500" y="2914650"/>
          <p14:tracePt t="60051" x="2743200" y="2965450"/>
          <p14:tracePt t="60067" x="2749550" y="2997200"/>
          <p14:tracePt t="60085" x="2749550" y="3009900"/>
          <p14:tracePt t="60101" x="2755900" y="3035300"/>
          <p14:tracePt t="60117" x="2755900" y="3054350"/>
          <p14:tracePt t="60135" x="2755900" y="3073400"/>
          <p14:tracePt t="60167" x="2743200" y="3105150"/>
          <p14:tracePt t="62284" x="2774950" y="3117850"/>
          <p14:tracePt t="62291" x="2819400" y="3155950"/>
          <p14:tracePt t="62305" x="2876550" y="3175000"/>
          <p14:tracePt t="62313" x="2921000" y="3200400"/>
          <p14:tracePt t="62329" x="2971800" y="3225800"/>
          <p14:tracePt t="62343" x="3086100" y="3276600"/>
          <p14:tracePt t="62360" x="3143250" y="3302000"/>
          <p14:tracePt t="62376" x="3238500" y="3340100"/>
          <p14:tracePt t="62393" x="3314700" y="3365500"/>
          <p14:tracePt t="62409" x="3346450" y="3378200"/>
          <p14:tracePt t="62426" x="3397250" y="3409950"/>
          <p14:tracePt t="62443" x="3429000" y="3422650"/>
          <p14:tracePt t="62460" x="3473450" y="3460750"/>
          <p14:tracePt t="62476" x="3511550" y="3486150"/>
          <p14:tracePt t="62492" x="3524250" y="3492500"/>
          <p14:tracePt t="62509" x="3543300" y="3505200"/>
          <p14:tracePt t="62971" x="3632200" y="3517900"/>
          <p14:tracePt t="62978" x="3778250" y="3549650"/>
          <p14:tracePt t="62991" x="3949700" y="3575050"/>
          <p14:tracePt t="63007" x="4298950" y="3638550"/>
          <p14:tracePt t="63024" x="4425950" y="3670300"/>
          <p14:tracePt t="63041" x="4838700" y="3752850"/>
          <p14:tracePt t="63057" x="5124450" y="3829050"/>
          <p14:tracePt t="63073" x="5238750" y="3860800"/>
          <p14:tracePt t="63092" x="5461000" y="3924300"/>
          <p14:tracePt t="63107" x="5645150" y="3975100"/>
          <p14:tracePt t="63123" x="5721350" y="4006850"/>
          <p14:tracePt t="63140" x="5861050" y="4051300"/>
          <p14:tracePt t="63157" x="5981700" y="4121150"/>
          <p14:tracePt t="63174" x="6038850" y="4159250"/>
          <p14:tracePt t="63190" x="6140450" y="4222750"/>
          <p14:tracePt t="63207" x="6203950" y="4273550"/>
          <p14:tracePt t="63224" x="6280150" y="4375150"/>
          <p14:tracePt t="63239" x="6286500" y="4381500"/>
          <p14:tracePt t="64170" x="6261100" y="4381500"/>
          <p14:tracePt t="64177" x="6216650" y="4356100"/>
          <p14:tracePt t="64191" x="6146800" y="4337050"/>
          <p14:tracePt t="64202" x="6070600" y="4292600"/>
          <p14:tracePt t="64220" x="5848350" y="4222750"/>
          <p14:tracePt t="64236" x="5715000" y="4184650"/>
          <p14:tracePt t="64253" x="5467350" y="4102100"/>
          <p14:tracePt t="64269" x="5187950" y="4025900"/>
          <p14:tracePt t="64286" x="5060950" y="3987800"/>
          <p14:tracePt t="64304" x="4806950" y="3924300"/>
          <p14:tracePt t="64319" x="4578350" y="3873500"/>
          <p14:tracePt t="64336" x="4476750" y="3860800"/>
          <p14:tracePt t="64353" x="4260850" y="3860800"/>
          <p14:tracePt t="64369" x="4184650" y="3860800"/>
          <p14:tracePt t="64386" x="4032250" y="3860800"/>
          <p14:tracePt t="64402" x="3924300" y="3860800"/>
          <p14:tracePt t="64419" x="3886200" y="3873500"/>
          <p14:tracePt t="64436" x="3810000" y="3898900"/>
          <p14:tracePt t="64452" x="3771900" y="3911600"/>
          <p14:tracePt t="64469" x="3759200" y="3917950"/>
          <p14:tracePt t="64486" x="3746500" y="3924300"/>
          <p14:tracePt t="64502" x="3740150" y="3930650"/>
          <p14:tracePt t="64519" x="3740150" y="3937000"/>
          <p14:tracePt t="64536" x="3733800" y="3943350"/>
          <p14:tracePt t="64552" x="3733800" y="3949700"/>
          <p14:tracePt t="64571" x="3733800" y="3956050"/>
          <p14:tracePt t="64591" x="3740150" y="3962400"/>
          <p14:tracePt t="64620" x="3746500" y="3962400"/>
          <p14:tracePt t="64683" x="3752850" y="3956050"/>
          <p14:tracePt t="64710" x="3752850" y="3949700"/>
          <p14:tracePt t="64739" x="3752850" y="3943350"/>
          <p14:tracePt t="64774" x="3759200" y="3937000"/>
          <p14:tracePt t="64809" x="3765550" y="3937000"/>
          <p14:tracePt t="64830" x="3771900" y="3937000"/>
          <p14:tracePt t="64844" x="3778250" y="3930650"/>
          <p14:tracePt t="64853" x="3790950" y="3930650"/>
          <p14:tracePt t="64872" x="3810000" y="3930650"/>
          <p14:tracePt t="64883" x="3835400" y="3930650"/>
          <p14:tracePt t="64901" x="3911600" y="3924300"/>
          <p14:tracePt t="64918" x="3987800" y="3924300"/>
          <p14:tracePt t="64934" x="4064000" y="3917950"/>
          <p14:tracePt t="64950" x="4343400" y="3905250"/>
          <p14:tracePt t="64967" x="4457700" y="3905250"/>
          <p14:tracePt t="64985" x="4667250" y="3917950"/>
          <p14:tracePt t="65001" x="4768850" y="3949700"/>
          <p14:tracePt t="65017" x="4965700" y="4000500"/>
          <p14:tracePt t="65034" x="5137150" y="4064000"/>
          <p14:tracePt t="65050" x="5200650" y="4089400"/>
          <p14:tracePt t="65067" x="5314950" y="4146550"/>
          <p14:tracePt t="65070" x="5372100" y="4165600"/>
          <p14:tracePt t="65084" x="5416550" y="4184650"/>
          <p14:tracePt t="65099" x="5467350" y="4210050"/>
          <p14:tracePt t="65117" x="5613400" y="4241800"/>
          <p14:tracePt t="65133" x="5797550" y="4260850"/>
          <p14:tracePt t="65150" x="5911850" y="4260850"/>
          <p14:tracePt t="65167" x="6102350" y="4248150"/>
          <p14:tracePt t="65183" x="6280150" y="4216400"/>
          <p14:tracePt t="65199" x="6394450" y="4216400"/>
          <p14:tracePt t="65217" x="6578600" y="4197350"/>
          <p14:tracePt t="65233" x="6692900" y="4184650"/>
          <p14:tracePt t="65249" x="6731000" y="4184650"/>
          <p14:tracePt t="65266" x="6781800" y="4184650"/>
          <p14:tracePt t="65283" x="6813550" y="4184650"/>
          <p14:tracePt t="65299" x="6838950" y="4191000"/>
          <p14:tracePt t="65316" x="6851650" y="4197350"/>
          <p14:tracePt t="65332" x="6858000" y="4197350"/>
          <p14:tracePt t="65350" x="6877050" y="4203700"/>
          <p14:tracePt t="65366" x="6902450" y="4210050"/>
          <p14:tracePt t="65768" x="6858000" y="4254500"/>
          <p14:tracePt t="65775" x="6775450" y="4343400"/>
          <p14:tracePt t="65783" x="6667500" y="4470400"/>
          <p14:tracePt t="65797" x="6521450" y="4616450"/>
          <p14:tracePt t="65814" x="6388100" y="4762500"/>
          <p14:tracePt t="65831" x="6108700" y="5054600"/>
          <p14:tracePt t="65848" x="5873750" y="5276850"/>
          <p14:tracePt t="65864" x="5734050" y="5391150"/>
          <p14:tracePt t="65881" x="5524500" y="5556250"/>
          <p14:tracePt t="65897" x="5397500" y="5657850"/>
          <p14:tracePt t="65914" x="5365750" y="5689600"/>
          <p14:tracePt t="65930" x="5308600" y="5727700"/>
          <p14:tracePt t="65948" x="5283200" y="5746750"/>
          <p14:tracePt t="65964" x="5270500" y="5753100"/>
          <p14:tracePt t="65980" x="5264150" y="5759450"/>
          <p14:tracePt t="65997" x="5257800" y="5759450"/>
          <p14:tracePt t="66063" x="5257800" y="5753100"/>
          <p14:tracePt t="66084" x="5257800" y="5746750"/>
          <p14:tracePt t="66106" x="5251450" y="5734050"/>
          <p14:tracePt t="66120" x="5245100" y="5734050"/>
          <p14:tracePt t="66127" x="5238750" y="5721350"/>
          <p14:tracePt t="66148" x="5232400" y="5715000"/>
          <p14:tracePt t="66155" x="5226050" y="5702300"/>
          <p14:tracePt t="66169" x="5219700" y="5702300"/>
          <p14:tracePt t="66180" x="5213350" y="5695950"/>
          <p14:tracePt t="66197" x="5187950" y="5676900"/>
          <p14:tracePt t="66213" x="5175250" y="5657850"/>
          <p14:tracePt t="66230" x="5130800" y="5626100"/>
          <p14:tracePt t="66246" x="5073650" y="5575300"/>
          <p14:tracePt t="66263" x="5041900" y="5543550"/>
          <p14:tracePt t="66279" x="4965700" y="5480050"/>
          <p14:tracePt t="66296" x="4870450" y="5397500"/>
          <p14:tracePt t="66312" x="4813300" y="5359400"/>
          <p14:tracePt t="66330" x="4756150" y="5308600"/>
          <p14:tracePt t="66346" x="4559300" y="5207000"/>
          <p14:tracePt t="66362" x="4502150" y="5168900"/>
          <p14:tracePt t="66380" x="4387850" y="5099050"/>
          <p14:tracePt t="66396" x="4330700" y="5054600"/>
          <p14:tracePt t="66412" x="4241800" y="4965700"/>
          <p14:tracePt t="66429" x="4165600" y="4864100"/>
          <p14:tracePt t="66445" x="4127500" y="4819650"/>
          <p14:tracePt t="66462" x="4089400" y="4762500"/>
          <p14:tracePt t="66478" x="3994150" y="4559300"/>
          <p14:tracePt t="66495" x="3962400" y="4489450"/>
          <p14:tracePt t="66512" x="3924300" y="4330700"/>
          <p14:tracePt t="66529" x="3873500" y="4197350"/>
          <p14:tracePt t="66545" x="3867150" y="4140200"/>
          <p14:tracePt t="66562" x="3848100" y="4057650"/>
          <p14:tracePt t="66578" x="3848100" y="4000500"/>
          <p14:tracePt t="66595" x="3848100" y="3981450"/>
          <p14:tracePt t="66598" x="3841750" y="3968750"/>
          <p14:tracePt t="66614" x="3841750" y="3962400"/>
          <p14:tracePt t="66628" x="3841750" y="3949700"/>
          <p14:tracePt t="66661" x="3835400" y="3962400"/>
          <p14:tracePt t="66678" x="3835400" y="3968750"/>
          <p14:tracePt t="66696" x="3841750" y="3987800"/>
          <p14:tracePt t="66711" x="3848100" y="3987800"/>
          <p14:tracePt t="70591" x="3822700" y="3930650"/>
          <p14:tracePt t="70599" x="3771900" y="3835400"/>
          <p14:tracePt t="70612" x="3727450" y="3752850"/>
          <p14:tracePt t="70619" x="3683000" y="3708400"/>
          <p14:tracePt t="70634" x="3644900" y="3651250"/>
          <p14:tracePt t="70648" x="3619500" y="3625850"/>
          <p14:tracePt t="70664" x="3575050" y="3562350"/>
          <p14:tracePt t="70681" x="3549650" y="3530600"/>
          <p14:tracePt t="70697" x="3479800" y="3460750"/>
          <p14:tracePt t="70714" x="3409950" y="3333750"/>
          <p14:tracePt t="70732" x="3352800" y="3187700"/>
          <p14:tracePt t="70747" x="3308350" y="3092450"/>
          <p14:tracePt t="70764" x="3225800" y="2882900"/>
          <p14:tracePt t="70781" x="3181350" y="2768600"/>
          <p14:tracePt t="70797" x="3117850" y="2489200"/>
          <p14:tracePt t="70814" x="3067050" y="2279650"/>
          <p14:tracePt t="70832" x="3016250" y="2095500"/>
          <p14:tracePt t="70847" x="3009900" y="2057400"/>
          <p14:tracePt t="70863" x="3009900" y="2038350"/>
          <p14:tracePt t="70880" x="3003550" y="2012950"/>
          <p14:tracePt t="70943" x="3003550" y="2019300"/>
          <p14:tracePt t="70970" x="3003550" y="2032000"/>
          <p14:tracePt t="70985" x="3003550" y="2038350"/>
          <p14:tracePt t="70991" x="3003550" y="2044700"/>
          <p14:tracePt t="71020" x="3003550" y="2051050"/>
          <p14:tracePt t="71265" x="3003550" y="2057400"/>
          <p14:tracePt t="71272" x="3003550" y="2076450"/>
          <p14:tracePt t="71287" x="2997200" y="2095500"/>
          <p14:tracePt t="71295" x="2997200" y="2120900"/>
          <p14:tracePt t="71312" x="2990850" y="2146300"/>
          <p14:tracePt t="71329" x="2990850" y="2241550"/>
          <p14:tracePt t="71345" x="2990850" y="2330450"/>
          <p14:tracePt t="71362" x="2990850" y="2406650"/>
          <p14:tracePt t="71378" x="2984500" y="2559050"/>
          <p14:tracePt t="71395" x="2984500" y="2774950"/>
          <p14:tracePt t="71411" x="2984500" y="2901950"/>
          <p14:tracePt t="71428" x="2997200" y="3194050"/>
          <p14:tracePt t="71445" x="3009900" y="3568700"/>
          <p14:tracePt t="71462" x="3035300" y="3943350"/>
          <p14:tracePt t="71478" x="3035300" y="4102100"/>
          <p14:tracePt t="71494" x="3048000" y="4292600"/>
          <p14:tracePt t="71512" x="3060700" y="4743450"/>
          <p14:tracePt t="71528" x="3060700" y="4870450"/>
          <p14:tracePt t="71544" x="3067050" y="4959350"/>
          <p14:tracePt t="71561" x="3067050" y="5105400"/>
          <p14:tracePt t="71577" x="3079750" y="5219700"/>
          <p14:tracePt t="71594" x="3086100" y="5270500"/>
          <p14:tracePt t="71611" x="3111500" y="5384800"/>
          <p14:tracePt t="71627" x="3111500" y="5461000"/>
          <p14:tracePt t="71645" x="3130550" y="5543550"/>
          <p14:tracePt t="71661" x="3130550" y="5568950"/>
          <p14:tracePt t="71677" x="3136900" y="5619750"/>
          <p14:tracePt t="71694" x="3143250" y="5651500"/>
          <p14:tracePt t="71710" x="3143250" y="5657850"/>
          <p14:tracePt t="71727" x="3143250" y="5664200"/>
          <p14:tracePt t="71764" x="3149600" y="5664200"/>
          <p14:tracePt t="71780" x="3149600" y="5657850"/>
          <p14:tracePt t="71794" x="3149600" y="5651500"/>
          <p14:tracePt t="71810" x="3149600" y="5638800"/>
          <p14:tracePt t="71828" x="3143250" y="5613400"/>
          <p14:tracePt t="71843" x="3136900" y="5600700"/>
          <p14:tracePt t="71859" x="3136900" y="5562600"/>
          <p14:tracePt t="71877" x="3136900" y="5492750"/>
          <p14:tracePt t="71893" x="3136900" y="5429250"/>
          <p14:tracePt t="71910" x="3136900" y="5251450"/>
          <p14:tracePt t="71926" x="3143250" y="4997450"/>
          <p14:tracePt t="71943" x="3143250" y="4826000"/>
          <p14:tracePt t="71960" x="3136900" y="4400550"/>
          <p14:tracePt t="71977" x="3124200" y="4032250"/>
          <p14:tracePt t="71993" x="3124200" y="3822700"/>
          <p14:tracePt t="72010" x="3098800" y="3517900"/>
          <p14:tracePt t="72026" x="3079750" y="3314700"/>
          <p14:tracePt t="72043" x="3067050" y="3225800"/>
          <p14:tracePt t="72060" x="3041650" y="3079750"/>
          <p14:tracePt t="72076" x="3028950" y="2959100"/>
          <p14:tracePt t="72092" x="3022600" y="2921000"/>
          <p14:tracePt t="72109" x="2997200" y="2857500"/>
          <p14:tracePt t="72126" x="2990850" y="2838450"/>
          <p14:tracePt t="72143" x="2978150" y="2800350"/>
          <p14:tracePt t="72159" x="2978150" y="2781300"/>
          <p14:tracePt t="72193" x="2984500" y="2768600"/>
          <p14:tracePt t="72208" x="2984500" y="2762250"/>
          <p14:tracePt t="72225" x="2984500" y="2755900"/>
          <p14:tracePt t="72242" x="2984500" y="2749550"/>
          <p14:tracePt t="72258" x="2990850" y="2749550"/>
          <p14:tracePt t="72275" x="2990850" y="2743200"/>
          <p14:tracePt t="72292" x="2990850" y="2736850"/>
          <p14:tracePt t="72309" x="2990850" y="2730500"/>
          <p14:tracePt t="72368" x="2990850" y="2724150"/>
          <p14:tracePt t="72424" x="2990850" y="2711450"/>
          <p14:tracePt t="72438" x="2990850" y="2698750"/>
          <p14:tracePt t="72445" x="2990850" y="2686050"/>
          <p14:tracePt t="72460" x="2990850" y="2660650"/>
          <p14:tracePt t="72474" x="2990850" y="2622550"/>
          <p14:tracePt t="72491" x="3009900" y="2501900"/>
          <p14:tracePt t="72509" x="3009900" y="2349500"/>
          <p14:tracePt t="72524" x="3016250" y="2273300"/>
          <p14:tracePt t="72541" x="3028950" y="2152650"/>
          <p14:tracePt t="72558" x="3035300" y="2095500"/>
          <p14:tracePt t="72574" x="3035300" y="2076450"/>
          <p14:tracePt t="72591" x="3035300" y="2063750"/>
          <p14:tracePt t="72628" x="3035300" y="2070100"/>
          <p14:tracePt t="72642" x="3035300" y="2076450"/>
          <p14:tracePt t="72657" x="3041650" y="2108200"/>
          <p14:tracePt t="72674" x="3041650" y="2133600"/>
          <p14:tracePt t="72691" x="3041650" y="2241550"/>
          <p14:tracePt t="72707" x="3035300" y="2419350"/>
          <p14:tracePt t="72724" x="3028950" y="2533650"/>
          <p14:tracePt t="72741" x="3003550" y="2774950"/>
          <p14:tracePt t="72757" x="2997200" y="2914650"/>
          <p14:tracePt t="72773" x="2971800" y="3187700"/>
          <p14:tracePt t="72790" x="2965450" y="3441700"/>
          <p14:tracePt t="72807" x="2965450" y="3543300"/>
          <p14:tracePt t="72824" x="2965450" y="3708400"/>
          <p14:tracePt t="72840" x="2952750" y="3816350"/>
          <p14:tracePt t="72857" x="2952750" y="3854450"/>
          <p14:tracePt t="72874" x="2946400" y="3911600"/>
          <p14:tracePt t="72890" x="2946400" y="3956050"/>
          <p14:tracePt t="72906" x="2952750" y="3968750"/>
          <p14:tracePt t="72923" x="2952750" y="3994150"/>
          <p14:tracePt t="72940" x="2952750" y="4000500"/>
          <p14:tracePt t="72957" x="2952750" y="4006850"/>
          <p14:tracePt t="72973" x="2952750" y="4013200"/>
          <p14:tracePt t="73006" x="2959100" y="4013200"/>
          <p14:tracePt t="73070" x="2959100" y="4019550"/>
          <p14:tracePt t="73134" x="2952750" y="4019550"/>
          <p14:tracePt t="73588" x="2978150" y="3962400"/>
          <p14:tracePt t="73602" x="3022600" y="3829050"/>
          <p14:tracePt t="73609" x="3054350" y="3714750"/>
          <p14:tracePt t="73624" x="3098800" y="3600450"/>
          <p14:tracePt t="73637" x="3130550" y="3467100"/>
          <p14:tracePt t="73654" x="3168650" y="3289300"/>
          <p14:tracePt t="73670" x="3187700" y="3219450"/>
          <p14:tracePt t="73687" x="3206750" y="3124200"/>
          <p14:tracePt t="73704" x="3213100" y="3041650"/>
          <p14:tracePt t="73721" x="3213100" y="3022600"/>
          <p14:tracePt t="73724" x="3213100" y="3009900"/>
          <p14:tracePt t="73737" x="3213100" y="2990850"/>
          <p14:tracePt t="73753" x="3213100" y="2959100"/>
          <p14:tracePt t="73771" x="3213100" y="2933700"/>
          <p14:tracePt t="73787" x="3213100" y="2921000"/>
          <p14:tracePt t="73803" x="3213100" y="2901950"/>
          <p14:tracePt t="73821" x="3213100" y="2895600"/>
          <p14:tracePt t="73837" x="3213100" y="2889250"/>
          <p14:tracePt t="73853" x="3213100" y="2882900"/>
          <p14:tracePt t="73870" x="3213100" y="2857500"/>
          <p14:tracePt t="73903" x="3219450" y="2851150"/>
          <p14:tracePt t="73919" x="3225800" y="2851150"/>
          <p14:tracePt t="73936" x="3232150" y="2851150"/>
          <p14:tracePt t="73954" x="3238500" y="2851150"/>
          <p14:tracePt t="73969" x="3244850" y="2851150"/>
          <p14:tracePt t="73986" x="3257550" y="2851150"/>
          <p14:tracePt t="74003" x="3276600" y="2882900"/>
          <p14:tracePt t="74019" x="3282950" y="2901950"/>
          <p14:tracePt t="74036" x="3302000" y="2978150"/>
          <p14:tracePt t="74052" x="3321050" y="3136900"/>
          <p14:tracePt t="74069" x="3327400" y="3238500"/>
          <p14:tracePt t="74087" x="3340100" y="3454400"/>
          <p14:tracePt t="74102" x="3352800" y="3657600"/>
          <p14:tracePt t="74118" x="3359150" y="3771900"/>
          <p14:tracePt t="74136" x="3390900" y="4000500"/>
          <p14:tracePt t="74152" x="3409950" y="4171950"/>
          <p14:tracePt t="74168" x="3422650" y="4222750"/>
          <p14:tracePt t="74186" x="3429000" y="4330700"/>
          <p14:tracePt t="74202" x="3441700" y="4368800"/>
          <p14:tracePt t="74219" x="3460750" y="4445000"/>
          <p14:tracePt t="74235" x="3460750" y="4489450"/>
          <p14:tracePt t="74252" x="3473450" y="4514850"/>
          <p14:tracePt t="74269" x="3467100" y="4584700"/>
          <p14:tracePt t="74285" x="3467100" y="4597400"/>
          <p14:tracePt t="74797" x="3492500" y="4584700"/>
          <p14:tracePt t="74804" x="3549650" y="4533900"/>
          <p14:tracePt t="74819" x="3619500" y="4476750"/>
          <p14:tracePt t="74833" x="3848100" y="4241800"/>
          <p14:tracePt t="74850" x="4019550" y="4070350"/>
          <p14:tracePt t="74867" x="4406900" y="3708400"/>
          <p14:tracePt t="74883" x="4629150" y="3505200"/>
          <p14:tracePt t="74900" x="5162550" y="3054350"/>
          <p14:tracePt t="74917" x="5632450" y="2724150"/>
          <p14:tracePt t="74933" x="5842000" y="2571750"/>
          <p14:tracePt t="74949" x="6292850" y="2247900"/>
          <p14:tracePt t="74966" x="6692900" y="2019300"/>
          <p14:tracePt t="74982" x="6826250" y="1936750"/>
          <p14:tracePt t="74999" x="7035800" y="1828800"/>
          <p14:tracePt t="75016" x="7207250" y="1758950"/>
          <p14:tracePt t="75032" x="7264400" y="1752600"/>
          <p14:tracePt t="75050" x="7315200" y="1733550"/>
          <p14:tracePt t="75066" x="7327900" y="1733550"/>
          <p14:tracePt t="75082" x="7334250" y="1727200"/>
          <p14:tracePt t="75115" x="7340600" y="1727200"/>
          <p14:tracePt t="75135" x="7340600" y="1720850"/>
          <p14:tracePt t="75149" x="7340600" y="1714500"/>
          <p14:tracePt t="75165" x="7346950" y="1714500"/>
          <p14:tracePt t="75274" x="7346950" y="1720850"/>
          <p14:tracePt t="75288" x="7346950" y="1727200"/>
          <p14:tracePt t="75295" x="7346950" y="1733550"/>
          <p14:tracePt t="75309" x="7346950" y="1752600"/>
          <p14:tracePt t="75318" x="7340600" y="1771650"/>
          <p14:tracePt t="75331" x="7334250" y="1803400"/>
          <p14:tracePt t="75348" x="7289800" y="1905000"/>
          <p14:tracePt t="75365" x="7258050" y="1981200"/>
          <p14:tracePt t="75382" x="7188200" y="2146300"/>
          <p14:tracePt t="75398" x="7086600" y="2286000"/>
          <p14:tracePt t="75415" x="7010400" y="2400300"/>
          <p14:tracePt t="75431" x="6972300" y="2444750"/>
          <p14:tracePt t="75447" x="6953250" y="2463800"/>
          <p14:tracePt t="75464" x="6896100" y="2533650"/>
          <p14:tracePt t="75481" x="6883400" y="2546350"/>
          <p14:tracePt t="75497" x="6870700" y="2565400"/>
          <p14:tracePt t="75514" x="6851650" y="2616200"/>
          <p14:tracePt t="75530" x="6826250" y="2698750"/>
          <p14:tracePt t="75548" x="6807200" y="2806700"/>
          <p14:tracePt t="75563" x="6794500" y="2863850"/>
          <p14:tracePt t="75580" x="6762750" y="2984500"/>
          <p14:tracePt t="75598" x="6756400" y="3098800"/>
          <p14:tracePt t="75613" x="6743700" y="3155950"/>
          <p14:tracePt t="75630" x="6737350" y="3244850"/>
          <p14:tracePt t="75647" x="6737350" y="3314700"/>
          <p14:tracePt t="75663" x="6737350" y="3346450"/>
          <p14:tracePt t="75680" x="6737350" y="3384550"/>
          <p14:tracePt t="75697" x="6737350" y="3422650"/>
          <p14:tracePt t="75713" x="6737350" y="3435350"/>
          <p14:tracePt t="75730" x="6737350" y="3454400"/>
          <p14:tracePt t="75747" x="6737350" y="3467100"/>
          <p14:tracePt t="75764" x="6737350" y="3473450"/>
          <p14:tracePt t="75808" x="6743700" y="3473450"/>
          <p14:tracePt t="75815" x="6743700" y="3467100"/>
          <p14:tracePt t="75830" x="6743700" y="3460750"/>
          <p14:tracePt t="75836" x="6737350" y="3454400"/>
          <p14:tracePt t="75850" x="6737350" y="3435350"/>
          <p14:tracePt t="75863" x="6737350" y="3422650"/>
          <p14:tracePt t="75879" x="6711950" y="3352800"/>
          <p14:tracePt t="75896" x="6705600" y="3302000"/>
          <p14:tracePt t="75913" x="6686550" y="3168650"/>
          <p14:tracePt t="75930" x="6667500" y="3009900"/>
          <p14:tracePt t="75946" x="6654800" y="2933700"/>
          <p14:tracePt t="75964" x="6648450" y="2768600"/>
          <p14:tracePt t="75979" x="6635750" y="2603500"/>
          <p14:tracePt t="75996" x="6635750" y="2527300"/>
          <p14:tracePt t="76012" x="6629400" y="2355850"/>
          <p14:tracePt t="76029" x="6629400" y="2190750"/>
          <p14:tracePt t="76046" x="6629400" y="2101850"/>
          <p14:tracePt t="76062" x="6648450" y="1911350"/>
          <p14:tracePt t="76079" x="6661150" y="1822450"/>
          <p14:tracePt t="76097" x="6692900" y="1549400"/>
          <p14:tracePt t="76112" x="6699250" y="1473200"/>
          <p14:tracePt t="76128" x="6718300" y="1416050"/>
          <p14:tracePt t="76146" x="6743700" y="1308100"/>
          <p14:tracePt t="76162" x="6743700" y="1270000"/>
          <p14:tracePt t="76178" x="6750050" y="1257300"/>
          <p14:tracePt t="76230" x="6756400" y="1263650"/>
          <p14:tracePt t="76257" x="6756400" y="1270000"/>
          <p14:tracePt t="76271" x="6756400" y="1276350"/>
          <p14:tracePt t="76281" x="6756400" y="1282700"/>
          <p14:tracePt t="76294" x="6756400" y="1289050"/>
          <p14:tracePt t="76311" x="6756400" y="1308100"/>
          <p14:tracePt t="76328" x="6750050" y="1333500"/>
          <p14:tracePt t="76344" x="6743700" y="1358900"/>
          <p14:tracePt t="76361" x="6724650" y="1403350"/>
          <p14:tracePt t="76378" x="6680200" y="1574800"/>
          <p14:tracePt t="76394" x="6661150" y="1657350"/>
          <p14:tracePt t="76412" x="6610350" y="1854200"/>
          <p14:tracePt t="76427" x="6591300" y="1943100"/>
          <p14:tracePt t="76444" x="6546850" y="2101850"/>
          <p14:tracePt t="76463" x="6489700" y="2235200"/>
          <p14:tracePt t="76480" x="6464300" y="2266950"/>
          <p14:tracePt t="76495" x="6445250" y="2336800"/>
          <p14:tracePt t="76511" x="6432550" y="2362200"/>
          <p14:tracePt t="76527" x="6432550" y="2368550"/>
          <p14:tracePt t="76544" x="6426200" y="2368550"/>
          <p14:tracePt t="76580" x="6419850" y="2374900"/>
          <p14:tracePt t="76608" x="6413500" y="2374900"/>
          <p14:tracePt t="76630" x="6407150" y="2374900"/>
          <p14:tracePt t="76651" x="6400800" y="2374900"/>
          <p14:tracePt t="76679" x="6394450" y="2374900"/>
          <p14:tracePt t="76700" x="6394450" y="2368550"/>
          <p14:tracePt t="76713" x="6388100" y="2368550"/>
          <p14:tracePt t="76728" x="6381750" y="2368550"/>
          <p14:tracePt t="76742" x="6375400" y="2368550"/>
          <p14:tracePt t="76749" x="6369050" y="2368550"/>
          <p14:tracePt t="76770" x="6362700" y="2368550"/>
          <p14:tracePt t="76791" x="6356350" y="2368550"/>
          <p14:tracePt t="76819" x="6350000" y="2368550"/>
          <p14:tracePt t="76833" x="6343650" y="2368550"/>
          <p14:tracePt t="76840" x="6337300" y="2374900"/>
          <p14:tracePt t="76854" x="6324600" y="2387600"/>
          <p14:tracePt t="76862" x="6318250" y="2393950"/>
          <p14:tracePt t="76876" x="6305550" y="2413000"/>
          <p14:tracePt t="76892" x="6261100" y="2457450"/>
          <p14:tracePt t="76909" x="6242050" y="2476500"/>
          <p14:tracePt t="76926" x="6184900" y="2527300"/>
          <p14:tracePt t="76942" x="6134100" y="2565400"/>
          <p14:tracePt t="76961" x="6089650" y="2584450"/>
          <p14:tracePt t="76976" x="6076950" y="2584450"/>
          <p14:tracePt t="76992" x="6064250" y="2590800"/>
          <p14:tracePt t="77009" x="6045200" y="2597150"/>
          <p14:tracePt t="77025" x="6045200" y="2603500"/>
          <p14:tracePt t="77042" x="6045200" y="2609850"/>
          <p14:tracePt t="77058" x="6045200" y="2616200"/>
          <p14:tracePt t="77075" x="6045200" y="2628900"/>
          <p14:tracePt t="77092" x="6038850" y="2641600"/>
          <p14:tracePt t="77108" x="6032500" y="2667000"/>
          <p14:tracePt t="77125" x="6026150" y="2711450"/>
          <p14:tracePt t="77143" x="6013450" y="2781300"/>
          <p14:tracePt t="77158" x="5994400" y="2832100"/>
          <p14:tracePt t="77175" x="5975350" y="2927350"/>
          <p14:tracePt t="77192" x="5949950" y="3035300"/>
          <p14:tracePt t="77208" x="5943600" y="3079750"/>
          <p14:tracePt t="77225" x="5924550" y="3117850"/>
          <p14:tracePt t="77242" x="5924550" y="3155950"/>
          <p14:tracePt t="77275" x="5924550" y="3175000"/>
          <p14:tracePt t="77291" x="5937250" y="3187700"/>
          <p14:tracePt t="77308" x="5949950" y="3200400"/>
          <p14:tracePt t="77326" x="5969000" y="3225800"/>
          <p14:tracePt t="77341" x="5994400" y="3238500"/>
          <p14:tracePt t="77357" x="6057900" y="3282950"/>
          <p14:tracePt t="77374" x="6134100" y="3321050"/>
          <p14:tracePt t="77391" x="6178550" y="3340100"/>
          <p14:tracePt t="77407" x="6242050" y="3384550"/>
          <p14:tracePt t="77424" x="6311900" y="3416300"/>
          <p14:tracePt t="77441" x="6343650" y="3429000"/>
          <p14:tracePt t="77458" x="6413500" y="3492500"/>
          <p14:tracePt t="77474" x="6496050" y="3562350"/>
          <p14:tracePt t="77490" x="6527800" y="3606800"/>
          <p14:tracePt t="77508" x="6584950" y="3695700"/>
          <p14:tracePt t="77524" x="6610350" y="3790950"/>
          <p14:tracePt t="77540" x="6616700" y="3810000"/>
          <p14:tracePt t="77557" x="6623050" y="3860800"/>
          <p14:tracePt t="77573" x="6623050" y="3892550"/>
          <p14:tracePt t="77590" x="6623050" y="3917950"/>
          <p14:tracePt t="77607" x="6597650" y="3956050"/>
          <p14:tracePt t="79419" x="6591300" y="3956050"/>
          <p14:tracePt t="79433" x="6584950" y="3956050"/>
          <p14:tracePt t="79440" x="6578600" y="3956050"/>
          <p14:tracePt t="79454" x="6565900" y="3949700"/>
          <p14:tracePt t="79467" x="6565900" y="3943350"/>
          <p14:tracePt t="79483" x="6540500" y="3930650"/>
          <p14:tracePt t="79500" x="6521450" y="3924300"/>
          <p14:tracePt t="79517" x="6470650" y="3892550"/>
          <p14:tracePt t="79533" x="6381750" y="3848100"/>
          <p14:tracePt t="79550" x="6337300" y="3816350"/>
          <p14:tracePt t="79567" x="6197600" y="3733800"/>
          <p14:tracePt t="79584" x="6000750" y="3619500"/>
          <p14:tracePt t="79600" x="5892800" y="3556000"/>
          <p14:tracePt t="79616" x="5664200" y="3422650"/>
          <p14:tracePt t="79633" x="5435600" y="3308350"/>
          <p14:tracePt t="79652" x="5226050" y="3213100"/>
          <p14:tracePt t="79666" x="5118100" y="3149600"/>
          <p14:tracePt t="79683" x="4908550" y="3028950"/>
          <p14:tracePt t="79700" x="4711700" y="2933700"/>
          <p14:tracePt t="79716" x="4603750" y="2882900"/>
          <p14:tracePt t="79733" x="4495800" y="2832100"/>
          <p14:tracePt t="79749" x="4311650" y="2736850"/>
          <p14:tracePt t="79766" x="4171950" y="2667000"/>
          <p14:tracePt t="79782" x="4095750" y="2628900"/>
          <p14:tracePt t="79799" x="3994150" y="2571750"/>
          <p14:tracePt t="79816" x="3879850" y="2508250"/>
          <p14:tracePt t="79833" x="3765550" y="2451100"/>
          <p14:tracePt t="79849" x="3721100" y="2425700"/>
          <p14:tracePt t="79865" x="3632200" y="2381250"/>
          <p14:tracePt t="79884" x="3549650" y="2343150"/>
          <p14:tracePt t="79899" x="3505200" y="2330450"/>
          <p14:tracePt t="79916" x="3422650" y="2305050"/>
          <p14:tracePt t="79932" x="3321050" y="2266950"/>
          <p14:tracePt t="79948" x="3282950" y="2260600"/>
          <p14:tracePt t="79966" x="3206750" y="2228850"/>
          <p14:tracePt t="79981" x="3124200" y="2209800"/>
          <p14:tracePt t="79998" x="3092450" y="2203450"/>
          <p14:tracePt t="80016" x="3009900" y="2184400"/>
          <p14:tracePt t="80032" x="2952750" y="2171700"/>
          <p14:tracePt t="80048" x="2914650" y="2165350"/>
          <p14:tracePt t="80065" x="2889250" y="2165350"/>
          <p14:tracePt t="81218" x="2889250" y="2139950"/>
          <p14:tracePt t="81225" x="2889250" y="2108200"/>
          <p14:tracePt t="81239" x="2901950" y="2063750"/>
          <p14:tracePt t="81247" x="2908300" y="2006600"/>
          <p14:tracePt t="81261" x="2927350" y="1968500"/>
          <p14:tracePt t="81277" x="2959100" y="1847850"/>
          <p14:tracePt t="81294" x="2984500" y="1790700"/>
          <p14:tracePt t="81311" x="3060700" y="1663700"/>
          <p14:tracePt t="81327" x="3098800" y="1593850"/>
          <p14:tracePt t="81345" x="3175000" y="1416050"/>
          <p14:tracePt t="81360" x="3194050" y="1358900"/>
          <p14:tracePt t="81377" x="3206750" y="1308100"/>
          <p14:tracePt t="81380" x="3213100" y="1276350"/>
          <p14:tracePt t="81394" x="3219450" y="1244600"/>
          <p14:tracePt t="81410" x="3219450" y="1225550"/>
          <p14:tracePt t="81427" x="3219450" y="1219200"/>
          <p14:tracePt t="81444" x="3219450" y="1212850"/>
          <p14:tracePt t="81478" x="3213100" y="1212850"/>
          <p14:tracePt t="81506" x="3206750" y="1212850"/>
          <p14:tracePt t="81555" x="3206750" y="1219200"/>
          <p14:tracePt t="81576" x="3206750" y="1225550"/>
          <p14:tracePt t="81590" x="3206750" y="1231900"/>
          <p14:tracePt t="81597" x="3206750" y="1238250"/>
          <p14:tracePt t="81618" x="3206750" y="1244600"/>
          <p14:tracePt t="81627" x="3206750" y="1250950"/>
          <p14:tracePt t="81646" x="3206750" y="1257300"/>
          <p14:tracePt t="81717" x="3213100" y="1257300"/>
          <p14:tracePt t="81731" x="3219450" y="1257300"/>
          <p14:tracePt t="81737" x="3219450" y="1244600"/>
          <p14:tracePt t="81752" x="3225800" y="1231900"/>
          <p14:tracePt t="81761" x="3238500" y="1219200"/>
          <p14:tracePt t="81776" x="3251200" y="1187450"/>
          <p14:tracePt t="81792" x="3302000" y="1117600"/>
          <p14:tracePt t="81809" x="3359150" y="1028700"/>
          <p14:tracePt t="81825" x="3384550" y="984250"/>
          <p14:tracePt t="81843" x="3435350" y="895350"/>
          <p14:tracePt t="81859" x="3467100" y="844550"/>
          <p14:tracePt t="81875" x="3479800" y="825500"/>
          <p14:tracePt t="81879" x="3486150" y="812800"/>
          <p14:tracePt t="81895" x="3492500" y="800100"/>
          <p14:tracePt t="81908" x="3505200" y="781050"/>
          <p14:tracePt t="81925" x="3511550" y="774700"/>
          <p14:tracePt t="81942" x="3536950" y="762000"/>
          <p14:tracePt t="81958" x="3556000" y="749300"/>
          <p14:tracePt t="81977" x="3663950" y="692150"/>
          <p14:tracePt t="81992" x="3708400" y="673100"/>
          <p14:tracePt t="82008" x="3759200" y="660400"/>
          <p14:tracePt t="82025" x="3854450" y="628650"/>
          <p14:tracePt t="82041" x="3975100" y="615950"/>
          <p14:tracePt t="82058" x="4051300" y="603250"/>
          <p14:tracePt t="82076" x="4210050" y="584200"/>
          <p14:tracePt t="82091" x="4337050" y="577850"/>
          <p14:tracePt t="82108" x="4400550" y="577850"/>
          <p14:tracePt t="82124" x="4546600" y="565150"/>
          <p14:tracePt t="82141" x="4699000" y="533400"/>
          <p14:tracePt t="82158" x="4768850" y="527050"/>
          <p14:tracePt t="82174" x="4908550" y="514350"/>
          <p14:tracePt t="82191" x="4991100" y="508000"/>
          <p14:tracePt t="82209" x="5029200" y="508000"/>
          <p14:tracePt t="82224" x="5048250" y="508000"/>
          <p14:tracePt t="82241" x="5060950" y="508000"/>
          <p14:tracePt t="82258" x="5080000" y="514350"/>
          <p14:tracePt t="82274" x="5086350" y="514350"/>
          <p14:tracePt t="82290" x="5092700" y="514350"/>
          <p14:tracePt t="82308" x="5092700" y="520700"/>
          <p14:tracePt t="82341" x="5099050" y="527050"/>
          <p14:tracePt t="82362" x="5099050" y="539750"/>
          <p14:tracePt t="82373" x="5086350" y="546100"/>
          <p14:tracePt t="82391" x="5048250" y="565150"/>
          <p14:tracePt t="82406" x="5029200" y="577850"/>
          <p14:tracePt t="82423" x="4895850" y="635000"/>
          <p14:tracePt t="82441" x="4527550" y="844550"/>
          <p14:tracePt t="82457" x="4222750" y="1047750"/>
          <p14:tracePt t="82473" x="3422650" y="1587500"/>
          <p14:tracePt t="82490" x="2387600" y="2324100"/>
          <p14:tracePt t="82507" x="1898650" y="2654300"/>
          <p14:tracePt t="82525" x="1225550" y="3098800"/>
          <p14:tracePt t="82540" x="946150" y="3238500"/>
          <p14:tracePt t="82556" x="901700" y="3263900"/>
          <p14:tracePt t="82574" x="850900" y="3270250"/>
          <p14:tracePt t="82589" x="844550" y="3270250"/>
          <p14:tracePt t="82606" x="844550" y="3263900"/>
          <p14:tracePt t="82623" x="857250" y="3257550"/>
          <p14:tracePt t="82639" x="863600" y="3257550"/>
          <p14:tracePt t="82656" x="869950" y="3251200"/>
          <p14:tracePt t="82673" x="882650" y="3251200"/>
          <p14:tracePt t="82689" x="889000" y="3251200"/>
          <p14:tracePt t="82707" x="901700" y="3244850"/>
          <p14:tracePt t="82722" x="927100" y="3206750"/>
          <p14:tracePt t="82739" x="965200" y="3175000"/>
          <p14:tracePt t="82756" x="1066800" y="3067050"/>
          <p14:tracePt t="82772" x="1212850" y="2914650"/>
          <p14:tracePt t="82789" x="1289050" y="2819400"/>
          <p14:tracePt t="82806" x="1460500" y="2609850"/>
          <p14:tracePt t="82822" x="1631950" y="2419350"/>
          <p14:tracePt t="82839" x="1708150" y="2330450"/>
          <p14:tracePt t="82856" x="1822450" y="2216150"/>
          <p14:tracePt t="82872" x="1917700" y="2133600"/>
          <p14:tracePt t="82889" x="1974850" y="2082800"/>
          <p14:tracePt t="82904" x="1987550" y="2063750"/>
          <p14:tracePt t="82921" x="2006600" y="2051050"/>
          <p14:tracePt t="82939" x="2025650" y="2038350"/>
          <p14:tracePt t="82955" x="2063750" y="2006600"/>
          <p14:tracePt t="82971" x="2095500" y="1993900"/>
          <p14:tracePt t="82988" x="2146300" y="1962150"/>
          <p14:tracePt t="83005" x="2184400" y="1943100"/>
          <p14:tracePt t="83021" x="2209800" y="1930400"/>
          <p14:tracePt t="83038" x="2241550" y="1917700"/>
          <p14:tracePt t="83055" x="2266950" y="1905000"/>
          <p14:tracePt t="83072" x="2292350" y="1885950"/>
          <p14:tracePt t="83088" x="2317750" y="1879600"/>
          <p14:tracePt t="83104" x="2330450" y="1873250"/>
          <p14:tracePt t="83122" x="2343150" y="1866900"/>
          <p14:tracePt t="83137" x="2349500" y="1866900"/>
          <p14:tracePt t="83155" x="2355850" y="1866900"/>
          <p14:tracePt t="83171" x="2362200" y="1866900"/>
          <p14:tracePt t="83191" x="2368550" y="1866900"/>
          <p14:tracePt t="83213" x="2374900" y="1866900"/>
          <p14:tracePt t="83234" x="2381250" y="1866900"/>
          <p14:tracePt t="83255" x="2387600" y="1866900"/>
          <p14:tracePt t="83262" x="2393950" y="1866900"/>
          <p14:tracePt t="83283" x="2406650" y="1873250"/>
          <p14:tracePt t="83297" x="2432050" y="1879600"/>
          <p14:tracePt t="83306" x="2457450" y="1885950"/>
          <p14:tracePt t="83320" x="2514600" y="1898650"/>
          <p14:tracePt t="83337" x="2667000" y="1930400"/>
          <p14:tracePt t="83354" x="2921000" y="1936750"/>
          <p14:tracePt t="83370" x="3079750" y="1949450"/>
          <p14:tracePt t="83387" x="3454400" y="1943100"/>
          <p14:tracePt t="83403" x="3848100" y="1930400"/>
          <p14:tracePt t="83420" x="4044950" y="1905000"/>
          <p14:tracePt t="83437" x="4394200" y="1892300"/>
          <p14:tracePt t="83453" x="4629150" y="1879600"/>
          <p14:tracePt t="83470" x="4743450" y="1879600"/>
          <p14:tracePt t="83487" x="4946650" y="1885950"/>
          <p14:tracePt t="83503" x="5130800" y="1905000"/>
          <p14:tracePt t="83520" x="5207000" y="1911350"/>
          <p14:tracePt t="83537" x="5321300" y="1924050"/>
          <p14:tracePt t="83553" x="5365750" y="1930400"/>
          <p14:tracePt t="83570" x="5422900" y="1936750"/>
          <p14:tracePt t="83586" x="5441950" y="1949450"/>
          <p14:tracePt t="83603" x="5441950" y="1955800"/>
          <p14:tracePt t="83948" x="5499100" y="1949450"/>
          <p14:tracePt t="83955" x="5581650" y="1917700"/>
          <p14:tracePt t="83970" x="5670550" y="1898650"/>
          <p14:tracePt t="83985" x="5842000" y="1847850"/>
          <p14:tracePt t="84001" x="5918200" y="1828800"/>
          <p14:tracePt t="84019" x="6064250" y="1790700"/>
          <p14:tracePt t="84034" x="6146800" y="1771650"/>
          <p14:tracePt t="84051" x="6261100" y="1758950"/>
          <p14:tracePt t="84068" x="6330950" y="1758950"/>
          <p14:tracePt t="84084" x="6350000" y="1752600"/>
          <p14:tracePt t="84101" x="6375400" y="1752600"/>
          <p14:tracePt t="84118" x="6388100" y="1752600"/>
          <p14:tracePt t="84134" x="6394450" y="1758950"/>
          <p14:tracePt t="84151" x="6400800" y="1758950"/>
          <p14:tracePt t="84167" x="6419850" y="1771650"/>
          <p14:tracePt t="84184" x="6419850" y="1778000"/>
          <p14:tracePt t="84201" x="6438900" y="1778000"/>
          <p14:tracePt t="84217" x="6457950" y="1778000"/>
          <p14:tracePt t="84234" x="6457950" y="1784350"/>
          <p14:tracePt t="84250" x="6470650" y="1784350"/>
          <p14:tracePt t="84286" x="6477000" y="1784350"/>
          <p14:tracePt t="84301" x="6483350" y="1790700"/>
          <p14:tracePt t="84320" x="6496050" y="1790700"/>
          <p14:tracePt t="84334" x="6515100" y="1797050"/>
          <p14:tracePt t="84350" x="6527800" y="1797050"/>
          <p14:tracePt t="84384" x="6546850" y="1803400"/>
          <p14:tracePt t="84400" x="6559550" y="1803400"/>
          <p14:tracePt t="84417" x="6565900" y="1809750"/>
          <p14:tracePt t="84433" x="6578600" y="1809750"/>
          <p14:tracePt t="84475" x="6584950" y="1809750"/>
          <p14:tracePt t="84510" x="6591300" y="1809750"/>
          <p14:tracePt t="84545" x="6597650" y="1809750"/>
          <p14:tracePt t="84580" x="6597650" y="1803400"/>
          <p14:tracePt t="84587" x="6597650" y="1797050"/>
          <p14:tracePt t="84636" x="6597650" y="1790700"/>
          <p14:tracePt t="84650" x="6591300" y="1790700"/>
          <p14:tracePt t="84657" x="6584950" y="1790700"/>
          <p14:tracePt t="84685" x="6578600" y="1790700"/>
          <p14:tracePt t="84707" x="6572250" y="1790700"/>
          <p14:tracePt t="84721" x="6565900" y="1790700"/>
          <p14:tracePt t="84748" x="6553200" y="1790700"/>
          <p14:tracePt t="84756" x="6546850" y="1790700"/>
          <p14:tracePt t="84770" x="6540500" y="1784350"/>
          <p14:tracePt t="84782" x="6534150" y="1778000"/>
          <p14:tracePt t="84799" x="6489700" y="1752600"/>
          <p14:tracePt t="84815" x="6457950" y="1739900"/>
          <p14:tracePt t="84832" x="6356350" y="1663700"/>
          <p14:tracePt t="84848" x="6235700" y="1549400"/>
          <p14:tracePt t="84865" x="6165850" y="1485900"/>
          <p14:tracePt t="84883" x="6007100" y="1327150"/>
          <p14:tracePt t="84898" x="5867400" y="1187450"/>
          <p14:tracePt t="84915" x="5803900" y="1104900"/>
          <p14:tracePt t="84932" x="5670550" y="958850"/>
          <p14:tracePt t="84948" x="5626100" y="901700"/>
          <p14:tracePt t="84965" x="5518150" y="806450"/>
          <p14:tracePt t="84981" x="5429250" y="723900"/>
          <p14:tracePt t="84998" x="5384800" y="698500"/>
          <p14:tracePt t="85014" x="5302250" y="647700"/>
          <p14:tracePt t="85031" x="5251450" y="622300"/>
          <p14:tracePt t="85048" x="5232400" y="615950"/>
          <p14:tracePt t="85065" x="5207000" y="609600"/>
          <p14:tracePt t="85081" x="5181600" y="603250"/>
          <p14:tracePt t="85097" x="5168900" y="603250"/>
          <p14:tracePt t="85114" x="5156200" y="603250"/>
          <p14:tracePt t="85131" x="5149850" y="609600"/>
          <p14:tracePt t="85165" x="5156200" y="615950"/>
          <p14:tracePt t="85181" x="5175250" y="615950"/>
          <p14:tracePt t="85198" x="5181600" y="615950"/>
          <p14:tracePt t="85213" x="5194300" y="628650"/>
          <p14:tracePt t="85230" x="5200650" y="635000"/>
          <p14:tracePt t="85248" x="5283200" y="660400"/>
          <p14:tracePt t="85264" x="5327650" y="666750"/>
          <p14:tracePt t="85280" x="5391150" y="679450"/>
          <p14:tracePt t="85297" x="5575300" y="704850"/>
          <p14:tracePt t="85313" x="5791200" y="749300"/>
          <p14:tracePt t="85330" x="5886450" y="768350"/>
          <p14:tracePt t="85347" x="6051550" y="819150"/>
          <p14:tracePt t="85364" x="6178550" y="869950"/>
          <p14:tracePt t="85380" x="6223000" y="895350"/>
          <p14:tracePt t="85397" x="6267450" y="939800"/>
          <p14:tracePt t="85413" x="6292850" y="977900"/>
          <p14:tracePt t="85431" x="6318250" y="1022350"/>
          <p14:tracePt t="85447" x="6324600" y="1041400"/>
          <p14:tracePt t="85463" x="6337300" y="1085850"/>
          <p14:tracePt t="85480" x="6343650" y="1136650"/>
          <p14:tracePt t="85497" x="6343650" y="1162050"/>
          <p14:tracePt t="85515" x="6343650" y="1219200"/>
          <p14:tracePt t="85529" x="6343650" y="1289050"/>
          <p14:tracePt t="85546" x="6343650" y="1314450"/>
          <p14:tracePt t="85563" x="6343650" y="1352550"/>
          <p14:tracePt t="85579" x="6337300" y="1409700"/>
          <p14:tracePt t="85596" x="6324600" y="1460500"/>
          <p14:tracePt t="85614" x="6305550" y="1511300"/>
          <p14:tracePt t="85629" x="6292850" y="1543050"/>
          <p14:tracePt t="85646" x="6261100" y="1606550"/>
          <p14:tracePt t="85663" x="6229350" y="1651000"/>
          <p14:tracePt t="85678" x="6216650" y="1663700"/>
          <p14:tracePt t="85696" x="6197600" y="1689100"/>
          <p14:tracePt t="85712" x="6191250" y="1708150"/>
          <p14:tracePt t="85729" x="6184900" y="1714500"/>
          <p14:tracePt t="85746" x="6184900" y="1720850"/>
          <p14:tracePt t="86235" x="6165850" y="1771650"/>
          <p14:tracePt t="86243" x="6146800" y="1866900"/>
          <p14:tracePt t="86257" x="6115050" y="1981200"/>
          <p14:tracePt t="86264" x="6083300" y="2082800"/>
          <p14:tracePt t="86277" x="6051550" y="2216150"/>
          <p14:tracePt t="86293" x="5988050" y="2444750"/>
          <p14:tracePt t="86310" x="5956300" y="2578100"/>
          <p14:tracePt t="86328" x="5861050" y="2901950"/>
          <p14:tracePt t="86343" x="5772150" y="3238500"/>
          <p14:tracePt t="86360" x="5727700" y="3352800"/>
          <p14:tracePt t="86377" x="5651500" y="3613150"/>
          <p14:tracePt t="86393" x="5619750" y="3727450"/>
          <p14:tracePt t="86410" x="5568950" y="3911600"/>
          <p14:tracePt t="86426" x="5524500" y="4013200"/>
          <p14:tracePt t="86443" x="5511800" y="4057650"/>
          <p14:tracePt t="86460" x="5486400" y="4140200"/>
          <p14:tracePt t="86476" x="5461000" y="4222750"/>
          <p14:tracePt t="86493" x="5448300" y="4267200"/>
          <p14:tracePt t="86510" x="5422900" y="4349750"/>
          <p14:tracePt t="86526" x="5410200" y="4419600"/>
          <p14:tracePt t="86542" x="5403850" y="4451350"/>
          <p14:tracePt t="86559" x="5391150" y="4508500"/>
          <p14:tracePt t="86576" x="5378450" y="4591050"/>
          <p14:tracePt t="86592" x="5365750" y="4641850"/>
          <p14:tracePt t="86609" x="5359400" y="4762500"/>
          <p14:tracePt t="86626" x="5353050" y="4876800"/>
          <p14:tracePt t="86644" x="5340350" y="4984750"/>
          <p14:tracePt t="86658" x="5340350" y="5010150"/>
          <p14:tracePt t="86676" x="5340350" y="5067300"/>
          <p14:tracePt t="86693" x="5340350" y="5099050"/>
          <p14:tracePt t="86709" x="5340350" y="5111750"/>
          <p14:tracePt t="86725" x="5340350" y="5130800"/>
          <p14:tracePt t="86742" x="5359400" y="5213350"/>
          <p14:tracePt t="86758" x="5359400" y="5251450"/>
          <p14:tracePt t="86775" x="5365750" y="5289550"/>
          <p14:tracePt t="86791" x="5378450" y="5372100"/>
          <p14:tracePt t="86808" x="5397500" y="5435600"/>
          <p14:tracePt t="86826" x="5410200" y="5480050"/>
          <p14:tracePt t="86841" x="5416550" y="5505450"/>
          <p14:tracePt t="86858" x="5429250" y="5524500"/>
          <p14:tracePt t="86875" x="5435600" y="5530850"/>
          <p14:tracePt t="86891" x="5435600" y="5537200"/>
          <p14:tracePt t="86908" x="5435600" y="5549900"/>
          <p14:tracePt t="86925" x="5441950" y="5549900"/>
          <p14:tracePt t="86945" x="5441950" y="5556250"/>
          <p14:tracePt t="86987" x="5448300" y="5562600"/>
          <p14:tracePt t="87079" x="5448300" y="5568950"/>
          <p14:tracePt t="87093" x="5454650" y="5568950"/>
          <p14:tracePt t="87114" x="5461000" y="5575300"/>
          <p14:tracePt t="87537" x="5461000" y="5562600"/>
          <p14:tracePt t="87551" x="5461000" y="5543550"/>
          <p14:tracePt t="87559" x="5454650" y="5511800"/>
          <p14:tracePt t="87573" x="5435600" y="5448300"/>
          <p14:tracePt t="87588" x="5372100" y="5276850"/>
          <p14:tracePt t="87606" x="5334000" y="5168900"/>
          <p14:tracePt t="87622" x="5238750" y="4800600"/>
          <p14:tracePt t="87638" x="5124450" y="4311650"/>
          <p14:tracePt t="87656" x="5080000" y="4038600"/>
          <p14:tracePt t="87672" x="4997450" y="3416300"/>
          <p14:tracePt t="87688" x="4984750" y="3105150"/>
          <p14:tracePt t="87706" x="4946650" y="2343150"/>
          <p14:tracePt t="87722" x="4946650" y="1720850"/>
          <p14:tracePt t="87738" x="4946650" y="1460500"/>
          <p14:tracePt t="87755" x="4953000" y="1130300"/>
          <p14:tracePt t="87771" x="4946650" y="958850"/>
          <p14:tracePt t="87788" x="4940300" y="895350"/>
          <p14:tracePt t="87805" x="4933950" y="831850"/>
          <p14:tracePt t="87821" x="4914900" y="781050"/>
          <p14:tracePt t="87837" x="4914900" y="774700"/>
          <p14:tracePt t="87855" x="4902200" y="742950"/>
          <p14:tracePt t="87871" x="4895850" y="717550"/>
          <p14:tracePt t="87917" x="4895850" y="711200"/>
          <p14:tracePt t="88000" x="4895850" y="717550"/>
          <p14:tracePt t="88008" x="4902200" y="730250"/>
          <p14:tracePt t="88023" x="4902200" y="736600"/>
          <p14:tracePt t="88037" x="4902200" y="749300"/>
          <p14:tracePt t="88054" x="4908550" y="774700"/>
          <p14:tracePt t="88071" x="4914900" y="800100"/>
          <p14:tracePt t="88087" x="4921250" y="819150"/>
          <p14:tracePt t="88104" x="4959350" y="857250"/>
          <p14:tracePt t="88120" x="5016500" y="901700"/>
          <p14:tracePt t="88137" x="5060950" y="927100"/>
          <p14:tracePt t="88154" x="5162550" y="1016000"/>
          <p14:tracePt t="88170" x="5327650" y="1123950"/>
          <p14:tracePt t="88187" x="5422900" y="1187450"/>
          <p14:tracePt t="88204" x="5651500" y="1346200"/>
          <p14:tracePt t="88220" x="5969000" y="1568450"/>
          <p14:tracePt t="88237" x="6159500" y="1714500"/>
          <p14:tracePt t="88254" x="6483350" y="2038350"/>
          <p14:tracePt t="88269" x="6718300" y="2400300"/>
          <p14:tracePt t="88286" x="6775450" y="2540000"/>
          <p14:tracePt t="88303" x="6870700" y="2895600"/>
          <p14:tracePt t="88320" x="6877050" y="3035300"/>
          <p14:tracePt t="88336" x="6889750" y="3397250"/>
          <p14:tracePt t="88353" x="6838950" y="3860800"/>
          <p14:tracePt t="88370" x="6800850" y="4089400"/>
          <p14:tracePt t="88387" x="6692900" y="4591050"/>
          <p14:tracePt t="88403" x="6597650" y="5022850"/>
          <p14:tracePt t="88420" x="6527800" y="5238750"/>
          <p14:tracePt t="88423" x="6483350" y="5372100"/>
          <p14:tracePt t="88437" x="6451600" y="5499100"/>
          <p14:tracePt t="88452" x="6407150" y="5708650"/>
          <p14:tracePt t="88469" x="6388100" y="5772150"/>
          <p14:tracePt t="88486" x="6369050" y="5854700"/>
          <p14:tracePt t="88503" x="6369050" y="5899150"/>
          <p14:tracePt t="88536" x="6369050" y="5905500"/>
          <p14:tracePt t="88590" x="6362700" y="5905500"/>
          <p14:tracePt t="88654" x="6356350" y="5905500"/>
          <p14:tracePt t="88702" x="6350000" y="5905500"/>
          <p14:tracePt t="88794" x="6350000" y="5899150"/>
          <p14:tracePt t="88822" x="6350000" y="5892800"/>
          <p14:tracePt t="88829" x="6350000" y="5886450"/>
          <p14:tracePt t="88857" x="6350000" y="5880100"/>
          <p14:tracePt t="88871" x="6350000" y="5873750"/>
        </p14:tracePtLst>
      </p14:laserTrace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143000" y="1199185"/>
            <a:ext cx="6971899" cy="5582615"/>
            <a:chOff x="2025173" y="2924944"/>
            <a:chExt cx="4923091" cy="380067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5173" y="2924944"/>
              <a:ext cx="4923091" cy="3800671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8526" y="2944893"/>
              <a:ext cx="4871194" cy="3780722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 bwMode="auto">
            <a:xfrm rot="19281156">
              <a:off x="3660058" y="4347435"/>
              <a:ext cx="2209029" cy="86409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b="1" dirty="0">
                  <a:solidFill>
                    <a:srgbClr val="FF0000"/>
                  </a:solidFill>
                  <a:latin typeface="Century Gothic" panose="020B0502020202020204" pitchFamily="34" charset="0"/>
                </a:rPr>
                <a:t>REPTILE</a:t>
              </a:r>
              <a:endParaRPr kumimoji="1" lang="en-US" sz="6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entury Gothic" panose="020B0502020202020204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4749482" y="3068962"/>
              <a:ext cx="2157430" cy="86409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b="1" dirty="0">
                  <a:solidFill>
                    <a:srgbClr val="FF0000"/>
                  </a:solidFill>
                  <a:latin typeface="Century Gothic" panose="020B0502020202020204" pitchFamily="34" charset="0"/>
                </a:rPr>
                <a:t>BIRD</a:t>
              </a:r>
              <a:endParaRPr kumimoji="1" lang="en-US" sz="6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entury Gothic" panose="020B0502020202020204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2123731" y="3645026"/>
              <a:ext cx="2587206" cy="86409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0" b="1" dirty="0">
                  <a:solidFill>
                    <a:srgbClr val="FF0000"/>
                  </a:solidFill>
                  <a:latin typeface="Century Gothic" panose="020B0502020202020204" pitchFamily="34" charset="0"/>
                </a:rPr>
                <a:t>FISH</a:t>
              </a:r>
              <a:endParaRPr kumimoji="1" lang="en-US" sz="6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entury Gothic" panose="020B0502020202020204" pitchFamily="34" charset="0"/>
              </a:endParaRPr>
            </a:p>
          </p:txBody>
        </p:sp>
      </p:grpSp>
      <p:sp>
        <p:nvSpPr>
          <p:cNvPr id="686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077200" cy="914400"/>
          </a:xfrm>
        </p:spPr>
        <p:txBody>
          <a:bodyPr/>
          <a:lstStyle/>
          <a:p>
            <a:pPr eaLnBrk="1" hangingPunct="1"/>
            <a:r>
              <a:rPr lang="en-US" altLang="zh-TW" sz="9600" dirty="0">
                <a:solidFill>
                  <a:srgbClr val="00B050"/>
                </a:solidFill>
                <a:latin typeface="Elephant" panose="02020904090505020303" pitchFamily="18" charset="0"/>
              </a:rPr>
              <a:t>is-a:</a:t>
            </a:r>
          </a:p>
        </p:txBody>
      </p:sp>
      <p:sp>
        <p:nvSpPr>
          <p:cNvPr id="19" name="Rectangle 18"/>
          <p:cNvSpPr/>
          <p:nvPr/>
        </p:nvSpPr>
        <p:spPr bwMode="auto">
          <a:xfrm rot="19281156">
            <a:off x="3431368" y="4655110"/>
            <a:ext cx="4229531" cy="8640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MAMMAL</a:t>
            </a:r>
            <a:endParaRPr kumimoji="1" lang="en-US" sz="6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9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433"/>
    </mc:Choice>
    <mc:Fallback xmlns="">
      <p:transition spd="slow" advTm="1824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180" x="6350000" y="5880100"/>
          <p14:tracePt t="4222" x="6343650" y="5886450"/>
          <p14:tracePt t="4237" x="6330950" y="5886450"/>
          <p14:tracePt t="4244" x="6318250" y="5886450"/>
          <p14:tracePt t="4252" x="6305550" y="5886450"/>
          <p14:tracePt t="4266" x="6286500" y="5880100"/>
          <p14:tracePt t="4282" x="6254750" y="5873750"/>
          <p14:tracePt t="4298" x="6203950" y="5854700"/>
          <p14:tracePt t="4315" x="6115050" y="5803900"/>
          <p14:tracePt t="4331" x="6064250" y="5772150"/>
          <p14:tracePt t="4350" x="5924550" y="5715000"/>
          <p14:tracePt t="4365" x="5765800" y="5645150"/>
          <p14:tracePt t="4381" x="5670550" y="5607050"/>
          <p14:tracePt t="4398" x="5486400" y="5524500"/>
          <p14:tracePt t="4414" x="5314950" y="5461000"/>
          <p14:tracePt t="4431" x="5232400" y="5422900"/>
          <p14:tracePt t="4448" x="5086350" y="5359400"/>
          <p14:tracePt t="4464" x="4946650" y="5302250"/>
          <p14:tracePt t="4481" x="4889500" y="5276850"/>
          <p14:tracePt t="4497" x="4794250" y="5219700"/>
          <p14:tracePt t="4514" x="4724400" y="5181600"/>
          <p14:tracePt t="4532" x="4559300" y="5067300"/>
          <p14:tracePt t="4547" x="4502150" y="5029200"/>
          <p14:tracePt t="4564" x="4457700" y="4991100"/>
          <p14:tracePt t="4581" x="4375150" y="4914900"/>
          <p14:tracePt t="4597" x="4260850" y="4826000"/>
          <p14:tracePt t="4614" x="4191000" y="4775200"/>
          <p14:tracePt t="4631" x="4038600" y="4673600"/>
          <p14:tracePt t="4647" x="3886200" y="4552950"/>
          <p14:tracePt t="4664" x="3816350" y="4502150"/>
          <p14:tracePt t="4680" x="3695700" y="4381500"/>
          <p14:tracePt t="4697" x="3568700" y="4254500"/>
          <p14:tracePt t="4714" x="3448050" y="4121150"/>
          <p14:tracePt t="4730" x="3371850" y="4051300"/>
          <p14:tracePt t="4747" x="3276600" y="3898900"/>
          <p14:tracePt t="4764" x="3213100" y="3829050"/>
          <p14:tracePt t="4780" x="3175000" y="3759200"/>
          <p14:tracePt t="4783" x="3136900" y="3702050"/>
          <p14:tracePt t="4797" x="3098800" y="3657600"/>
          <p14:tracePt t="4813" x="3073400" y="3613150"/>
          <p14:tracePt t="4830" x="3041650" y="3575050"/>
          <p14:tracePt t="4846" x="3028950" y="3568700"/>
          <p14:tracePt t="4862" x="2997200" y="3594100"/>
          <p14:tracePt t="4880" x="2984500" y="3600450"/>
          <p14:tracePt t="5811" x="2978150" y="3594100"/>
          <p14:tracePt t="5817" x="2971800" y="3575050"/>
          <p14:tracePt t="5832" x="2965450" y="3556000"/>
          <p14:tracePt t="5843" x="2959100" y="3524250"/>
          <p14:tracePt t="5860" x="2940050" y="3492500"/>
          <p14:tracePt t="5876" x="2914650" y="3359150"/>
          <p14:tracePt t="5894" x="2882900" y="3206750"/>
          <p14:tracePt t="5910" x="2857500" y="3035300"/>
          <p14:tracePt t="5927" x="2838450" y="2965450"/>
          <p14:tracePt t="5943" x="2806700" y="2825750"/>
          <p14:tracePt t="5959" x="2781300" y="2705100"/>
          <p14:tracePt t="5976" x="2762250" y="2647950"/>
          <p14:tracePt t="5994" x="2724150" y="2565400"/>
          <p14:tracePt t="6009" x="2705100" y="2527300"/>
          <p14:tracePt t="6026" x="2698750" y="2514600"/>
          <p14:tracePt t="6043" x="2686050" y="2508250"/>
          <p14:tracePt t="6059" x="2679700" y="2508250"/>
          <p14:tracePt t="6092" x="2679700" y="2520950"/>
          <p14:tracePt t="6109" x="2679700" y="2527300"/>
          <p14:tracePt t="6126" x="2679700" y="2533650"/>
          <p14:tracePt t="6141" x="2679700" y="2546350"/>
          <p14:tracePt t="6176" x="2679700" y="2559050"/>
          <p14:tracePt t="6192" x="2679700" y="2571750"/>
          <p14:tracePt t="6208" x="2679700" y="2578100"/>
          <p14:tracePt t="6225" x="2679700" y="2590800"/>
          <p14:tracePt t="6241" x="2679700" y="2616200"/>
          <p14:tracePt t="6258" x="2679700" y="2635250"/>
          <p14:tracePt t="6274" x="2667000" y="2705100"/>
          <p14:tracePt t="6291" x="2654300" y="2762250"/>
          <p14:tracePt t="6308" x="2616200" y="2895600"/>
          <p14:tracePt t="6324" x="2565400" y="3067050"/>
          <p14:tracePt t="6341" x="2508250" y="3238500"/>
          <p14:tracePt t="6358" x="2476500" y="3314700"/>
          <p14:tracePt t="6374" x="2419350" y="3479800"/>
          <p14:tracePt t="6391" x="2400300" y="3543300"/>
          <p14:tracePt t="6408" x="2349500" y="3746500"/>
          <p14:tracePt t="6424" x="2343150" y="3810000"/>
          <p14:tracePt t="6442" x="2343150" y="3860800"/>
          <p14:tracePt t="6458" x="2336800" y="3956050"/>
          <p14:tracePt t="6474" x="2343150" y="4051300"/>
          <p14:tracePt t="6491" x="2349500" y="4089400"/>
          <p14:tracePt t="6507" x="2368550" y="4197350"/>
          <p14:tracePt t="6524" x="2400300" y="4330700"/>
          <p14:tracePt t="6541" x="2425700" y="4464050"/>
          <p14:tracePt t="6557" x="2432050" y="4514850"/>
          <p14:tracePt t="6574" x="2463800" y="4660900"/>
          <p14:tracePt t="6591" x="2482850" y="4813300"/>
          <p14:tracePt t="6607" x="2501900" y="4895850"/>
          <p14:tracePt t="6624" x="2501900" y="5035550"/>
          <p14:tracePt t="6641" x="2514600" y="5175250"/>
          <p14:tracePt t="6657" x="2514600" y="5264150"/>
          <p14:tracePt t="6674" x="2533650" y="5441950"/>
          <p14:tracePt t="6690" x="2565400" y="5613400"/>
          <p14:tracePt t="6707" x="2571750" y="5702300"/>
          <p14:tracePt t="6724" x="2584450" y="5772150"/>
          <p14:tracePt t="6740" x="2603500" y="5924550"/>
          <p14:tracePt t="6756" x="2628900" y="6083300"/>
          <p14:tracePt t="6774" x="2660650" y="6191250"/>
          <p14:tracePt t="6790" x="2667000" y="6229350"/>
          <p14:tracePt t="6793" x="2673350" y="6254750"/>
          <p14:tracePt t="6806" x="2679700" y="6273800"/>
          <p14:tracePt t="6823" x="2686050" y="6286500"/>
          <p14:tracePt t="6839" x="2686050" y="6292850"/>
          <p14:tracePt t="6873" x="2692400" y="6292850"/>
          <p14:tracePt t="6934" x="2698750" y="6286500"/>
          <p14:tracePt t="6941" x="2698750" y="6280150"/>
          <p14:tracePt t="6956" x="2698750" y="6273800"/>
          <p14:tracePt t="6963" x="2698750" y="6261100"/>
          <p14:tracePt t="6973" x="2698750" y="6248400"/>
          <p14:tracePt t="6989" x="2692400" y="6229350"/>
          <p14:tracePt t="7006" x="2692400" y="6178550"/>
          <p14:tracePt t="7022" x="2679700" y="6140450"/>
          <p14:tracePt t="7040" x="2660650" y="5949950"/>
          <p14:tracePt t="7055" x="2654300" y="5854700"/>
          <p14:tracePt t="7072" x="2641600" y="5765800"/>
          <p14:tracePt t="7089" x="2635250" y="5537200"/>
          <p14:tracePt t="7105" x="2622550" y="5283200"/>
          <p14:tracePt t="7122" x="2622550" y="5162550"/>
          <p14:tracePt t="7139" x="2609850" y="4883150"/>
          <p14:tracePt t="7155" x="2616200" y="4603750"/>
          <p14:tracePt t="7172" x="2616200" y="4451350"/>
          <p14:tracePt t="7188" x="2628900" y="4051300"/>
          <p14:tracePt t="7205" x="2628900" y="3638550"/>
          <p14:tracePt t="7222" x="2622550" y="3162300"/>
          <p14:tracePt t="7238" x="2609850" y="2997200"/>
          <p14:tracePt t="7255" x="2609850" y="2844800"/>
          <p14:tracePt t="7272" x="2578100" y="2597150"/>
          <p14:tracePt t="7288" x="2540000" y="2444750"/>
          <p14:tracePt t="7305" x="2520950" y="2400300"/>
          <p14:tracePt t="7321" x="2514600" y="2317750"/>
          <p14:tracePt t="7338" x="2508250" y="2305050"/>
          <p14:tracePt t="7355" x="2508250" y="2286000"/>
          <p14:tracePt t="7371" x="2508250" y="2260600"/>
          <p14:tracePt t="7388" x="2501900" y="2241550"/>
          <p14:tracePt t="7405" x="2495550" y="2222500"/>
          <p14:tracePt t="7421" x="2489200" y="2216150"/>
          <p14:tracePt t="7437" x="2489200" y="2209800"/>
          <p14:tracePt t="7475" x="2489200" y="2216150"/>
          <p14:tracePt t="7487" x="2489200" y="2222500"/>
          <p14:tracePt t="7504" x="2489200" y="2241550"/>
          <p14:tracePt t="7520" x="2495550" y="2254250"/>
          <p14:tracePt t="7537" x="2508250" y="2286000"/>
          <p14:tracePt t="7554" x="2533650" y="2368550"/>
          <p14:tracePt t="7570" x="2552700" y="2425700"/>
          <p14:tracePt t="7588" x="2584450" y="2571750"/>
          <p14:tracePt t="7604" x="2635250" y="2787650"/>
          <p14:tracePt t="7620" x="2654300" y="2914650"/>
          <p14:tracePt t="7637" x="2679700" y="3168650"/>
          <p14:tracePt t="7654" x="2679700" y="3295650"/>
          <p14:tracePt t="7670" x="2686050" y="3613150"/>
          <p14:tracePt t="7687" x="2698750" y="3879850"/>
          <p14:tracePt t="7703" x="2711450" y="4019550"/>
          <p14:tracePt t="7720" x="2705100" y="4279900"/>
          <p14:tracePt t="7736" x="2692400" y="4546600"/>
          <p14:tracePt t="7753" x="2673350" y="4660900"/>
          <p14:tracePt t="7770" x="2667000" y="4864100"/>
          <p14:tracePt t="7786" x="2667000" y="5054600"/>
          <p14:tracePt t="7803" x="2667000" y="5143500"/>
          <p14:tracePt t="7820" x="2667000" y="5295900"/>
          <p14:tracePt t="7836" x="2686050" y="5429250"/>
          <p14:tracePt t="7853" x="2692400" y="5473700"/>
          <p14:tracePt t="7870" x="2711450" y="5543550"/>
          <p14:tracePt t="7886" x="2724150" y="5613400"/>
          <p14:tracePt t="7904" x="2724150" y="5645150"/>
          <p14:tracePt t="7919" x="2711450" y="5702300"/>
          <p14:tracePt t="8656" x="2711450" y="5689600"/>
          <p14:tracePt t="8670" x="2711450" y="5676900"/>
          <p14:tracePt t="8677" x="2711450" y="5657850"/>
          <p14:tracePt t="8691" x="2711450" y="5638800"/>
          <p14:tracePt t="8700" x="2711450" y="5619750"/>
          <p14:tracePt t="8716" x="2711450" y="5588000"/>
          <p14:tracePt t="8733" x="2692400" y="5518150"/>
          <p14:tracePt t="8750" x="2679700" y="5422900"/>
          <p14:tracePt t="8766" x="2667000" y="5384800"/>
          <p14:tracePt t="8783" x="2654300" y="5314950"/>
          <p14:tracePt t="8799" x="2635250" y="5238750"/>
          <p14:tracePt t="8816" x="2628900" y="5213350"/>
          <p14:tracePt t="8819" x="2622550" y="5181600"/>
          <p14:tracePt t="8833" x="2616200" y="5143500"/>
          <p14:tracePt t="8849" x="2603500" y="5080000"/>
          <p14:tracePt t="8867" x="2584450" y="5029200"/>
          <p14:tracePt t="8883" x="2584450" y="5003800"/>
          <p14:tracePt t="8899" x="2578100" y="4984750"/>
          <p14:tracePt t="8916" x="2565400" y="4902200"/>
          <p14:tracePt t="8932" x="2565400" y="4883150"/>
          <p14:tracePt t="8949" x="2559050" y="4857750"/>
          <p14:tracePt t="8966" x="2546350" y="4813300"/>
          <p14:tracePt t="8982" x="2540000" y="4781550"/>
          <p14:tracePt t="8999" x="2527300" y="4756150"/>
          <p14:tracePt t="9015" x="2520950" y="4724400"/>
          <p14:tracePt t="9032" x="2514600" y="4711700"/>
          <p14:tracePt t="9065" x="2514600" y="4705350"/>
          <p14:tracePt t="9092" x="2508250" y="4699000"/>
          <p14:tracePt t="9119" x="2501900" y="4699000"/>
          <p14:tracePt t="9161" x="2495550" y="4699000"/>
          <p14:tracePt t="9218" x="2495550" y="4705350"/>
          <p14:tracePt t="9972" x="2495550" y="4699000"/>
          <p14:tracePt t="9980" x="2495550" y="4686300"/>
          <p14:tracePt t="9993" x="2495550" y="4679950"/>
          <p14:tracePt t="10000" x="2495550" y="4660900"/>
          <p14:tracePt t="10015" x="2495550" y="4648200"/>
          <p14:tracePt t="10029" x="2495550" y="4629150"/>
          <p14:tracePt t="10045" x="2495550" y="4572000"/>
          <p14:tracePt t="10062" x="2495550" y="4533900"/>
          <p14:tracePt t="10078" x="2495550" y="4419600"/>
          <p14:tracePt t="10095" x="2495550" y="4292600"/>
          <p14:tracePt t="10111" x="2495550" y="4216400"/>
          <p14:tracePt t="10128" x="2495550" y="4064000"/>
          <p14:tracePt t="10145" x="2495550" y="3930650"/>
          <p14:tracePt t="10162" x="2495550" y="3816350"/>
          <p14:tracePt t="10178" x="2495550" y="3752850"/>
          <p14:tracePt t="10194" x="2508250" y="3600450"/>
          <p14:tracePt t="10211" x="2514600" y="3479800"/>
          <p14:tracePt t="10228" x="2514600" y="3429000"/>
          <p14:tracePt t="10244" x="2527300" y="3390900"/>
          <p14:tracePt t="10261" x="2527300" y="3270250"/>
          <p14:tracePt t="10277" x="2527300" y="3238500"/>
          <p14:tracePt t="10294" x="2527300" y="3213100"/>
          <p14:tracePt t="10310" x="2533650" y="3155950"/>
          <p14:tracePt t="10327" x="2533650" y="3105150"/>
          <p14:tracePt t="10345" x="2533650" y="3060700"/>
          <p14:tracePt t="10361" x="2533650" y="3041650"/>
          <p14:tracePt t="10377" x="2527300" y="3009900"/>
          <p14:tracePt t="10394" x="2527300" y="2990850"/>
          <p14:tracePt t="10410" x="2520950" y="2984500"/>
          <p14:tracePt t="10427" x="2520950" y="2978150"/>
          <p14:tracePt t="10444" x="2514600" y="2978150"/>
          <p14:tracePt t="10569" x="2508250" y="2978150"/>
          <p14:tracePt t="10674" x="2508250" y="2984500"/>
          <p14:tracePt t="10696" x="2508250" y="2997200"/>
          <p14:tracePt t="10702" x="2508250" y="3003550"/>
          <p14:tracePt t="10717" x="2508250" y="3016250"/>
          <p14:tracePt t="10725" x="2508250" y="3041650"/>
          <p14:tracePt t="10742" x="2508250" y="3079750"/>
          <p14:tracePt t="10759" x="2508250" y="3257550"/>
          <p14:tracePt t="10776" x="2508250" y="3536950"/>
          <p14:tracePt t="10792" x="2508250" y="3746500"/>
          <p14:tracePt t="10810" x="2508250" y="4267200"/>
          <p14:tracePt t="10826" x="2508250" y="4813300"/>
          <p14:tracePt t="10844" x="2508250" y="5327650"/>
          <p14:tracePt t="10859" x="2508250" y="5562600"/>
          <p14:tracePt t="10876" x="2508250" y="5746750"/>
          <p14:tracePt t="10893" x="2508250" y="6153150"/>
          <p14:tracePt t="10909" x="2508250" y="6242050"/>
          <p14:tracePt t="10925" x="2508250" y="6305550"/>
          <p14:tracePt t="10942" x="2508250" y="6388100"/>
          <p14:tracePt t="10958" x="2508250" y="6419850"/>
          <p14:tracePt t="10975" x="2508250" y="6426200"/>
          <p14:tracePt t="10992" x="2508250" y="6432550"/>
          <p14:tracePt t="11075" x="2508250" y="6426200"/>
          <p14:tracePt t="11942" x="2508250" y="6413500"/>
          <p14:tracePt t="11949" x="2508250" y="6375400"/>
          <p14:tracePt t="11958" x="2508250" y="6324600"/>
          <p14:tracePt t="11972" x="2508250" y="6273800"/>
          <p14:tracePt t="11988" x="2520950" y="6197600"/>
          <p14:tracePt t="12006" x="2540000" y="5969000"/>
          <p14:tracePt t="12021" x="2540000" y="5657850"/>
          <p14:tracePt t="12038" x="2540000" y="5473700"/>
          <p14:tracePt t="12055" x="2533650" y="5073650"/>
          <p14:tracePt t="12071" x="2514600" y="4775200"/>
          <p14:tracePt t="12090" x="2489200" y="4521200"/>
          <p14:tracePt t="12105" x="2489200" y="4394200"/>
          <p14:tracePt t="12121" x="2482850" y="4191000"/>
          <p14:tracePt t="12139" x="2470150" y="4000500"/>
          <p14:tracePt t="12154" x="2470150" y="3911600"/>
          <p14:tracePt t="12171" x="2463800" y="3740150"/>
          <p14:tracePt t="12188" x="2482850" y="3600450"/>
          <p14:tracePt t="12205" x="2495550" y="3530600"/>
          <p14:tracePt t="12221" x="2501900" y="3467100"/>
          <p14:tracePt t="12238" x="2520950" y="3308350"/>
          <p14:tracePt t="12254" x="2527300" y="3257550"/>
          <p14:tracePt t="12272" x="2527300" y="3213100"/>
          <p14:tracePt t="12287" x="2527300" y="3124200"/>
          <p14:tracePt t="12304" x="2527300" y="3028950"/>
          <p14:tracePt t="12321" x="2527300" y="2940050"/>
          <p14:tracePt t="12337" x="2527300" y="2901950"/>
          <p14:tracePt t="12353" x="2533650" y="2819400"/>
          <p14:tracePt t="12371" x="2546350" y="2736850"/>
          <p14:tracePt t="12387" x="2546350" y="2698750"/>
          <p14:tracePt t="12404" x="2552700" y="2628900"/>
          <p14:tracePt t="12420" x="2552700" y="2559050"/>
          <p14:tracePt t="12437" x="2552700" y="2533650"/>
          <p14:tracePt t="12454" x="2546350" y="2482850"/>
          <p14:tracePt t="12470" x="2533650" y="2457450"/>
          <p14:tracePt t="12487" x="2520950" y="2406650"/>
          <p14:tracePt t="12504" x="2514600" y="2374900"/>
          <p14:tracePt t="12520" x="2514600" y="2324100"/>
          <p14:tracePt t="12536" x="2514600" y="2311400"/>
          <p14:tracePt t="12553" x="2508250" y="2298700"/>
          <p14:tracePt t="12589" x="2508250" y="2305050"/>
          <p14:tracePt t="12604" x="2508250" y="2311400"/>
          <p14:tracePt t="12623" x="2508250" y="2317750"/>
          <p14:tracePt t="12636" x="2520950" y="2336800"/>
          <p14:tracePt t="12652" x="2533650" y="2374900"/>
          <p14:tracePt t="12669" x="2552700" y="2400300"/>
          <p14:tracePt t="12686" x="2571750" y="2476500"/>
          <p14:tracePt t="12702" x="2603500" y="2584450"/>
          <p14:tracePt t="12719" x="2616200" y="2641600"/>
          <p14:tracePt t="12736" x="2635250" y="2755900"/>
          <p14:tracePt t="12753" x="2667000" y="2876550"/>
          <p14:tracePt t="12769" x="2673350" y="2921000"/>
          <p14:tracePt t="12785" x="2692400" y="3048000"/>
          <p14:tracePt t="12802" x="2698750" y="3168650"/>
          <p14:tracePt t="12819" x="2711450" y="3219450"/>
          <p14:tracePt t="12835" x="2717800" y="3327400"/>
          <p14:tracePt t="12852" x="2717800" y="3365500"/>
          <p14:tracePt t="12870" x="2724150" y="3416300"/>
          <p14:tracePt t="12885" x="2724150" y="3429000"/>
          <p14:tracePt t="12905" x="2724150" y="3435350"/>
          <p14:tracePt t="13406" x="2724150" y="3416300"/>
          <p14:tracePt t="13413" x="2724150" y="3390900"/>
          <p14:tracePt t="13427" x="2724150" y="3340100"/>
          <p14:tracePt t="13436" x="2730500" y="3302000"/>
          <p14:tracePt t="13450" x="2736850" y="3232150"/>
          <p14:tracePt t="13467" x="2755900" y="3117850"/>
          <p14:tracePt t="13485" x="2768600" y="2984500"/>
          <p14:tracePt t="13500" x="2774950" y="2921000"/>
          <p14:tracePt t="13516" x="2774950" y="2806700"/>
          <p14:tracePt t="13533" x="2774950" y="2686050"/>
          <p14:tracePt t="13549" x="2774950" y="2635250"/>
          <p14:tracePt t="13566" x="2774950" y="2584450"/>
          <p14:tracePt t="13583" x="2787650" y="2406650"/>
          <p14:tracePt t="13599" x="2787650" y="2349500"/>
          <p14:tracePt t="13617" x="2781300" y="2292350"/>
          <p14:tracePt t="13633" x="2781300" y="2260600"/>
          <p14:tracePt t="13649" x="2781300" y="2228850"/>
          <p14:tracePt t="13667" x="2781300" y="2209800"/>
          <p14:tracePt t="13682" x="2781300" y="2197100"/>
          <p14:tracePt t="13736" x="2781300" y="2203450"/>
          <p14:tracePt t="13743" x="2781300" y="2209800"/>
          <p14:tracePt t="13757" x="2781300" y="2216150"/>
          <p14:tracePt t="13765" x="2781300" y="2222500"/>
          <p14:tracePt t="13782" x="2781300" y="2228850"/>
          <p14:tracePt t="13799" x="2781300" y="2235200"/>
          <p14:tracePt t="13816" x="2787650" y="2254250"/>
          <p14:tracePt t="13832" x="2787650" y="2260600"/>
          <p14:tracePt t="13850" x="2787650" y="2298700"/>
          <p14:tracePt t="13865" x="2813050" y="2381250"/>
          <p14:tracePt t="13882" x="2825750" y="2451100"/>
          <p14:tracePt t="13899" x="2832100" y="2603500"/>
          <p14:tracePt t="13916" x="2844800" y="2692400"/>
          <p14:tracePt t="13932" x="2851150" y="2895600"/>
          <p14:tracePt t="13948" x="2863850" y="3124200"/>
          <p14:tracePt t="13965" x="2863850" y="3225800"/>
          <p14:tracePt t="13982" x="2863850" y="3416300"/>
          <p14:tracePt t="13998" x="2870200" y="3543300"/>
          <p14:tracePt t="14015" x="2870200" y="3581400"/>
          <p14:tracePt t="14031" x="2889250" y="3632200"/>
          <p14:tracePt t="14048" x="2895600" y="3663950"/>
          <p14:tracePt t="14095" x="2895600" y="3670300"/>
          <p14:tracePt t="14108" x="2901950" y="3676650"/>
          <p14:tracePt t="14117" x="2901950" y="3689350"/>
          <p14:tracePt t="14978" x="2895600" y="3689350"/>
          <p14:tracePt t="15006" x="2889250" y="3689350"/>
          <p14:tracePt t="15028" x="2882900" y="3689350"/>
          <p14:tracePt t="15042" x="2876550" y="3689350"/>
          <p14:tracePt t="15063" x="2870200" y="3689350"/>
          <p14:tracePt t="15069" x="2863850" y="3689350"/>
          <p14:tracePt t="15078" x="2857500" y="3689350"/>
          <p14:tracePt t="15094" x="2851150" y="3683000"/>
          <p14:tracePt t="15112" x="2838450" y="3651250"/>
          <p14:tracePt t="15127" x="2832100" y="3638550"/>
          <p14:tracePt t="15144" x="2825750" y="3600450"/>
          <p14:tracePt t="15162" x="2819400" y="3556000"/>
          <p14:tracePt t="15177" x="2813050" y="3536950"/>
          <p14:tracePt t="15194" x="2800350" y="3505200"/>
          <p14:tracePt t="15211" x="2794000" y="3473450"/>
          <p14:tracePt t="15227" x="2787650" y="3467100"/>
          <p14:tracePt t="15244" x="2781300" y="3454400"/>
          <p14:tracePt t="15261" x="2774950" y="3448050"/>
          <p14:tracePt t="15308" x="2768600" y="3441700"/>
          <p14:tracePt t="15372" x="2762250" y="3441700"/>
          <p14:tracePt t="15421" x="2755900" y="3441700"/>
          <p14:tracePt t="15491" x="2755900" y="3435350"/>
          <p14:tracePt t="15518" x="2755900" y="3429000"/>
          <p14:tracePt t="15540" x="2755900" y="3422650"/>
          <p14:tracePt t="15554" x="2755900" y="3416300"/>
          <p14:tracePt t="15562" x="2755900" y="3403600"/>
          <p14:tracePt t="15576" x="2743200" y="3384550"/>
          <p14:tracePt t="15592" x="2736850" y="3314700"/>
          <p14:tracePt t="15609" x="2717800" y="3257550"/>
          <p14:tracePt t="15626" x="2692400" y="3105150"/>
          <p14:tracePt t="15643" x="2660650" y="2921000"/>
          <p14:tracePt t="15660" x="2622550" y="2736850"/>
          <p14:tracePt t="15675" x="2603500" y="2660650"/>
          <p14:tracePt t="15692" x="2571750" y="2565400"/>
          <p14:tracePt t="15710" x="2520950" y="2381250"/>
          <p14:tracePt t="15725" x="2514600" y="2324100"/>
          <p14:tracePt t="15742" x="2508250" y="2286000"/>
          <p14:tracePt t="15759" x="2489200" y="2216150"/>
          <p14:tracePt t="15775" x="2476500" y="2133600"/>
          <p14:tracePt t="15792" x="2457450" y="2089150"/>
          <p14:tracePt t="15808" x="2444750" y="2032000"/>
          <p14:tracePt t="15826" x="2432050" y="1974850"/>
          <p14:tracePt t="15842" x="2419350" y="1936750"/>
          <p14:tracePt t="15859" x="2413000" y="1930400"/>
          <p14:tracePt t="15913" x="2419350" y="1936750"/>
          <p14:tracePt t="15934" x="2425700" y="1949450"/>
          <p14:tracePt t="15941" x="2425700" y="1955800"/>
          <p14:tracePt t="15955" x="2432050" y="1962150"/>
          <p14:tracePt t="15962" x="2438400" y="1968500"/>
          <p14:tracePt t="15977" x="2438400" y="1974850"/>
          <p14:tracePt t="15991" x="2444750" y="1981200"/>
          <p14:tracePt t="16008" x="2451100" y="1993900"/>
          <p14:tracePt t="16025" x="2463800" y="2038350"/>
          <p14:tracePt t="16041" x="2482850" y="2076450"/>
          <p14:tracePt t="16057" x="2514600" y="2197100"/>
          <p14:tracePt t="16075" x="2565400" y="2368550"/>
          <p14:tracePt t="16090" x="2590800" y="2489200"/>
          <p14:tracePt t="16107" x="2641600" y="2692400"/>
          <p14:tracePt t="16124" x="2679700" y="2901950"/>
          <p14:tracePt t="16140" x="2705100" y="3003550"/>
          <p14:tracePt t="16157" x="2724150" y="3181350"/>
          <p14:tracePt t="16174" x="2730500" y="3359150"/>
          <p14:tracePt t="16191" x="2730500" y="3429000"/>
          <p14:tracePt t="16208" x="2743200" y="3517900"/>
          <p14:tracePt t="16224" x="2743200" y="3562350"/>
          <p14:tracePt t="16241" x="2743200" y="3575050"/>
          <p14:tracePt t="16273" x="2743200" y="3581400"/>
          <p14:tracePt t="16334" x="2743200" y="3587750"/>
          <p14:tracePt t="16888" x="2743200" y="3575050"/>
          <p14:tracePt t="16896" x="2743200" y="3549650"/>
          <p14:tracePt t="16905" x="2743200" y="3530600"/>
          <p14:tracePt t="16921" x="2730500" y="3498850"/>
          <p14:tracePt t="16939" x="2724150" y="3416300"/>
          <p14:tracePt t="16954" x="2717800" y="3365500"/>
          <p14:tracePt t="16971" x="2698750" y="3244850"/>
          <p14:tracePt t="16988" x="2679700" y="3092450"/>
          <p14:tracePt t="17004" x="2667000" y="3009900"/>
          <p14:tracePt t="17021" x="2647950" y="2844800"/>
          <p14:tracePt t="17038" x="2622550" y="2686050"/>
          <p14:tracePt t="17054" x="2622550" y="2622550"/>
          <p14:tracePt t="17072" x="2590800" y="2501900"/>
          <p14:tracePt t="17087" x="2571750" y="2406650"/>
          <p14:tracePt t="17104" x="2559050" y="2374900"/>
          <p14:tracePt t="17121" x="2546350" y="2330450"/>
          <p14:tracePt t="17138" x="2520950" y="2292350"/>
          <p14:tracePt t="17154" x="2514600" y="2273300"/>
          <p14:tracePt t="17171" x="2508250" y="2254250"/>
          <p14:tracePt t="17187" x="2495550" y="2235200"/>
          <p14:tracePt t="17204" x="2489200" y="2222500"/>
          <p14:tracePt t="17220" x="2476500" y="2209800"/>
          <p14:tracePt t="17237" x="2470150" y="2203450"/>
          <p14:tracePt t="17254" x="2457450" y="2184400"/>
          <p14:tracePt t="17270" x="2451100" y="2165350"/>
          <p14:tracePt t="17287" x="2444750" y="2152650"/>
          <p14:tracePt t="17304" x="2438400" y="2139950"/>
          <p14:tracePt t="17320" x="2432050" y="2120900"/>
          <p14:tracePt t="17336" x="2432050" y="2114550"/>
          <p14:tracePt t="17353" x="2425700" y="2101850"/>
          <p14:tracePt t="17369" x="2419350" y="2095500"/>
          <p14:tracePt t="17479" x="2413000" y="2095500"/>
          <p14:tracePt t="18934" x="2413000" y="2101850"/>
          <p14:tracePt t="18940" x="2413000" y="2108200"/>
          <p14:tracePt t="18954" x="2419350" y="2114550"/>
          <p14:tracePt t="18964" x="2425700" y="2120900"/>
          <p14:tracePt t="18981" x="2432050" y="2120900"/>
          <p14:tracePt t="18997" x="2438400" y="2127250"/>
          <p14:tracePt t="19014" x="2457450" y="2139950"/>
          <p14:tracePt t="19031" x="2476500" y="2146300"/>
          <p14:tracePt t="19047" x="2489200" y="2152650"/>
          <p14:tracePt t="19064" x="2501900" y="2165350"/>
          <p14:tracePt t="19081" x="2565400" y="2203450"/>
          <p14:tracePt t="19097" x="2597150" y="2235200"/>
          <p14:tracePt t="19114" x="2641600" y="2273300"/>
          <p14:tracePt t="19131" x="2724150" y="2362200"/>
          <p14:tracePt t="19147" x="2813050" y="2482850"/>
          <p14:tracePt t="19166" x="2901950" y="2616200"/>
          <p14:tracePt t="19180" x="2952750" y="2679700"/>
          <p14:tracePt t="19197" x="3022600" y="2813050"/>
          <p14:tracePt t="19214" x="3067050" y="2927350"/>
          <p14:tracePt t="19230" x="3092450" y="2971800"/>
          <p14:tracePt t="19246" x="3124200" y="3022600"/>
          <p14:tracePt t="19264" x="3124200" y="3048000"/>
          <p14:tracePt t="19280" x="3130550" y="3048000"/>
          <p14:tracePt t="19296" x="3130550" y="3054350"/>
          <p14:tracePt t="19404" x="3136900" y="3060700"/>
          <p14:tracePt t="19425" x="3136900" y="3067050"/>
          <p14:tracePt t="19432" x="3143250" y="3073400"/>
          <p14:tracePt t="19448" x="3143250" y="3086100"/>
          <p14:tracePt t="19462" x="3149600" y="3092450"/>
          <p14:tracePt t="19479" x="3149600" y="3105150"/>
          <p14:tracePt t="19496" x="3155950" y="3124200"/>
          <p14:tracePt t="19512" x="3155950" y="3136900"/>
          <p14:tracePt t="19529" x="3162300" y="3162300"/>
          <p14:tracePt t="19545" x="3168650" y="3175000"/>
          <p14:tracePt t="19579" x="3168650" y="3181350"/>
          <p14:tracePt t="20028" x="3168650" y="3225800"/>
          <p14:tracePt t="20035" x="3155950" y="3282950"/>
          <p14:tracePt t="20048" x="3136900" y="3346450"/>
          <p14:tracePt t="20060" x="3124200" y="3416300"/>
          <p14:tracePt t="20078" x="3105150" y="3568700"/>
          <p14:tracePt t="20093" x="3098800" y="3670300"/>
          <p14:tracePt t="20111" x="3067050" y="3829050"/>
          <p14:tracePt t="20127" x="3041650" y="3962400"/>
          <p14:tracePt t="20143" x="3022600" y="4025900"/>
          <p14:tracePt t="20160" x="3009900" y="4121150"/>
          <p14:tracePt t="20176" x="3003550" y="4210050"/>
          <p14:tracePt t="20193" x="2997200" y="4241800"/>
          <p14:tracePt t="20211" x="2990850" y="4292600"/>
          <p14:tracePt t="20226" x="2971800" y="4330700"/>
          <p14:tracePt t="20243" x="2971800" y="4343400"/>
          <p14:tracePt t="20260" x="2965450" y="4368800"/>
          <p14:tracePt t="20276" x="2965450" y="4381500"/>
          <p14:tracePt t="20293" x="2965450" y="4394200"/>
          <p14:tracePt t="20310" x="2965450" y="4406900"/>
          <p14:tracePt t="20326" x="2959100" y="4419600"/>
          <p14:tracePt t="20359" x="2952750" y="4425950"/>
          <p14:tracePt t="20376" x="2946400" y="4425950"/>
          <p14:tracePt t="20393" x="2940050" y="4432300"/>
          <p14:tracePt t="20943" x="2946400" y="4432300"/>
          <p14:tracePt t="20950" x="2971800" y="4432300"/>
          <p14:tracePt t="20959" x="3003550" y="4432300"/>
          <p14:tracePt t="20974" x="3028950" y="4432300"/>
          <p14:tracePt t="20991" x="3060700" y="4432300"/>
          <p14:tracePt t="21008" x="3124200" y="4432300"/>
          <p14:tracePt t="21024" x="3206750" y="4438650"/>
          <p14:tracePt t="21041" x="3263900" y="4451350"/>
          <p14:tracePt t="21057" x="3295650" y="4457700"/>
          <p14:tracePt t="21074" x="3333750" y="4464050"/>
          <p14:tracePt t="21091" x="3365500" y="4476750"/>
          <p14:tracePt t="21107" x="3378200" y="4476750"/>
          <p14:tracePt t="21123" x="3390900" y="4489450"/>
          <p14:tracePt t="21140" x="3403600" y="4489450"/>
          <p14:tracePt t="21156" x="3409950" y="4495800"/>
          <p14:tracePt t="21174" x="3422650" y="4495800"/>
          <p14:tracePt t="21190" x="3429000" y="4502150"/>
          <p14:tracePt t="21206" x="3435350" y="4502150"/>
          <p14:tracePt t="21226" x="3448050" y="4502150"/>
          <p14:tracePt t="21240" x="3454400" y="4502150"/>
          <p14:tracePt t="21256" x="3460750" y="4502150"/>
          <p14:tracePt t="21273" x="3473450" y="4495800"/>
          <p14:tracePt t="21290" x="3479800" y="4489450"/>
          <p14:tracePt t="21306" x="3511550" y="4476750"/>
          <p14:tracePt t="21323" x="3562350" y="4445000"/>
          <p14:tracePt t="21340" x="3606800" y="4438650"/>
          <p14:tracePt t="21356" x="3702050" y="4394200"/>
          <p14:tracePt t="21373" x="3816350" y="4343400"/>
          <p14:tracePt t="21389" x="3873500" y="4330700"/>
          <p14:tracePt t="21406" x="3981450" y="4298950"/>
          <p14:tracePt t="21422" x="4064000" y="4267200"/>
          <p14:tracePt t="21439" x="4121150" y="4254500"/>
          <p14:tracePt t="21456" x="4216400" y="4229100"/>
          <p14:tracePt t="21472" x="4349750" y="4184650"/>
          <p14:tracePt t="21489" x="4425950" y="4165600"/>
          <p14:tracePt t="21506" x="4578350" y="4102100"/>
          <p14:tracePt t="21522" x="4686300" y="4057650"/>
          <p14:tracePt t="21540" x="4775200" y="3994150"/>
          <p14:tracePt t="21555" x="4826000" y="3956050"/>
          <p14:tracePt t="21572" x="4870450" y="3911600"/>
          <p14:tracePt t="21589" x="5022850" y="3771900"/>
          <p14:tracePt t="21605" x="5054600" y="3733800"/>
          <p14:tracePt t="21622" x="5092700" y="3702050"/>
          <p14:tracePt t="21639" x="5168900" y="3625850"/>
          <p14:tracePt t="21655" x="5226050" y="3581400"/>
          <p14:tracePt t="21671" x="5238750" y="3568700"/>
          <p14:tracePt t="21688" x="5251450" y="3556000"/>
          <p14:tracePt t="21705" x="5251450" y="3549650"/>
          <p14:tracePt t="21738" x="5257800" y="3549650"/>
          <p14:tracePt t="21755" x="5276850" y="3536950"/>
          <p14:tracePt t="21773" x="5283200" y="3530600"/>
          <p14:tracePt t="21788" x="5289550" y="3524250"/>
          <p14:tracePt t="21805" x="5295900" y="3517900"/>
          <p14:tracePt t="21837" x="5302250" y="3511550"/>
          <p14:tracePt t="21955" x="5295900" y="3511550"/>
          <p14:tracePt t="21997" x="5295900" y="3517900"/>
          <p14:tracePt t="22005" x="5289550" y="3524250"/>
          <p14:tracePt t="22010" x="5283200" y="3530600"/>
          <p14:tracePt t="22024" x="5283200" y="3536950"/>
          <p14:tracePt t="22037" x="5270500" y="3549650"/>
          <p14:tracePt t="22054" x="5213350" y="3594100"/>
          <p14:tracePt t="22070" x="5175250" y="3638550"/>
          <p14:tracePt t="22087" x="5073650" y="3746500"/>
          <p14:tracePt t="22103" x="4927600" y="3886200"/>
          <p14:tracePt t="22120" x="4857750" y="3968750"/>
          <p14:tracePt t="22137" x="4781550" y="4057650"/>
          <p14:tracePt t="22153" x="4578350" y="4267200"/>
          <p14:tracePt t="22170" x="4521200" y="4337050"/>
          <p14:tracePt t="22187" x="4432300" y="4457700"/>
          <p14:tracePt t="22203" x="4381500" y="4502150"/>
          <p14:tracePt t="22220" x="4337050" y="4559300"/>
          <p14:tracePt t="22236" x="4305300" y="4584700"/>
          <p14:tracePt t="22253" x="4298950" y="4591050"/>
          <p14:tracePt t="22270" x="4292600" y="4597400"/>
          <p14:tracePt t="22302" x="4286250" y="4597400"/>
          <p14:tracePt t="22383" x="4286250" y="4591050"/>
          <p14:tracePt t="22397" x="4286250" y="4584700"/>
          <p14:tracePt t="22405" x="4292600" y="4584700"/>
          <p14:tracePt t="22425" x="4305300" y="4578350"/>
          <p14:tracePt t="22446" x="4318000" y="4572000"/>
          <p14:tracePt t="22455" x="4343400" y="4552950"/>
          <p14:tracePt t="22469" x="4375150" y="4533900"/>
          <p14:tracePt t="22485" x="4406900" y="4508500"/>
          <p14:tracePt t="22503" x="4572000" y="4362450"/>
          <p14:tracePt t="22519" x="4641850" y="4298950"/>
          <p14:tracePt t="22536" x="4711700" y="4241800"/>
          <p14:tracePt t="22552" x="4876800" y="4095750"/>
          <p14:tracePt t="22568" x="5041900" y="3949700"/>
          <p14:tracePt t="22585" x="5124450" y="3886200"/>
          <p14:tracePt t="22601" x="5257800" y="3752850"/>
          <p14:tracePt t="22618" x="5365750" y="3651250"/>
          <p14:tracePt t="22636" x="5435600" y="3581400"/>
          <p14:tracePt t="22651" x="5467350" y="3543300"/>
          <p14:tracePt t="22668" x="5524500" y="3498850"/>
          <p14:tracePt t="22686" x="5568950" y="3467100"/>
          <p14:tracePt t="22702" x="5588000" y="3460750"/>
          <p14:tracePt t="22718" x="5607050" y="3448050"/>
          <p14:tracePt t="22735" x="5619750" y="3448050"/>
          <p14:tracePt t="23611" x="5626100" y="3429000"/>
          <p14:tracePt t="23618" x="5638800" y="3403600"/>
          <p14:tracePt t="23634" x="5657850" y="3390900"/>
          <p14:tracePt t="23648" x="5695950" y="3340100"/>
          <p14:tracePt t="23664" x="5721350" y="3314700"/>
          <p14:tracePt t="23682" x="5772150" y="3270250"/>
          <p14:tracePt t="23698" x="5797550" y="3244850"/>
          <p14:tracePt t="23714" x="5848350" y="3200400"/>
          <p14:tracePt t="23731" x="5892800" y="3155950"/>
          <p14:tracePt t="23748" x="5930900" y="3130550"/>
          <p14:tracePt t="23765" x="5949950" y="3117850"/>
          <p14:tracePt t="23780" x="5994400" y="3067050"/>
          <p14:tracePt t="23798" x="6007100" y="3060700"/>
          <p14:tracePt t="23815" x="6013450" y="3041650"/>
          <p14:tracePt t="23851" x="6013450" y="3035300"/>
          <p14:tracePt t="23990" x="6013450" y="3041650"/>
          <p14:tracePt t="24018" x="6007100" y="3048000"/>
          <p14:tracePt t="24053" x="6000750" y="3054350"/>
          <p14:tracePt t="24067" x="6000750" y="3060700"/>
          <p14:tracePt t="24081" x="5994400" y="3060700"/>
          <p14:tracePt t="24088" x="5994400" y="3067050"/>
          <p14:tracePt t="24103" x="5988050" y="3067050"/>
          <p14:tracePt t="24113" x="5981700" y="3073400"/>
          <p14:tracePt t="24130" x="5975350" y="3079750"/>
          <p14:tracePt t="24146" x="5930900" y="3117850"/>
          <p14:tracePt t="24163" x="5848350" y="3181350"/>
          <p14:tracePt t="24180" x="5740400" y="3282950"/>
          <p14:tracePt t="24196" x="5670550" y="3346450"/>
          <p14:tracePt t="24213" x="5530850" y="3479800"/>
          <p14:tracePt t="24230" x="5365750" y="3600450"/>
          <p14:tracePt t="24247" x="5289550" y="3676650"/>
          <p14:tracePt t="24262" x="5207000" y="3746500"/>
          <p14:tracePt t="24279" x="5010150" y="3937000"/>
          <p14:tracePt t="24296" x="4946650" y="4000500"/>
          <p14:tracePt t="24314" x="4851400" y="4089400"/>
          <p14:tracePt t="24329" x="4806950" y="4121150"/>
          <p14:tracePt t="24346" x="4692650" y="4197350"/>
          <p14:tracePt t="24363" x="4546600" y="4273550"/>
          <p14:tracePt t="24379" x="4489450" y="4305300"/>
          <p14:tracePt t="24395" x="4413250" y="4343400"/>
          <p14:tracePt t="24412" x="4349750" y="4368800"/>
          <p14:tracePt t="24429" x="4324350" y="4375150"/>
          <p14:tracePt t="24445" x="4273550" y="4394200"/>
          <p14:tracePt t="24462" x="4229100" y="4413250"/>
          <p14:tracePt t="24479" x="4197350" y="4425950"/>
          <p14:tracePt t="24496" x="4140200" y="4451350"/>
          <p14:tracePt t="24512" x="4051300" y="4495800"/>
          <p14:tracePt t="24528" x="3994150" y="4508500"/>
          <p14:tracePt t="24545" x="3873500" y="4546600"/>
          <p14:tracePt t="24561" x="3816350" y="4578350"/>
          <p14:tracePt t="24578" x="3695700" y="4635500"/>
          <p14:tracePt t="24595" x="3568700" y="4679950"/>
          <p14:tracePt t="24611" x="3517900" y="4692650"/>
          <p14:tracePt t="24629" x="3409950" y="4711700"/>
          <p14:tracePt t="24645" x="3314700" y="4705350"/>
          <p14:tracePt t="24661" x="3276600" y="4705350"/>
          <p14:tracePt t="24678" x="3219450" y="4705350"/>
          <p14:tracePt t="24694" x="3175000" y="4705350"/>
          <p14:tracePt t="24711" x="3149600" y="4699000"/>
          <p14:tracePt t="24728" x="3117850" y="4699000"/>
          <p14:tracePt t="24744" x="3098800" y="4699000"/>
          <p14:tracePt t="24761" x="3092450" y="4699000"/>
          <p14:tracePt t="24778" x="3079750" y="4699000"/>
          <p14:tracePt t="24794" x="3060700" y="4699000"/>
          <p14:tracePt t="24811" x="3054350" y="4699000"/>
          <p14:tracePt t="24827" x="3041650" y="4692650"/>
          <p14:tracePt t="24844" x="3028950" y="4686300"/>
          <p14:tracePt t="24861" x="3016250" y="4686300"/>
          <p14:tracePt t="24894" x="3016250" y="4679950"/>
          <p14:tracePt t="24952" x="3016250" y="4673600"/>
          <p14:tracePt t="24974" x="3022600" y="4673600"/>
          <p14:tracePt t="28370" x="3054350" y="4673600"/>
          <p14:tracePt t="28377" x="3073400" y="4673600"/>
          <p14:tracePt t="28391" x="3105150" y="4673600"/>
          <p14:tracePt t="28401" x="3130550" y="4673600"/>
          <p14:tracePt t="28414" x="3162300" y="4660900"/>
          <p14:tracePt t="28432" x="3194050" y="4654550"/>
          <p14:tracePt t="28448" x="3321050" y="4648200"/>
          <p14:tracePt t="28465" x="3390900" y="4648200"/>
          <p14:tracePt t="28482" x="3454400" y="4648200"/>
          <p14:tracePt t="28498" x="3581400" y="4660900"/>
          <p14:tracePt t="28514" x="3752850" y="4667250"/>
          <p14:tracePt t="28532" x="3917950" y="4679950"/>
          <p14:tracePt t="28548" x="3994150" y="4692650"/>
          <p14:tracePt t="28564" x="4127500" y="4718050"/>
          <p14:tracePt t="28581" x="4229100" y="4724400"/>
          <p14:tracePt t="28597" x="4298950" y="4737100"/>
          <p14:tracePt t="28614" x="4413250" y="4756150"/>
          <p14:tracePt t="28631" x="4559300" y="4756150"/>
          <p14:tracePt t="28647" x="4622800" y="4756150"/>
          <p14:tracePt t="28665" x="4699000" y="4756150"/>
          <p14:tracePt t="28681" x="4781550" y="4756150"/>
          <p14:tracePt t="28697" x="4806950" y="4743450"/>
          <p14:tracePt t="28715" x="4864100" y="4743450"/>
          <p14:tracePt t="28731" x="4927600" y="4730750"/>
          <p14:tracePt t="28747" x="4965700" y="4724400"/>
          <p14:tracePt t="28764" x="5099050" y="4686300"/>
          <p14:tracePt t="28780" x="5181600" y="4641850"/>
          <p14:tracePt t="28797" x="5308600" y="4578350"/>
          <p14:tracePt t="28813" x="5346700" y="4457700"/>
          <p14:tracePt t="28965" x="5346700" y="4451350"/>
          <p14:tracePt t="28980" x="5346700" y="4438650"/>
          <p14:tracePt t="28993" x="5346700" y="4419600"/>
          <p14:tracePt t="29000" x="5346700" y="4394200"/>
          <p14:tracePt t="29016" x="5346700" y="4368800"/>
          <p14:tracePt t="29029" x="5353050" y="4349750"/>
          <p14:tracePt t="29046" x="5378450" y="4273550"/>
          <p14:tracePt t="29064" x="5403850" y="4191000"/>
          <p14:tracePt t="29079" x="5422900" y="4146550"/>
          <p14:tracePt t="29096" x="5467350" y="4051300"/>
          <p14:tracePt t="29113" x="5549900" y="3898900"/>
          <p14:tracePt t="29129" x="5588000" y="3803650"/>
          <p14:tracePt t="29146" x="5670550" y="3619500"/>
          <p14:tracePt t="29162" x="5753100" y="3454400"/>
          <p14:tracePt t="29179" x="5791200" y="3397250"/>
          <p14:tracePt t="29196" x="5848350" y="3276600"/>
          <p14:tracePt t="29212" x="5892800" y="3162300"/>
          <p14:tracePt t="29229" x="5905500" y="3124200"/>
          <p14:tracePt t="29246" x="5924550" y="3060700"/>
          <p14:tracePt t="29262" x="5943600" y="3022600"/>
          <p14:tracePt t="29296" x="5949950" y="3016250"/>
          <p14:tracePt t="29311" x="5949950" y="3009900"/>
          <p14:tracePt t="29346" x="5956300" y="3009900"/>
          <p14:tracePt t="29421" x="5956300" y="3003550"/>
          <p14:tracePt t="29463" x="5956300" y="2997200"/>
          <p14:tracePt t="29484" x="5949950" y="2997200"/>
          <p14:tracePt t="29491" x="5949950" y="3003550"/>
          <p14:tracePt t="29506" x="5943600" y="3003550"/>
          <p14:tracePt t="29514" x="5937250" y="3009900"/>
          <p14:tracePt t="29528" x="5930900" y="3016250"/>
          <p14:tracePt t="29544" x="5905500" y="3028950"/>
          <p14:tracePt t="29562" x="5848350" y="3073400"/>
          <p14:tracePt t="29577" x="5803900" y="3098800"/>
          <p14:tracePt t="29594" x="5759450" y="3143250"/>
          <p14:tracePt t="29611" x="5549900" y="3308350"/>
          <p14:tracePt t="29627" x="5467350" y="3390900"/>
          <p14:tracePt t="29644" x="5378450" y="3473450"/>
          <p14:tracePt t="29661" x="5238750" y="3632200"/>
          <p14:tracePt t="29677" x="5067300" y="3810000"/>
          <p14:tracePt t="29694" x="4997450" y="3879850"/>
          <p14:tracePt t="29711" x="4864100" y="4000500"/>
          <p14:tracePt t="29727" x="4749800" y="4108450"/>
          <p14:tracePt t="29745" x="4667250" y="4171950"/>
          <p14:tracePt t="29760" x="4635500" y="4197350"/>
          <p14:tracePt t="29777" x="4584700" y="4235450"/>
          <p14:tracePt t="29794" x="4546600" y="4260850"/>
          <p14:tracePt t="29810" x="4533900" y="4267200"/>
          <p14:tracePt t="29827" x="4514850" y="4279900"/>
          <p14:tracePt t="29843" x="4495800" y="4292600"/>
          <p14:tracePt t="29860" x="4483100" y="4298950"/>
          <p14:tracePt t="29878" x="4451350" y="4311650"/>
          <p14:tracePt t="29893" x="4400550" y="4337050"/>
          <p14:tracePt t="29909" x="4356100" y="4343400"/>
          <p14:tracePt t="29927" x="4235450" y="4381500"/>
          <p14:tracePt t="29943" x="4171950" y="4400550"/>
          <p14:tracePt t="29960" x="4044950" y="4445000"/>
          <p14:tracePt t="29977" x="4006850" y="4457700"/>
          <p14:tracePt t="29993" x="3943350" y="4476750"/>
          <p14:tracePt t="30009" x="3917950" y="4489450"/>
          <p14:tracePt t="30026" x="3905250" y="4502150"/>
          <p14:tracePt t="30059" x="3898900" y="4502150"/>
          <p14:tracePt t="30076" x="3886200" y="4508500"/>
          <p14:tracePt t="30103" x="3879850" y="4508500"/>
          <p14:tracePt t="30124" x="3873500" y="4508500"/>
          <p14:tracePt t="30144" x="3867150" y="4508500"/>
          <p14:tracePt t="30173" x="3860800" y="4508500"/>
          <p14:tracePt t="30194" x="3854450" y="4508500"/>
          <p14:tracePt t="30201" x="3841750" y="4508500"/>
          <p14:tracePt t="33569" x="3854450" y="4508500"/>
          <p14:tracePt t="33577" x="3873500" y="4502150"/>
          <p14:tracePt t="33584" x="3898900" y="4502150"/>
          <p14:tracePt t="33600" x="3924300" y="4495800"/>
          <p14:tracePt t="33614" x="3956050" y="4489450"/>
          <p14:tracePt t="33630" x="3994150" y="4483100"/>
          <p14:tracePt t="33648" x="4038600" y="4470400"/>
          <p14:tracePt t="33663" x="4057650" y="4470400"/>
          <p14:tracePt t="33680" x="4108450" y="4470400"/>
          <p14:tracePt t="33697" x="4152900" y="4470400"/>
          <p14:tracePt t="33713" x="4178300" y="4470400"/>
          <p14:tracePt t="33730" x="4222750" y="4464050"/>
          <p14:tracePt t="33746" x="4260850" y="4464050"/>
          <p14:tracePt t="33763" x="4273550" y="4464050"/>
          <p14:tracePt t="33796" x="4298950" y="4464050"/>
          <p14:tracePt t="33813" x="4305300" y="4464050"/>
          <p14:tracePt t="33830" x="4311650" y="4464050"/>
          <p14:tracePt t="33863" x="4318000" y="4464050"/>
          <p14:tracePt t="33879" x="4324350" y="4464050"/>
          <p14:tracePt t="33896" x="4330700" y="4464050"/>
          <p14:tracePt t="34258" x="4324350" y="4464050"/>
          <p14:tracePt t="34279" x="4318000" y="4464050"/>
          <p14:tracePt t="34300" x="4311650" y="4464050"/>
          <p14:tracePt t="34321" x="4305300" y="4470400"/>
          <p14:tracePt t="34328" x="4298950" y="4470400"/>
          <p14:tracePt t="34342" x="4286250" y="4470400"/>
          <p14:tracePt t="34349" x="4279900" y="4470400"/>
          <p14:tracePt t="34361" x="4273550" y="4470400"/>
          <p14:tracePt t="34378" x="4235450" y="4470400"/>
          <p14:tracePt t="34394" x="4216400" y="4476750"/>
          <p14:tracePt t="34411" x="4197350" y="4476750"/>
          <p14:tracePt t="34427" x="4146550" y="4476750"/>
          <p14:tracePt t="34443" x="4121150" y="4476750"/>
          <p14:tracePt t="34461" x="4083050" y="4483100"/>
          <p14:tracePt t="34477" x="4064000" y="4483100"/>
          <p14:tracePt t="34494" x="4013200" y="4483100"/>
          <p14:tracePt t="34511" x="3968750" y="4470400"/>
          <p14:tracePt t="34527" x="3956050" y="4470400"/>
          <p14:tracePt t="34544" x="3924300" y="4457700"/>
          <p14:tracePt t="34561" x="3898900" y="4451350"/>
          <p14:tracePt t="34577" x="3892550" y="4451350"/>
          <p14:tracePt t="34594" x="3879850" y="4445000"/>
          <p14:tracePt t="34610" x="3873500" y="4438650"/>
          <p14:tracePt t="34627" x="3867150" y="4438650"/>
          <p14:tracePt t="34644" x="3854450" y="4438650"/>
          <p14:tracePt t="34911" x="3860800" y="4432300"/>
          <p14:tracePt t="34939" x="3867150" y="4432300"/>
          <p14:tracePt t="34953" x="3873500" y="4432300"/>
          <p14:tracePt t="34961" x="3879850" y="4432300"/>
          <p14:tracePt t="35009" x="3886200" y="4425950"/>
          <p14:tracePt t="35030" x="3898900" y="4425950"/>
          <p14:tracePt t="35051" x="3911600" y="4419600"/>
          <p14:tracePt t="35058" x="3917950" y="4419600"/>
          <p14:tracePt t="35072" x="3937000" y="4413250"/>
          <p14:tracePt t="35079" x="3956050" y="4413250"/>
          <p14:tracePt t="35095" x="3987800" y="4400550"/>
          <p14:tracePt t="35108" x="4019550" y="4394200"/>
          <p14:tracePt t="35125" x="4102100" y="4368800"/>
          <p14:tracePt t="35143" x="4210050" y="4349750"/>
          <p14:tracePt t="35158" x="4260850" y="4330700"/>
          <p14:tracePt t="35175" x="4349750" y="4305300"/>
          <p14:tracePt t="35192" x="4432300" y="4279900"/>
          <p14:tracePt t="35208" x="4470400" y="4273550"/>
          <p14:tracePt t="35225" x="4533900" y="4248150"/>
          <p14:tracePt t="35241" x="4584700" y="4222750"/>
          <p14:tracePt t="35258" x="4603750" y="4210050"/>
          <p14:tracePt t="35274" x="4641850" y="4191000"/>
          <p14:tracePt t="35291" x="4673600" y="4171950"/>
          <p14:tracePt t="35308" x="4686300" y="4159250"/>
          <p14:tracePt t="35325" x="4724400" y="4127500"/>
          <p14:tracePt t="35341" x="4749800" y="4095750"/>
          <p14:tracePt t="35357" x="4775200" y="4083050"/>
          <p14:tracePt t="35375" x="4800600" y="4064000"/>
          <p14:tracePt t="35391" x="4819650" y="4038600"/>
          <p14:tracePt t="35407" x="4851400" y="4013200"/>
          <p14:tracePt t="35424" x="4883150" y="3975100"/>
          <p14:tracePt t="35441" x="4895850" y="3956050"/>
          <p14:tracePt t="35457" x="4933950" y="3924300"/>
          <p14:tracePt t="35474" x="4959350" y="3886200"/>
          <p14:tracePt t="35490" x="4978400" y="3860800"/>
          <p14:tracePt t="35508" x="5003800" y="3822700"/>
          <p14:tracePt t="35524" x="5035550" y="3765550"/>
          <p14:tracePt t="35540" x="5048250" y="3740150"/>
          <p14:tracePt t="35557" x="5073650" y="3689350"/>
          <p14:tracePt t="35574" x="5099050" y="3644900"/>
          <p14:tracePt t="35590" x="5111750" y="3619500"/>
          <p14:tracePt t="35607" x="5149850" y="3581400"/>
          <p14:tracePt t="35623" x="5168900" y="3543300"/>
          <p14:tracePt t="35641" x="5207000" y="3511550"/>
          <p14:tracePt t="35656" x="5219700" y="3486150"/>
          <p14:tracePt t="35673" x="5245100" y="3473450"/>
          <p14:tracePt t="35691" x="5289550" y="3422650"/>
          <p14:tracePt t="35706" x="5302250" y="3409950"/>
          <p14:tracePt t="35723" x="5327650" y="3403600"/>
          <p14:tracePt t="35740" x="5359400" y="3378200"/>
          <p14:tracePt t="35756" x="5384800" y="3359150"/>
          <p14:tracePt t="35773" x="5403850" y="3340100"/>
          <p14:tracePt t="35789" x="5435600" y="3314700"/>
          <p14:tracePt t="35806" x="5461000" y="3289300"/>
          <p14:tracePt t="35823" x="5480050" y="3276600"/>
          <p14:tracePt t="35839" x="5511800" y="3232150"/>
          <p14:tracePt t="35856" x="5549900" y="3194050"/>
          <p14:tracePt t="35873" x="5594350" y="3149600"/>
          <p14:tracePt t="35889" x="5613400" y="3130550"/>
          <p14:tracePt t="35906" x="5645150" y="3092450"/>
          <p14:tracePt t="35923" x="5676900" y="3073400"/>
          <p14:tracePt t="35939" x="5689600" y="3060700"/>
          <p14:tracePt t="35955" x="5715000" y="3035300"/>
          <p14:tracePt t="35972" x="5765800" y="3009900"/>
          <p14:tracePt t="35989" x="5778500" y="2997200"/>
          <p14:tracePt t="36006" x="5816600" y="2978150"/>
          <p14:tracePt t="36021" x="5867400" y="2940050"/>
          <p14:tracePt t="36038" x="5886450" y="2914650"/>
          <p14:tracePt t="36055" x="5899150" y="2901950"/>
          <p14:tracePt t="36489" x="5924550" y="2901950"/>
          <p14:tracePt t="36496" x="5956300" y="2901950"/>
          <p14:tracePt t="36504" x="5981700" y="2901950"/>
          <p14:tracePt t="36520" x="6013450" y="2901950"/>
          <p14:tracePt t="36537" x="6032500" y="2901950"/>
          <p14:tracePt t="36553" x="6083300" y="2914650"/>
          <p14:tracePt t="36570" x="6121400" y="2914650"/>
          <p14:tracePt t="36588" x="6165850" y="2921000"/>
          <p14:tracePt t="36604" x="6191250" y="2927350"/>
          <p14:tracePt t="36620" x="6235700" y="2933700"/>
          <p14:tracePt t="36637" x="6267450" y="2940050"/>
          <p14:tracePt t="36653" x="6273800" y="2940050"/>
          <p14:tracePt t="36670" x="6286500" y="2946400"/>
          <p14:tracePt t="36687" x="6305550" y="2946400"/>
          <p14:tracePt t="36703" x="6311900" y="2952750"/>
          <p14:tracePt t="36721" x="6324600" y="2952750"/>
          <p14:tracePt t="36736" x="6337300" y="2959100"/>
          <p14:tracePt t="36753" x="6343650" y="2959100"/>
          <p14:tracePt t="36770" x="6362700" y="2959100"/>
          <p14:tracePt t="36786" x="6381750" y="2959100"/>
          <p14:tracePt t="36803" x="6381750" y="2965450"/>
          <p14:tracePt t="36820" x="6400800" y="2971800"/>
          <p14:tracePt t="36836" x="6419850" y="2978150"/>
          <p14:tracePt t="36852" x="6445250" y="2984500"/>
          <p14:tracePt t="36869" x="6477000" y="2997200"/>
          <p14:tracePt t="36885" x="6489700" y="2997200"/>
          <p14:tracePt t="36902" x="6515100" y="3009900"/>
          <p14:tracePt t="36919" x="6534150" y="3016250"/>
          <p14:tracePt t="36935" x="6540500" y="3016250"/>
          <p14:tracePt t="36953" x="6565900" y="3022600"/>
          <p14:tracePt t="36969" x="6572250" y="3022600"/>
          <p14:tracePt t="37370" x="6604000" y="3022600"/>
          <p14:tracePt t="37377" x="6654800" y="3022600"/>
          <p14:tracePt t="37391" x="6731000" y="3016250"/>
          <p14:tracePt t="37400" x="6813550" y="3003550"/>
          <p14:tracePt t="37417" x="6902450" y="2984500"/>
          <p14:tracePt t="37434" x="7067550" y="2971800"/>
          <p14:tracePt t="37450" x="7207250" y="2965450"/>
          <p14:tracePt t="37467" x="7277100" y="2952750"/>
          <p14:tracePt t="37483" x="7391400" y="2959100"/>
          <p14:tracePt t="37500" x="7499350" y="2965450"/>
          <p14:tracePt t="37518" x="7556500" y="2965450"/>
          <p14:tracePt t="37533" x="7569200" y="2965450"/>
          <p14:tracePt t="37550" x="7581900" y="2965450"/>
          <p14:tracePt t="37602" x="7569200" y="2965450"/>
          <p14:tracePt t="37609" x="7556500" y="2965450"/>
          <p14:tracePt t="37623" x="7531100" y="2959100"/>
          <p14:tracePt t="37632" x="7505700" y="2959100"/>
          <p14:tracePt t="37650" x="7473950" y="2946400"/>
          <p14:tracePt t="37666" x="7353300" y="2914650"/>
          <p14:tracePt t="37683" x="7219950" y="2889250"/>
          <p14:tracePt t="37700" x="7118350" y="2857500"/>
          <p14:tracePt t="37703" x="7029450" y="2844800"/>
          <p14:tracePt t="37716" x="6940550" y="2838450"/>
          <p14:tracePt t="37732" x="6807200" y="2825750"/>
          <p14:tracePt t="37750" x="6705600" y="2819400"/>
          <p14:tracePt t="37766" x="6661150" y="2813050"/>
          <p14:tracePt t="37782" x="6604000" y="2794000"/>
          <p14:tracePt t="37800" x="6578600" y="2781300"/>
          <p14:tracePt t="37816" x="6553200" y="2768600"/>
          <p14:tracePt t="37832" x="6534150" y="2762250"/>
          <p14:tracePt t="37849" x="6502400" y="2743200"/>
          <p14:tracePt t="37865" x="6496050" y="2736850"/>
          <p14:tracePt t="37883" x="6489700" y="2730500"/>
          <p14:tracePt t="38031" x="6496050" y="2730500"/>
          <p14:tracePt t="38044" x="6508750" y="2736850"/>
          <p14:tracePt t="38051" x="6515100" y="2736850"/>
          <p14:tracePt t="38065" x="6521450" y="2743200"/>
          <p14:tracePt t="38081" x="6553200" y="2755900"/>
          <p14:tracePt t="38098" x="6572250" y="2762250"/>
          <p14:tracePt t="38116" x="6648450" y="2806700"/>
          <p14:tracePt t="38131" x="6775450" y="2863850"/>
          <p14:tracePt t="38148" x="6838950" y="2889250"/>
          <p14:tracePt t="38165" x="6965950" y="2959100"/>
          <p14:tracePt t="38181" x="7080250" y="3016250"/>
          <p14:tracePt t="38198" x="7124700" y="3041650"/>
          <p14:tracePt t="38201" x="7150100" y="3048000"/>
          <p14:tracePt t="38215" x="7175500" y="3060700"/>
          <p14:tracePt t="38231" x="7188200" y="3060700"/>
          <p14:tracePt t="38248" x="7207250" y="3079750"/>
          <p14:tracePt t="38281" x="7213600" y="3079750"/>
          <p14:tracePt t="38360" x="7207250" y="3079750"/>
          <p14:tracePt t="38375" x="7200900" y="3079750"/>
          <p14:tracePt t="38383" x="7194550" y="3079750"/>
          <p14:tracePt t="38398" x="7188200" y="3079750"/>
          <p14:tracePt t="38414" x="7169150" y="3079750"/>
          <p14:tracePt t="38431" x="7143750" y="3073400"/>
          <p14:tracePt t="38447" x="7112000" y="3073400"/>
          <p14:tracePt t="38463" x="7080250" y="3067050"/>
          <p14:tracePt t="38481" x="6946900" y="3041650"/>
          <p14:tracePt t="38497" x="6896100" y="3035300"/>
          <p14:tracePt t="38513" x="6838950" y="3022600"/>
          <p14:tracePt t="38530" x="6737350" y="3016250"/>
          <p14:tracePt t="38546" x="6642100" y="2997200"/>
          <p14:tracePt t="38562" x="6591300" y="2997200"/>
          <p14:tracePt t="38580" x="6496050" y="2978150"/>
          <p14:tracePt t="38596" x="6413500" y="2971800"/>
          <p14:tracePt t="38614" x="6350000" y="2959100"/>
          <p14:tracePt t="38630" x="6330950" y="2959100"/>
          <p14:tracePt t="38646" x="6299200" y="2959100"/>
          <p14:tracePt t="38663" x="6273800" y="2959100"/>
          <p14:tracePt t="38679" x="6261100" y="2959100"/>
          <p14:tracePt t="38696" x="6242050" y="2959100"/>
          <p14:tracePt t="38713" x="6223000" y="2959100"/>
          <p14:tracePt t="38729" x="6216650" y="2959100"/>
          <p14:tracePt t="38746" x="6203950" y="2952750"/>
          <p14:tracePt t="38762" x="6178550" y="2946400"/>
          <p14:tracePt t="38782" x="6172200" y="2946400"/>
          <p14:tracePt t="38944" x="6178550" y="2946400"/>
          <p14:tracePt t="38958" x="6184900" y="2952750"/>
          <p14:tracePt t="38965" x="6191250" y="2952750"/>
          <p14:tracePt t="38979" x="6197600" y="2952750"/>
          <p14:tracePt t="38995" x="6223000" y="2952750"/>
          <p14:tracePt t="39012" x="6242050" y="2959100"/>
          <p14:tracePt t="39029" x="6311900" y="2971800"/>
          <p14:tracePt t="39045" x="6407150" y="2997200"/>
          <p14:tracePt t="39062" x="6464300" y="3016250"/>
          <p14:tracePt t="39078" x="6584950" y="3041650"/>
          <p14:tracePt t="39095" x="6642100" y="3073400"/>
          <p14:tracePt t="39111" x="6724650" y="3105150"/>
          <p14:tracePt t="39128" x="6813550" y="3130550"/>
          <p14:tracePt t="39145" x="6838950" y="3130550"/>
          <p14:tracePt t="39162" x="6883400" y="3143250"/>
          <p14:tracePt t="39178" x="6908800" y="3149600"/>
          <p14:tracePt t="39194" x="6921500" y="3149600"/>
          <p14:tracePt t="39211" x="6921500" y="3175000"/>
          <p14:tracePt t="39708" x="6915150" y="3175000"/>
          <p14:tracePt t="39715" x="6889750" y="3175000"/>
          <p14:tracePt t="39729" x="6870700" y="3168650"/>
          <p14:tracePt t="39743" x="6832600" y="3149600"/>
          <p14:tracePt t="39759" x="6775450" y="3143250"/>
          <p14:tracePt t="39775" x="6731000" y="3124200"/>
          <p14:tracePt t="39792" x="6673850" y="3111500"/>
          <p14:tracePt t="39809" x="6623050" y="3086100"/>
          <p14:tracePt t="39825" x="6604000" y="3073400"/>
          <p14:tracePt t="39842" x="6559550" y="3054350"/>
          <p14:tracePt t="39858" x="6508750" y="3022600"/>
          <p14:tracePt t="39877" x="6470650" y="2997200"/>
          <p14:tracePt t="39892" x="6470650" y="2990850"/>
          <p14:tracePt t="39909" x="6457950" y="2984500"/>
          <p14:tracePt t="39926" x="6445250" y="2971800"/>
          <p14:tracePt t="39981" x="6451600" y="2971800"/>
          <p14:tracePt t="39989" x="6457950" y="2971800"/>
          <p14:tracePt t="40010" x="6464300" y="2971800"/>
          <p14:tracePt t="40017" x="6470650" y="2978150"/>
          <p14:tracePt t="40030" x="6477000" y="2978150"/>
          <p14:tracePt t="40041" x="6483350" y="2978150"/>
          <p14:tracePt t="40058" x="6489700" y="2978150"/>
          <p14:tracePt t="40074" x="6496050" y="2984500"/>
          <p14:tracePt t="40091" x="6502400" y="2984500"/>
          <p14:tracePt t="40109" x="6521450" y="2990850"/>
          <p14:tracePt t="40124" x="6540500" y="2997200"/>
          <p14:tracePt t="40141" x="6591300" y="3009900"/>
          <p14:tracePt t="40158" x="6667500" y="3048000"/>
          <p14:tracePt t="40174" x="6711950" y="3073400"/>
          <p14:tracePt t="40191" x="6743700" y="3086100"/>
          <p14:tracePt t="41923" x="6750050" y="3086100"/>
          <p14:tracePt t="41937" x="6756400" y="3086100"/>
          <p14:tracePt t="41944" x="6769100" y="3086100"/>
          <p14:tracePt t="41959" x="6775450" y="3086100"/>
          <p14:tracePt t="41969" x="6788150" y="3086100"/>
          <p14:tracePt t="41984" x="6800850" y="3086100"/>
          <p14:tracePt t="42001" x="6819900" y="3086100"/>
          <p14:tracePt t="42018" x="6832600" y="3086100"/>
          <p14:tracePt t="42035" x="6838950" y="3086100"/>
          <p14:tracePt t="42051" x="6851650" y="3086100"/>
          <p14:tracePt t="42068" x="6858000" y="3086100"/>
          <p14:tracePt t="42100" x="6864350" y="3086100"/>
          <p14:tracePt t="42155" x="6870700" y="3086100"/>
          <p14:tracePt t="42176" x="6870700" y="3092450"/>
          <p14:tracePt t="42184" x="6877050" y="3092450"/>
          <p14:tracePt t="42429" x="6838950" y="3092450"/>
          <p14:tracePt t="42436" x="6826250" y="3092450"/>
          <p14:tracePt t="42452" x="6800850" y="3092450"/>
          <p14:tracePt t="42466" x="6743700" y="3092450"/>
          <p14:tracePt t="42483" x="6711950" y="3086100"/>
          <p14:tracePt t="42500" x="6623050" y="3079750"/>
          <p14:tracePt t="42516" x="6572250" y="3079750"/>
          <p14:tracePt t="42533" x="6451600" y="3079750"/>
          <p14:tracePt t="42550" x="6324600" y="3092450"/>
          <p14:tracePt t="42566" x="6248400" y="3092450"/>
          <p14:tracePt t="42583" x="6115050" y="3117850"/>
          <p14:tracePt t="42599" x="5994400" y="3149600"/>
          <p14:tracePt t="42616" x="5930900" y="3155950"/>
          <p14:tracePt t="42633" x="5772150" y="3194050"/>
          <p14:tracePt t="42649" x="5638800" y="3225800"/>
          <p14:tracePt t="42666" x="5581650" y="3244850"/>
          <p14:tracePt t="42682" x="5511800" y="3251200"/>
          <p14:tracePt t="42699" x="5461000" y="3270250"/>
          <p14:tracePt t="42715" x="5441950" y="3276600"/>
          <p14:tracePt t="42732" x="5410200" y="3295650"/>
          <p14:tracePt t="42749" x="5378450" y="3314700"/>
          <p14:tracePt t="42767" x="5365750" y="3333750"/>
          <p14:tracePt t="42798" x="5353050" y="3346450"/>
          <p14:tracePt t="42816" x="5308600" y="3397250"/>
          <p14:tracePt t="42832" x="5295900" y="3409950"/>
          <p14:tracePt t="42848" x="5283200" y="3429000"/>
          <p14:tracePt t="42865" x="5238750" y="3505200"/>
          <p14:tracePt t="42881" x="5200650" y="3581400"/>
          <p14:tracePt t="42898" x="5175250" y="3613150"/>
          <p14:tracePt t="42915" x="5130800" y="3689350"/>
          <p14:tracePt t="42931" x="5080000" y="3752850"/>
          <p14:tracePt t="42949" x="5054600" y="3797300"/>
          <p14:tracePt t="42965" x="4984750" y="3879850"/>
          <p14:tracePt t="42981" x="4959350" y="3924300"/>
          <p14:tracePt t="42999" x="4838700" y="4051300"/>
          <p14:tracePt t="43014" x="4800600" y="4102100"/>
          <p14:tracePt t="43031" x="4743450" y="4152900"/>
          <p14:tracePt t="43048" x="4692650" y="4203700"/>
          <p14:tracePt t="43064" x="4660900" y="4229100"/>
          <p14:tracePt t="43081" x="4635500" y="4241800"/>
          <p14:tracePt t="43098" x="4597400" y="4286250"/>
          <p14:tracePt t="43114" x="4559300" y="4324350"/>
          <p14:tracePt t="43131" x="4527550" y="4356100"/>
          <p14:tracePt t="43147" x="4514850" y="4368800"/>
          <p14:tracePt t="43164" x="4489450" y="4381500"/>
          <p14:tracePt t="43181" x="4476750" y="4394200"/>
          <p14:tracePt t="43198" x="4470400" y="4394200"/>
          <p14:tracePt t="43214" x="4464050" y="4394200"/>
          <p14:tracePt t="43307" x="4464050" y="4387850"/>
          <p14:tracePt t="43321" x="4470400" y="4387850"/>
          <p14:tracePt t="43342" x="4476750" y="4387850"/>
          <p14:tracePt t="43364" x="4483100" y="4387850"/>
          <p14:tracePt t="43385" x="4489450" y="4381500"/>
          <p14:tracePt t="43392" x="4495800" y="4381500"/>
          <p14:tracePt t="43414" x="4495800" y="4375150"/>
          <p14:tracePt t="43420" x="4502150" y="4375150"/>
          <p14:tracePt t="43434" x="4502150" y="4368800"/>
          <p14:tracePt t="43446" x="4514850" y="4368800"/>
          <p14:tracePt t="43463" x="4540250" y="4356100"/>
          <p14:tracePt t="43480" x="4572000" y="4343400"/>
          <p14:tracePt t="43497" x="4660900" y="4279900"/>
          <p14:tracePt t="43513" x="4800600" y="4184650"/>
          <p14:tracePt t="43529" x="4895850" y="4114800"/>
          <p14:tracePt t="43547" x="5105400" y="3924300"/>
          <p14:tracePt t="43562" x="5384800" y="3638550"/>
          <p14:tracePt t="43579" x="5492750" y="3498850"/>
          <p14:tracePt t="43596" x="5746750" y="3194050"/>
          <p14:tracePt t="43612" x="5905500" y="2978150"/>
          <p14:tracePt t="43629" x="5969000" y="2895600"/>
          <p14:tracePt t="43645" x="6057900" y="2768600"/>
          <p14:tracePt t="43662" x="6121400" y="2673350"/>
          <p14:tracePt t="43680" x="6165850" y="2628900"/>
          <p14:tracePt t="43695" x="6178550" y="2609850"/>
          <p14:tracePt t="43712" x="6197600" y="2603500"/>
          <p14:tracePt t="43729" x="6197600" y="2590800"/>
          <p14:tracePt t="43785" x="6197600" y="2603500"/>
          <p14:tracePt t="43792" x="6191250" y="2603500"/>
          <p14:tracePt t="43798" x="6178550" y="2616200"/>
          <p14:tracePt t="43814" x="6172200" y="2622550"/>
          <p14:tracePt t="43828" x="6159500" y="2622550"/>
          <p14:tracePt t="43845" x="6140450" y="2641600"/>
          <p14:tracePt t="43862" x="6121400" y="2654300"/>
          <p14:tracePt t="43878" x="6096000" y="2673350"/>
          <p14:tracePt t="43895" x="6051550" y="2705100"/>
          <p14:tracePt t="43912" x="5994400" y="2762250"/>
          <p14:tracePt t="43928" x="5962650" y="2787650"/>
          <p14:tracePt t="43945" x="5880100" y="2889250"/>
          <p14:tracePt t="43961" x="5746750" y="3028950"/>
          <p14:tracePt t="43978" x="5670550" y="3124200"/>
          <p14:tracePt t="43995" x="5600700" y="3206750"/>
          <p14:tracePt t="44011" x="5441950" y="3365500"/>
          <p14:tracePt t="44027" x="5302250" y="3511550"/>
          <p14:tracePt t="44045" x="5156200" y="3663950"/>
          <p14:tracePt t="44061" x="5092700" y="3727450"/>
          <p14:tracePt t="44077" x="4997450" y="3829050"/>
          <p14:tracePt t="44094" x="4946650" y="3879850"/>
          <p14:tracePt t="44111" x="4921250" y="3892550"/>
          <p14:tracePt t="44127" x="4889500" y="3911600"/>
          <p14:tracePt t="44143" x="4870450" y="3930650"/>
          <p14:tracePt t="44160" x="4864100" y="3937000"/>
          <p14:tracePt t="44177" x="4851400" y="3949700"/>
          <p14:tracePt t="44194" x="4845050" y="3956050"/>
          <p14:tracePt t="44210" x="4838700" y="3956050"/>
          <p14:tracePt t="44227" x="4832350" y="3956050"/>
          <p14:tracePt t="44243" x="4826000" y="3962400"/>
          <p14:tracePt t="44278" x="4819650" y="3962400"/>
          <p14:tracePt t="44312" x="4819650" y="3968750"/>
          <p14:tracePt t="44354" x="4813300" y="3975100"/>
          <p14:tracePt t="44382" x="4806950" y="3981450"/>
          <p14:tracePt t="44396" x="4794250" y="3987800"/>
          <p14:tracePt t="44411" x="4781550" y="3994150"/>
          <p14:tracePt t="44417" x="4768850" y="4006850"/>
          <p14:tracePt t="44426" x="4743450" y="4019550"/>
          <p14:tracePt t="44442" x="4724400" y="4032250"/>
          <p14:tracePt t="44460" x="4660900" y="4076700"/>
          <p14:tracePt t="44476" x="4584700" y="4127500"/>
          <p14:tracePt t="44493" x="4533900" y="4165600"/>
          <p14:tracePt t="44509" x="4445000" y="4235450"/>
          <p14:tracePt t="44526" x="4362450" y="4318000"/>
          <p14:tracePt t="44542" x="4330700" y="4349750"/>
          <p14:tracePt t="44559" x="4273550" y="4400550"/>
          <p14:tracePt t="44576" x="4248150" y="4425950"/>
          <p14:tracePt t="44593" x="4229100" y="4445000"/>
          <p14:tracePt t="44609" x="4222750" y="4451350"/>
          <p14:tracePt t="44642" x="4210050" y="4457700"/>
          <p14:tracePt t="44712" x="4210050" y="4451350"/>
          <p14:tracePt t="44754" x="4216400" y="4445000"/>
          <p14:tracePt t="44776" x="4222750" y="4438650"/>
          <p14:tracePt t="44825" x="4229100" y="4438650"/>
          <p14:tracePt t="44846" x="4235450" y="4432300"/>
          <p14:tracePt t="44853" x="4241800" y="4425950"/>
          <p14:tracePt t="44866" x="4248150" y="4425950"/>
          <p14:tracePt t="44875" x="4254500" y="4419600"/>
          <p14:tracePt t="44891" x="4267200" y="4413250"/>
          <p14:tracePt t="44908" x="4279900" y="4400550"/>
          <p14:tracePt t="44924" x="4394200" y="4343400"/>
          <p14:tracePt t="44941" x="4438650" y="4311650"/>
          <p14:tracePt t="44959" x="4578350" y="4235450"/>
          <p14:tracePt t="44974" x="4648200" y="4197350"/>
          <p14:tracePt t="44991" x="4787900" y="4114800"/>
          <p14:tracePt t="45008" x="4851400" y="4089400"/>
          <p14:tracePt t="45024" x="4978400" y="4013200"/>
          <p14:tracePt t="45041" x="5092700" y="3937000"/>
          <p14:tracePt t="45057" x="5200650" y="3848100"/>
          <p14:tracePt t="45074" x="5232400" y="3816350"/>
          <p14:tracePt t="45091" x="5327650" y="3733800"/>
          <p14:tracePt t="45107" x="5397500" y="3651250"/>
          <p14:tracePt t="45124" x="5435600" y="3606800"/>
          <p14:tracePt t="45141" x="5480050" y="3549650"/>
          <p14:tracePt t="45157" x="5530850" y="3505200"/>
          <p14:tracePt t="45173" x="5549900" y="3492500"/>
          <p14:tracePt t="45191" x="5575300" y="3460750"/>
          <p14:tracePt t="45207" x="5600700" y="3441700"/>
          <p14:tracePt t="45223" x="5607050" y="3441700"/>
          <p14:tracePt t="45240" x="5619750" y="3429000"/>
          <p14:tracePt t="45273" x="5626100" y="3429000"/>
          <p14:tracePt t="45702" x="5651500" y="3416300"/>
          <p14:tracePt t="45709" x="5708650" y="3378200"/>
          <p14:tracePt t="45721" x="5765800" y="3346450"/>
          <p14:tracePt t="45738" x="5905500" y="3282950"/>
          <p14:tracePt t="45755" x="5988050" y="3238500"/>
          <p14:tracePt t="45772" x="6140450" y="3136900"/>
          <p14:tracePt t="45788" x="6242050" y="3073400"/>
          <p14:tracePt t="45805" x="6273800" y="3060700"/>
          <p14:tracePt t="45822" x="6324600" y="3035300"/>
          <p14:tracePt t="45838" x="6343650" y="3028950"/>
          <p14:tracePt t="45855" x="6362700" y="3009900"/>
          <p14:tracePt t="45871" x="6375400" y="3003550"/>
          <p14:tracePt t="45888" x="6381750" y="2997200"/>
          <p14:tracePt t="45921" x="6388100" y="2990850"/>
          <p14:tracePt t="45969" x="6381750" y="2990850"/>
          <p14:tracePt t="45990" x="6375400" y="2997200"/>
          <p14:tracePt t="45997" x="6362700" y="2997200"/>
          <p14:tracePt t="46011" x="6350000" y="2997200"/>
          <p14:tracePt t="46020" x="6337300" y="2997200"/>
          <p14:tracePt t="46037" x="6311900" y="3003550"/>
          <p14:tracePt t="46055" x="6248400" y="3003550"/>
          <p14:tracePt t="46071" x="6159500" y="3022600"/>
          <p14:tracePt t="46087" x="6102350" y="3022600"/>
          <p14:tracePt t="46103" x="5975350" y="3048000"/>
          <p14:tracePt t="46120" x="5892800" y="3073400"/>
          <p14:tracePt t="46138" x="5676900" y="3155950"/>
          <p14:tracePt t="46153" x="5607050" y="3187700"/>
          <p14:tracePt t="46170" x="5530850" y="3225800"/>
          <p14:tracePt t="46187" x="5416550" y="3295650"/>
          <p14:tracePt t="46204" x="5346700" y="3352800"/>
          <p14:tracePt t="46220" x="5327650" y="3378200"/>
          <p14:tracePt t="46237" x="5289550" y="3409950"/>
          <p14:tracePt t="46253" x="5257800" y="3435350"/>
          <p14:tracePt t="46271" x="5200650" y="3460750"/>
          <p14:tracePt t="46286" x="5187950" y="3473450"/>
          <p14:tracePt t="46303" x="5156200" y="3511550"/>
          <p14:tracePt t="46320" x="5099050" y="3556000"/>
          <p14:tracePt t="46336" x="5073650" y="3587750"/>
          <p14:tracePt t="46352" x="5003800" y="3670300"/>
          <p14:tracePt t="46371" x="4940300" y="3759200"/>
          <p14:tracePt t="46386" x="4902200" y="3810000"/>
          <p14:tracePt t="46405" x="4826000" y="3911600"/>
          <p14:tracePt t="46419" x="4743450" y="4000500"/>
          <p14:tracePt t="46435" x="4699000" y="4038600"/>
          <p14:tracePt t="46453" x="4660900" y="4083050"/>
          <p14:tracePt t="46469" x="4591050" y="4152900"/>
          <p14:tracePt t="46486" x="4527550" y="4222750"/>
          <p14:tracePt t="46504" x="4425950" y="4330700"/>
          <p14:tracePt t="46519" x="4381500" y="4387850"/>
          <p14:tracePt t="46535" x="4273550" y="4495800"/>
          <p14:tracePt t="46552" x="4229100" y="4540250"/>
          <p14:tracePt t="46569" x="4159250" y="4622800"/>
          <p14:tracePt t="46586" x="4121150" y="4648200"/>
          <p14:tracePt t="46603" x="4057650" y="4699000"/>
          <p14:tracePt t="46618" x="4044950" y="4711700"/>
          <p14:tracePt t="46635" x="4019550" y="4730750"/>
          <p14:tracePt t="46652" x="4000500" y="4743450"/>
          <p14:tracePt t="46668" x="3994150" y="4749800"/>
          <p14:tracePt t="46686" x="3975100" y="4756150"/>
          <p14:tracePt t="46702" x="3968750" y="4762500"/>
          <p14:tracePt t="46840" x="3975100" y="4762500"/>
          <p14:tracePt t="46854" x="3981450" y="4756150"/>
          <p14:tracePt t="46861" x="3987800" y="4756150"/>
          <p14:tracePt t="46875" x="3994150" y="4749800"/>
          <p14:tracePt t="46884" x="4000500" y="4749800"/>
          <p14:tracePt t="46901" x="4000500" y="4743450"/>
          <p14:tracePt t="46918" x="4013200" y="4737100"/>
          <p14:tracePt t="46934" x="4038600" y="4718050"/>
          <p14:tracePt t="46951" x="4057650" y="4711700"/>
          <p14:tracePt t="46967" x="4114800" y="4673600"/>
          <p14:tracePt t="46984" x="4191000" y="4629150"/>
          <p14:tracePt t="47001" x="4222750" y="4603750"/>
          <p14:tracePt t="47017" x="4298950" y="4552950"/>
          <p14:tracePt t="47034" x="4324350" y="4540250"/>
          <p14:tracePt t="47051" x="4375150" y="4508500"/>
          <p14:tracePt t="47067" x="4381500" y="4502150"/>
          <p14:tracePt t="47084" x="4387850" y="4502150"/>
          <p14:tracePt t="47121" x="4394200" y="4502150"/>
          <p14:tracePt t="47255" x="4394200" y="4495800"/>
          <p14:tracePt t="47262" x="4394200" y="4489450"/>
          <p14:tracePt t="47276" x="4394200" y="4483100"/>
          <p14:tracePt t="47286" x="4400550" y="4476750"/>
          <p14:tracePt t="47300" x="4406900" y="4470400"/>
          <p14:tracePt t="47316" x="4406900" y="4464050"/>
          <p14:tracePt t="47333" x="4464050" y="4394200"/>
          <p14:tracePt t="47349" x="4489450" y="4362450"/>
          <p14:tracePt t="47367" x="4572000" y="4254500"/>
          <p14:tracePt t="47383" x="4622800" y="4197350"/>
          <p14:tracePt t="47399" x="4711700" y="4057650"/>
          <p14:tracePt t="47417" x="4813300" y="3930650"/>
          <p14:tracePt t="47432" x="4851400" y="3873500"/>
          <p14:tracePt t="47449" x="4940300" y="3746500"/>
          <p14:tracePt t="47466" x="5016500" y="3632200"/>
          <p14:tracePt t="47482" x="5041900" y="3575050"/>
          <p14:tracePt t="47498" x="5111750" y="3486150"/>
          <p14:tracePt t="47515" x="5181600" y="3409950"/>
          <p14:tracePt t="47532" x="5219700" y="3378200"/>
          <p14:tracePt t="47549" x="5257800" y="3321050"/>
          <p14:tracePt t="47565" x="5295900" y="3295650"/>
          <p14:tracePt t="47582" x="5295900" y="3289300"/>
          <p14:tracePt t="47599" x="5314950" y="3282950"/>
          <p14:tracePt t="47615" x="5334000" y="3276600"/>
          <p14:tracePt t="47632" x="5340350" y="3270250"/>
          <p14:tracePt t="47648" x="5353050" y="3270250"/>
          <p14:tracePt t="47665" x="5359400" y="3270250"/>
          <p14:tracePt t="47682" x="5372100" y="3270250"/>
          <p14:tracePt t="47698" x="5378450" y="3270250"/>
          <p14:tracePt t="47715" x="5384800" y="3270250"/>
          <p14:tracePt t="47866" x="5384800" y="3276600"/>
          <p14:tracePt t="47881" x="5378450" y="3276600"/>
          <p14:tracePt t="47887" x="5372100" y="3282950"/>
          <p14:tracePt t="47908" x="5353050" y="3295650"/>
          <p14:tracePt t="47917" x="5340350" y="3302000"/>
          <p14:tracePt t="47930" x="5321300" y="3314700"/>
          <p14:tracePt t="47947" x="5289550" y="3340100"/>
          <p14:tracePt t="47964" x="5124450" y="3460750"/>
          <p14:tracePt t="47980" x="5054600" y="3511550"/>
          <p14:tracePt t="47997" x="4984750" y="3587750"/>
          <p14:tracePt t="48013" x="4832350" y="3721100"/>
          <p14:tracePt t="48031" x="4686300" y="3873500"/>
          <p14:tracePt t="48047" x="4603750" y="3943350"/>
          <p14:tracePt t="48063" x="4483100" y="4076700"/>
          <p14:tracePt t="48080" x="4381500" y="4203700"/>
          <p14:tracePt t="48097" x="4337050" y="4260850"/>
          <p14:tracePt t="48113" x="4260850" y="4375150"/>
          <p14:tracePt t="48130" x="4235450" y="4413250"/>
          <p14:tracePt t="48147" x="4184650" y="4476750"/>
          <p14:tracePt t="48163" x="4171950" y="4489450"/>
          <p14:tracePt t="48180" x="4159250" y="4502150"/>
          <p14:tracePt t="48196" x="4133850" y="4527550"/>
          <p14:tracePt t="48213" x="4127500" y="4540250"/>
          <p14:tracePt t="48231" x="4121150" y="4540250"/>
          <p14:tracePt t="48246" x="4095750" y="4559300"/>
          <p14:tracePt t="48263" x="4089400" y="4565650"/>
          <p14:tracePt t="48280" x="4083050" y="4572000"/>
          <p14:tracePt t="48296" x="4076700" y="4572000"/>
          <p14:tracePt t="48313" x="4064000" y="4578350"/>
          <p14:tracePt t="48330" x="4057650" y="4584700"/>
          <p14:tracePt t="48346" x="4057650" y="4591050"/>
          <p14:tracePt t="48362" x="4051300" y="4591050"/>
          <p14:tracePt t="48484" x="4051300" y="4584700"/>
          <p14:tracePt t="48512" x="4057650" y="4578350"/>
          <p14:tracePt t="48519" x="4070350" y="4578350"/>
          <p14:tracePt t="48528" x="4076700" y="4578350"/>
          <p14:tracePt t="48545" x="4083050" y="4572000"/>
          <p14:tracePt t="48562" x="4133850" y="4533900"/>
          <p14:tracePt t="48578" x="4165600" y="4502150"/>
          <p14:tracePt t="48595" x="4305300" y="4400550"/>
          <p14:tracePt t="48612" x="4483100" y="4241800"/>
          <p14:tracePt t="48628" x="4578350" y="4146550"/>
          <p14:tracePt t="48645" x="4819650" y="3911600"/>
          <p14:tracePt t="48661" x="5073650" y="3638550"/>
          <p14:tracePt t="48678" x="5181600" y="3524250"/>
          <p14:tracePt t="48695" x="5340350" y="3352800"/>
          <p14:tracePt t="48711" x="5454650" y="3238500"/>
          <p14:tracePt t="48728" x="5505450" y="3181350"/>
          <p14:tracePt t="48744" x="5575300" y="3098800"/>
          <p14:tracePt t="48761" x="5613400" y="3054350"/>
          <p14:tracePt t="48778" x="5619750" y="3041650"/>
          <p14:tracePt t="48794" x="5632450" y="3028950"/>
          <p14:tracePt t="48811" x="5638800" y="3028950"/>
          <p14:tracePt t="48870" x="5638800" y="3035300"/>
          <p14:tracePt t="48891" x="5632450" y="3041650"/>
          <p14:tracePt t="48898" x="5626100" y="3048000"/>
          <p14:tracePt t="48913" x="5619750" y="3054350"/>
          <p14:tracePt t="48928" x="5607050" y="3054350"/>
          <p14:tracePt t="48944" x="5594350" y="3067050"/>
          <p14:tracePt t="48962" x="5562600" y="3086100"/>
          <p14:tracePt t="48977" x="5543550" y="3111500"/>
          <p14:tracePt t="48994" x="5480050" y="3149600"/>
          <p14:tracePt t="49011" x="5391150" y="3225800"/>
          <p14:tracePt t="49027" x="5327650" y="3282950"/>
          <p14:tracePt t="49043" x="5194300" y="3435350"/>
          <p14:tracePt t="49060" x="5048250" y="3613150"/>
          <p14:tracePt t="49077" x="4965700" y="3708400"/>
          <p14:tracePt t="49093" x="4781550" y="3892550"/>
          <p14:tracePt t="49110" x="4641850" y="4044950"/>
          <p14:tracePt t="49127" x="4565650" y="4114800"/>
          <p14:tracePt t="49143" x="4508500" y="4178300"/>
          <p14:tracePt t="49160" x="4425950" y="4267200"/>
          <p14:tracePt t="49176" x="4394200" y="4305300"/>
          <p14:tracePt t="49194" x="4356100" y="4324350"/>
          <p14:tracePt t="49209" x="4349750" y="4324350"/>
          <p14:tracePt t="49226" x="4349750" y="4330700"/>
          <p14:tracePt t="49285" x="4356100" y="4324350"/>
          <p14:tracePt t="49292" x="4356100" y="4318000"/>
          <p14:tracePt t="49306" x="4362450" y="4311650"/>
          <p14:tracePt t="49313" x="4368800" y="4305300"/>
          <p14:tracePt t="49325" x="4375150" y="4298950"/>
          <p14:tracePt t="49342" x="4381500" y="4279900"/>
          <p14:tracePt t="49857" x="4368800" y="4292600"/>
          <p14:tracePt t="49864" x="4349750" y="4324350"/>
          <p14:tracePt t="49873" x="4324350" y="4368800"/>
          <p14:tracePt t="49891" x="4311650" y="4400550"/>
          <p14:tracePt t="49908" x="4260850" y="4521200"/>
          <p14:tracePt t="49924" x="4241800" y="4578350"/>
          <p14:tracePt t="49941" x="4184650" y="4775200"/>
          <p14:tracePt t="49957" x="4165600" y="4857750"/>
          <p14:tracePt t="49973" x="4159250" y="4908550"/>
          <p14:tracePt t="49991" x="4159250" y="5022850"/>
          <p14:tracePt t="50007" x="4159250" y="5086350"/>
          <p14:tracePt t="50023" x="4171950" y="5118100"/>
          <p14:tracePt t="50040" x="4184650" y="5156200"/>
          <p14:tracePt t="50057" x="4191000" y="5200650"/>
          <p14:tracePt t="50073" x="4197350" y="5219700"/>
          <p14:tracePt t="50090" x="4197350" y="5251450"/>
          <p14:tracePt t="50107" x="4197350" y="5302250"/>
          <p14:tracePt t="50124" x="4203700" y="5353050"/>
          <p14:tracePt t="50139" x="4203700" y="5372100"/>
          <p14:tracePt t="50156" x="4203700" y="5422900"/>
          <p14:tracePt t="50173" x="4203700" y="5480050"/>
          <p14:tracePt t="50189" x="4210050" y="5511800"/>
          <p14:tracePt t="50206" x="4216400" y="5537200"/>
          <p14:tracePt t="50223" x="4254500" y="5619750"/>
          <p14:tracePt t="50239" x="4279900" y="5651500"/>
          <p14:tracePt t="50256" x="4292600" y="5670550"/>
          <p14:tracePt t="50272" x="4337050" y="5727700"/>
          <p14:tracePt t="50289" x="4349750" y="5746750"/>
          <p14:tracePt t="50307" x="4425950" y="5816600"/>
          <p14:tracePt t="50322" x="4457700" y="5829300"/>
          <p14:tracePt t="50339" x="4514850" y="5867400"/>
          <p14:tracePt t="50356" x="4565650" y="5892800"/>
          <p14:tracePt t="50372" x="4603750" y="5899150"/>
          <p14:tracePt t="50389" x="4692650" y="5937250"/>
          <p14:tracePt t="50406" x="4787900" y="5943600"/>
          <p14:tracePt t="50422" x="4838700" y="5949950"/>
          <p14:tracePt t="50439" x="4978400" y="5962650"/>
          <p14:tracePt t="50455" x="5143500" y="5962650"/>
          <p14:tracePt t="50472" x="5226050" y="5949950"/>
          <p14:tracePt t="50489" x="5441950" y="5918200"/>
          <p14:tracePt t="50505" x="5664200" y="5854700"/>
          <p14:tracePt t="50522" x="5765800" y="5822950"/>
          <p14:tracePt t="50539" x="5949950" y="5759450"/>
          <p14:tracePt t="50555" x="6032500" y="5734050"/>
          <p14:tracePt t="50571" x="6165850" y="5670550"/>
          <p14:tracePt t="50588" x="6254750" y="5607050"/>
          <p14:tracePt t="50605" x="6305550" y="5575300"/>
          <p14:tracePt t="50621" x="6343650" y="5518150"/>
          <p14:tracePt t="50638" x="6356350" y="5467350"/>
          <p14:tracePt t="50654" x="6356350" y="5441950"/>
          <p14:tracePt t="50672" x="6356350" y="5365750"/>
          <p14:tracePt t="50688" x="6343650" y="5283200"/>
          <p14:tracePt t="50704" x="6337300" y="5238750"/>
          <p14:tracePt t="50721" x="6318250" y="5143500"/>
          <p14:tracePt t="50738" x="6311900" y="5016500"/>
          <p14:tracePt t="50754" x="6305550" y="4959350"/>
          <p14:tracePt t="50771" x="6286500" y="4819650"/>
          <p14:tracePt t="50787" x="6286500" y="4699000"/>
          <p14:tracePt t="50804" x="6286500" y="4660900"/>
          <p14:tracePt t="50807" x="6273800" y="4610100"/>
          <p14:tracePt t="50821" x="6273800" y="4572000"/>
          <p14:tracePt t="50837" x="6273800" y="4546600"/>
          <p14:tracePt t="50855" x="6273800" y="4508500"/>
          <p14:tracePt t="50887" x="6273800" y="4502150"/>
          <p14:tracePt t="50981" x="6267450" y="4502150"/>
          <p14:tracePt t="50995" x="6267450" y="4508500"/>
          <p14:tracePt t="51016" x="6261100" y="4514850"/>
          <p14:tracePt t="51030" x="6261100" y="4521200"/>
          <p14:tracePt t="51039" x="6254750" y="4527550"/>
          <p14:tracePt t="51053" x="6254750" y="4533900"/>
          <p14:tracePt t="51070" x="6248400" y="4540250"/>
          <p14:tracePt t="51087" x="6242050" y="4546600"/>
          <p14:tracePt t="51120" x="6235700" y="4552950"/>
          <p14:tracePt t="51136" x="6229350" y="4572000"/>
          <p14:tracePt t="51153" x="6223000" y="4591050"/>
          <p14:tracePt t="51170" x="6210300" y="4616450"/>
          <p14:tracePt t="51186" x="6178550" y="4705350"/>
          <p14:tracePt t="51202" x="6121400" y="4838700"/>
          <p14:tracePt t="51220" x="6045200" y="5003800"/>
          <p14:tracePt t="51236" x="6007100" y="5080000"/>
          <p14:tracePt t="51252" x="5937250" y="5219700"/>
          <p14:tracePt t="51269" x="5899150" y="5276850"/>
          <p14:tracePt t="51286" x="5848350" y="5340350"/>
          <p14:tracePt t="51302" x="5803900" y="5384800"/>
          <p14:tracePt t="51319" x="5740400" y="5435600"/>
          <p14:tracePt t="51335" x="5683250" y="5473700"/>
          <p14:tracePt t="51352" x="5537200" y="5543550"/>
          <p14:tracePt t="51369" x="5334000" y="5651500"/>
          <p14:tracePt t="51385" x="5232400" y="5689600"/>
          <p14:tracePt t="51403" x="4978400" y="5791200"/>
          <p14:tracePt t="51418" x="4845050" y="5835650"/>
          <p14:tracePt t="51435" x="4648200" y="5918200"/>
          <p14:tracePt t="51452" x="4578350" y="5937250"/>
          <p14:tracePt t="51468" x="4457700" y="5975350"/>
          <p14:tracePt t="51502" x="4387850" y="5981700"/>
          <p14:tracePt t="51518" x="4368800" y="5994400"/>
          <p14:tracePt t="51551" x="4337050" y="6000750"/>
          <p14:tracePt t="51568" x="4324350" y="6000750"/>
          <p14:tracePt t="51601" x="4318000" y="5994400"/>
          <p14:tracePt t="51617" x="4311650" y="5988050"/>
          <p14:tracePt t="51635" x="4311650" y="5981700"/>
          <p14:tracePt t="51651" x="4305300" y="5969000"/>
          <p14:tracePt t="51668" x="4298950" y="5962650"/>
          <p14:tracePt t="51684" x="4279900" y="5956300"/>
          <p14:tracePt t="51701" x="4260850" y="5943600"/>
          <p14:tracePt t="51718" x="4248150" y="5937250"/>
          <p14:tracePt t="51734" x="4229100" y="5930900"/>
          <p14:tracePt t="51751" x="4222750" y="5930900"/>
          <p14:tracePt t="51768" x="4191000" y="5924550"/>
          <p14:tracePt t="51784" x="4184650" y="5924550"/>
          <p14:tracePt t="51801" x="4178300" y="5924550"/>
          <p14:tracePt t="51818" x="4165600" y="5924550"/>
          <p14:tracePt t="51834" x="4159250" y="5918200"/>
          <p14:tracePt t="51951" x="4159250" y="5911850"/>
          <p14:tracePt t="51979" x="4165600" y="5911850"/>
          <p14:tracePt t="52014" x="4171950" y="5911850"/>
          <p14:tracePt t="52049" x="4178300" y="5905500"/>
          <p14:tracePt t="52091" x="4184650" y="5905500"/>
          <p14:tracePt t="52112" x="4191000" y="5905500"/>
          <p14:tracePt t="52134" x="4197350" y="5905500"/>
          <p14:tracePt t="52147" x="4203700" y="5899150"/>
          <p14:tracePt t="52154" x="4222750" y="5899150"/>
          <p14:tracePt t="52166" x="4241800" y="5892800"/>
          <p14:tracePt t="52183" x="4337050" y="5886450"/>
          <p14:tracePt t="52199" x="4387850" y="5867400"/>
          <p14:tracePt t="52216" x="4572000" y="5835650"/>
          <p14:tracePt t="52233" x="4775200" y="5791200"/>
          <p14:tracePt t="52249" x="4908550" y="5759450"/>
          <p14:tracePt t="52267" x="5156200" y="5689600"/>
          <p14:tracePt t="52282" x="5391150" y="5600700"/>
          <p14:tracePt t="52299" x="5505450" y="5556250"/>
          <p14:tracePt t="52317" x="5702300" y="5473700"/>
          <p14:tracePt t="52332" x="5842000" y="5365750"/>
          <p14:tracePt t="52349" x="5905500" y="5295900"/>
          <p14:tracePt t="52366" x="6000750" y="5162550"/>
          <p14:tracePt t="52382" x="6045200" y="5086350"/>
          <p14:tracePt t="52398" x="6121400" y="4933950"/>
          <p14:tracePt t="52415" x="6184900" y="4775200"/>
          <p14:tracePt t="52432" x="6216650" y="4692650"/>
          <p14:tracePt t="52450" x="6242050" y="4540250"/>
          <p14:tracePt t="52465" x="6273800" y="4419600"/>
          <p14:tracePt t="52482" x="6273800" y="4387850"/>
          <p14:tracePt t="52499" x="6261100" y="4330700"/>
          <p14:tracePt t="52515" x="6261100" y="4298950"/>
          <p14:tracePt t="52532" x="6254750" y="4286250"/>
          <p14:tracePt t="52549" x="6254750" y="4279900"/>
          <p14:tracePt t="52564" x="6254750" y="4267200"/>
          <p14:tracePt t="52598" x="6254750" y="4260850"/>
          <p14:tracePt t="52614" x="6248400" y="4260850"/>
          <p14:tracePt t="52653" x="6242050" y="4260850"/>
          <p14:tracePt t="52674" x="6235700" y="4260850"/>
          <p14:tracePt t="52716" x="6229350" y="4260850"/>
          <p14:tracePt t="52766" x="6223000" y="4260850"/>
          <p14:tracePt t="52808" x="6216650" y="4260850"/>
          <p14:tracePt t="52857" x="6210300" y="4260850"/>
          <p14:tracePt t="52927" x="6210300" y="4267200"/>
          <p14:tracePt t="52962" x="6210300" y="4273550"/>
          <p14:tracePt t="52984" x="6210300" y="4279900"/>
          <p14:tracePt t="53026" x="6210300" y="4286250"/>
          <p14:tracePt t="53047" x="6210300" y="4292600"/>
          <p14:tracePt t="53068" x="6210300" y="4298950"/>
          <p14:tracePt t="53089" x="6210300" y="4305300"/>
          <p14:tracePt t="53097" x="6216650" y="4318000"/>
          <p14:tracePt t="53103" x="6223000" y="4330700"/>
          <p14:tracePt t="53117" x="6229350" y="4343400"/>
          <p14:tracePt t="53129" x="6235700" y="4368800"/>
          <p14:tracePt t="53146" x="6273800" y="4470400"/>
          <p14:tracePt t="53163" x="6292850" y="4533900"/>
          <p14:tracePt t="53180" x="6343650" y="4705350"/>
          <p14:tracePt t="53196" x="6407150" y="4902200"/>
          <p14:tracePt t="53212" x="6426200" y="5003800"/>
          <p14:tracePt t="53230" x="6477000" y="5200650"/>
          <p14:tracePt t="53246" x="6527800" y="5372100"/>
          <p14:tracePt t="53262" x="6546850" y="5441950"/>
          <p14:tracePt t="53279" x="6584950" y="5549900"/>
          <p14:tracePt t="53295" x="6591300" y="5588000"/>
          <p14:tracePt t="53312" x="6616700" y="5645150"/>
          <p14:tracePt t="53329" x="6635750" y="5676900"/>
          <p14:tracePt t="53345" x="6635750" y="5683250"/>
          <p14:tracePt t="53362" x="6642100" y="5695950"/>
          <p14:tracePt t="53378" x="6642100" y="5702300"/>
          <p14:tracePt t="53405" x="6642100" y="5708650"/>
          <p14:tracePt t="53756" x="6635750" y="5708650"/>
          <p14:tracePt t="53819" x="6629400" y="5702300"/>
          <p14:tracePt t="53847" x="6623050" y="5702300"/>
          <p14:tracePt t="53877" x="6623050" y="5695950"/>
          <p14:tracePt t="53889" x="6616700" y="5695950"/>
          <p14:tracePt t="53918" x="6616700" y="5689600"/>
          <p14:tracePt t="53932" x="6610350" y="5683250"/>
          <p14:tracePt t="53939" x="6604000" y="5683250"/>
          <p14:tracePt t="53946" x="6604000" y="5676900"/>
          <p14:tracePt t="53962" x="6597650" y="5676900"/>
          <p14:tracePt t="53981" x="6597650" y="5670550"/>
          <p14:tracePt t="53993" x="6591300" y="5664200"/>
          <p14:tracePt t="54010" x="6591300" y="5651500"/>
          <p14:tracePt t="54026" x="6584950" y="5645150"/>
          <p14:tracePt t="54043" x="6572250" y="5613400"/>
          <p14:tracePt t="54059" x="6559550" y="5543550"/>
          <p14:tracePt t="54076" x="6540500" y="5499100"/>
          <p14:tracePt t="54093" x="6515100" y="5365750"/>
          <p14:tracePt t="54109" x="6483350" y="5213350"/>
          <p14:tracePt t="54126" x="6464300" y="5118100"/>
          <p14:tracePt t="54143" x="6432550" y="4927600"/>
          <p14:tracePt t="54159" x="6413500" y="4749800"/>
          <p14:tracePt t="54176" x="6400800" y="4667250"/>
          <p14:tracePt t="54192" x="6381750" y="4527550"/>
          <p14:tracePt t="54209" x="6375400" y="4457700"/>
          <p14:tracePt t="54226" x="6369050" y="4368800"/>
          <p14:tracePt t="54242" x="6350000" y="4305300"/>
          <p14:tracePt t="54259" x="6343650" y="4273550"/>
          <p14:tracePt t="54276" x="6337300" y="4241800"/>
          <p14:tracePt t="54292" x="6330950" y="4216400"/>
          <p14:tracePt t="54309" x="6324600" y="4210050"/>
          <p14:tracePt t="54342" x="6311900" y="4210050"/>
          <p14:tracePt t="54375" x="6305550" y="4216400"/>
          <p14:tracePt t="54392" x="6299200" y="4222750"/>
          <p14:tracePt t="54409" x="6299200" y="4235450"/>
          <p14:tracePt t="54424" x="6292850" y="4241800"/>
          <p14:tracePt t="54441" x="6286500" y="4254500"/>
          <p14:tracePt t="54459" x="6286500" y="4267200"/>
          <p14:tracePt t="54474" x="6280150" y="4279900"/>
          <p14:tracePt t="54491" x="6273800" y="4292600"/>
          <p14:tracePt t="54508" x="6229350" y="4375150"/>
          <p14:tracePt t="54525" x="6203950" y="4419600"/>
          <p14:tracePt t="54541" x="6153150" y="4489450"/>
          <p14:tracePt t="54558" x="6026150" y="4641850"/>
          <p14:tracePt t="54574" x="5880100" y="4819650"/>
          <p14:tracePt t="54591" x="5810250" y="4902200"/>
          <p14:tracePt t="54607" x="5651500" y="5073650"/>
          <p14:tracePt t="54624" x="5511800" y="5194300"/>
          <p14:tracePt t="54641" x="5384800" y="5289550"/>
          <p14:tracePt t="54657" x="5327650" y="5327650"/>
          <p14:tracePt t="54674" x="5232400" y="5391150"/>
          <p14:tracePt t="54691" x="5156200" y="5448300"/>
          <p14:tracePt t="54707" x="5111750" y="5461000"/>
          <p14:tracePt t="54723" x="5041900" y="5492750"/>
          <p14:tracePt t="54741" x="4997450" y="5511800"/>
          <p14:tracePt t="54757" x="4933950" y="5537200"/>
          <p14:tracePt t="54774" x="4914900" y="5543550"/>
          <p14:tracePt t="54791" x="4845050" y="5556250"/>
          <p14:tracePt t="54807" x="4806950" y="5568950"/>
          <p14:tracePt t="54824" x="4775200" y="5568950"/>
          <p14:tracePt t="54840" x="4699000" y="5568950"/>
          <p14:tracePt t="54857" x="4641850" y="5581650"/>
          <p14:tracePt t="54875" x="4559300" y="5588000"/>
          <p14:tracePt t="54890" x="4527550" y="5594350"/>
          <p14:tracePt t="54908" x="4464050" y="5607050"/>
          <p14:tracePt t="54923" x="4406900" y="5613400"/>
          <p14:tracePt t="54940" x="4375150" y="5613400"/>
          <p14:tracePt t="54957" x="4324350" y="5619750"/>
          <p14:tracePt t="54973" x="4279900" y="5626100"/>
          <p14:tracePt t="54990" x="4267200" y="5626100"/>
          <p14:tracePt t="55009" x="4248150" y="5626100"/>
          <p14:tracePt t="55023" x="4241800" y="5626100"/>
          <p14:tracePt t="55039" x="4235450" y="5613400"/>
          <p14:tracePt t="55072" x="4235450" y="5607050"/>
          <p14:tracePt t="55089" x="4241800" y="5607050"/>
          <p14:tracePt t="55106" x="4248150" y="5594350"/>
          <p14:tracePt t="55122" x="4254500" y="5594350"/>
          <p14:tracePt t="55139" x="4254500" y="5588000"/>
          <p14:tracePt t="55156" x="4260850" y="5588000"/>
          <p14:tracePt t="55189" x="4273550" y="5588000"/>
          <p14:tracePt t="55206" x="4286250" y="5588000"/>
          <p14:tracePt t="55222" x="4298950" y="5588000"/>
          <p14:tracePt t="55239" x="4337050" y="5588000"/>
          <p14:tracePt t="55255" x="4425950" y="5588000"/>
          <p14:tracePt t="55272" x="4508500" y="5600700"/>
          <p14:tracePt t="55289" x="4686300" y="5607050"/>
          <p14:tracePt t="55305" x="4914900" y="5619750"/>
          <p14:tracePt t="55323" x="5194300" y="5632450"/>
          <p14:tracePt t="55338" x="5353050" y="5632450"/>
          <p14:tracePt t="55355" x="5651500" y="5613400"/>
          <p14:tracePt t="55372" x="5956300" y="5581650"/>
          <p14:tracePt t="55388" x="6089650" y="5549900"/>
          <p14:tracePt t="55405" x="6203950" y="5518150"/>
          <p14:tracePt t="55422" x="6457950" y="5384800"/>
          <p14:tracePt t="55438" x="6527800" y="5334000"/>
          <p14:tracePt t="55455" x="6578600" y="5289550"/>
          <p14:tracePt t="55471" x="6661150" y="5181600"/>
          <p14:tracePt t="55488" x="6718300" y="5060950"/>
          <p14:tracePt t="55505" x="6737350" y="4991100"/>
          <p14:tracePt t="55521" x="6775450" y="4845050"/>
          <p14:tracePt t="55538" x="6807200" y="4667250"/>
          <p14:tracePt t="55555" x="6838950" y="4483100"/>
          <p14:tracePt t="55571" x="6845300" y="4406900"/>
          <p14:tracePt t="55588" x="6858000" y="4273550"/>
          <p14:tracePt t="55604" x="6870700" y="4229100"/>
          <p14:tracePt t="55621" x="6870700" y="4216400"/>
          <p14:tracePt t="55638" x="6870700" y="4203700"/>
          <p14:tracePt t="55654" x="6870700" y="4191000"/>
          <p14:tracePt t="55695" x="6864350" y="4191000"/>
          <p14:tracePt t="55737" x="6858000" y="4191000"/>
          <p14:tracePt t="55808" x="6858000" y="4197350"/>
          <p14:tracePt t="56478" x="6648450" y="4273550"/>
          <p14:tracePt t="56486" x="6343650" y="4425950"/>
          <p14:tracePt t="56499" x="6051550" y="4552950"/>
          <p14:tracePt t="56506" x="5778500" y="4686300"/>
          <p14:tracePt t="56521" x="5537200" y="4775200"/>
          <p14:tracePt t="56536" x="5080000" y="4965700"/>
          <p14:tracePt t="56551" x="4895850" y="5016500"/>
          <p14:tracePt t="56567" x="4737100" y="5067300"/>
          <p14:tracePt t="56584" x="4540250" y="5143500"/>
          <p14:tracePt t="56601" x="4406900" y="5168900"/>
          <p14:tracePt t="56618" x="4356100" y="5175250"/>
          <p14:tracePt t="56634" x="4292600" y="5200650"/>
          <p14:tracePt t="56651" x="4260850" y="5207000"/>
          <p14:tracePt t="56668" x="4235450" y="5213350"/>
          <p14:tracePt t="56684" x="4222750" y="5219700"/>
          <p14:tracePt t="56700" x="4203700" y="5226050"/>
          <p14:tracePt t="56717" x="4184650" y="5238750"/>
          <p14:tracePt t="56734" x="4171950" y="5238750"/>
          <p14:tracePt t="56750" x="4159250" y="5238750"/>
          <p14:tracePt t="56767" x="4152900" y="5238750"/>
          <p14:tracePt t="56783" x="4133850" y="5232400"/>
          <p14:tracePt t="56800" x="4121150" y="5226050"/>
          <p14:tracePt t="56817" x="4095750" y="5213350"/>
          <p14:tracePt t="56833" x="4083050" y="5213350"/>
          <p14:tracePt t="56851" x="4064000" y="5207000"/>
          <p14:tracePt t="56866" x="4057650" y="5207000"/>
          <p14:tracePt t="56883" x="4051300" y="5200650"/>
          <p14:tracePt t="56900" x="4038600" y="5200650"/>
          <p14:tracePt t="56916" x="4032250" y="5207000"/>
          <p14:tracePt t="56933" x="4013200" y="5226050"/>
          <p14:tracePt t="56950" x="4000500" y="5238750"/>
          <p14:tracePt t="56966" x="3987800" y="5245100"/>
          <p14:tracePt t="56983" x="3956050" y="5276850"/>
          <p14:tracePt t="56999" x="3911600" y="5321300"/>
          <p14:tracePt t="57016" x="3879850" y="5346700"/>
          <p14:tracePt t="57033" x="3822700" y="5391150"/>
          <p14:tracePt t="57049" x="3759200" y="5448300"/>
          <p14:tracePt t="57066" x="3727450" y="5473700"/>
          <p14:tracePt t="57083" x="3657600" y="5530850"/>
          <p14:tracePt t="57099" x="3600450" y="5581650"/>
          <p14:tracePt t="57115" x="3581400" y="5600700"/>
          <p14:tracePt t="57132" x="3543300" y="5632450"/>
          <p14:tracePt t="57148" x="3530600" y="5645150"/>
          <p14:tracePt t="57165" x="3505200" y="5657850"/>
          <p14:tracePt t="57181" x="3492500" y="5657850"/>
          <p14:tracePt t="57199" x="3492500" y="5664200"/>
          <p14:tracePt t="57237" x="3486150" y="5670550"/>
          <p14:tracePt t="57258" x="3479800" y="5676900"/>
          <p14:tracePt t="57273" x="3473450" y="5683250"/>
          <p14:tracePt t="60237" x="3486150" y="5683250"/>
          <p14:tracePt t="60265" x="3498850" y="5689600"/>
          <p14:tracePt t="60273" x="3505200" y="5689600"/>
          <p14:tracePt t="60279" x="3511550" y="5689600"/>
          <p14:tracePt t="60293" x="3517900" y="5689600"/>
          <p14:tracePt t="60304" x="3530600" y="5689600"/>
          <p14:tracePt t="60322" x="3556000" y="5695950"/>
          <p14:tracePt t="60338" x="3568700" y="5702300"/>
          <p14:tracePt t="60354" x="3594100" y="5708650"/>
          <p14:tracePt t="60371" x="3619500" y="5721350"/>
          <p14:tracePt t="60388" x="3632200" y="5721350"/>
          <p14:tracePt t="60404" x="3657600" y="5727700"/>
          <p14:tracePt t="60421" x="3676650" y="5727700"/>
          <p14:tracePt t="60437" x="3683000" y="5727700"/>
          <p14:tracePt t="60455" x="3689350" y="5727700"/>
          <p14:tracePt t="62882" x="3727450" y="5708650"/>
          <p14:tracePt t="62889" x="3797300" y="5670550"/>
          <p14:tracePt t="62903" x="3892550" y="5607050"/>
          <p14:tracePt t="62912" x="3975100" y="5530850"/>
          <p14:tracePt t="62929" x="4089400" y="5429250"/>
          <p14:tracePt t="62945" x="4330700" y="5207000"/>
          <p14:tracePt t="62962" x="4686300" y="4908550"/>
          <p14:tracePt t="62979" x="4826000" y="4775200"/>
          <p14:tracePt t="62995" x="5086350" y="4578350"/>
          <p14:tracePt t="63012" x="5226050" y="4483100"/>
          <p14:tracePt t="63029" x="5314950" y="4438650"/>
          <p14:tracePt t="63045" x="5334000" y="4438650"/>
          <p14:tracePt t="63062" x="5391150" y="4419600"/>
          <p14:tracePt t="63079" x="5416550" y="4406900"/>
          <p14:tracePt t="63095" x="5448300" y="4394200"/>
          <p14:tracePt t="63111" x="5461000" y="4381500"/>
          <p14:tracePt t="63128" x="5568950" y="4330700"/>
          <p14:tracePt t="63145" x="5600700" y="4305300"/>
          <p14:tracePt t="63161" x="5638800" y="4298950"/>
          <p14:tracePt t="63178" x="5715000" y="4254500"/>
          <p14:tracePt t="63194" x="5803900" y="4229100"/>
          <p14:tracePt t="63212" x="5899150" y="4197350"/>
          <p14:tracePt t="63228" x="5949950" y="4184650"/>
          <p14:tracePt t="63244" x="6038850" y="4159250"/>
          <p14:tracePt t="63262" x="6115050" y="4159250"/>
          <p14:tracePt t="63277" x="6153150" y="4159250"/>
          <p14:tracePt t="63294" x="6223000" y="4171950"/>
          <p14:tracePt t="63311" x="6280150" y="4184650"/>
          <p14:tracePt t="63328" x="6305550" y="4197350"/>
          <p14:tracePt t="63344" x="6337300" y="4216400"/>
          <p14:tracePt t="63361" x="6381750" y="4229100"/>
          <p14:tracePt t="63377" x="6394450" y="4235450"/>
          <p14:tracePt t="63395" x="6432550" y="4248150"/>
          <p14:tracePt t="63411" x="6445250" y="4254500"/>
          <p14:tracePt t="63426" x="6451600" y="4254500"/>
          <p14:tracePt t="63444" x="6457950" y="4254500"/>
          <p14:tracePt t="63486" x="6457950" y="4267200"/>
          <p14:tracePt t="63500" x="6457950" y="4273550"/>
          <p14:tracePt t="69412" x="6464300" y="4267200"/>
          <p14:tracePt t="69418" x="6502400" y="4248150"/>
          <p14:tracePt t="69426" x="6521450" y="4241800"/>
          <p14:tracePt t="69440" x="6565900" y="4222750"/>
          <p14:tracePt t="69456" x="6610350" y="4197350"/>
          <p14:tracePt t="69473" x="6635750" y="4178300"/>
          <p14:tracePt t="69490" x="6673850" y="4146550"/>
          <p14:tracePt t="69506" x="6699250" y="4140200"/>
          <p14:tracePt t="69523" x="6718300" y="4127500"/>
          <p14:tracePt t="69539" x="6731000" y="4127500"/>
          <p14:tracePt t="69556" x="6743700" y="4121150"/>
          <p14:tracePt t="69594" x="6743700" y="4114800"/>
          <p14:tracePt t="69615" x="6743700" y="4108450"/>
          <p14:tracePt t="69630" x="6743700" y="4102100"/>
          <p14:tracePt t="69651" x="6743700" y="4095750"/>
          <p14:tracePt t="69672" x="6743700" y="4089400"/>
          <p14:tracePt t="69686" x="6737350" y="4083050"/>
          <p14:tracePt t="69692" x="6731000" y="4076700"/>
          <p14:tracePt t="69705" x="6731000" y="4070350"/>
          <p14:tracePt t="69723" x="6724650" y="4064000"/>
          <p14:tracePt t="69739" x="6718300" y="4051300"/>
          <p14:tracePt t="69756" x="6699250" y="4019550"/>
          <p14:tracePt t="69772" x="6686550" y="3981450"/>
          <p14:tracePt t="69788" x="6673850" y="3930650"/>
          <p14:tracePt t="69806" x="6642100" y="3803650"/>
          <p14:tracePt t="69822" x="6604000" y="3657600"/>
          <p14:tracePt t="69838" x="6572250" y="3486150"/>
          <p14:tracePt t="69855" x="6527800" y="3143250"/>
          <p14:tracePt t="69871" x="6521450" y="2876550"/>
          <p14:tracePt t="69888" x="6508750" y="2635250"/>
          <p14:tracePt t="69904" x="6477000" y="2317750"/>
          <p14:tracePt t="69921" x="6457950" y="2152650"/>
          <p14:tracePt t="69940" x="6432550" y="1987550"/>
          <p14:tracePt t="69954" x="6426200" y="1949450"/>
          <p14:tracePt t="69971" x="6413500" y="1930400"/>
          <p14:tracePt t="69988" x="6407150" y="1930400"/>
          <p14:tracePt t="70051" x="6407150" y="1924050"/>
          <p14:tracePt t="70135" x="6400800" y="1924050"/>
          <p14:tracePt t="70184" x="6400800" y="1911350"/>
          <p14:tracePt t="70233" x="6400800" y="1905000"/>
          <p14:tracePt t="70255" x="6400800" y="1898650"/>
          <p14:tracePt t="70297" x="6400800" y="1892300"/>
          <p14:tracePt t="70346" x="6400800" y="1885950"/>
          <p14:tracePt t="70444" x="6400800" y="1892300"/>
          <p14:tracePt t="70472" x="6400800" y="1898650"/>
          <p14:tracePt t="70529" x="6400800" y="1905000"/>
          <p14:tracePt t="71277" x="6400800" y="1930400"/>
          <p14:tracePt t="71291" x="6400800" y="1962150"/>
          <p14:tracePt t="71298" x="6400800" y="2000250"/>
          <p14:tracePt t="71305" x="6388100" y="2038350"/>
          <p14:tracePt t="71320" x="6388100" y="2082800"/>
          <p14:tracePt t="71334" x="6381750" y="2120900"/>
          <p14:tracePt t="71350" x="6381750" y="2209800"/>
          <p14:tracePt t="71366" x="6375400" y="2266950"/>
          <p14:tracePt t="71383" x="6356350" y="2374900"/>
          <p14:tracePt t="71400" x="6324600" y="2508250"/>
          <p14:tracePt t="71416" x="6305550" y="2571750"/>
          <p14:tracePt t="71433" x="6280150" y="2692400"/>
          <p14:tracePt t="71449" x="6235700" y="2806700"/>
          <p14:tracePt t="71465" x="6216650" y="2844800"/>
          <p14:tracePt t="71469" x="6197600" y="2901950"/>
          <p14:tracePt t="71482" x="6191250" y="2940050"/>
          <p14:tracePt t="71499" x="6172200" y="2984500"/>
          <p14:tracePt t="71516" x="6127750" y="3111500"/>
          <p14:tracePt t="71532" x="6121400" y="3155950"/>
          <p14:tracePt t="71549" x="6115050" y="3181350"/>
          <p14:tracePt t="71566" x="6096000" y="3244850"/>
          <p14:tracePt t="71582" x="6083300" y="3302000"/>
          <p14:tracePt t="71599" x="6083300" y="3340100"/>
          <p14:tracePt t="71615" x="6070600" y="3409950"/>
          <p14:tracePt t="71632" x="6051550" y="3479800"/>
          <p14:tracePt t="71649" x="6045200" y="3549650"/>
          <p14:tracePt t="71665" x="6045200" y="3581400"/>
          <p14:tracePt t="71682" x="6038850" y="3613150"/>
          <p14:tracePt t="71699" x="6032500" y="3644900"/>
          <p14:tracePt t="71715" x="6032500" y="3657600"/>
          <p14:tracePt t="71732" x="6026150" y="3670300"/>
          <p14:tracePt t="71748" x="6026150" y="3683000"/>
          <p14:tracePt t="71782" x="6026150" y="3695700"/>
          <p14:tracePt t="71798" x="6019800" y="3702050"/>
          <p14:tracePt t="71832" x="6019800" y="3714750"/>
          <p14:tracePt t="71848" x="6019800" y="3721100"/>
          <p14:tracePt t="71865" x="6019800" y="3727450"/>
          <p14:tracePt t="71883" x="6019800" y="3733800"/>
          <p14:tracePt t="71898" x="6019800" y="3740150"/>
          <p14:tracePt t="71914" x="6019800" y="3746500"/>
          <p14:tracePt t="71931" x="6019800" y="3759200"/>
          <p14:tracePt t="71965" x="6013450" y="3771900"/>
          <p14:tracePt t="71981" x="6013450" y="3797300"/>
          <p14:tracePt t="71997" x="6013450" y="3816350"/>
          <p14:tracePt t="72015" x="6007100" y="3867150"/>
          <p14:tracePt t="72031" x="6000750" y="3917950"/>
          <p14:tracePt t="72047" x="5994400" y="3949700"/>
          <p14:tracePt t="72065" x="5994400" y="3987800"/>
          <p14:tracePt t="72080" x="5988050" y="4013200"/>
          <p14:tracePt t="72097" x="5988050" y="4019550"/>
          <p14:tracePt t="72114" x="5988050" y="4032250"/>
          <p14:tracePt t="72134" x="5988050" y="4038600"/>
          <p14:tracePt t="72163" x="5988050" y="4044950"/>
          <p14:tracePt t="72204" x="5988050" y="4051300"/>
          <p14:tracePt t="72254" x="5988050" y="4057650"/>
          <p14:tracePt t="72352" x="5988050" y="4051300"/>
          <p14:tracePt t="72359" x="5988050" y="4038600"/>
          <p14:tracePt t="72373" x="5988050" y="4025900"/>
          <p14:tracePt t="72382" x="5988050" y="4006850"/>
          <p14:tracePt t="72395" x="5994400" y="3968750"/>
          <p14:tracePt t="72413" x="6000750" y="3917950"/>
          <p14:tracePt t="72430" x="6032500" y="3632200"/>
          <p14:tracePt t="72446" x="6045200" y="3505200"/>
          <p14:tracePt t="72463" x="6064250" y="3346450"/>
          <p14:tracePt t="72466" x="6102350" y="3168650"/>
          <p14:tracePt t="72479" x="6127750" y="2997200"/>
          <p14:tracePt t="72496" x="6203950" y="2622550"/>
          <p14:tracePt t="72512" x="6242050" y="2470150"/>
          <p14:tracePt t="72529" x="6292850" y="2209800"/>
          <p14:tracePt t="72546" x="6350000" y="1981200"/>
          <p14:tracePt t="72563" x="6356350" y="1892300"/>
          <p14:tracePt t="72579" x="6388100" y="1720850"/>
          <p14:tracePt t="72595" x="6407150" y="1600200"/>
          <p14:tracePt t="72613" x="6413500" y="1511300"/>
          <p14:tracePt t="72629" x="6419850" y="1466850"/>
          <p14:tracePt t="72645" x="6432550" y="1416050"/>
          <p14:tracePt t="72662" x="6432550" y="1397000"/>
          <p14:tracePt t="72678" x="6432550" y="1384300"/>
          <p14:tracePt t="72696" x="6432550" y="1377950"/>
          <p14:tracePt t="72712" x="6432550" y="1365250"/>
          <p14:tracePt t="72732" x="6432550" y="1358900"/>
          <p14:tracePt t="72752" x="6432550" y="1352550"/>
          <p14:tracePt t="72773" x="6432550" y="1346200"/>
          <p14:tracePt t="72781" x="6432550" y="1339850"/>
          <p14:tracePt t="72801" x="6432550" y="1333500"/>
          <p14:tracePt t="72872" x="6432550" y="1339850"/>
          <p14:tracePt t="72907" x="6432550" y="1346200"/>
          <p14:tracePt t="72913" x="6432550" y="1352550"/>
          <p14:tracePt t="72921" x="6432550" y="1358900"/>
          <p14:tracePt t="72934" x="6432550" y="1365250"/>
          <p14:tracePt t="72944" x="6432550" y="1377950"/>
          <p14:tracePt t="72960" x="6432550" y="1403350"/>
          <p14:tracePt t="72978" x="6419850" y="1473200"/>
          <p14:tracePt t="72994" x="6400800" y="1619250"/>
          <p14:tracePt t="73011" x="6388100" y="1695450"/>
          <p14:tracePt t="73027" x="6369050" y="1873250"/>
          <p14:tracePt t="73044" x="6362700" y="1968500"/>
          <p14:tracePt t="73061" x="6311900" y="2273300"/>
          <p14:tracePt t="73076" x="6299200" y="2387600"/>
          <p14:tracePt t="73093" x="6280150" y="2495550"/>
          <p14:tracePt t="73112" x="6248400" y="2673350"/>
          <p14:tracePt t="73127" x="6229350" y="2819400"/>
          <p14:tracePt t="73144" x="6216650" y="2882900"/>
          <p14:tracePt t="73160" x="6197600" y="3022600"/>
          <p14:tracePt t="73177" x="6172200" y="3168650"/>
          <p14:tracePt t="73194" x="6159500" y="3225800"/>
          <p14:tracePt t="73210" x="6153150" y="3327400"/>
          <p14:tracePt t="73227" x="6146800" y="3448050"/>
          <p14:tracePt t="73244" x="6127750" y="3517900"/>
          <p14:tracePt t="73259" x="6121400" y="3556000"/>
          <p14:tracePt t="73276" x="6108700" y="3619500"/>
          <p14:tracePt t="73293" x="6096000" y="3644900"/>
          <p14:tracePt t="73310" x="6089650" y="3695700"/>
          <p14:tracePt t="73327" x="6089650" y="3708400"/>
          <p14:tracePt t="73343" x="6083300" y="3746500"/>
          <p14:tracePt t="73359" x="6076950" y="3752850"/>
          <p14:tracePt t="73376" x="6076950" y="3765550"/>
          <p14:tracePt t="73406" x="6076950" y="3771900"/>
          <p14:tracePt t="73434" x="6076950" y="3778250"/>
          <p14:tracePt t="73708" x="6076950" y="3771900"/>
          <p14:tracePt t="73714" x="6076950" y="3759200"/>
          <p14:tracePt t="73729" x="6076950" y="3733800"/>
          <p14:tracePt t="73742" x="6089650" y="3695700"/>
          <p14:tracePt t="73758" x="6115050" y="3549650"/>
          <p14:tracePt t="73775" x="6140450" y="3448050"/>
          <p14:tracePt t="73792" x="6165850" y="3219450"/>
          <p14:tracePt t="73808" x="6197600" y="2990850"/>
          <p14:tracePt t="73824" x="6223000" y="2882900"/>
          <p14:tracePt t="73841" x="6242050" y="2692400"/>
          <p14:tracePt t="73858" x="6273800" y="2508250"/>
          <p14:tracePt t="73874" x="6292850" y="2419350"/>
          <p14:tracePt t="73891" x="6318250" y="2254250"/>
          <p14:tracePt t="73908" x="6362700" y="2108200"/>
          <p14:tracePt t="73924" x="6369050" y="2038350"/>
          <p14:tracePt t="73941" x="6394450" y="1930400"/>
          <p14:tracePt t="73957" x="6407150" y="1879600"/>
          <p14:tracePt t="73975" x="6432550" y="1771650"/>
          <p14:tracePt t="73990" x="6438900" y="1752600"/>
          <p14:tracePt t="74007" x="6445250" y="1733550"/>
          <p14:tracePt t="74024" x="6445250" y="1720850"/>
          <p14:tracePt t="74115" x="6451600" y="1720850"/>
          <p14:tracePt t="74137" x="6451600" y="1727200"/>
          <p14:tracePt t="74158" x="6457950" y="1733550"/>
          <p14:tracePt t="74185" x="6457950" y="1739900"/>
          <p14:tracePt t="74206" x="6457950" y="1746250"/>
          <p14:tracePt t="74249" x="6457950" y="1752600"/>
          <p14:tracePt t="74270" x="6457950" y="1758950"/>
          <p14:tracePt t="74291" x="6457950" y="1765300"/>
          <p14:tracePt t="74298" x="6451600" y="1778000"/>
          <p14:tracePt t="74319" x="6451600" y="1790700"/>
          <p14:tracePt t="74326" x="6445250" y="1803400"/>
          <p14:tracePt t="74342" x="6438900" y="1835150"/>
          <p14:tracePt t="74356" x="6426200" y="1873250"/>
          <p14:tracePt t="74372" x="6400800" y="2006600"/>
          <p14:tracePt t="74390" x="6362700" y="2178050"/>
          <p14:tracePt t="74406" x="6337300" y="2266950"/>
          <p14:tracePt t="74422" x="6311900" y="2463800"/>
          <p14:tracePt t="74439" x="6267450" y="2654300"/>
          <p14:tracePt t="74456" x="6261100" y="2755900"/>
          <p14:tracePt t="74472" x="6229350" y="2952750"/>
          <p14:tracePt t="74489" x="6197600" y="3124200"/>
          <p14:tracePt t="74505" x="6191250" y="3187700"/>
          <p14:tracePt t="74523" x="6172200" y="3314700"/>
          <p14:tracePt t="74539" x="6153150" y="3422650"/>
          <p14:tracePt t="74555" x="6140450" y="3479800"/>
          <p14:tracePt t="74572" x="6127750" y="3587750"/>
          <p14:tracePt t="74588" x="6115050" y="3625850"/>
          <p14:tracePt t="74605" x="6102350" y="3708400"/>
          <p14:tracePt t="74622" x="6096000" y="3752850"/>
          <p14:tracePt t="74638" x="6089650" y="3765550"/>
          <p14:tracePt t="74655" x="6076950" y="3790950"/>
          <p14:tracePt t="74671" x="6064250" y="3816350"/>
          <p14:tracePt t="74688" x="6064250" y="3822700"/>
          <p14:tracePt t="74705" x="6064250" y="3835400"/>
          <p14:tracePt t="74721" x="6057900" y="3848100"/>
          <p14:tracePt t="74738" x="6057900" y="3854450"/>
          <p14:tracePt t="74755" x="6057900" y="3873500"/>
          <p14:tracePt t="74771" x="6051550" y="3886200"/>
          <p14:tracePt t="74788" x="6051550" y="3898900"/>
          <p14:tracePt t="74804" x="6045200" y="3917950"/>
          <p14:tracePt t="74821" x="6045200" y="3924300"/>
          <p14:tracePt t="74838" x="6045200" y="3930650"/>
          <p14:tracePt t="74871" x="6038850" y="3937000"/>
          <p14:tracePt t="74890" x="6038850" y="3943350"/>
          <p14:tracePt t="74994" x="6038850" y="3937000"/>
          <p14:tracePt t="75000" x="6038850" y="3930650"/>
          <p14:tracePt t="75022" x="6038850" y="3911600"/>
          <p14:tracePt t="75028" x="6045200" y="3886200"/>
          <p14:tracePt t="75042" x="6045200" y="3848100"/>
          <p14:tracePt t="75053" x="6051550" y="3784600"/>
          <p14:tracePt t="75071" x="6051550" y="3644900"/>
          <p14:tracePt t="75086" x="6064250" y="3556000"/>
          <p14:tracePt t="75103" x="6083300" y="3352800"/>
          <p14:tracePt t="75121" x="6096000" y="3149600"/>
          <p14:tracePt t="75137" x="6096000" y="3048000"/>
          <p14:tracePt t="75153" x="6108700" y="2933700"/>
          <p14:tracePt t="75170" x="6115050" y="2647950"/>
          <p14:tracePt t="75186" x="6115050" y="2571750"/>
          <p14:tracePt t="75204" x="6115050" y="2495550"/>
          <p14:tracePt t="75220" x="6115050" y="2368550"/>
          <p14:tracePt t="75236" x="6115050" y="2266950"/>
          <p14:tracePt t="75254" x="6121400" y="2184400"/>
          <p14:tracePt t="75269" x="6121400" y="2165350"/>
          <p14:tracePt t="75286" x="6134100" y="2133600"/>
          <p14:tracePt t="75303" x="6134100" y="2120900"/>
          <p14:tracePt t="75319" x="6134100" y="2114550"/>
          <p14:tracePt t="75415" x="6134100" y="2120900"/>
          <p14:tracePt t="75443" x="6134100" y="2127250"/>
          <p14:tracePt t="75471" x="6134100" y="2133600"/>
          <p14:tracePt t="75506" x="6134100" y="2139950"/>
          <p14:tracePt t="75520" x="6134100" y="2146300"/>
          <p14:tracePt t="75535" x="6134100" y="2152650"/>
          <p14:tracePt t="75555" x="6134100" y="2165350"/>
          <p14:tracePt t="75562" x="6134100" y="2171700"/>
          <p14:tracePt t="75576" x="6134100" y="2190750"/>
          <p14:tracePt t="75585" x="6134100" y="2209800"/>
          <p14:tracePt t="75602" x="6121400" y="2247900"/>
          <p14:tracePt t="75619" x="6115050" y="2343150"/>
          <p14:tracePt t="75635" x="6096000" y="2457450"/>
          <p14:tracePt t="75652" x="6096000" y="2533650"/>
          <p14:tracePt t="75668" x="6076950" y="2667000"/>
          <p14:tracePt t="75685" x="6070600" y="2787650"/>
          <p14:tracePt t="75701" x="6057900" y="2838450"/>
          <p14:tracePt t="75719" x="6045200" y="2946400"/>
          <p14:tracePt t="75734" x="6032500" y="3060700"/>
          <p14:tracePt t="75752" x="6026150" y="3181350"/>
          <p14:tracePt t="75768" x="6013450" y="3244850"/>
          <p14:tracePt t="75784" x="6007100" y="3295650"/>
          <p14:tracePt t="75801" x="5981700" y="3473450"/>
          <p14:tracePt t="75817" x="5969000" y="3511550"/>
          <p14:tracePt t="75834" x="5969000" y="3549650"/>
          <p14:tracePt t="75850" x="5956300" y="3613150"/>
          <p14:tracePt t="75868" x="5949950" y="3657600"/>
          <p14:tracePt t="75886" x="5943600" y="3689350"/>
          <p14:tracePt t="75900" x="5930900" y="3740150"/>
          <p14:tracePt t="75917" x="5924550" y="3790950"/>
          <p14:tracePt t="75935" x="5924550" y="3822700"/>
          <p14:tracePt t="75950" x="5918200" y="3835400"/>
          <p14:tracePt t="75967" x="5918200" y="3860800"/>
          <p14:tracePt t="75984" x="5911850" y="3873500"/>
          <p14:tracePt t="76000" x="5905500" y="3879850"/>
          <p14:tracePt t="76017" x="5892800" y="3905250"/>
          <p14:tracePt t="76034" x="5873750" y="3924300"/>
          <p14:tracePt t="76878" x="5854700" y="3937000"/>
          <p14:tracePt t="76885" x="5835650" y="3949700"/>
          <p14:tracePt t="76900" x="5816600" y="3968750"/>
          <p14:tracePt t="76914" x="5772150" y="3994150"/>
          <p14:tracePt t="76930" x="5689600" y="4057650"/>
          <p14:tracePt t="76948" x="5594350" y="4152900"/>
          <p14:tracePt t="76964" x="5537200" y="4210050"/>
          <p14:tracePt t="76980" x="5397500" y="4330700"/>
          <p14:tracePt t="76997" x="5207000" y="4470400"/>
          <p14:tracePt t="77013" x="5080000" y="4559300"/>
          <p14:tracePt t="77030" x="4889500" y="4718050"/>
          <p14:tracePt t="77047" x="4711700" y="4889500"/>
          <p14:tracePt t="77063" x="4635500" y="4953000"/>
          <p14:tracePt t="77080" x="4565650" y="5010150"/>
          <p14:tracePt t="77096" x="4381500" y="5156200"/>
          <p14:tracePt t="77113" x="4343400" y="5194300"/>
          <p14:tracePt t="77131" x="4254500" y="5257800"/>
          <p14:tracePt t="77146" x="4222750" y="5289550"/>
          <p14:tracePt t="77164" x="4152900" y="5359400"/>
          <p14:tracePt t="77180" x="4089400" y="5429250"/>
          <p14:tracePt t="77196" x="4070350" y="5448300"/>
          <p14:tracePt t="77213" x="4025900" y="5505450"/>
          <p14:tracePt t="77230" x="3962400" y="5588000"/>
          <p14:tracePt t="77246" x="3905250" y="5645150"/>
          <p14:tracePt t="77263" x="3784600" y="5753100"/>
          <p14:tracePt t="77280" x="3689350" y="5861050"/>
          <p14:tracePt t="77296" x="3644900" y="5892800"/>
          <p14:tracePt t="77313" x="3575050" y="5975350"/>
          <p14:tracePt t="77329" x="3536950" y="6013450"/>
          <p14:tracePt t="77346" x="3530600" y="6026150"/>
          <p14:tracePt t="77363" x="3524250" y="6032500"/>
          <p14:tracePt t="77482" x="3524250" y="6026150"/>
          <p14:tracePt t="77489" x="3524250" y="6019800"/>
          <p14:tracePt t="77510" x="3524250" y="6013450"/>
          <p14:tracePt t="77517" x="3524250" y="6007100"/>
          <p14:tracePt t="77538" x="3524250" y="6000750"/>
          <p14:tracePt t="77559" x="3524250" y="5994400"/>
          <p14:tracePt t="77861" x="3524250" y="5988050"/>
          <p14:tracePt t="77924" x="3524250" y="5981700"/>
          <p14:tracePt t="77959" x="3524250" y="5975350"/>
          <p14:tracePt t="78001" x="3524250" y="5969000"/>
          <p14:tracePt t="78029" x="3530600" y="5969000"/>
          <p14:tracePt t="78079" x="3536950" y="5962650"/>
          <p14:tracePt t="78205" x="3536950" y="5956300"/>
          <p14:tracePt t="78233" x="3543300" y="5956300"/>
          <p14:tracePt t="78240" x="3549650" y="5956300"/>
          <p14:tracePt t="78262" x="3556000" y="5956300"/>
          <p14:tracePt t="78277" x="3562350" y="5956300"/>
          <p14:tracePt t="78283" x="3568700" y="5956300"/>
          <p14:tracePt t="78292" x="3575050" y="5956300"/>
          <p14:tracePt t="78310" x="3581400" y="5956300"/>
          <p14:tracePt t="78326" x="3606800" y="5956300"/>
          <p14:tracePt t="78342" x="3625850" y="5956300"/>
          <p14:tracePt t="78359" x="3689350" y="5949950"/>
          <p14:tracePt t="78375" x="3778250" y="5943600"/>
          <p14:tracePt t="78392" x="3829050" y="5943600"/>
          <p14:tracePt t="78409" x="3937000" y="5924550"/>
          <p14:tracePt t="78425" x="4019550" y="5905500"/>
          <p14:tracePt t="78442" x="4064000" y="5899150"/>
          <p14:tracePt t="78459" x="4114800" y="5886450"/>
          <p14:tracePt t="78475" x="4152900" y="5873750"/>
          <p14:tracePt t="78492" x="4178300" y="5867400"/>
          <p14:tracePt t="78509" x="4229100" y="5835650"/>
          <p14:tracePt t="78525" x="4279900" y="5803900"/>
          <p14:tracePt t="78542" x="4311650" y="5778500"/>
          <p14:tracePt t="78558" x="4400550" y="5734050"/>
          <p14:tracePt t="78575" x="4489450" y="5670550"/>
          <p14:tracePt t="78592" x="4616450" y="5581650"/>
          <p14:tracePt t="78608" x="4686300" y="5543550"/>
          <p14:tracePt t="78624" x="4756150" y="5492750"/>
          <p14:tracePt t="78642" x="5010150" y="5359400"/>
          <p14:tracePt t="78658" x="5092700" y="5308600"/>
          <p14:tracePt t="78674" x="5162550" y="5264150"/>
          <p14:tracePt t="78691" x="5314950" y="5162550"/>
          <p14:tracePt t="78708" x="5467350" y="5060950"/>
          <p14:tracePt t="78725" x="5619750" y="4933950"/>
          <p14:tracePt t="78741" x="5683250" y="4876800"/>
          <p14:tracePt t="78757" x="5765800" y="4781550"/>
          <p14:tracePt t="78776" x="5822950" y="4730750"/>
          <p14:tracePt t="78791" x="5829300" y="4699000"/>
          <p14:tracePt t="78807" x="5848350" y="4673600"/>
          <p14:tracePt t="78824" x="5854700" y="4667250"/>
          <p14:tracePt t="78841" x="5854700" y="4660900"/>
          <p14:tracePt t="78957" x="5854700" y="4654550"/>
          <p14:tracePt t="78964" x="5854700" y="4648200"/>
          <p14:tracePt t="79006" x="5861050" y="4648200"/>
          <p14:tracePt t="79034" x="5861050" y="4641850"/>
          <p14:tracePt t="79077" x="5861050" y="4635500"/>
          <p14:tracePt t="79083" x="5861050" y="4629150"/>
          <p14:tracePt t="79098" x="5861050" y="4622800"/>
          <p14:tracePt t="79106" x="5861050" y="4616450"/>
          <p14:tracePt t="79122" x="5867400" y="4616450"/>
          <p14:tracePt t="79140" x="5867400" y="4603750"/>
          <p14:tracePt t="79176" x="5867400" y="4597400"/>
          <p14:tracePt t="79196" x="5873750" y="4591050"/>
          <p14:tracePt t="79206" x="5873750" y="4584700"/>
          <p14:tracePt t="79225" x="5873750" y="4578350"/>
          <p14:tracePt t="79240" x="5873750" y="4572000"/>
          <p14:tracePt t="79266" x="5880100" y="4565650"/>
          <p14:tracePt t="79294" x="5886450" y="4559300"/>
          <p14:tracePt t="79308" x="5886450" y="4552950"/>
          <p14:tracePt t="79329" x="5886450" y="4546600"/>
          <p14:tracePt t="79343" x="5886450" y="4540250"/>
          <p14:tracePt t="79364" x="5886450" y="4533900"/>
          <p14:tracePt t="79385" x="5892800" y="4533900"/>
          <p14:tracePt t="79407" x="5892800" y="4527550"/>
          <p14:tracePt t="79435" x="5892800" y="4521200"/>
          <p14:tracePt t="79456" x="5892800" y="4514850"/>
          <p14:tracePt t="79484" x="5892800" y="4508500"/>
          <p14:tracePt t="79519" x="5892800" y="4502150"/>
          <p14:tracePt t="79547" x="5892800" y="4495800"/>
          <p14:tracePt t="79646" x="5886450" y="4489450"/>
          <p14:tracePt t="79688" x="5880100" y="4489450"/>
          <p14:tracePt t="79716" x="5873750" y="4495800"/>
          <p14:tracePt t="79737" x="5861050" y="4508500"/>
          <p14:tracePt t="79758" x="5861050" y="4514850"/>
          <p14:tracePt t="79765" x="5848350" y="4521200"/>
          <p14:tracePt t="79779" x="5835650" y="4533900"/>
          <p14:tracePt t="79788" x="5810250" y="4546600"/>
          <p14:tracePt t="79803" x="5778500" y="4572000"/>
          <p14:tracePt t="79821" x="5664200" y="4660900"/>
          <p14:tracePt t="79837" x="5486400" y="4781550"/>
          <p14:tracePt t="79853" x="5391150" y="4845050"/>
          <p14:tracePt t="79871" x="5162550" y="5003800"/>
          <p14:tracePt t="79887" x="5054600" y="5067300"/>
          <p14:tracePt t="79904" x="4832350" y="5181600"/>
          <p14:tracePt t="79921" x="4629150" y="5289550"/>
          <p14:tracePt t="79937" x="4546600" y="5340350"/>
          <p14:tracePt t="79954" x="4362450" y="5422900"/>
          <p14:tracePt t="79970" x="4203700" y="5492750"/>
          <p14:tracePt t="79986" x="4146550" y="5530850"/>
          <p14:tracePt t="80004" x="4019550" y="5607050"/>
          <p14:tracePt t="80019" x="3917950" y="5670550"/>
          <p14:tracePt t="80036" x="3860800" y="5702300"/>
          <p14:tracePt t="80053" x="3771900" y="5765800"/>
          <p14:tracePt t="80069" x="3683000" y="5816600"/>
          <p14:tracePt t="80086" x="3644900" y="5842000"/>
          <p14:tracePt t="80103" x="3606800" y="5861050"/>
          <p14:tracePt t="80119" x="3549650" y="5899150"/>
          <p14:tracePt t="80137" x="3524250" y="5905500"/>
          <p14:tracePt t="80152" x="3479800" y="5924550"/>
          <p14:tracePt t="80169" x="3467100" y="5924550"/>
          <p14:tracePt t="80186" x="3454400" y="5930900"/>
          <p14:tracePt t="80202" x="3435350" y="5930900"/>
          <p14:tracePt t="80219" x="3429000" y="5930900"/>
          <p14:tracePt t="80252" x="3422650" y="5930900"/>
          <p14:tracePt t="80285" x="3422650" y="5924550"/>
          <p14:tracePt t="80313" x="3422650" y="5918200"/>
          <p14:tracePt t="80334" x="3422650" y="5911850"/>
          <p14:tracePt t="80355" x="3422650" y="5905500"/>
          <p14:tracePt t="80389" x="3422650" y="5899150"/>
          <p14:tracePt t="80433" x="3429000" y="5899150"/>
          <p14:tracePt t="80524" x="3435350" y="5892800"/>
          <p14:tracePt t="80594" x="3441700" y="5892800"/>
          <p14:tracePt t="80602" x="3448050" y="5892800"/>
          <p14:tracePt t="80643" x="3454400" y="5892800"/>
          <p14:tracePt t="80720" x="3467100" y="5899150"/>
          <p14:tracePt t="80741" x="3473450" y="5899150"/>
          <p14:tracePt t="80748" x="3479800" y="5899150"/>
          <p14:tracePt t="80763" x="3492500" y="5899150"/>
          <p14:tracePt t="80770" x="3505200" y="5899150"/>
          <p14:tracePt t="80786" x="3530600" y="5892800"/>
          <p14:tracePt t="80801" x="3562350" y="5886450"/>
          <p14:tracePt t="80817" x="3695700" y="5835650"/>
          <p14:tracePt t="80834" x="3879850" y="5765800"/>
          <p14:tracePt t="80850" x="4019550" y="5708650"/>
          <p14:tracePt t="80868" x="4318000" y="5549900"/>
          <p14:tracePt t="80884" x="4692650" y="5340350"/>
          <p14:tracePt t="80900" x="4921250" y="5200650"/>
          <p14:tracePt t="80917" x="5340350" y="4902200"/>
          <p14:tracePt t="80933" x="5683250" y="4654550"/>
          <p14:tracePt t="80949" x="5816600" y="4552950"/>
          <p14:tracePt t="80967" x="6045200" y="4406900"/>
          <p14:tracePt t="80983" x="6197600" y="4318000"/>
          <p14:tracePt t="81000" x="6229350" y="4292600"/>
          <p14:tracePt t="81016" x="6286500" y="4260850"/>
          <p14:tracePt t="81033" x="6305550" y="4241800"/>
          <p14:tracePt t="81051" x="6311900" y="4241800"/>
          <p14:tracePt t="81066" x="6311900" y="4235450"/>
          <p14:tracePt t="81083" x="6311900" y="4229100"/>
          <p14:tracePt t="81100" x="6318250" y="4229100"/>
          <p14:tracePt t="81191" x="6318250" y="4235450"/>
          <p14:tracePt t="81205" x="6311900" y="4235450"/>
          <p14:tracePt t="81226" x="6305550" y="4241800"/>
          <p14:tracePt t="81234" x="6299200" y="4248150"/>
          <p14:tracePt t="81240" x="6292850" y="4254500"/>
          <p14:tracePt t="81254" x="6280150" y="4260850"/>
          <p14:tracePt t="81265" x="6267450" y="4267200"/>
          <p14:tracePt t="81283" x="6216650" y="4298950"/>
          <p14:tracePt t="81299" x="6159500" y="4330700"/>
          <p14:tracePt t="81315" x="6007100" y="4432300"/>
          <p14:tracePt t="81332" x="5816600" y="4559300"/>
          <p14:tracePt t="81349" x="5715000" y="4622800"/>
          <p14:tracePt t="81365" x="5588000" y="4699000"/>
          <p14:tracePt t="81382" x="5283200" y="4857750"/>
          <p14:tracePt t="81398" x="5175250" y="4902200"/>
          <p14:tracePt t="81417" x="5003800" y="4959350"/>
          <p14:tracePt t="81432" x="4927600" y="4991100"/>
          <p14:tracePt t="81448" x="4794250" y="5029200"/>
          <p14:tracePt t="81466" x="4673600" y="5054600"/>
          <p14:tracePt t="81481" x="4622800" y="5054600"/>
          <p14:tracePt t="81499" x="4533900" y="5080000"/>
          <p14:tracePt t="81515" x="4451350" y="5105400"/>
          <p14:tracePt t="81531" x="4419600" y="5124450"/>
          <p14:tracePt t="81548" x="4349750" y="5149850"/>
          <p14:tracePt t="81564" x="4292600" y="5156200"/>
          <p14:tracePt t="81581" x="4260850" y="5156200"/>
          <p14:tracePt t="81599" x="4191000" y="5168900"/>
          <p14:tracePt t="81614" x="4140200" y="5181600"/>
          <p14:tracePt t="81631" x="4121150" y="5187950"/>
          <p14:tracePt t="81648" x="4083050" y="5200650"/>
          <p14:tracePt t="81664" x="4044950" y="5213350"/>
          <p14:tracePt t="81681" x="4032250" y="5219700"/>
          <p14:tracePt t="81698" x="4019550" y="5226050"/>
          <p14:tracePt t="81713" x="4013200" y="5226050"/>
          <p14:tracePt t="81730" x="4000500" y="5238750"/>
          <p14:tracePt t="81747" x="3987800" y="5257800"/>
          <p14:tracePt t="81763" x="3981450" y="5257800"/>
          <p14:tracePt t="81782" x="3975100" y="5270500"/>
          <p14:tracePt t="81797" x="3968750" y="5276850"/>
          <p14:tracePt t="81813" x="3968750" y="5283200"/>
          <p14:tracePt t="81831" x="3956050" y="5295900"/>
          <p14:tracePt t="81847" x="3949700" y="5308600"/>
          <p14:tracePt t="81864" x="3937000" y="5321300"/>
          <p14:tracePt t="81880" x="3917950" y="5334000"/>
          <p14:tracePt t="81897" x="3905250" y="5346700"/>
          <p14:tracePt t="81913" x="3860800" y="5391150"/>
          <p14:tracePt t="81930" x="3797300" y="5454650"/>
          <p14:tracePt t="81946" x="3727450" y="5511800"/>
          <p14:tracePt t="81964" x="3657600" y="5581650"/>
          <p14:tracePt t="81979" x="3619500" y="5613400"/>
          <p14:tracePt t="81997" x="3575050" y="5651500"/>
          <p14:tracePt t="82014" x="3460750" y="5778500"/>
          <p14:tracePt t="82029" x="3441700" y="5803900"/>
          <p14:tracePt t="86970" x="3460750" y="5803900"/>
          <p14:tracePt t="86984" x="3479800" y="5810250"/>
          <p14:tracePt t="86991" x="3511550" y="5816600"/>
          <p14:tracePt t="87005" x="3536950" y="5816600"/>
          <p14:tracePt t="87015" x="3568700" y="5822950"/>
          <p14:tracePt t="87028" x="3594100" y="5829300"/>
          <p14:tracePt t="87045" x="3663950" y="5848350"/>
          <p14:tracePt t="87062" x="3727450" y="5854700"/>
          <p14:tracePt t="87079" x="3746500" y="5861050"/>
          <p14:tracePt t="87095" x="3771900" y="5867400"/>
          <p14:tracePt t="87112" x="3822700" y="5880100"/>
          <p14:tracePt t="87128" x="3835400" y="5886450"/>
          <p14:tracePt t="87146" x="3879850" y="5899150"/>
          <p14:tracePt t="87162" x="3892550" y="5899150"/>
          <p14:tracePt t="87178" x="3924300" y="5918200"/>
          <p14:tracePt t="87195" x="3949700" y="5924550"/>
          <p14:tracePt t="87211" x="3968750" y="5930900"/>
          <p14:tracePt t="87228" x="4006850" y="5937250"/>
          <p14:tracePt t="87245" x="4044950" y="5937250"/>
          <p14:tracePt t="87261" x="4064000" y="5937250"/>
          <p14:tracePt t="87278" x="4140200" y="5937250"/>
          <p14:tracePt t="87294" x="4210050" y="5937250"/>
          <p14:tracePt t="87311" x="4248150" y="5937250"/>
          <p14:tracePt t="87328" x="4318000" y="5937250"/>
          <p14:tracePt t="87344" x="4394200" y="5937250"/>
          <p14:tracePt t="87361" x="4445000" y="5937250"/>
          <p14:tracePt t="87378" x="4533900" y="5937250"/>
          <p14:tracePt t="87394" x="4629150" y="5937250"/>
          <p14:tracePt t="87411" x="4692650" y="5924550"/>
          <p14:tracePt t="87427" x="4800600" y="5899150"/>
          <p14:tracePt t="87444" x="4857750" y="5899150"/>
          <p14:tracePt t="87460" x="4953000" y="5861050"/>
          <p14:tracePt t="87477" x="5035550" y="5835650"/>
          <p14:tracePt t="87494" x="5080000" y="5829300"/>
          <p14:tracePt t="87511" x="5149850" y="5803900"/>
          <p14:tracePt t="87527" x="5264150" y="5765800"/>
          <p14:tracePt t="87544" x="5302250" y="5753100"/>
          <p14:tracePt t="87561" x="5391150" y="5695950"/>
          <p14:tracePt t="87577" x="5461000" y="5651500"/>
          <p14:tracePt t="87593" x="5492750" y="5626100"/>
          <p14:tracePt t="87610" x="5518150" y="5581650"/>
          <p14:tracePt t="87626" x="5543550" y="5518150"/>
          <p14:tracePt t="87644" x="5549900" y="5492750"/>
          <p14:tracePt t="87660" x="5568950" y="5435600"/>
          <p14:tracePt t="87676" x="5581650" y="5359400"/>
          <p14:tracePt t="87694" x="5594350" y="5302250"/>
          <p14:tracePt t="87710" x="5600700" y="5276850"/>
          <p14:tracePt t="87726" x="5613400" y="5245100"/>
          <p14:tracePt t="87743" x="5657850" y="5105400"/>
          <p14:tracePt t="87760" x="5683250" y="5048250"/>
          <p14:tracePt t="87776" x="5702300" y="4984750"/>
          <p14:tracePt t="87793" x="5753100" y="4845050"/>
          <p14:tracePt t="87810" x="5784850" y="4737100"/>
          <p14:tracePt t="87826" x="5791200" y="4705350"/>
          <p14:tracePt t="87842" x="5816600" y="4641850"/>
          <p14:tracePt t="87859" x="5835650" y="4603750"/>
          <p14:tracePt t="87877" x="5848350" y="4565650"/>
          <p14:tracePt t="87892" x="5854700" y="4546600"/>
          <p14:tracePt t="87909" x="5867400" y="4514850"/>
          <p14:tracePt t="87926" x="5880100" y="4464050"/>
          <p14:tracePt t="87942" x="5886450" y="4432300"/>
          <p14:tracePt t="87959" x="5905500" y="4381500"/>
          <p14:tracePt t="87976" x="5911850" y="4349750"/>
          <p14:tracePt t="87992" x="5918200" y="4337050"/>
          <p14:tracePt t="88009" x="5918200" y="4330700"/>
          <p14:tracePt t="88025" x="5918200" y="4324350"/>
          <p14:tracePt t="88137" x="5911850" y="4330700"/>
          <p14:tracePt t="88158" x="5911850" y="4337050"/>
          <p14:tracePt t="88164" x="5905500" y="4343400"/>
          <p14:tracePt t="88185" x="5905500" y="4349750"/>
          <p14:tracePt t="88207" x="5905500" y="4356100"/>
          <p14:tracePt t="88235" x="5899150" y="4362450"/>
          <p14:tracePt t="88249" x="5899150" y="4368800"/>
          <p14:tracePt t="88256" x="5892800" y="4375150"/>
          <p14:tracePt t="88270" x="5892800" y="4381500"/>
          <p14:tracePt t="88278" x="5892800" y="4394200"/>
          <p14:tracePt t="88294" x="5873750" y="4413250"/>
          <p14:tracePt t="88307" x="5842000" y="4489450"/>
          <p14:tracePt t="88324" x="5822950" y="4527550"/>
          <p14:tracePt t="88341" x="5765800" y="4667250"/>
          <p14:tracePt t="88357" x="5727700" y="4737100"/>
          <p14:tracePt t="88374" x="5657850" y="4883150"/>
          <p14:tracePt t="88391" x="5575300" y="5035550"/>
          <p14:tracePt t="88407" x="5549900" y="5092700"/>
          <p14:tracePt t="88425" x="5473700" y="5207000"/>
          <p14:tracePt t="88440" x="5422900" y="5283200"/>
          <p14:tracePt t="88457" x="5403850" y="5314950"/>
          <p14:tracePt t="88474" x="5359400" y="5359400"/>
          <p14:tracePt t="88490" x="5327650" y="5403850"/>
          <p14:tracePt t="88507" x="5302250" y="5422900"/>
          <p14:tracePt t="88524" x="5251450" y="5461000"/>
          <p14:tracePt t="88540" x="5200650" y="5480050"/>
          <p14:tracePt t="88557" x="5168900" y="5505450"/>
          <p14:tracePt t="88573" x="5105400" y="5537200"/>
          <p14:tracePt t="88590" x="5073650" y="5556250"/>
          <p14:tracePt t="88607" x="4997450" y="5594350"/>
          <p14:tracePt t="88623" x="4953000" y="5613400"/>
          <p14:tracePt t="88640" x="4902200" y="5632450"/>
          <p14:tracePt t="88643" x="4857750" y="5651500"/>
          <p14:tracePt t="88659" x="4813300" y="5664200"/>
          <p14:tracePt t="88673" x="4756150" y="5683250"/>
          <p14:tracePt t="88690" x="4718050" y="5702300"/>
          <p14:tracePt t="88706" x="4641850" y="5715000"/>
          <p14:tracePt t="88723" x="4622800" y="5727700"/>
          <p14:tracePt t="88740" x="4597400" y="5734050"/>
          <p14:tracePt t="88756" x="4546600" y="5734050"/>
          <p14:tracePt t="88773" x="4527550" y="5734050"/>
          <p14:tracePt t="88790" x="4476750" y="5727700"/>
          <p14:tracePt t="88806" x="4445000" y="5715000"/>
          <p14:tracePt t="88822" x="4425950" y="5715000"/>
          <p14:tracePt t="88841" x="4356100" y="5708650"/>
          <p14:tracePt t="88856" x="4318000" y="5702300"/>
          <p14:tracePt t="88872" x="4267200" y="5702300"/>
          <p14:tracePt t="88889" x="4152900" y="5702300"/>
          <p14:tracePt t="88905" x="4102100" y="5702300"/>
          <p14:tracePt t="88922" x="4038600" y="5702300"/>
          <p14:tracePt t="88939" x="3905250" y="5715000"/>
          <p14:tracePt t="88955" x="3841750" y="5721350"/>
          <p14:tracePt t="88973" x="3752850" y="5746750"/>
          <p14:tracePt t="88989" x="3727450" y="5746750"/>
          <p14:tracePt t="89005" x="3714750" y="5753100"/>
          <p14:tracePt t="89022" x="3689350" y="5759450"/>
          <p14:tracePt t="89038" x="3689350" y="5765800"/>
          <p14:tracePt t="89055" x="3689350" y="5772150"/>
          <p14:tracePt t="89099" x="3695700" y="5772150"/>
          <p14:tracePt t="89127" x="3702050" y="5772150"/>
          <p14:tracePt t="89134" x="3708400" y="5765800"/>
          <p14:tracePt t="89162" x="3714750" y="5765800"/>
          <p14:tracePt t="89176" x="3721100" y="5765800"/>
          <p14:tracePt t="89197" x="3727450" y="5759450"/>
          <p14:tracePt t="89211" x="3733800" y="5759450"/>
          <p14:tracePt t="89246" x="3740150" y="5753100"/>
          <p14:tracePt t="89261" x="3746500" y="5753100"/>
          <p14:tracePt t="89267" x="3752850" y="5753100"/>
          <p14:tracePt t="89282" x="3759200" y="5753100"/>
          <p14:tracePt t="89296" x="3771900" y="5753100"/>
          <p14:tracePt t="89317" x="3790950" y="5753100"/>
          <p14:tracePt t="89331" x="3816350" y="5753100"/>
          <p14:tracePt t="89345" x="3841750" y="5759450"/>
          <p14:tracePt t="89354" x="3886200" y="5765800"/>
          <p14:tracePt t="89370" x="3937000" y="5765800"/>
          <p14:tracePt t="89387" x="3987800" y="5778500"/>
          <p14:tracePt t="89404" x="4102100" y="5778500"/>
          <p14:tracePt t="89423" x="4171950" y="5778500"/>
          <p14:tracePt t="89437" x="4311650" y="5778500"/>
          <p14:tracePt t="89453" x="4375150" y="5778500"/>
          <p14:tracePt t="89472" x="4438650" y="5772150"/>
          <p14:tracePt t="89487" x="4565650" y="5765800"/>
          <p14:tracePt t="89503" x="4635500" y="5765800"/>
          <p14:tracePt t="89521" x="4686300" y="5753100"/>
          <p14:tracePt t="89537" x="4787900" y="5746750"/>
          <p14:tracePt t="89553" x="4845050" y="5727700"/>
          <p14:tracePt t="89570" x="4927600" y="5708650"/>
          <p14:tracePt t="89586" x="4984750" y="5695950"/>
          <p14:tracePt t="89603" x="5010150" y="5683250"/>
          <p14:tracePt t="89620" x="5048250" y="5657850"/>
          <p14:tracePt t="89637" x="5086350" y="5638800"/>
          <p14:tracePt t="89654" x="5137150" y="5607050"/>
          <p14:tracePt t="89671" x="5156200" y="5588000"/>
          <p14:tracePt t="89686" x="5213350" y="5543550"/>
          <p14:tracePt t="89704" x="5264150" y="5486400"/>
          <p14:tracePt t="89720" x="5276850" y="5454650"/>
          <p14:tracePt t="89736" x="5321300" y="5397500"/>
          <p14:tracePt t="89753" x="5365750" y="5334000"/>
          <p14:tracePt t="89770" x="5378450" y="5302250"/>
          <p14:tracePt t="89786" x="5410200" y="5251450"/>
          <p14:tracePt t="89802" x="5448300" y="5200650"/>
          <p14:tracePt t="89819" x="5473700" y="5162550"/>
          <p14:tracePt t="89838" x="5505450" y="5105400"/>
          <p14:tracePt t="89852" x="5537200" y="5041900"/>
          <p14:tracePt t="89869" x="5549900" y="5016500"/>
          <p14:tracePt t="89886" x="5556250" y="4991100"/>
          <p14:tracePt t="89902" x="5575300" y="4946650"/>
          <p14:tracePt t="89919" x="5594350" y="4902200"/>
          <p14:tracePt t="89936" x="5600700" y="4876800"/>
          <p14:tracePt t="89952" x="5600700" y="4870450"/>
          <p14:tracePt t="89970" x="5600700" y="4838700"/>
          <p14:tracePt t="89985" x="5607050" y="4819650"/>
          <p14:tracePt t="90002" x="5607050" y="4794250"/>
          <p14:tracePt t="90019" x="5613400" y="4756150"/>
          <p14:tracePt t="90035" x="5619750" y="4711700"/>
          <p14:tracePt t="90052" x="5619750" y="4686300"/>
          <p14:tracePt t="90069" x="5626100" y="4635500"/>
          <p14:tracePt t="90085" x="5632450" y="4584700"/>
          <p14:tracePt t="90101" x="5632450" y="4565650"/>
          <p14:tracePt t="90118" x="5632450" y="4533900"/>
          <p14:tracePt t="90135" x="5632450" y="4502150"/>
          <p14:tracePt t="90152" x="5632450" y="4483100"/>
          <p14:tracePt t="90155" x="5632450" y="4470400"/>
          <p14:tracePt t="90168" x="5632450" y="4457700"/>
          <p14:tracePt t="90184" x="5632450" y="4445000"/>
          <p14:tracePt t="90202" x="5632450" y="4419600"/>
          <p14:tracePt t="90218" x="5632450" y="4413250"/>
          <p14:tracePt t="90251" x="5632450" y="4406900"/>
          <p14:tracePt t="90272" x="5626100" y="4400550"/>
          <p14:tracePt t="90307" x="5626100" y="4394200"/>
          <p14:tracePt t="90595" x="5626100" y="4400550"/>
          <p14:tracePt t="90602" x="5626100" y="4406900"/>
          <p14:tracePt t="91327" x="5613400" y="4406900"/>
          <p14:tracePt t="91340" x="5600700" y="4413250"/>
          <p14:tracePt t="91349" x="5594350" y="4413250"/>
          <p14:tracePt t="91363" x="5581650" y="4419600"/>
          <p14:tracePt t="91380" x="5556250" y="4419600"/>
          <p14:tracePt t="91397" x="5537200" y="4425950"/>
          <p14:tracePt t="91414" x="5530850" y="4425950"/>
          <p14:tracePt t="91430" x="5518150" y="4425950"/>
          <p14:tracePt t="91447" x="5461000" y="4432300"/>
          <p14:tracePt t="91463" x="5422900" y="4445000"/>
          <p14:tracePt t="91481" x="5372100" y="4445000"/>
          <p14:tracePt t="91497" x="5270500" y="4445000"/>
          <p14:tracePt t="91513" x="5137150" y="4464050"/>
          <p14:tracePt t="91530" x="5003800" y="4470400"/>
          <p14:tracePt t="91546" x="4940300" y="4470400"/>
          <p14:tracePt t="91563" x="4813300" y="4470400"/>
          <p14:tracePt t="91580" x="4692650" y="4489450"/>
          <p14:tracePt t="91596" x="4641850" y="4495800"/>
          <p14:tracePt t="91613" x="4559300" y="4502150"/>
          <p14:tracePt t="91630" x="4495800" y="4502150"/>
          <p14:tracePt t="91646" x="4470400" y="4502150"/>
          <p14:tracePt t="91663" x="4457700" y="4508500"/>
          <p14:tracePt t="91679" x="4438650" y="4514850"/>
          <p14:tracePt t="91696" x="4432300" y="4514850"/>
          <p14:tracePt t="91729" x="4425950" y="4527550"/>
          <p14:tracePt t="91868" x="4432300" y="4527550"/>
          <p14:tracePt t="91931" x="4438650" y="4527550"/>
          <p14:tracePt t="91937" x="4438650" y="4521200"/>
          <p14:tracePt t="91980" x="4445000" y="4521200"/>
          <p14:tracePt t="92001" x="4451350" y="4514850"/>
          <p14:tracePt t="92024" x="4457700" y="4508500"/>
          <p14:tracePt t="92049" x="4464050" y="4502150"/>
          <p14:tracePt t="92063" x="4470400" y="4502150"/>
          <p14:tracePt t="92077" x="4476750" y="4495800"/>
          <p14:tracePt t="92084" x="4476750" y="4489450"/>
          <p14:tracePt t="92094" x="4489450" y="4470400"/>
          <p14:tracePt t="92111" x="4514850" y="4451350"/>
          <p14:tracePt t="92128" x="4641850" y="4330700"/>
          <p14:tracePt t="92144" x="4699000" y="4273550"/>
          <p14:tracePt t="92161" x="4857750" y="4102100"/>
          <p14:tracePt t="92178" x="5016500" y="3898900"/>
          <p14:tracePt t="92194" x="5124450" y="3740150"/>
          <p14:tracePt t="92211" x="5308600" y="3492500"/>
          <p14:tracePt t="92228" x="5461000" y="3282950"/>
          <p14:tracePt t="92244" x="5549900" y="3155950"/>
          <p14:tracePt t="92261" x="5689600" y="2940050"/>
          <p14:tracePt t="92277" x="5753100" y="2832100"/>
          <p14:tracePt t="92294" x="5867400" y="2647950"/>
          <p14:tracePt t="92310" x="5943600" y="2482850"/>
          <p14:tracePt t="92327" x="5962650" y="2406650"/>
          <p14:tracePt t="92344" x="5994400" y="2317750"/>
          <p14:tracePt t="92360" x="6013450" y="2273300"/>
          <p14:tracePt t="92377" x="6019800" y="2260600"/>
          <p14:tracePt t="92394" x="6019800" y="2241550"/>
          <p14:tracePt t="92410" x="6019800" y="2235200"/>
          <p14:tracePt t="92443" x="6026150" y="2228850"/>
          <p14:tracePt t="92478" x="6026150" y="2222500"/>
          <p14:tracePt t="92506" x="6032500" y="2216150"/>
          <p14:tracePt t="92541" x="6032500" y="2209800"/>
          <p14:tracePt t="92618" x="6032500" y="2203450"/>
          <p14:tracePt t="92646" x="6032500" y="2197100"/>
          <p14:tracePt t="92716" x="6032500" y="2190750"/>
          <p14:tracePt t="92787" x="6026150" y="2190750"/>
          <p14:tracePt t="92822" x="6026150" y="2197100"/>
          <p14:tracePt t="92856" x="6026150" y="2203450"/>
          <p14:tracePt t="93562" x="6026150" y="2216150"/>
          <p14:tracePt t="93576" x="6026150" y="2228850"/>
          <p14:tracePt t="93582" x="6026150" y="2241550"/>
          <p14:tracePt t="93592" x="6026150" y="2254250"/>
          <p14:tracePt t="93605" x="6026150" y="2273300"/>
          <p14:tracePt t="93623" x="6026150" y="2298700"/>
          <p14:tracePt t="93640" x="6032500" y="2330450"/>
          <p14:tracePt t="93656" x="6032500" y="2362200"/>
          <p14:tracePt t="93673" x="6032500" y="2381250"/>
          <p14:tracePt t="93689" x="6032500" y="2406650"/>
          <p14:tracePt t="93706" x="6038850" y="2419350"/>
          <p14:tracePt t="93723" x="6038850" y="2425700"/>
          <p14:tracePt t="93786" x="6038850" y="2432050"/>
          <p14:tracePt t="94004" x="6038850" y="2444750"/>
          <p14:tracePt t="94011" x="6038850" y="2457450"/>
          <p14:tracePt t="94025" x="6038850" y="2463800"/>
          <p14:tracePt t="94037" x="6038850" y="2470150"/>
          <p14:tracePt t="94054" x="6032500" y="2508250"/>
          <p14:tracePt t="94071" x="6032500" y="2527300"/>
          <p14:tracePt t="94088" x="6032500" y="2603500"/>
          <p14:tracePt t="94104" x="6026150" y="2711450"/>
          <p14:tracePt t="94121" x="6013450" y="2774950"/>
          <p14:tracePt t="94138" x="6007100" y="2895600"/>
          <p14:tracePt t="94154" x="5988050" y="3035300"/>
          <p14:tracePt t="94171" x="5981700" y="3098800"/>
          <p14:tracePt t="94187" x="5962650" y="3244850"/>
          <p14:tracePt t="94204" x="5949950" y="3321050"/>
          <p14:tracePt t="94207" x="5930900" y="3416300"/>
          <p14:tracePt t="94220" x="5899150" y="3492500"/>
          <p14:tracePt t="94237" x="5848350" y="3638550"/>
          <p14:tracePt t="94253" x="5822950" y="3721100"/>
          <p14:tracePt t="94271" x="5740400" y="3848100"/>
          <p14:tracePt t="94287" x="5676900" y="3962400"/>
          <p14:tracePt t="94303" x="5638800" y="4006850"/>
          <p14:tracePt t="94320" x="5556250" y="4108450"/>
          <p14:tracePt t="94337" x="5461000" y="4216400"/>
          <p14:tracePt t="94353" x="5410200" y="4273550"/>
          <p14:tracePt t="94370" x="5314950" y="4400550"/>
          <p14:tracePt t="94387" x="5194300" y="4521200"/>
          <p14:tracePt t="94404" x="5124450" y="4591050"/>
          <p14:tracePt t="94420" x="4991100" y="4737100"/>
          <p14:tracePt t="94436" x="4864100" y="4889500"/>
          <p14:tracePt t="94454" x="4756150" y="5029200"/>
          <p14:tracePt t="94470" x="4718050" y="5073650"/>
          <p14:tracePt t="94486" x="4686300" y="5111750"/>
          <p14:tracePt t="94503" x="4610100" y="5181600"/>
          <p14:tracePt t="94520" x="4578350" y="5187950"/>
          <p14:tracePt t="94536" x="4565650" y="5200650"/>
          <p14:tracePt t="94553" x="4527550" y="5213350"/>
          <p14:tracePt t="94569" x="4514850" y="5219700"/>
          <p14:tracePt t="94586" x="4489450" y="5226050"/>
          <p14:tracePt t="94602" x="4451350" y="5238750"/>
          <p14:tracePt t="94619" x="4394200" y="5251450"/>
          <p14:tracePt t="94636" x="4337050" y="5251450"/>
          <p14:tracePt t="94652" x="4318000" y="5257800"/>
          <p14:tracePt t="94669" x="4273550" y="5257800"/>
          <p14:tracePt t="94686" x="4241800" y="5257800"/>
          <p14:tracePt t="94702" x="4235450" y="5251450"/>
          <p14:tracePt t="94706" x="4222750" y="5245100"/>
          <p14:tracePt t="94719" x="4216400" y="5245100"/>
          <p14:tracePt t="94736" x="4210050" y="5238750"/>
          <p14:tracePt t="94769" x="4210050" y="5232400"/>
          <p14:tracePt t="94785" x="4216400" y="5226050"/>
          <p14:tracePt t="94819" x="4235450" y="5226050"/>
          <p14:tracePt t="94835" x="4241800" y="5226050"/>
          <p14:tracePt t="94852" x="4254500" y="5226050"/>
          <p14:tracePt t="94869" x="4260850" y="5226050"/>
          <p14:tracePt t="94885" x="4273550" y="5226050"/>
          <p14:tracePt t="94902" x="4311650" y="5226050"/>
          <p14:tracePt t="94918" x="4413250" y="5226050"/>
          <p14:tracePt t="94935" x="4489450" y="5226050"/>
          <p14:tracePt t="94952" x="4667250" y="5226050"/>
          <p14:tracePt t="94967" x="4883150" y="5226050"/>
          <p14:tracePt t="94984" x="5010150" y="5226050"/>
          <p14:tracePt t="95002" x="5251450" y="5213350"/>
          <p14:tracePt t="95018" x="5480050" y="5200650"/>
          <p14:tracePt t="95034" x="5594350" y="5194300"/>
          <p14:tracePt t="95052" x="5797550" y="5162550"/>
          <p14:tracePt t="95068" x="5994400" y="5118100"/>
          <p14:tracePt t="95084" x="6076950" y="5092700"/>
          <p14:tracePt t="95101" x="6210300" y="5029200"/>
          <p14:tracePt t="95117" x="6242050" y="4997450"/>
          <p14:tracePt t="95134" x="6318250" y="4914900"/>
          <p14:tracePt t="95150" x="6369050" y="4826000"/>
          <p14:tracePt t="95167" x="6375400" y="4775200"/>
          <p14:tracePt t="95184" x="6407150" y="4654550"/>
          <p14:tracePt t="95201" x="6457950" y="4483100"/>
          <p14:tracePt t="95217" x="6477000" y="4356100"/>
          <p14:tracePt t="95234" x="6496050" y="4057650"/>
          <p14:tracePt t="95251" x="6508750" y="3930650"/>
          <p14:tracePt t="95267" x="6521450" y="3676650"/>
          <p14:tracePt t="95284" x="6521450" y="3492500"/>
          <p14:tracePt t="95300" x="6496050" y="3359150"/>
          <p14:tracePt t="95318" x="6489700" y="3289300"/>
          <p14:tracePt t="95333" x="6483350" y="3213100"/>
          <p14:tracePt t="95350" x="6483350" y="3092450"/>
          <p14:tracePt t="95367" x="6470650" y="3028950"/>
          <p14:tracePt t="95383" x="6464300" y="2876550"/>
          <p14:tracePt t="95400" x="6451600" y="2806700"/>
          <p14:tracePt t="95417" x="6413500" y="2647950"/>
          <p14:tracePt t="95433" x="6413500" y="2616200"/>
          <p14:tracePt t="95450" x="6407150" y="2597150"/>
          <p14:tracePt t="95466" x="6407150" y="2571750"/>
          <p14:tracePt t="95483" x="6407150" y="2565400"/>
          <p14:tracePt t="95500" x="6400800" y="2552700"/>
          <p14:tracePt t="95515" x="6400800" y="2546350"/>
          <p14:tracePt t="95533" x="6394450" y="2533650"/>
          <p14:tracePt t="95550" x="6388100" y="2527300"/>
          <p14:tracePt t="95582" x="6381750" y="2520950"/>
          <p14:tracePt t="95613" x="6375400" y="2520950"/>
          <p14:tracePt t="96262" x="6350000" y="2520950"/>
          <p14:tracePt t="96269" x="6286500" y="2514600"/>
          <p14:tracePt t="96283" x="6191250" y="2508250"/>
          <p14:tracePt t="96297" x="6089650" y="2495550"/>
          <p14:tracePt t="96313" x="5822950" y="2463800"/>
          <p14:tracePt t="96330" x="5632450" y="2451100"/>
          <p14:tracePt t="96347" x="5295900" y="2413000"/>
          <p14:tracePt t="96364" x="5016500" y="2355850"/>
          <p14:tracePt t="96380" x="4889500" y="2355850"/>
          <p14:tracePt t="96397" x="4648200" y="2336800"/>
          <p14:tracePt t="96413" x="4457700" y="2324100"/>
          <p14:tracePt t="96430" x="4368800" y="2330450"/>
          <p14:tracePt t="96446" x="4191000" y="2349500"/>
          <p14:tracePt t="96463" x="4095750" y="2362200"/>
          <p14:tracePt t="96480" x="3848100" y="2413000"/>
          <p14:tracePt t="96496" x="3797300" y="2419350"/>
          <p14:tracePt t="96513" x="3746500" y="2425700"/>
          <p14:tracePt t="96530" x="3657600" y="2463800"/>
          <p14:tracePt t="96546" x="3575050" y="2489200"/>
          <p14:tracePt t="96563" x="3530600" y="2489200"/>
          <p14:tracePt t="96579" x="3448050" y="2514600"/>
          <p14:tracePt t="96596" x="3390900" y="2527300"/>
          <p14:tracePt t="96612" x="3359150" y="2533650"/>
          <p14:tracePt t="96629" x="3327400" y="2546350"/>
          <p14:tracePt t="96646" x="3289300" y="2546350"/>
          <p14:tracePt t="96665" x="3276600" y="2546350"/>
          <p14:tracePt t="96733" x="3282950" y="2546350"/>
          <p14:tracePt t="96775" x="3282950" y="2552700"/>
          <p14:tracePt t="96831" x="3289300" y="2552700"/>
          <p14:tracePt t="96937" x="3295650" y="2546350"/>
          <p14:tracePt t="98634" x="3295650" y="2597150"/>
          <p14:tracePt t="98641" x="3308350" y="2673350"/>
          <p14:tracePt t="98647" x="3314700" y="2762250"/>
          <p14:tracePt t="98661" x="3327400" y="2863850"/>
          <p14:tracePt t="98671" x="3327400" y="2933700"/>
          <p14:tracePt t="98688" x="3327400" y="2984500"/>
          <p14:tracePt t="98705" x="3327400" y="3136900"/>
          <p14:tracePt t="98722" x="3314700" y="3289300"/>
          <p14:tracePt t="98739" x="3302000" y="3448050"/>
          <p14:tracePt t="98755" x="3295650" y="3498850"/>
          <p14:tracePt t="98771" x="3282950" y="3549650"/>
          <p14:tracePt t="98775" x="3282950" y="3594100"/>
          <p14:tracePt t="98789" x="3276600" y="3644900"/>
          <p14:tracePt t="98805" x="3276600" y="3733800"/>
          <p14:tracePt t="98821" x="3276600" y="3765550"/>
          <p14:tracePt t="98838" x="3276600" y="3810000"/>
          <p14:tracePt t="98854" x="3276600" y="3854450"/>
          <p14:tracePt t="98871" x="3276600" y="3873500"/>
          <p14:tracePt t="98887" x="3282950" y="3924300"/>
          <p14:tracePt t="98904" x="3289300" y="3949700"/>
          <p14:tracePt t="98922" x="3295650" y="3968750"/>
          <p14:tracePt t="98937" x="3295650" y="3981450"/>
          <p14:tracePt t="98955" x="3308350" y="4006850"/>
          <p14:tracePt t="98971" x="3321050" y="4032250"/>
          <p14:tracePt t="98987" x="3321050" y="4044950"/>
          <p14:tracePt t="99004" x="3333750" y="4070350"/>
          <p14:tracePt t="99021" x="3340100" y="4095750"/>
          <p14:tracePt t="99037" x="3359150" y="4108450"/>
          <p14:tracePt t="99054" x="3365500" y="4127500"/>
          <p14:tracePt t="99070" x="3390900" y="4178300"/>
          <p14:tracePt t="99087" x="3403600" y="4197350"/>
          <p14:tracePt t="99105" x="3441700" y="4248150"/>
          <p14:tracePt t="99120" x="3467100" y="4305300"/>
          <p14:tracePt t="99137" x="3473450" y="4324350"/>
          <p14:tracePt t="99153" x="3473450" y="4343400"/>
          <p14:tracePt t="99726" x="3486150" y="4343400"/>
          <p14:tracePt t="99733" x="3505200" y="4356100"/>
          <p14:tracePt t="99748" x="3517900" y="4368800"/>
          <p14:tracePt t="99755" x="3543300" y="4387850"/>
          <p14:tracePt t="99768" x="3562350" y="4400550"/>
          <p14:tracePt t="99785" x="3606800" y="4438650"/>
          <p14:tracePt t="99801" x="3625850" y="4457700"/>
          <p14:tracePt t="99804" x="3651250" y="4470400"/>
          <p14:tracePt t="99820" x="3663950" y="4489450"/>
          <p14:tracePt t="99834" x="3695700" y="4521200"/>
          <p14:tracePt t="99851" x="3702050" y="4540250"/>
          <p14:tracePt t="99868" x="3733800" y="4565650"/>
          <p14:tracePt t="99884" x="3759200" y="4597400"/>
          <p14:tracePt t="99902" x="3784600" y="4635500"/>
          <p14:tracePt t="99918" x="3803650" y="4648200"/>
          <p14:tracePt t="99934" x="3810000" y="4667250"/>
          <p14:tracePt t="99951" x="3822700" y="4692650"/>
          <p14:tracePt t="99967" x="3835400" y="4724400"/>
          <p14:tracePt t="99984" x="3848100" y="4737100"/>
          <p14:tracePt t="100001" x="3854450" y="4756150"/>
          <p14:tracePt t="100018" x="3867150" y="4781550"/>
          <p14:tracePt t="100034" x="3873500" y="4787900"/>
          <p14:tracePt t="100050" x="3886200" y="4806950"/>
          <p14:tracePt t="100067" x="3898900" y="4826000"/>
          <p14:tracePt t="100100" x="3911600" y="4838700"/>
          <p14:tracePt t="100117" x="3924300" y="4857750"/>
          <p14:tracePt t="100134" x="3943350" y="4870450"/>
          <p14:tracePt t="100150" x="3956050" y="4883150"/>
          <p14:tracePt t="100167" x="3968750" y="4889500"/>
          <p14:tracePt t="100183" x="4038600" y="4933950"/>
          <p14:tracePt t="100200" x="4070350" y="4946650"/>
          <p14:tracePt t="100217" x="4102100" y="4953000"/>
          <p14:tracePt t="100233" x="4171950" y="4978400"/>
          <p14:tracePt t="100250" x="4254500" y="4997450"/>
          <p14:tracePt t="100267" x="4305300" y="4997450"/>
          <p14:tracePt t="100283" x="4400550" y="5003800"/>
          <p14:tracePt t="100300" x="4533900" y="5016500"/>
          <p14:tracePt t="100317" x="4660900" y="5010150"/>
          <p14:tracePt t="100333" x="4711700" y="5003800"/>
          <p14:tracePt t="100350" x="4806950" y="4984750"/>
          <p14:tracePt t="100366" x="4883150" y="4940300"/>
          <p14:tracePt t="100382" x="4927600" y="4914900"/>
          <p14:tracePt t="100399" x="5010150" y="4845050"/>
          <p14:tracePt t="100416" x="5124450" y="4749800"/>
          <p14:tracePt t="100433" x="5187950" y="4673600"/>
          <p14:tracePt t="100451" x="5289550" y="4572000"/>
          <p14:tracePt t="100466" x="5378450" y="4451350"/>
          <p14:tracePt t="100482" x="5416550" y="4394200"/>
          <p14:tracePt t="100500" x="5505450" y="4267200"/>
          <p14:tracePt t="100515" x="5543550" y="4197350"/>
          <p14:tracePt t="100532" x="5600700" y="4064000"/>
          <p14:tracePt t="100549" x="5664200" y="3917950"/>
          <p14:tracePt t="100566" x="5689600" y="3835400"/>
          <p14:tracePt t="100582" x="5734050" y="3644900"/>
          <p14:tracePt t="100598" x="5765800" y="3460750"/>
          <p14:tracePt t="100615" x="5772150" y="3397250"/>
          <p14:tracePt t="100632" x="5803900" y="3276600"/>
          <p14:tracePt t="100648" x="5829300" y="3187700"/>
          <p14:tracePt t="100665" x="5835650" y="3149600"/>
          <p14:tracePt t="100682" x="5854700" y="3067050"/>
          <p14:tracePt t="100698" x="5867400" y="2971800"/>
          <p14:tracePt t="100715" x="5880100" y="2933700"/>
          <p14:tracePt t="100732" x="5880100" y="2838450"/>
          <p14:tracePt t="100748" x="5880100" y="2774950"/>
          <p14:tracePt t="100765" x="5880100" y="2743200"/>
          <p14:tracePt t="100781" x="5880100" y="2698750"/>
          <p14:tracePt t="100798" x="5880100" y="2673350"/>
          <p14:tracePt t="100816" x="5886450" y="2635250"/>
          <p14:tracePt t="100848" x="5886450" y="2622550"/>
          <p14:tracePt t="100865" x="5886450" y="2609850"/>
          <p14:tracePt t="100881" x="5886450" y="2590800"/>
          <p14:tracePt t="100914" x="5886450" y="2571750"/>
          <p14:tracePt t="100930" x="5886450" y="2546350"/>
          <p14:tracePt t="100947" x="5886450" y="2533650"/>
          <p14:tracePt t="100964" x="5886450" y="2501900"/>
          <p14:tracePt t="100981" x="5873750" y="2463800"/>
          <p14:tracePt t="100998" x="5867400" y="2400300"/>
          <p14:tracePt t="101013" x="5861050" y="2374900"/>
          <p14:tracePt t="101031" x="5854700" y="2330450"/>
          <p14:tracePt t="101048" x="5854700" y="2266950"/>
          <p14:tracePt t="101064" x="5854700" y="2216150"/>
          <p14:tracePt t="101080" x="5854700" y="2203450"/>
          <p14:tracePt t="101097" x="5854700" y="2171700"/>
          <p14:tracePt t="101202" x="5848350" y="2171700"/>
          <p14:tracePt t="101237" x="5848350" y="2178050"/>
          <p14:tracePt t="101258" x="5848350" y="2184400"/>
          <p14:tracePt t="101293" x="5842000" y="2184400"/>
          <p14:tracePt t="101314" x="5842000" y="2190750"/>
          <p14:tracePt t="101321" x="5842000" y="2197100"/>
          <p14:tracePt t="101342" x="5842000" y="2203450"/>
          <p14:tracePt t="101349" x="5842000" y="2209800"/>
          <p14:tracePt t="101365" x="5835650" y="2216150"/>
          <p14:tracePt t="101379" x="5829300" y="2247900"/>
          <p14:tracePt t="101396" x="5810250" y="2279650"/>
          <p14:tracePt t="101413" x="5778500" y="2374900"/>
          <p14:tracePt t="101429" x="5746750" y="2444750"/>
          <p14:tracePt t="101445" x="5683250" y="2628900"/>
          <p14:tracePt t="101462" x="5613400" y="2838450"/>
          <p14:tracePt t="101479" x="5581650" y="2952750"/>
          <p14:tracePt t="101495" x="5505450" y="3175000"/>
          <p14:tracePt t="101512" x="5441950" y="3371850"/>
          <p14:tracePt t="101529" x="5416550" y="3460750"/>
          <p14:tracePt t="101546" x="5365750" y="3606800"/>
          <p14:tracePt t="101561" x="5327650" y="3740150"/>
          <p14:tracePt t="101578" x="5308600" y="3797300"/>
          <p14:tracePt t="101596" x="5289550" y="3892550"/>
          <p14:tracePt t="101612" x="5264150" y="3962400"/>
          <p14:tracePt t="101628" x="5251450" y="3994150"/>
          <p14:tracePt t="101645" x="5232400" y="4038600"/>
          <p14:tracePt t="101661" x="5213350" y="4064000"/>
          <p14:tracePt t="101678" x="5194300" y="4070350"/>
          <p14:tracePt t="101694" x="5175250" y="4089400"/>
          <p14:tracePt t="101711" x="5149850" y="4108450"/>
          <p14:tracePt t="101729" x="5099050" y="4140200"/>
          <p14:tracePt t="101744" x="5067300" y="4165600"/>
          <p14:tracePt t="101761" x="5029200" y="4197350"/>
          <p14:tracePt t="101778" x="4914900" y="4273550"/>
          <p14:tracePt t="101794" x="4800600" y="4356100"/>
          <p14:tracePt t="101811" x="4730750" y="4394200"/>
          <p14:tracePt t="101828" x="4610100" y="4470400"/>
          <p14:tracePt t="101844" x="4470400" y="4559300"/>
          <p14:tracePt t="101861" x="4413250" y="4597400"/>
          <p14:tracePt t="101864" x="4343400" y="4629150"/>
          <p14:tracePt t="101878" x="4286250" y="4654550"/>
          <p14:tracePt t="101893" x="4229100" y="4686300"/>
          <p14:tracePt t="101912" x="4108450" y="4743450"/>
          <p14:tracePt t="101927" x="4064000" y="4768850"/>
          <p14:tracePt t="101944" x="3975100" y="4800600"/>
          <p14:tracePt t="101961" x="3949700" y="4800600"/>
          <p14:tracePt t="101977" x="3898900" y="4826000"/>
          <p14:tracePt t="101994" x="3879850" y="4838700"/>
          <p14:tracePt t="102011" x="3835400" y="4851400"/>
          <p14:tracePt t="102027" x="3822700" y="4851400"/>
          <p14:tracePt t="102044" x="3810000" y="4857750"/>
          <p14:tracePt t="102060" x="3790950" y="4857750"/>
          <p14:tracePt t="102077" x="3778250" y="4857750"/>
          <p14:tracePt t="102094" x="3771900" y="4857750"/>
          <p14:tracePt t="102150" x="3778250" y="4857750"/>
          <p14:tracePt t="102171" x="3784600" y="4851400"/>
          <p14:tracePt t="102192" x="3790950" y="4851400"/>
          <p14:tracePt t="102214" x="3797300" y="4851400"/>
          <p14:tracePt t="102220" x="3803650" y="4851400"/>
          <p14:tracePt t="102243" x="3816350" y="4851400"/>
          <p14:tracePt t="102291" x="3829050" y="4851400"/>
          <p14:tracePt t="102325" x="3835400" y="4851400"/>
          <p14:tracePt t="102333" x="3841750" y="4857750"/>
          <p14:tracePt t="102347" x="3848100" y="4857750"/>
          <p14:tracePt t="102359" x="3860800" y="4864100"/>
          <p14:tracePt t="102376" x="3892550" y="4883150"/>
          <p14:tracePt t="102392" x="3917950" y="4889500"/>
          <p14:tracePt t="102410" x="3987800" y="4921250"/>
          <p14:tracePt t="102426" x="4089400" y="4959350"/>
          <p14:tracePt t="102442" x="4127500" y="4965700"/>
          <p14:tracePt t="102459" x="4222750" y="4991100"/>
          <p14:tracePt t="102475" x="4318000" y="5003800"/>
          <p14:tracePt t="102492" x="4381500" y="5010150"/>
          <p14:tracePt t="102509" x="4502150" y="4997450"/>
          <p14:tracePt t="102526" x="4648200" y="4972050"/>
          <p14:tracePt t="102542" x="4711700" y="4959350"/>
          <p14:tracePt t="102559" x="4845050" y="4921250"/>
          <p14:tracePt t="102575" x="4965700" y="4876800"/>
          <p14:tracePt t="102592" x="5022850" y="4851400"/>
          <p14:tracePt t="102608" x="5137150" y="4813300"/>
          <p14:tracePt t="102625" x="5181600" y="4787900"/>
          <p14:tracePt t="102643" x="5314950" y="4705350"/>
          <p14:tracePt t="102658" x="5346700" y="4679950"/>
          <p14:tracePt t="102675" x="5365750" y="4660900"/>
          <p14:tracePt t="102692" x="5403850" y="4572000"/>
          <p14:tracePt t="102708" x="5441950" y="4451350"/>
          <p14:tracePt t="102725" x="5461000" y="4368800"/>
          <p14:tracePt t="102741" x="5492750" y="4178300"/>
          <p14:tracePt t="102758" x="5499100" y="3962400"/>
          <p14:tracePt t="102774" x="5511800" y="3860800"/>
          <p14:tracePt t="102790" x="5530850" y="3657600"/>
          <p14:tracePt t="102807" x="5543550" y="3486150"/>
          <p14:tracePt t="102826" x="5562600" y="3346450"/>
          <p14:tracePt t="102841" x="5568950" y="3282950"/>
          <p14:tracePt t="102857" x="5588000" y="3149600"/>
          <p14:tracePt t="102874" x="5594350" y="3016250"/>
          <p14:tracePt t="102891" x="5594350" y="2952750"/>
          <p14:tracePt t="102907" x="5607050" y="2914650"/>
          <p14:tracePt t="102924" x="5626100" y="2768600"/>
          <p14:tracePt t="102941" x="5626100" y="2717800"/>
          <p14:tracePt t="102957" x="5632450" y="2673350"/>
          <p14:tracePt t="102973" x="5632450" y="2597150"/>
          <p14:tracePt t="102990" x="5638800" y="2527300"/>
          <p14:tracePt t="103008" x="5638800" y="2470150"/>
          <p14:tracePt t="103023" x="5638800" y="2438400"/>
          <p14:tracePt t="103040" x="5645150" y="2400300"/>
          <p14:tracePt t="103057" x="5645150" y="2368550"/>
          <p14:tracePt t="103074" x="5645150" y="2336800"/>
          <p14:tracePt t="103090" x="5645150" y="2324100"/>
          <p14:tracePt t="103107" x="5651500" y="2317750"/>
          <p14:tracePt t="103123" x="5651500" y="2311400"/>
          <p14:tracePt t="103156" x="5657850" y="2324100"/>
          <p14:tracePt t="103173" x="5657850" y="2336800"/>
          <p14:tracePt t="103191" x="5657850" y="2349500"/>
          <p14:tracePt t="103206" x="5651500" y="2355850"/>
          <p14:tracePt t="103223" x="5651500" y="2368550"/>
          <p14:tracePt t="103240" x="5645150" y="2387600"/>
          <p14:tracePt t="103256" x="5638800" y="2406650"/>
          <p14:tracePt t="103273" x="5619750" y="2470150"/>
          <p14:tracePt t="103290" x="5588000" y="2578100"/>
          <p14:tracePt t="103306" x="5562600" y="2654300"/>
          <p14:tracePt t="103322" x="5511800" y="2806700"/>
          <p14:tracePt t="103339" x="5441950" y="3003550"/>
          <p14:tracePt t="103356" x="5410200" y="3105150"/>
          <p14:tracePt t="103373" x="5321300" y="3302000"/>
          <p14:tracePt t="103389" x="5219700" y="3505200"/>
          <p14:tracePt t="103405" x="5168900" y="3606800"/>
          <p14:tracePt t="103422" x="5060950" y="3784600"/>
          <p14:tracePt t="103438" x="4953000" y="3937000"/>
          <p14:tracePt t="103455" x="4902200" y="3994150"/>
          <p14:tracePt t="103473" x="4794250" y="4102100"/>
          <p14:tracePt t="103489" x="4667250" y="4191000"/>
          <p14:tracePt t="103505" x="4597400" y="4241800"/>
          <p14:tracePt t="103521" x="4470400" y="4318000"/>
          <p14:tracePt t="103538" x="4400550" y="4356100"/>
          <p14:tracePt t="103556" x="4210050" y="4483100"/>
          <p14:tracePt t="103571" x="4146550" y="4521200"/>
          <p14:tracePt t="103588" x="4102100" y="4559300"/>
          <p14:tracePt t="103605" x="4000500" y="4635500"/>
          <p14:tracePt t="103621" x="3911600" y="4699000"/>
          <p14:tracePt t="103638" x="3879850" y="4711700"/>
          <p14:tracePt t="103655" x="3822700" y="4749800"/>
          <p14:tracePt t="103671" x="3790950" y="4775200"/>
          <p14:tracePt t="103688" x="3771900" y="4787900"/>
          <p14:tracePt t="103705" x="3727450" y="4819650"/>
          <p14:tracePt t="103721" x="3708400" y="4826000"/>
          <p14:tracePt t="103739" x="3683000" y="4845050"/>
          <p14:tracePt t="103754" x="3676650" y="4851400"/>
          <p14:tracePt t="103771" x="3670300" y="4851400"/>
          <p14:tracePt t="103788" x="3663950" y="4851400"/>
          <p14:tracePt t="103837" x="3670300" y="4851400"/>
          <p14:tracePt t="103843" x="3676650" y="4851400"/>
          <p14:tracePt t="103858" x="3683000" y="4851400"/>
          <p14:tracePt t="103874" x="3695700" y="4845050"/>
          <p14:tracePt t="103893" x="3702050" y="4838700"/>
          <p14:tracePt t="103907" x="3714750" y="4838700"/>
          <p14:tracePt t="103923" x="3721100" y="4838700"/>
          <p14:tracePt t="103936" x="3733800" y="4838700"/>
          <p14:tracePt t="103954" x="3778250" y="4838700"/>
          <p14:tracePt t="103971" x="3873500" y="4851400"/>
          <p14:tracePt t="103987" x="3937000" y="4851400"/>
          <p14:tracePt t="104003" x="4089400" y="4864100"/>
          <p14:tracePt t="104020" x="4184650" y="4870450"/>
          <p14:tracePt t="104037" x="4273550" y="4870450"/>
          <p14:tracePt t="104054" x="4476750" y="4857750"/>
          <p14:tracePt t="104070" x="4718050" y="4826000"/>
          <p14:tracePt t="104087" x="4933950" y="4781550"/>
          <p14:tracePt t="104104" x="5035550" y="4775200"/>
          <p14:tracePt t="104120" x="5334000" y="4711700"/>
          <p14:tracePt t="104136" x="5416550" y="4692650"/>
          <p14:tracePt t="104154" x="5549900" y="4641850"/>
          <p14:tracePt t="104170" x="5607050" y="4603750"/>
          <p14:tracePt t="104186" x="5683250" y="4546600"/>
          <p14:tracePt t="104203" x="5753100" y="4483100"/>
          <p14:tracePt t="104220" x="5784850" y="4438650"/>
          <p14:tracePt t="104236" x="5822950" y="4375150"/>
          <p14:tracePt t="104252" x="5848350" y="4267200"/>
          <p14:tracePt t="104269" x="5861050" y="4203700"/>
          <p14:tracePt t="104286" x="5880100" y="4019550"/>
          <p14:tracePt t="104302" x="5899150" y="3803650"/>
          <p14:tracePt t="104319" x="5911850" y="3689350"/>
          <p14:tracePt t="104336" x="5943600" y="3511550"/>
          <p14:tracePt t="104352" x="5962650" y="3365500"/>
          <p14:tracePt t="104369" x="5969000" y="3289300"/>
          <p14:tracePt t="104386" x="5988050" y="3124200"/>
          <p14:tracePt t="104402" x="6007100" y="2978150"/>
          <p14:tracePt t="104418" x="6019800" y="2901950"/>
          <p14:tracePt t="104435" x="6019800" y="2749550"/>
          <p14:tracePt t="104452" x="6019800" y="2660650"/>
          <p14:tracePt t="104469" x="6038850" y="2425700"/>
          <p14:tracePt t="104485" x="6038850" y="2374900"/>
          <p14:tracePt t="104502" x="6038850" y="2336800"/>
          <p14:tracePt t="104519" x="6038850" y="2305050"/>
          <p14:tracePt t="104535" x="6045200" y="2266950"/>
          <p14:tracePt t="104552" x="6045200" y="2254250"/>
          <p14:tracePt t="104568" x="6051550" y="2241550"/>
          <p14:tracePt t="104584" x="6051550" y="2235200"/>
          <p14:tracePt t="104644" x="6045200" y="2235200"/>
          <p14:tracePt t="104693" x="6038850" y="2235200"/>
          <p14:tracePt t="104722" x="6032500" y="2235200"/>
          <p14:tracePt t="104771" x="6032500" y="2241550"/>
          <p14:tracePt t="104827" x="6026150" y="2247900"/>
          <p14:tracePt t="104876" x="6019800" y="2247900"/>
          <p14:tracePt t="104912" x="6019800" y="2254250"/>
          <p14:tracePt t="104940" x="6013450" y="2260600"/>
          <p14:tracePt t="104947" x="6007100" y="2260600"/>
          <p14:tracePt t="104954" x="6000750" y="2266950"/>
          <p14:tracePt t="104975" x="5994400" y="2266950"/>
          <p14:tracePt t="104983" x="5994400" y="2273300"/>
          <p14:tracePt t="105003" x="5988050" y="2279650"/>
          <p14:tracePt t="105024" x="5981700" y="2286000"/>
          <p14:tracePt t="105033" x="5975350" y="2292350"/>
          <p14:tracePt t="105050" x="5969000" y="2298700"/>
          <p14:tracePt t="105067" x="5956300" y="2324100"/>
          <p14:tracePt t="105083" x="5943600" y="2343150"/>
          <p14:tracePt t="105100" x="5905500" y="2406650"/>
          <p14:tracePt t="105116" x="5848350" y="2508250"/>
          <p14:tracePt t="105132" x="5816600" y="2578100"/>
          <p14:tracePt t="105150" x="5759450" y="2711450"/>
          <p14:tracePt t="105166" x="5702300" y="2857500"/>
          <p14:tracePt t="107173" x="5702300" y="2870200"/>
          <p14:tracePt t="107180" x="5695950" y="2882900"/>
          <p14:tracePt t="107195" x="5689600" y="2895600"/>
          <p14:tracePt t="107209" x="5676900" y="2908300"/>
          <p14:tracePt t="107226" x="5632450" y="2952750"/>
          <p14:tracePt t="107243" x="5607050" y="2990850"/>
          <p14:tracePt t="107259" x="5537200" y="3054350"/>
          <p14:tracePt t="107275" x="5454650" y="3130550"/>
          <p14:tracePt t="107293" x="5340350" y="3213100"/>
          <p14:tracePt t="107308" x="5283200" y="3263900"/>
          <p14:tracePt t="107325" x="5194300" y="3333750"/>
          <p14:tracePt t="107342" x="5099050" y="3409950"/>
          <p14:tracePt t="107358" x="5041900" y="3435350"/>
          <p14:tracePt t="107375" x="4933950" y="3486150"/>
          <p14:tracePt t="107392" x="4819650" y="3549650"/>
          <p14:tracePt t="107408" x="4762500" y="3581400"/>
          <p14:tracePt t="107427" x="4648200" y="3632200"/>
          <p14:tracePt t="107441" x="4508500" y="3746500"/>
          <p14:tracePt t="107458" x="4413250" y="3810000"/>
          <p14:tracePt t="107476" x="4197350" y="3949700"/>
          <p14:tracePt t="107491" x="4064000" y="4044950"/>
          <p14:tracePt t="107508" x="3816350" y="4178300"/>
          <p14:tracePt t="107525" x="3638550" y="4292600"/>
          <p14:tracePt t="107541" x="3575050" y="4324350"/>
          <p14:tracePt t="107558" x="3454400" y="4362450"/>
          <p14:tracePt t="107574" x="3371850" y="4375150"/>
          <p14:tracePt t="107591" x="3340100" y="4387850"/>
          <p14:tracePt t="107608" x="3276600" y="4394200"/>
          <p14:tracePt t="107624" x="3225800" y="4400550"/>
          <p14:tracePt t="107641" x="3206750" y="4400550"/>
          <p14:tracePt t="107658" x="3155950" y="4413250"/>
          <p14:tracePt t="107674" x="3124200" y="4419600"/>
          <p14:tracePt t="107691" x="3111500" y="4425950"/>
          <p14:tracePt t="107707" x="3073400" y="4432300"/>
          <p14:tracePt t="107724" x="3035300" y="4457700"/>
          <p14:tracePt t="107741" x="3022600" y="4457700"/>
          <p14:tracePt t="107757" x="2997200" y="4476750"/>
          <p14:tracePt t="107774" x="2984500" y="4476750"/>
          <p14:tracePt t="107791" x="2933700" y="4489450"/>
          <p14:tracePt t="107807" x="2908300" y="4495800"/>
          <p14:tracePt t="107823" x="2889250" y="4495800"/>
          <p14:tracePt t="107841" x="2863850" y="4508500"/>
          <p14:tracePt t="107857" x="2832100" y="4508500"/>
          <p14:tracePt t="107873" x="2819400" y="4508500"/>
          <p14:tracePt t="107890" x="2800350" y="4514850"/>
          <p14:tracePt t="107906" x="2774950" y="4521200"/>
          <p14:tracePt t="107923" x="2768600" y="4521200"/>
          <p14:tracePt t="107940" x="2749550" y="4533900"/>
          <p14:tracePt t="107956" x="2736850" y="4540250"/>
          <p14:tracePt t="107975" x="2717800" y="4540250"/>
          <p14:tracePt t="108979" x="2755900" y="4540250"/>
          <p14:tracePt t="108986" x="2819400" y="4540250"/>
          <p14:tracePt t="109000" x="2895600" y="4540250"/>
          <p14:tracePt t="109007" x="2978150" y="4546600"/>
          <p14:tracePt t="109022" x="3067050" y="4546600"/>
          <p14:tracePt t="109036" x="3155950" y="4546600"/>
          <p14:tracePt t="109052" x="3371850" y="4546600"/>
          <p14:tracePt t="109071" x="3600450" y="4495800"/>
          <p14:tracePt t="109086" x="3727450" y="4483100"/>
          <p14:tracePt t="109102" x="3937000" y="4406900"/>
          <p14:tracePt t="109120" x="4089400" y="4337050"/>
          <p14:tracePt t="109136" x="4140200" y="4311650"/>
          <p14:tracePt t="109152" x="4267200" y="4254500"/>
          <p14:tracePt t="109169" x="4343400" y="4222750"/>
          <p14:tracePt t="109185" x="4356100" y="4222750"/>
          <p14:tracePt t="109202" x="4375150" y="4203700"/>
          <p14:tracePt t="109219" x="4394200" y="4197350"/>
          <p14:tracePt t="109236" x="4394200" y="4191000"/>
          <p14:tracePt t="109268" x="4400550" y="4178300"/>
          <p14:tracePt t="109302" x="4400550" y="4171950"/>
          <p14:tracePt t="109379" x="4400550" y="4178300"/>
          <p14:tracePt t="109421" x="4400550" y="4184650"/>
          <p14:tracePt t="109449" x="4387850" y="4184650"/>
          <p14:tracePt t="109456" x="4381500" y="4191000"/>
          <p14:tracePt t="109883" x="4381500" y="4197350"/>
          <p14:tracePt t="109891" x="4387850" y="4203700"/>
          <p14:tracePt t="109905" x="4394200" y="4203700"/>
          <p14:tracePt t="109916" x="4400550" y="4216400"/>
          <p14:tracePt t="109933" x="4419600" y="4267200"/>
          <p14:tracePt t="109950" x="4419600" y="4311650"/>
          <p14:tracePt t="109966" x="4425950" y="4387850"/>
          <p14:tracePt t="109983" x="4419600" y="4483100"/>
          <p14:tracePt t="110000" x="4419600" y="4521200"/>
          <p14:tracePt t="110016" x="4400550" y="4616450"/>
          <p14:tracePt t="110032" x="4400550" y="4699000"/>
          <p14:tracePt t="110050" x="4406900" y="4730750"/>
          <p14:tracePt t="110067" x="4438650" y="4768850"/>
          <p14:tracePt t="110083" x="4476750" y="4806950"/>
          <p14:tracePt t="110099" x="4495800" y="4819650"/>
          <p14:tracePt t="110116" x="4546600" y="4851400"/>
          <p14:tracePt t="110132" x="4622800" y="4889500"/>
          <p14:tracePt t="110149" x="4692650" y="4908550"/>
          <p14:tracePt t="110166" x="4851400" y="4972050"/>
          <p14:tracePt t="110183" x="4940300" y="5003800"/>
          <p14:tracePt t="110199" x="5162550" y="5099050"/>
          <p14:tracePt t="110215" x="5340350" y="5213350"/>
          <p14:tracePt t="110232" x="5422900" y="5270500"/>
          <p14:tracePt t="110250" x="5562600" y="5372100"/>
          <p14:tracePt t="110265" x="5702300" y="5461000"/>
          <p14:tracePt t="110282" x="5759450" y="5499100"/>
          <p14:tracePt t="110299" x="5835650" y="5543550"/>
          <p14:tracePt t="110315" x="5899150" y="5568950"/>
          <p14:tracePt t="110331" x="5918200" y="5568950"/>
          <p14:tracePt t="110348" x="5943600" y="5568950"/>
          <p14:tracePt t="110365" x="5988050" y="5568950"/>
          <p14:tracePt t="110382" x="6007100" y="5568950"/>
          <p14:tracePt t="110398" x="6032500" y="5530850"/>
          <p14:tracePt t="110987" x="6032500" y="5518150"/>
          <p14:tracePt t="110994" x="6026150" y="5499100"/>
          <p14:tracePt t="111008" x="6019800" y="5480050"/>
          <p14:tracePt t="111016" x="6007100" y="5461000"/>
          <p14:tracePt t="111032" x="6000750" y="5448300"/>
          <p14:tracePt t="111046" x="5975350" y="5422900"/>
          <p14:tracePt t="111062" x="5962650" y="5403850"/>
          <p14:tracePt t="111079" x="5930900" y="5365750"/>
          <p14:tracePt t="111095" x="5911850" y="5334000"/>
          <p14:tracePt t="111112" x="5873750" y="5257800"/>
          <p14:tracePt t="111128" x="5842000" y="5200650"/>
          <p14:tracePt t="111145" x="5835650" y="5168900"/>
          <p14:tracePt t="111163" x="5810250" y="5118100"/>
          <p14:tracePt t="111178" x="5797550" y="5067300"/>
          <p14:tracePt t="111195" x="5784850" y="5048250"/>
          <p14:tracePt t="111212" x="5772150" y="5022850"/>
          <p14:tracePt t="111228" x="5765800" y="4997450"/>
          <p14:tracePt t="111245" x="5759450" y="4991100"/>
          <p14:tracePt t="111262" x="5753100" y="4978400"/>
          <p14:tracePt t="111278" x="5753100" y="4965700"/>
          <p14:tracePt t="111311" x="5746750" y="4959350"/>
          <p14:tracePt t="111451" x="5746750" y="4965700"/>
          <p14:tracePt t="111465" x="5746750" y="4972050"/>
          <p14:tracePt t="111485" x="5746750" y="4978400"/>
          <p14:tracePt t="111507" x="5753100" y="4991100"/>
          <p14:tracePt t="111535" x="5753100" y="4997450"/>
          <p14:tracePt t="114089" x="5784850" y="4984750"/>
          <p14:tracePt t="114096" x="5867400" y="4959350"/>
          <p14:tracePt t="114110" x="5937250" y="4940300"/>
          <p14:tracePt t="114118" x="6013450" y="4914900"/>
          <p14:tracePt t="114135" x="6076950" y="4908550"/>
          <p14:tracePt t="114152" x="6216650" y="4902200"/>
          <p14:tracePt t="114168" x="6235700" y="4914900"/>
          <p14:tracePt t="114185" x="6242050" y="4921250"/>
          <p14:tracePt t="114202" x="6261100" y="4946650"/>
          <p14:tracePt t="114218" x="6261100" y="4959350"/>
          <p14:tracePt t="114235" x="6261100" y="4978400"/>
          <p14:tracePt t="114251" x="6242050" y="5016500"/>
          <p14:tracePt t="114268" x="6235700" y="5041900"/>
          <p14:tracePt t="114285" x="6223000" y="5054600"/>
          <p14:tracePt t="114301" x="6216650" y="5080000"/>
          <p14:tracePt t="114318" x="6203950" y="5092700"/>
          <p14:tracePt t="114335" x="6184900" y="5130800"/>
          <p14:tracePt t="114351" x="6159500" y="5207000"/>
          <p14:tracePt t="114367" x="6134100" y="5251450"/>
          <p14:tracePt t="114385" x="6089650" y="5346700"/>
          <p14:tracePt t="114401" x="6045200" y="5435600"/>
          <p14:tracePt t="114417" x="6026150" y="5480050"/>
          <p14:tracePt t="114434" x="6007100" y="5524500"/>
          <p14:tracePt t="114451" x="5988050" y="5556250"/>
          <p14:tracePt t="114468" x="5988050" y="5575300"/>
          <p14:tracePt t="114484" x="5981700" y="5575300"/>
          <p14:tracePt t="114501" x="5975350" y="5581650"/>
          <p14:tracePt t="114539" x="5969000" y="5588000"/>
          <p14:tracePt t="114728" x="5969000" y="5594350"/>
          <p14:tracePt t="114791" x="5962650" y="5594350"/>
          <p14:tracePt t="114819" x="5962650" y="5600700"/>
          <p14:tracePt t="114826" x="5956300" y="5607050"/>
          <p14:tracePt t="114841" x="5956300" y="5613400"/>
          <p14:tracePt t="114849" x="5949950" y="5619750"/>
          <p14:tracePt t="114884" x="5949950" y="5626100"/>
          <p14:tracePt t="114889" x="5943600" y="5632450"/>
          <p14:tracePt t="114899" x="5943600" y="5638800"/>
          <p14:tracePt t="114919" x="5937250" y="5645150"/>
          <p14:tracePt t="114933" x="5937250" y="5651500"/>
          <p14:tracePt t="114949" x="5930900" y="5651500"/>
          <p14:tracePt t="114965" x="5924550" y="5657850"/>
          <p14:tracePt t="114982" x="5911850" y="5676900"/>
          <p14:tracePt t="115573" x="5918200" y="5664200"/>
          <p14:tracePt t="115581" x="5924550" y="5626100"/>
          <p14:tracePt t="115594" x="5937250" y="5581650"/>
          <p14:tracePt t="115601" x="5949950" y="5530850"/>
          <p14:tracePt t="115617" x="5969000" y="5461000"/>
          <p14:tracePt t="115630" x="5994400" y="5314950"/>
          <p14:tracePt t="115647" x="6019800" y="5226050"/>
          <p14:tracePt t="115663" x="6038850" y="5124450"/>
          <p14:tracePt t="115680" x="6089650" y="4876800"/>
          <p14:tracePt t="115696" x="6178550" y="4610100"/>
          <p14:tracePt t="115714" x="6242050" y="4387850"/>
          <p14:tracePt t="115730" x="6273800" y="4286250"/>
          <p14:tracePt t="115746" x="6343650" y="4089400"/>
          <p14:tracePt t="115764" x="6394450" y="3943350"/>
          <p14:tracePt t="115779" x="6413500" y="3873500"/>
          <p14:tracePt t="115796" x="6451600" y="3790950"/>
          <p14:tracePt t="115813" x="6457950" y="3759200"/>
          <p14:tracePt t="115829" x="6457950" y="3752850"/>
          <p14:tracePt t="115846" x="6457950" y="3746500"/>
          <p14:tracePt t="115904" x="6457950" y="3752850"/>
          <p14:tracePt t="115931" x="6451600" y="3759200"/>
          <p14:tracePt t="115947" x="6451600" y="3765550"/>
          <p14:tracePt t="115966" x="6451600" y="3778250"/>
          <p14:tracePt t="115974" x="6445250" y="3790950"/>
          <p14:tracePt t="115982" x="6445250" y="3803650"/>
          <p14:tracePt t="115997" x="6445250" y="3822700"/>
          <p14:tracePt t="116012" x="6445250" y="3860800"/>
          <p14:tracePt t="116029" x="6445250" y="3949700"/>
          <p14:tracePt t="116045" x="6438900" y="4070350"/>
          <p14:tracePt t="116062" x="6426200" y="4146550"/>
          <p14:tracePt t="116079" x="6400800" y="4292600"/>
          <p14:tracePt t="116095" x="6369050" y="4451350"/>
          <p14:tracePt t="116111" x="6337300" y="4540250"/>
          <p14:tracePt t="116129" x="6286500" y="4711700"/>
          <p14:tracePt t="116145" x="6248400" y="4845050"/>
          <p14:tracePt t="116162" x="6229350" y="4889500"/>
          <p14:tracePt t="116178" x="6191250" y="4953000"/>
          <p14:tracePt t="116194" x="6165850" y="4978400"/>
          <p14:tracePt t="116211" x="6140450" y="4997450"/>
          <p14:tracePt t="116228" x="6108700" y="5016500"/>
          <p14:tracePt t="116244" x="6089650" y="5022850"/>
          <p14:tracePt t="116262" x="6007100" y="5041900"/>
          <p14:tracePt t="116278" x="5937250" y="5060950"/>
          <p14:tracePt t="116294" x="5861050" y="5105400"/>
          <p14:tracePt t="116311" x="5543550" y="5264150"/>
          <p14:tracePt t="116327" x="5054600" y="5581650"/>
          <p14:tracePt t="116344" x="4838700" y="5683250"/>
          <p14:tracePt t="116361" x="4533900" y="5810250"/>
          <p14:tracePt t="116377" x="4337050" y="5880100"/>
          <p14:tracePt t="116394" x="4267200" y="5886450"/>
          <p14:tracePt t="116410" x="4210050" y="5899150"/>
          <p14:tracePt t="116427" x="4197350" y="5899150"/>
          <p14:tracePt t="116459" x="4203700" y="5899150"/>
          <p14:tracePt t="116465" x="4216400" y="5899150"/>
          <p14:tracePt t="116487" x="4229100" y="5899150"/>
          <p14:tracePt t="116497" x="4241800" y="5899150"/>
          <p14:tracePt t="116510" x="4260850" y="5899150"/>
          <p14:tracePt t="116527" x="4279900" y="5899150"/>
          <p14:tracePt t="116544" x="4425950" y="5918200"/>
          <p14:tracePt t="116560" x="4489450" y="5918200"/>
          <p14:tracePt t="116577" x="4565650" y="5918200"/>
          <p14:tracePt t="116593" x="4768850" y="5924550"/>
          <p14:tracePt t="116610" x="5022850" y="5899150"/>
          <p14:tracePt t="116627" x="5340350" y="5842000"/>
          <p14:tracePt t="116643" x="5486400" y="5816600"/>
          <p14:tracePt t="116660" x="5753100" y="5778500"/>
          <p14:tracePt t="116677" x="5981700" y="5734050"/>
          <p14:tracePt t="116693" x="6083300" y="5721350"/>
          <p14:tracePt t="116710" x="6267450" y="5695950"/>
          <p14:tracePt t="116726" x="6381750" y="5676900"/>
          <p14:tracePt t="116742" x="6438900" y="5657850"/>
          <p14:tracePt t="116760" x="6508750" y="5638800"/>
          <p14:tracePt t="116776" x="6540500" y="5619750"/>
          <p14:tracePt t="116792" x="6565900" y="5607050"/>
          <p14:tracePt t="116809" x="6578600" y="5600700"/>
          <p14:tracePt t="116826" x="6597650" y="5581650"/>
          <p14:tracePt t="116842" x="6597650" y="5575300"/>
          <p14:tracePt t="116859" x="6597650" y="5568950"/>
          <p14:tracePt t="120099" x="6578600" y="5499100"/>
          <p14:tracePt t="120107" x="6534150" y="5353050"/>
          <p14:tracePt t="120121" x="6477000" y="5124450"/>
          <p14:tracePt t="120130" x="6432550" y="4845050"/>
          <p14:tracePt t="120147" x="6350000" y="4514850"/>
          <p14:tracePt t="120164" x="6172200" y="3771900"/>
          <p14:tracePt t="120180" x="5981700" y="3175000"/>
          <p14:tracePt t="120199" x="5784850" y="2711450"/>
          <p14:tracePt t="120214" x="5689600" y="2514600"/>
          <p14:tracePt t="120231" x="5562600" y="2273300"/>
          <p14:tracePt t="120248" x="5480050" y="2089150"/>
          <p14:tracePt t="120264" x="5448300" y="2006600"/>
          <p14:tracePt t="120280" x="5422900" y="1943100"/>
          <p14:tracePt t="120297" x="5321300" y="1733550"/>
          <p14:tracePt t="120314" x="5295900" y="1670050"/>
          <p14:tracePt t="120330" x="5283200" y="1612900"/>
          <p14:tracePt t="120347" x="5264150" y="1549400"/>
          <p14:tracePt t="120363" x="5257800" y="1517650"/>
          <p14:tracePt t="120381" x="5245100" y="1504950"/>
          <p14:tracePt t="120397" x="5238750" y="1498600"/>
          <p14:tracePt t="120414" x="5232400" y="1498600"/>
          <p14:tracePt t="120431" x="5226050" y="1498600"/>
          <p14:tracePt t="120463" x="5213350" y="1485900"/>
          <p14:tracePt t="120480" x="5194300" y="1473200"/>
          <p14:tracePt t="120496" x="5181600" y="1460500"/>
          <p14:tracePt t="120513" x="5162550" y="1447800"/>
          <p14:tracePt t="120530" x="5105400" y="1397000"/>
          <p14:tracePt t="120546" x="5035550" y="1327150"/>
          <p14:tracePt t="120564" x="4953000" y="1257300"/>
          <p14:tracePt t="120580" x="4857750" y="1155700"/>
          <p14:tracePt t="120596" x="4800600" y="1092200"/>
          <p14:tracePt t="120614" x="4673600" y="965200"/>
          <p14:tracePt t="120630" x="4584700" y="889000"/>
          <p14:tracePt t="120646" x="4445000" y="787400"/>
          <p14:tracePt t="120663" x="4330700" y="723900"/>
          <p14:tracePt t="120679" x="4292600" y="704850"/>
          <p14:tracePt t="120696" x="4235450" y="673100"/>
          <p14:tracePt t="120712" x="4210050" y="660400"/>
          <p14:tracePt t="120729" x="4197350" y="654050"/>
          <p14:tracePt t="120746" x="4184650" y="654050"/>
          <p14:tracePt t="120762" x="4178300" y="654050"/>
          <p14:tracePt t="120796" x="4171950" y="654050"/>
          <p14:tracePt t="120811" x="4171950" y="660400"/>
          <p14:tracePt t="120832" x="4171950" y="666750"/>
          <p14:tracePt t="120853" x="4171950" y="673100"/>
          <p14:tracePt t="120901" x="4178300" y="679450"/>
          <p14:tracePt t="120922" x="4184650" y="685800"/>
          <p14:tracePt t="120929" x="4191000" y="685800"/>
          <p14:tracePt t="120950" x="4197350" y="692150"/>
          <p14:tracePt t="120964" x="4203700" y="692150"/>
          <p14:tracePt t="120971" x="4216400" y="698500"/>
          <p14:tracePt t="120985" x="4229100" y="698500"/>
          <p14:tracePt t="120994" x="4248150" y="704850"/>
          <p14:tracePt t="121011" x="4286250" y="711200"/>
          <p14:tracePt t="121028" x="4394200" y="742950"/>
          <p14:tracePt t="121044" x="4552950" y="768350"/>
          <p14:tracePt t="121061" x="4641850" y="787400"/>
          <p14:tracePt t="121078" x="4845050" y="819150"/>
          <p14:tracePt t="121094" x="5016500" y="838200"/>
          <p14:tracePt t="121111" x="5080000" y="850900"/>
          <p14:tracePt t="121127" x="5187950" y="857250"/>
          <p14:tracePt t="121144" x="5226050" y="857250"/>
          <p14:tracePt t="121161" x="5245100" y="857250"/>
          <p14:tracePt t="121177" x="5251450" y="857250"/>
          <p14:tracePt t="121194" x="5251450" y="863600"/>
          <p14:tracePt t="121227" x="5251450" y="869950"/>
          <p14:tracePt t="121302" x="5245100" y="869950"/>
          <p14:tracePt t="121826" x="5245100" y="933450"/>
          <p14:tracePt t="121833" x="5238750" y="1035050"/>
          <p14:tracePt t="121847" x="5226050" y="1149350"/>
          <p14:tracePt t="121858" x="5207000" y="1263650"/>
          <p14:tracePt t="121875" x="5194300" y="1530350"/>
          <p14:tracePt t="121891" x="5194300" y="1670050"/>
          <p14:tracePt t="121908" x="5162550" y="1955800"/>
          <p14:tracePt t="121925" x="5162550" y="2235200"/>
          <p14:tracePt t="121941" x="5162550" y="2387600"/>
          <p14:tracePt t="121958" x="5175250" y="2527300"/>
          <p14:tracePt t="121975" x="5219700" y="2889250"/>
          <p14:tracePt t="121991" x="5226050" y="3003550"/>
          <p14:tracePt t="122009" x="5251450" y="3219450"/>
          <p14:tracePt t="122024" x="5257800" y="3308350"/>
          <p14:tracePt t="122041" x="5289550" y="3479800"/>
          <p14:tracePt t="122058" x="5314950" y="3632200"/>
          <p14:tracePt t="122074" x="5327650" y="3702050"/>
          <p14:tracePt t="122091" x="5346700" y="3829050"/>
          <p14:tracePt t="122107" x="5353050" y="3937000"/>
          <p14:tracePt t="122124" x="5365750" y="4000500"/>
          <p14:tracePt t="122141" x="5378450" y="4095750"/>
          <p14:tracePt t="122157" x="5416550" y="4184650"/>
          <p14:tracePt t="122174" x="5422900" y="4222750"/>
          <p14:tracePt t="122191" x="5461000" y="4311650"/>
          <p14:tracePt t="122207" x="5492750" y="4406900"/>
          <p14:tracePt t="122224" x="5505450" y="4464050"/>
          <p14:tracePt t="122241" x="5537200" y="4559300"/>
          <p14:tracePt t="122257" x="5562600" y="4629150"/>
          <p14:tracePt t="122273" x="5562600" y="4660900"/>
          <p14:tracePt t="122291" x="5575300" y="4730750"/>
          <p14:tracePt t="122307" x="5588000" y="4781550"/>
          <p14:tracePt t="122324" x="5588000" y="4800600"/>
          <p14:tracePt t="122340" x="5581650" y="4819650"/>
          <p14:tracePt t="122698" x="5581650" y="4826000"/>
          <p14:tracePt t="122705" x="5594350" y="4851400"/>
          <p14:tracePt t="122718" x="5613400" y="4870450"/>
          <p14:tracePt t="122726" x="5626100" y="4921250"/>
          <p14:tracePt t="122742" x="5645150" y="4978400"/>
          <p14:tracePt t="122755" x="5664200" y="5048250"/>
          <p14:tracePt t="122772" x="5702300" y="5181600"/>
          <p14:tracePt t="122789" x="5753100" y="5314950"/>
          <p14:tracePt t="122805" x="5772150" y="5391150"/>
          <p14:tracePt t="122822" x="5816600" y="5530850"/>
          <p14:tracePt t="122839" x="5854700" y="5638800"/>
          <p14:tracePt t="122855" x="5873750" y="5689600"/>
          <p14:tracePt t="122872" x="5892800" y="5797550"/>
          <p14:tracePt t="122889" x="5918200" y="5886450"/>
          <p14:tracePt t="122905" x="5918200" y="5911850"/>
          <p14:tracePt t="122921" x="5924550" y="5943600"/>
          <p14:tracePt t="122938" x="5937250" y="6013450"/>
          <p14:tracePt t="122954" x="5943600" y="6032500"/>
          <p14:tracePt t="122972" x="5949950" y="6057900"/>
          <p14:tracePt t="122988" x="5949950" y="6070600"/>
          <p14:tracePt t="123005" x="5949950" y="6083300"/>
          <p14:tracePt t="123098" x="5943600" y="6083300"/>
          <p14:tracePt t="123105" x="5937250" y="6083300"/>
          <p14:tracePt t="123119" x="5930900" y="6096000"/>
          <p14:tracePt t="123126" x="5924550" y="6096000"/>
          <p14:tracePt t="123141" x="5918200" y="6096000"/>
          <p14:tracePt t="124035" x="5911850" y="6096000"/>
          <p14:tracePt t="124042" x="5911850" y="6089650"/>
          <p14:tracePt t="124056" x="5911850" y="6083300"/>
          <p14:tracePt t="124067" x="5911850" y="6076950"/>
          <p14:tracePt t="124085" x="5905500" y="6064250"/>
          <p14:tracePt t="124100" x="5905500" y="6057900"/>
          <p14:tracePt t="124117" x="5899150" y="6045200"/>
          <p14:tracePt t="124134" x="5892800" y="6013450"/>
          <p14:tracePt t="124150" x="5892800" y="5981700"/>
          <p14:tracePt t="124167" x="5886450" y="5918200"/>
          <p14:tracePt t="124184" x="5880100" y="5848350"/>
          <p14:tracePt t="124200" x="5867400" y="5816600"/>
          <p14:tracePt t="124203" x="5867400" y="5778500"/>
          <p14:tracePt t="124217" x="5867400" y="5753100"/>
          <p14:tracePt t="124233" x="5873750" y="5683250"/>
          <p14:tracePt t="124250" x="5873750" y="5645150"/>
          <p14:tracePt t="124267" x="5886450" y="5549900"/>
          <p14:tracePt t="124283" x="5905500" y="5467350"/>
          <p14:tracePt t="124300" x="5911850" y="5410200"/>
          <p14:tracePt t="124316" x="5930900" y="5321300"/>
          <p14:tracePt t="124333" x="5937250" y="5276850"/>
          <p14:tracePt t="124350" x="5962650" y="5194300"/>
          <p14:tracePt t="124366" x="5981700" y="5130800"/>
          <p14:tracePt t="124383" x="5981700" y="5105400"/>
          <p14:tracePt t="124401" x="5988050" y="5073650"/>
          <p14:tracePt t="124416" x="5994400" y="5054600"/>
          <p14:tracePt t="124492" x="6000750" y="5067300"/>
          <p14:tracePt t="124513" x="6000750" y="5073650"/>
          <p14:tracePt t="124527" x="6000750" y="5080000"/>
          <p14:tracePt t="127847" x="6000750" y="5073650"/>
          <p14:tracePt t="127855" x="6000750" y="5067300"/>
          <p14:tracePt t="127868" x="6000750" y="5060950"/>
          <p14:tracePt t="127875" x="6000750" y="5054600"/>
          <p14:tracePt t="127891" x="6000750" y="5048250"/>
          <p14:tracePt t="127917" x="6000750" y="5041900"/>
          <p14:tracePt t="127924" x="6007100" y="5035550"/>
          <p14:tracePt t="127940" x="6007100" y="5022850"/>
          <p14:tracePt t="127954" x="6007100" y="5016500"/>
          <p14:tracePt t="127970" x="6007100" y="5003800"/>
          <p14:tracePt t="127988" x="6007100" y="4991100"/>
          <p14:tracePt t="128016" x="6007100" y="4984750"/>
          <p14:tracePt t="128044" x="6013450" y="4978400"/>
          <p14:tracePt t="128127" x="6026150" y="4972050"/>
          <p14:tracePt t="128149" x="6032500" y="4972050"/>
          <p14:tracePt t="128177" x="6038850" y="4972050"/>
          <p14:tracePt t="128219" x="6045200" y="4978400"/>
          <p14:tracePt t="128247" x="6045200" y="4984750"/>
          <p14:tracePt t="128254" x="6051550" y="4984750"/>
          <p14:tracePt t="128276" x="6057900" y="4997450"/>
          <p14:tracePt t="128686" x="6057900" y="5048250"/>
          <p14:tracePt t="128700" x="6057900" y="5111750"/>
          <p14:tracePt t="128707" x="6057900" y="5162550"/>
          <p14:tracePt t="128721" x="6045200" y="5207000"/>
          <p14:tracePt t="128735" x="6038850" y="5245100"/>
          <p14:tracePt t="128751" x="6026150" y="5327650"/>
          <p14:tracePt t="128768" x="6013450" y="5372100"/>
          <p14:tracePt t="128785" x="5994400" y="5429250"/>
          <p14:tracePt t="128801" x="5956300" y="5505450"/>
          <p14:tracePt t="128817" x="5943600" y="5537200"/>
          <p14:tracePt t="128834" x="5918200" y="5613400"/>
          <p14:tracePt t="128851" x="5911850" y="5657850"/>
          <p14:tracePt t="128868" x="5905500" y="5689600"/>
          <p14:tracePt t="128883" x="5905500" y="5727700"/>
          <p14:tracePt t="128900" x="5899150" y="5753100"/>
          <p14:tracePt t="128918" x="5899150" y="5778500"/>
          <p14:tracePt t="128934" x="5899150" y="5784850"/>
          <p14:tracePt t="128951" x="5899150" y="5791200"/>
          <p14:tracePt t="128968" x="5899150" y="5803900"/>
          <p14:tracePt t="129000" x="5899150" y="5810250"/>
          <p14:tracePt t="129017" x="5886450" y="5816600"/>
          <p14:tracePt t="129034" x="5880100" y="5816600"/>
          <p14:tracePt t="130583" x="5880100" y="5810250"/>
          <p14:tracePt t="130597" x="5873750" y="5810250"/>
          <p14:tracePt t="130604" x="5873750" y="5797550"/>
          <p14:tracePt t="130618" x="5867400" y="5784850"/>
          <p14:tracePt t="130628" x="5867400" y="5778500"/>
          <p14:tracePt t="130644" x="5861050" y="5759450"/>
          <p14:tracePt t="130661" x="5848350" y="5715000"/>
          <p14:tracePt t="130679" x="5822950" y="5645150"/>
          <p14:tracePt t="130694" x="5816600" y="5588000"/>
          <p14:tracePt t="130711" x="5791200" y="5492750"/>
          <p14:tracePt t="130728" x="5772150" y="5384800"/>
          <p14:tracePt t="130745" x="5753100" y="5295900"/>
          <p14:tracePt t="130761" x="5734050" y="5251450"/>
          <p14:tracePt t="130777" x="5721350" y="5181600"/>
          <p14:tracePt t="130795" x="5695950" y="5105400"/>
          <p14:tracePt t="130811" x="5689600" y="5080000"/>
          <p14:tracePt t="130827" x="5670550" y="5035550"/>
          <p14:tracePt t="130844" x="5638800" y="4921250"/>
          <p14:tracePt t="130861" x="5626100" y="4876800"/>
          <p14:tracePt t="130878" x="5594350" y="4832350"/>
          <p14:tracePt t="130894" x="5562600" y="4743450"/>
          <p14:tracePt t="130911" x="5499100" y="4641850"/>
          <p14:tracePt t="130928" x="5441950" y="4552950"/>
          <p14:tracePt t="130943" x="5422900" y="4502150"/>
          <p14:tracePt t="130960" x="5359400" y="4400550"/>
          <p14:tracePt t="130978" x="5302250" y="4273550"/>
          <p14:tracePt t="130993" x="5276850" y="4229100"/>
          <p14:tracePt t="131010" x="5245100" y="4165600"/>
          <p14:tracePt t="131027" x="5219700" y="4127500"/>
          <p14:tracePt t="131044" x="5200650" y="4108450"/>
          <p14:tracePt t="131060" x="5187950" y="4095750"/>
          <p14:tracePt t="131076" x="5168900" y="4070350"/>
          <p14:tracePt t="131093" x="5156200" y="4064000"/>
          <p14:tracePt t="131110" x="5137150" y="4057650"/>
          <p14:tracePt t="131126" x="5130800" y="4051300"/>
          <p14:tracePt t="131143" x="5124450" y="4051300"/>
          <p14:tracePt t="131161" x="5105400" y="4044950"/>
          <p14:tracePt t="131193" x="5099050" y="4044950"/>
          <p14:tracePt t="131216" x="5092700" y="4044950"/>
          <p14:tracePt t="131237" x="5092700" y="4051300"/>
          <p14:tracePt t="131286" x="5086350" y="4057650"/>
          <p14:tracePt t="131349" x="5086350" y="4064000"/>
          <p14:tracePt t="131384" x="5086350" y="4070350"/>
          <p14:tracePt t="131553" x="5086350" y="4064000"/>
          <p14:tracePt t="131665" x="5086350" y="4057650"/>
          <p14:tracePt t="131693" x="5086350" y="4051300"/>
          <p14:tracePt t="131700" x="5086350" y="4044950"/>
          <p14:tracePt t="131721" x="5086350" y="4038600"/>
          <p14:tracePt t="131735" x="5086350" y="4032250"/>
          <p14:tracePt t="131758" x="5086350" y="4019550"/>
          <p14:tracePt t="131770" x="5092700" y="4006850"/>
          <p14:tracePt t="131777" x="5099050" y="3975100"/>
          <p14:tracePt t="131793" x="5118100" y="3917950"/>
          <p14:tracePt t="131807" x="5137150" y="3841750"/>
          <p14:tracePt t="131824" x="5213350" y="3619500"/>
          <p14:tracePt t="131827" x="5283200" y="3429000"/>
          <p14:tracePt t="131843" x="5365750" y="3213100"/>
          <p14:tracePt t="131857" x="5435600" y="3003550"/>
          <p14:tracePt t="131874" x="5613400" y="2571750"/>
          <p14:tracePt t="131890" x="5759450" y="2209800"/>
          <p14:tracePt t="131907" x="5797550" y="2095500"/>
          <p14:tracePt t="131924" x="5867400" y="1949450"/>
          <p14:tracePt t="131940" x="5905500" y="1873250"/>
          <p14:tracePt t="131957" x="5918200" y="1854200"/>
          <p14:tracePt t="131974" x="5930900" y="1835150"/>
          <p14:tracePt t="131990" x="5930900" y="1828800"/>
          <p14:tracePt t="132024" x="5937250" y="1828800"/>
          <p14:tracePt t="132039" x="5943600" y="1828800"/>
          <p14:tracePt t="132073" x="5949950" y="1828800"/>
          <p14:tracePt t="132079" x="5956300" y="1828800"/>
          <p14:tracePt t="132108" x="5962650" y="1828800"/>
          <p14:tracePt t="132129" x="5969000" y="1828800"/>
          <p14:tracePt t="132164" x="5975350" y="1828800"/>
          <p14:tracePt t="132171" x="5975350" y="1822450"/>
          <p14:tracePt t="132199" x="5975350" y="1816100"/>
          <p14:tracePt t="132220" x="5981700" y="1816100"/>
          <p14:tracePt t="132234" x="5981700" y="1809750"/>
          <p14:tracePt t="132242" x="5988050" y="1803400"/>
          <p14:tracePt t="132290" x="5994400" y="1797050"/>
          <p14:tracePt t="132311" x="6000750" y="1797050"/>
          <p14:tracePt t="132339" x="6000750" y="1790700"/>
          <p14:tracePt t="132360" x="6007100" y="1784350"/>
          <p14:tracePt t="132382" x="6013450" y="1784350"/>
          <p14:tracePt t="132410" x="6013450" y="1778000"/>
          <p14:tracePt t="132452" x="6019800" y="1771650"/>
          <p14:tracePt t="132515" x="6026150" y="1778000"/>
          <p14:tracePt t="132599" x="6026150" y="1784350"/>
          <p14:tracePt t="132656" x="6026150" y="1790700"/>
          <p14:tracePt t="132669" x="6026150" y="1797050"/>
          <p14:tracePt t="132691" x="6026150" y="1809750"/>
          <p14:tracePt t="132705" x="6026150" y="1816100"/>
          <p14:tracePt t="132712" x="6026150" y="1828800"/>
          <p14:tracePt t="132726" x="6026150" y="1847850"/>
          <p14:tracePt t="132738" x="6013450" y="1879600"/>
          <p14:tracePt t="132755" x="5988050" y="1987550"/>
          <p14:tracePt t="132770" x="5969000" y="2051050"/>
          <p14:tracePt t="132787" x="5918200" y="2235200"/>
          <p14:tracePt t="132804" x="5829300" y="2457450"/>
          <p14:tracePt t="132821" x="5772150" y="2597150"/>
          <p14:tracePt t="132837" x="5657850" y="2876550"/>
          <p14:tracePt t="132854" x="5549900" y="3130550"/>
          <p14:tracePt t="132870" x="5492750" y="3232150"/>
          <p14:tracePt t="132888" x="5410200" y="3441700"/>
          <p14:tracePt t="132903" x="5353050" y="3606800"/>
          <p14:tracePt t="132920" x="5321300" y="3670300"/>
          <p14:tracePt t="132937" x="5283200" y="3771900"/>
          <p14:tracePt t="132953" x="5257800" y="3867150"/>
          <p14:tracePt t="132970" x="5251450" y="3905250"/>
          <p14:tracePt t="132987" x="5245100" y="3975100"/>
          <p14:tracePt t="133003" x="5238750" y="4000500"/>
          <p14:tracePt t="133020" x="5232400" y="4038600"/>
          <p14:tracePt t="133036" x="5232400" y="4064000"/>
          <p14:tracePt t="133053" x="5232400" y="4070350"/>
          <p14:tracePt t="133070" x="5232400" y="4083050"/>
          <p14:tracePt t="133344" x="5232400" y="4089400"/>
          <p14:tracePt t="133386" x="5232400" y="4095750"/>
          <p14:tracePt t="133393" x="5232400" y="4102100"/>
          <p14:tracePt t="133463" x="5238750" y="4108450"/>
          <p14:tracePt t="133499" x="5245100" y="4108450"/>
          <p14:tracePt t="133505" x="5251450" y="4108450"/>
          <p14:tracePt t="133527" x="5257800" y="4102100"/>
          <p14:tracePt t="133535" x="5270500" y="4095750"/>
          <p14:tracePt t="133555" x="5283200" y="4083050"/>
          <p14:tracePt t="133570" x="5308600" y="4070350"/>
          <p14:tracePt t="133584" x="5372100" y="4013200"/>
          <p14:tracePt t="133601" x="5416550" y="3975100"/>
          <p14:tracePt t="133619" x="5524500" y="3879850"/>
          <p14:tracePt t="133634" x="5581650" y="3822700"/>
          <p14:tracePt t="133650" x="5689600" y="3702050"/>
          <p14:tracePt t="133668" x="5778500" y="3556000"/>
          <p14:tracePt t="133684" x="5829300" y="3479800"/>
          <p14:tracePt t="133701" x="5911850" y="3333750"/>
          <p14:tracePt t="133717" x="5969000" y="3206750"/>
          <p14:tracePt t="133734" x="5988050" y="3168650"/>
          <p14:tracePt t="133751" x="5994400" y="3086100"/>
          <p14:tracePt t="133767" x="6007100" y="3028950"/>
          <p14:tracePt t="133784" x="6013450" y="2997200"/>
          <p14:tracePt t="133801" x="6032500" y="2946400"/>
          <p14:tracePt t="133817" x="6032500" y="2889250"/>
          <p14:tracePt t="133834" x="6032500" y="2863850"/>
          <p14:tracePt t="133851" x="6032500" y="2813050"/>
          <p14:tracePt t="133867" x="6038850" y="2762250"/>
          <p14:tracePt t="133884" x="6045200" y="2743200"/>
          <p14:tracePt t="133900" x="6051550" y="2692400"/>
          <p14:tracePt t="133917" x="6057900" y="2673350"/>
          <p14:tracePt t="133933" x="6070600" y="2628900"/>
          <p14:tracePt t="133950" x="6089650" y="2578100"/>
          <p14:tracePt t="133966" x="6096000" y="2552700"/>
          <p14:tracePt t="133984" x="6121400" y="2489200"/>
          <p14:tracePt t="134000" x="6159500" y="2400300"/>
          <p14:tracePt t="134016" x="6184900" y="2355850"/>
          <p14:tracePt t="134033" x="6229350" y="2260600"/>
          <p14:tracePt t="134050" x="6286500" y="2159000"/>
          <p14:tracePt t="134066" x="6299200" y="2133600"/>
          <p14:tracePt t="134083" x="6337300" y="2095500"/>
          <p14:tracePt t="134100" x="6356350" y="2063750"/>
          <p14:tracePt t="134117" x="6362700" y="2051050"/>
          <p14:tracePt t="134133" x="6369050" y="2044700"/>
          <p14:tracePt t="134150" x="6369050" y="2038350"/>
          <p14:tracePt t="134166" x="6369050" y="2032000"/>
          <p14:tracePt t="134182" x="6369050" y="2019300"/>
          <p14:tracePt t="134236" x="6369050" y="2012950"/>
          <p14:tracePt t="134257" x="6369050" y="2006600"/>
          <p14:tracePt t="134306" x="6362700" y="2006600"/>
          <p14:tracePt t="134327" x="6362700" y="2012950"/>
          <p14:tracePt t="134334" x="6356350" y="2012950"/>
          <p14:tracePt t="134811" x="6330950" y="2070100"/>
          <p14:tracePt t="134818" x="6305550" y="2152650"/>
          <p14:tracePt t="134833" x="6254750" y="2235200"/>
          <p14:tracePt t="134847" x="6210300" y="2305050"/>
          <p14:tracePt t="134863" x="6121400" y="2451100"/>
          <p14:tracePt t="134880" x="6083300" y="2546350"/>
          <p14:tracePt t="134897" x="5969000" y="2736850"/>
          <p14:tracePt t="134913" x="5848350" y="2933700"/>
          <p14:tracePt t="134932" x="5746750" y="3136900"/>
          <p14:tracePt t="134946" x="5695950" y="3225800"/>
          <p14:tracePt t="134963" x="5619750" y="3403600"/>
          <p14:tracePt t="134980" x="5549900" y="3549650"/>
          <p14:tracePt t="134996" x="5524500" y="3606800"/>
          <p14:tracePt t="135013" x="5467350" y="3721100"/>
          <p14:tracePt t="135030" x="5422900" y="3803650"/>
          <p14:tracePt t="135046" x="5416550" y="3829050"/>
          <p14:tracePt t="135065" x="5403850" y="3860800"/>
          <p14:tracePt t="135080" x="5403850" y="3873500"/>
          <p14:tracePt t="135096" x="5403850" y="3879850"/>
          <p14:tracePt t="135268" x="5410200" y="3879850"/>
          <p14:tracePt t="135783" x="5410200" y="3873500"/>
          <p14:tracePt t="135790" x="5410200" y="3860800"/>
          <p14:tracePt t="135804" x="5410200" y="3841750"/>
          <p14:tracePt t="135813" x="5410200" y="3829050"/>
          <p14:tracePt t="135827" x="5410200" y="3797300"/>
          <p14:tracePt t="135843" x="5416550" y="3771900"/>
          <p14:tracePt t="135861" x="5435600" y="3638550"/>
          <p14:tracePt t="135876" x="5441950" y="3575050"/>
          <p14:tracePt t="135893" x="5461000" y="3517900"/>
          <p14:tracePt t="135910" x="5492750" y="3359150"/>
          <p14:tracePt t="135927" x="5543550" y="3200400"/>
          <p14:tracePt t="135943" x="5562600" y="3111500"/>
          <p14:tracePt t="135960" x="5613400" y="2940050"/>
          <p14:tracePt t="135976" x="5664200" y="2768600"/>
          <p14:tracePt t="135994" x="5689600" y="2698750"/>
          <p14:tracePt t="136009" x="5727700" y="2590800"/>
          <p14:tracePt t="136026" x="5765800" y="2495550"/>
          <p14:tracePt t="136043" x="5784850" y="2419350"/>
          <p14:tracePt t="136059" x="5803900" y="2374900"/>
          <p14:tracePt t="136076" x="5829300" y="2317750"/>
          <p14:tracePt t="136093" x="5842000" y="2254250"/>
          <p14:tracePt t="136109" x="5848350" y="2235200"/>
          <p14:tracePt t="136126" x="5848350" y="2216150"/>
          <p14:tracePt t="136142" x="5873750" y="2159000"/>
          <p14:tracePt t="136159" x="5886450" y="2146300"/>
          <p14:tracePt t="136177" x="5899150" y="2120900"/>
          <p14:tracePt t="136192" x="5905500" y="2108200"/>
          <p14:tracePt t="136209" x="5924550" y="2082800"/>
          <p14:tracePt t="136226" x="5943600" y="2057400"/>
          <p14:tracePt t="136242" x="5949950" y="2051050"/>
          <p14:tracePt t="136259" x="5969000" y="2019300"/>
          <p14:tracePt t="136277" x="5994400" y="2000250"/>
          <p14:tracePt t="136292" x="6000750" y="1987550"/>
          <p14:tracePt t="136308" x="6019800" y="1981200"/>
          <p14:tracePt t="136325" x="6032500" y="1968500"/>
          <p14:tracePt t="136341" x="6032500" y="1962150"/>
          <p14:tracePt t="136359" x="6038850" y="1962150"/>
          <p14:tracePt t="136391" x="6038850" y="1955800"/>
          <p14:tracePt t="136479" x="6045200" y="1955800"/>
          <p14:tracePt t="136486" x="6045200" y="1949450"/>
          <p14:tracePt t="136499" x="6038850" y="1949450"/>
          <p14:tracePt t="136514" x="6038850" y="1943100"/>
          <p14:tracePt t="136997" x="6013450" y="1981200"/>
          <p14:tracePt t="137004" x="5975350" y="2038350"/>
          <p14:tracePt t="137018" x="5937250" y="2108200"/>
          <p14:tracePt t="137026" x="5886450" y="2190750"/>
          <p14:tracePt t="137042" x="5835650" y="2279650"/>
          <p14:tracePt t="137062" x="5708650" y="2482850"/>
          <p14:tracePt t="137073" x="5632450" y="2590800"/>
          <p14:tracePt t="137089" x="5505450" y="2794000"/>
          <p14:tracePt t="137106" x="5429250" y="2876550"/>
          <p14:tracePt t="137122" x="5321300" y="3028950"/>
          <p14:tracePt t="137139" x="5232400" y="3168650"/>
          <p14:tracePt t="137155" x="5200650" y="3219450"/>
          <p14:tracePt t="137173" x="5175250" y="3327400"/>
          <p14:tracePt t="137189" x="5162550" y="3378200"/>
          <p14:tracePt t="137205" x="5156200" y="3403600"/>
          <p14:tracePt t="137223" x="5156200" y="3429000"/>
          <p14:tracePt t="137239" x="5156200" y="3441700"/>
          <p14:tracePt t="137256" x="5156200" y="3448050"/>
          <p14:tracePt t="137446" x="5156200" y="3454400"/>
          <p14:tracePt t="137461" x="5162550" y="3454400"/>
          <p14:tracePt t="137468" x="5162550" y="3467100"/>
          <p14:tracePt t="137482" x="5175250" y="3473450"/>
          <p14:tracePt t="137490" x="5181600" y="3486150"/>
          <p14:tracePt t="137504" x="5194300" y="3498850"/>
          <p14:tracePt t="137521" x="5226050" y="3536950"/>
          <p14:tracePt t="137538" x="5283200" y="3600450"/>
          <p14:tracePt t="137554" x="5321300" y="3651250"/>
          <p14:tracePt t="137571" x="5403850" y="3778250"/>
          <p14:tracePt t="137588" x="5511800" y="3937000"/>
          <p14:tracePt t="137604" x="5549900" y="4019550"/>
          <p14:tracePt t="137620" x="5588000" y="4102100"/>
          <p14:tracePt t="137637" x="5670550" y="4343400"/>
          <p14:tracePt t="137654" x="5676900" y="4419600"/>
          <p14:tracePt t="137671" x="5689600" y="4495800"/>
          <p14:tracePt t="137687" x="5708650" y="4616450"/>
          <p14:tracePt t="137703" x="5715000" y="4692650"/>
          <p14:tracePt t="137721" x="5721350" y="4762500"/>
          <p14:tracePt t="137737" x="5721350" y="4781550"/>
          <p14:tracePt t="137753" x="5727700" y="4819650"/>
          <p14:tracePt t="137771" x="5734050" y="4845050"/>
          <p14:tracePt t="137786" x="5740400" y="4851400"/>
          <p14:tracePt t="137803" x="5740400" y="4857750"/>
          <p14:tracePt t="137820" x="5746750" y="4864100"/>
          <p14:tracePt t="137868" x="5746750" y="4870450"/>
          <p14:tracePt t="137910" x="5740400" y="4870450"/>
          <p14:tracePt t="137917" x="5740400" y="4864100"/>
          <p14:tracePt t="138486" x="5740400" y="4851400"/>
          <p14:tracePt t="138514" x="5734050" y="4845050"/>
          <p14:tracePt t="138521" x="5734050" y="4838700"/>
          <p14:tracePt t="138536" x="5734050" y="4832350"/>
          <p14:tracePt t="138551" x="5727700" y="4806950"/>
          <p14:tracePt t="138567" x="5727700" y="4794250"/>
          <p14:tracePt t="138585" x="5721350" y="4743450"/>
          <p14:tracePt t="138600" x="5715000" y="4718050"/>
          <p14:tracePt t="138617" x="5708650" y="4597400"/>
          <p14:tracePt t="138634" x="5689600" y="4445000"/>
          <p14:tracePt t="138651" x="5676900" y="4343400"/>
          <p14:tracePt t="138667" x="5683250" y="4152900"/>
          <p14:tracePt t="138683" x="5702300" y="3924300"/>
          <p14:tracePt t="138700" x="5702300" y="3810000"/>
          <p14:tracePt t="138718" x="5695950" y="3606800"/>
          <p14:tracePt t="138733" x="5689600" y="3448050"/>
          <p14:tracePt t="138749" x="5676900" y="3397250"/>
          <p14:tracePt t="138767" x="5676900" y="3340100"/>
          <p14:tracePt t="138783" x="5676900" y="3314700"/>
          <p14:tracePt t="138800" x="5670550" y="3314700"/>
          <p14:tracePt t="138816" x="5670550" y="3308350"/>
          <p14:tracePt t="139027" x="5683250" y="3257550"/>
          <p14:tracePt t="139033" x="5702300" y="3162300"/>
          <p14:tracePt t="139048" x="5746750" y="3060700"/>
          <p14:tracePt t="139054" x="5797550" y="2921000"/>
          <p14:tracePt t="139065" x="5861050" y="2781300"/>
          <p14:tracePt t="139083" x="6019800" y="2419350"/>
          <p14:tracePt t="139099" x="6083300" y="2254250"/>
          <p14:tracePt t="139115" x="6165850" y="2063750"/>
          <p14:tracePt t="139133" x="6432550" y="1549400"/>
          <p14:tracePt t="139149" x="6515100" y="1416050"/>
          <p14:tracePt t="139165" x="6578600" y="1320800"/>
          <p14:tracePt t="139182" x="6654800" y="1187450"/>
          <p14:tracePt t="139198" x="6699250" y="1104900"/>
          <p14:tracePt t="139216" x="6705600" y="1085850"/>
          <p14:tracePt t="139231" x="6705600" y="1066800"/>
          <p14:tracePt t="139267" x="6705600" y="1073150"/>
          <p14:tracePt t="139281" x="6692900" y="1085850"/>
          <p14:tracePt t="139298" x="6686550" y="1104900"/>
          <p14:tracePt t="139315" x="6667500" y="1130300"/>
          <p14:tracePt t="139331" x="6661150" y="1149350"/>
          <p14:tracePt t="139348" x="6616700" y="1225550"/>
          <p14:tracePt t="139365" x="6527800" y="1365250"/>
          <p14:tracePt t="139382" x="6464300" y="1485900"/>
          <p14:tracePt t="139398" x="6407150" y="1606550"/>
          <p14:tracePt t="139414" x="6146800" y="2114550"/>
          <p14:tracePt t="139430" x="6070600" y="2279650"/>
          <p14:tracePt t="139449" x="5930900" y="2616200"/>
          <p14:tracePt t="139464" x="5867400" y="2755900"/>
          <p14:tracePt t="139480" x="5784850" y="2978150"/>
          <p14:tracePt t="139499" x="5734050" y="3162300"/>
          <p14:tracePt t="139514" x="5715000" y="3263900"/>
          <p14:tracePt t="139531" x="5670550" y="3460750"/>
          <p14:tracePt t="139547" x="5632450" y="3638550"/>
          <p14:tracePt t="139564" x="5619750" y="3733800"/>
          <p14:tracePt t="139581" x="5594350" y="3873500"/>
          <p14:tracePt t="139597" x="5575300" y="4006850"/>
          <p14:tracePt t="139613" x="5575300" y="4038600"/>
          <p14:tracePt t="139631" x="5575300" y="4064000"/>
          <p14:tracePt t="139667" x="5575300" y="4070350"/>
          <p14:tracePt t="139682" x="5575300" y="4076700"/>
          <p14:tracePt t="139696" x="5588000" y="4089400"/>
          <p14:tracePt t="139716" x="5613400" y="4095750"/>
          <p14:tracePt t="139730" x="5626100" y="4070350"/>
          <p14:tracePt t="139747" x="5638800" y="4064000"/>
          <p14:tracePt t="140268" x="5638800" y="4057650"/>
          <p14:tracePt t="140282" x="5638800" y="4051300"/>
          <p14:tracePt t="140289" x="5638800" y="4038600"/>
          <p14:tracePt t="140297" x="5638800" y="4025900"/>
          <p14:tracePt t="140312" x="5638800" y="4013200"/>
          <p14:tracePt t="140328" x="5638800" y="4000500"/>
          <p14:tracePt t="140345" x="5638800" y="3962400"/>
          <p14:tracePt t="140361" x="5638800" y="3886200"/>
          <p14:tracePt t="140378" x="5638800" y="3835400"/>
          <p14:tracePt t="140395" x="5651500" y="3702050"/>
          <p14:tracePt t="140410" x="5657850" y="3549650"/>
          <p14:tracePt t="140428" x="5670550" y="3460750"/>
          <p14:tracePt t="140444" x="5702300" y="3302000"/>
          <p14:tracePt t="140461" x="5721350" y="3143250"/>
          <p14:tracePt t="140478" x="5727700" y="3079750"/>
          <p14:tracePt t="140494" x="5765800" y="2946400"/>
          <p14:tracePt t="140510" x="5791200" y="2851150"/>
          <p14:tracePt t="140528" x="5816600" y="2768600"/>
          <p14:tracePt t="140543" x="5835650" y="2736850"/>
          <p14:tracePt t="140560" x="5842000" y="2692400"/>
          <p14:tracePt t="140578" x="5880100" y="2603500"/>
          <p14:tracePt t="140593" x="5892800" y="2559050"/>
          <p14:tracePt t="140610" x="5899150" y="2540000"/>
          <p14:tracePt t="140627" x="5905500" y="2489200"/>
          <p14:tracePt t="140643" x="5918200" y="2444750"/>
          <p14:tracePt t="140660" x="5918200" y="2425700"/>
          <p14:tracePt t="140677" x="5924550" y="2400300"/>
          <p14:tracePt t="140693" x="5937250" y="2374900"/>
          <p14:tracePt t="140712" x="5956300" y="2355850"/>
          <p14:tracePt t="140726" x="5962650" y="2343150"/>
          <p14:tracePt t="140744" x="5994400" y="2311400"/>
          <p14:tracePt t="140760" x="6032500" y="2266950"/>
          <p14:tracePt t="140776" x="6051550" y="2235200"/>
          <p14:tracePt t="140793" x="6096000" y="2171700"/>
          <p14:tracePt t="140810" x="6153150" y="2089150"/>
          <p14:tracePt t="140826" x="6165850" y="2057400"/>
          <p14:tracePt t="140842" x="6191250" y="2025650"/>
          <p14:tracePt t="140859" x="6267450" y="1905000"/>
          <p14:tracePt t="140876" x="6299200" y="1860550"/>
          <p14:tracePt t="140894" x="6350000" y="1758950"/>
          <p14:tracePt t="140909" x="6362700" y="1663700"/>
          <p14:tracePt t="141664" x="6369050" y="1631950"/>
          <p14:tracePt t="141671" x="6375400" y="1593850"/>
          <p14:tracePt t="141685" x="6381750" y="1574800"/>
          <p14:tracePt t="141693" x="6381750" y="1543050"/>
          <p14:tracePt t="141709" x="6381750" y="1524000"/>
          <p14:tracePt t="141723" x="6381750" y="1511300"/>
          <p14:tracePt t="141742" x="6381750" y="1485900"/>
          <p14:tracePt t="141773" x="6381750" y="1479550"/>
          <p14:tracePt t="141826" x="6381750" y="1473200"/>
          <p14:tracePt t="141847" x="6388100" y="1466850"/>
          <p14:tracePt t="141853" x="6394450" y="1460500"/>
          <p14:tracePt t="141868" x="6394450" y="1454150"/>
          <p14:tracePt t="141875" x="6400800" y="1447800"/>
          <p14:tracePt t="141889" x="6407150" y="1435100"/>
          <p14:tracePt t="141906" x="6426200" y="1422400"/>
          <p14:tracePt t="141922" x="6432550" y="1409700"/>
          <p14:tracePt t="141939" x="6457950" y="1371600"/>
          <p14:tracePt t="141956" x="6483350" y="1320800"/>
          <p14:tracePt t="141974" x="6502400" y="1270000"/>
          <p14:tracePt t="141989" x="6521450" y="1238250"/>
          <p14:tracePt t="142005" x="6527800" y="1219200"/>
          <p14:tracePt t="142023" x="6546850" y="1149350"/>
          <p14:tracePt t="142039" x="6553200" y="1123950"/>
          <p14:tracePt t="142055" x="6559550" y="1111250"/>
          <p14:tracePt t="142072" x="6572250" y="1092200"/>
          <p14:tracePt t="142089" x="6578600" y="1079500"/>
          <p14:tracePt t="142105" x="6578600" y="1073150"/>
          <p14:tracePt t="142122" x="6591300" y="1054100"/>
          <p14:tracePt t="142138" x="6597650" y="1054100"/>
          <p14:tracePt t="142156" x="6597650" y="1041400"/>
          <p14:tracePt t="142171" x="6604000" y="1035050"/>
          <p14:tracePt t="142188" x="6616700" y="1016000"/>
          <p14:tracePt t="142206" x="6629400" y="1003300"/>
          <p14:tracePt t="142221" x="6635750" y="996950"/>
          <p14:tracePt t="142238" x="6642100" y="984250"/>
          <p14:tracePt t="142255" x="6654800" y="965200"/>
          <p14:tracePt t="142271" x="6661150" y="958850"/>
          <p14:tracePt t="142289" x="6667500" y="958850"/>
          <p14:tracePt t="142304" x="6680200" y="952500"/>
          <p14:tracePt t="142394" x="6686550" y="952500"/>
          <p14:tracePt t="142415" x="6692900" y="952500"/>
          <p14:tracePt t="142429" x="6699250" y="952500"/>
          <p14:tracePt t="142438" x="6705600" y="952500"/>
          <p14:tracePt t="142444" x="6711950" y="952500"/>
          <p14:tracePt t="142458" x="6718300" y="946150"/>
          <p14:tracePt t="142470" x="6724650" y="946150"/>
          <p14:tracePt t="142487" x="6750050" y="939800"/>
          <p14:tracePt t="142504" x="6775450" y="933450"/>
          <p14:tracePt t="142521" x="6832600" y="914400"/>
          <p14:tracePt t="142537" x="6902450" y="901700"/>
          <p14:tracePt t="142553" x="6934200" y="895350"/>
          <p14:tracePt t="142570" x="6959600" y="889000"/>
          <p14:tracePt t="142586" x="7048500" y="889000"/>
          <p14:tracePt t="142603" x="7073900" y="889000"/>
          <p14:tracePt t="142620" x="7105650" y="889000"/>
          <p14:tracePt t="142636" x="7118350" y="889000"/>
          <p14:tracePt t="142653" x="7143750" y="895350"/>
          <p14:tracePt t="142670" x="7169150" y="901700"/>
          <p14:tracePt t="142686" x="7175500" y="901700"/>
          <p14:tracePt t="142711" x="7181850" y="895350"/>
          <p14:tracePt t="142725" x="7181850" y="889000"/>
          <p14:tracePt t="142736" x="7181850" y="882650"/>
          <p14:tracePt t="142767" x="7181850" y="876300"/>
          <p14:tracePt t="143623" x="7175500" y="889000"/>
          <p14:tracePt t="143630" x="7162800" y="920750"/>
          <p14:tracePt t="143644" x="7131050" y="965200"/>
          <p14:tracePt t="143652" x="7105650" y="1022350"/>
          <p14:tracePt t="143667" x="7080250" y="1066800"/>
          <p14:tracePt t="143683" x="6991350" y="1168400"/>
          <p14:tracePt t="143701" x="6946900" y="1231900"/>
          <p14:tracePt t="143716" x="6851650" y="1333500"/>
          <p14:tracePt t="143733" x="6769100" y="1428750"/>
          <p14:tracePt t="143750" x="6692900" y="1504950"/>
          <p14:tracePt t="143766" x="6673850" y="1543050"/>
          <p14:tracePt t="143782" x="6654800" y="1574800"/>
          <p14:tracePt t="143799" x="6629400" y="1606550"/>
          <p14:tracePt t="143816" x="6629400" y="1612900"/>
          <p14:tracePt t="143833" x="6623050" y="1619250"/>
          <p14:tracePt t="143849" x="6616700" y="1625600"/>
          <p14:tracePt t="143865" x="6616700" y="1638300"/>
          <p14:tracePt t="143884" x="6610350" y="1651000"/>
          <p14:tracePt t="143915" x="6604000" y="1663700"/>
          <p14:tracePt t="143933" x="6604000" y="1676400"/>
          <p14:tracePt t="143948" x="6597650" y="1676400"/>
          <p14:tracePt t="143965" x="6597650" y="1682750"/>
          <p14:tracePt t="143999" x="6591300" y="1689100"/>
          <p14:tracePt t="144030" x="6584950" y="1689100"/>
          <p14:tracePt t="144094" x="6578600" y="1689100"/>
          <p14:tracePt t="144150" x="6572250" y="1689100"/>
          <p14:tracePt t="144185" x="6572250" y="1695450"/>
          <p14:tracePt t="144213" x="6565900" y="1708150"/>
          <p14:tracePt t="144234" x="6559550" y="1714500"/>
          <p14:tracePt t="144241" x="6553200" y="1720850"/>
          <p14:tracePt t="144255" x="6553200" y="1727200"/>
          <p14:tracePt t="144264" x="6546850" y="1733550"/>
          <p14:tracePt t="144280" x="6534150" y="1746250"/>
          <p14:tracePt t="144298" x="6521450" y="1778000"/>
          <p14:tracePt t="144314" x="6502400" y="1803400"/>
          <p14:tracePt t="144330" x="6489700" y="1822450"/>
          <p14:tracePt t="144347" x="6464300" y="1860550"/>
          <p14:tracePt t="144363" x="6451600" y="1885950"/>
          <p14:tracePt t="144381" x="6438900" y="1898650"/>
          <p14:tracePt t="144397" x="6426200" y="1924050"/>
          <p14:tracePt t="144414" x="6426200" y="1936750"/>
          <p14:tracePt t="144432" x="6419850" y="1968500"/>
          <p14:tracePt t="144447" x="6419850" y="1974850"/>
          <p14:tracePt t="144463" x="6413500" y="1981200"/>
          <p14:tracePt t="144482" x="6413500" y="1987550"/>
          <p14:tracePt t="144497" x="6413500" y="1993900"/>
          <p14:tracePt t="144530" x="6413500" y="2006600"/>
          <p14:tracePt t="144547" x="6413500" y="2012950"/>
          <p14:tracePt t="144580" x="6419850" y="2019300"/>
          <p14:tracePt t="144627" x="6426200" y="2019300"/>
          <p14:tracePt t="144634" x="6426200" y="2025650"/>
          <p14:tracePt t="144664" x="6432550" y="2032000"/>
          <p14:tracePt t="144684" x="6432550" y="2038350"/>
          <p14:tracePt t="144705" x="6438900" y="2044700"/>
          <p14:tracePt t="144733" x="6438900" y="2051050"/>
          <p14:tracePt t="144754" x="6438900" y="2057400"/>
          <p14:tracePt t="144768" x="6445250" y="2057400"/>
          <p14:tracePt t="144775" x="6445250" y="2063750"/>
          <p14:tracePt t="144797" x="6445250" y="2070100"/>
          <p14:tracePt t="144803" x="6445250" y="2076450"/>
          <p14:tracePt t="144817" x="6445250" y="2089150"/>
          <p14:tracePt t="144828" x="6445250" y="2101850"/>
          <p14:tracePt t="144846" x="6445250" y="2146300"/>
          <p14:tracePt t="144862" x="6445250" y="2184400"/>
          <p14:tracePt t="144879" x="6432550" y="2266950"/>
          <p14:tracePt t="144896" x="6419850" y="2362200"/>
          <p14:tracePt t="144912" x="6413500" y="2393950"/>
          <p14:tracePt t="144929" x="6407150" y="2451100"/>
          <p14:tracePt t="144945" x="6400800" y="2482850"/>
          <p14:tracePt t="144962" x="6394450" y="2501900"/>
          <p14:tracePt t="145028" x="6388100" y="2501900"/>
          <p14:tracePt t="145105" x="6394450" y="2501900"/>
          <p14:tracePt t="145133" x="6400800" y="2501900"/>
          <p14:tracePt t="145203" x="6400800" y="2508250"/>
          <p14:tracePt t="145225" x="6407150" y="2508250"/>
          <p14:tracePt t="145246" x="6413500" y="2508250"/>
          <p14:tracePt t="145261" x="6419850" y="2495550"/>
          <p14:tracePt t="145267" x="6426200" y="2482850"/>
          <p14:tracePt t="145277" x="6438900" y="2463800"/>
          <p14:tracePt t="145295" x="6496050" y="2387600"/>
          <p14:tracePt t="145311" x="6534150" y="2330450"/>
          <p14:tracePt t="145327" x="6572250" y="2247900"/>
          <p14:tracePt t="145345" x="6711950" y="2019300"/>
          <p14:tracePt t="145361" x="6750050" y="1949450"/>
          <p14:tracePt t="145377" x="6781800" y="1892300"/>
          <p14:tracePt t="145394" x="6826250" y="1816100"/>
          <p14:tracePt t="145410" x="6851650" y="1778000"/>
          <p14:tracePt t="145427" x="6858000" y="1765300"/>
          <p14:tracePt t="145444" x="6864350" y="1765300"/>
          <p14:tracePt t="145484" x="6870700" y="1758950"/>
          <p14:tracePt t="146293" x="6870700" y="1746250"/>
          <p14:tracePt t="146299" x="6870700" y="1727200"/>
          <p14:tracePt t="146313" x="6870700" y="1701800"/>
          <p14:tracePt t="146323" x="6870700" y="1682750"/>
          <p14:tracePt t="146340" x="6877050" y="1663700"/>
          <p14:tracePt t="146357" x="6889750" y="1612900"/>
          <p14:tracePt t="146374" x="6902450" y="1581150"/>
          <p14:tracePt t="146391" x="6915150" y="1536700"/>
          <p14:tracePt t="146406" x="6934200" y="1517650"/>
          <p14:tracePt t="146424" x="6946900" y="1473200"/>
          <p14:tracePt t="146442" x="6965950" y="1416050"/>
          <p14:tracePt t="146456" x="6972300" y="1384300"/>
          <p14:tracePt t="146474" x="7004050" y="1301750"/>
          <p14:tracePt t="146490" x="7035800" y="1225550"/>
          <p14:tracePt t="146506" x="7048500" y="1181100"/>
          <p14:tracePt t="146524" x="7067550" y="1149350"/>
          <p14:tracePt t="146527" x="7086600" y="1111250"/>
          <p14:tracePt t="146540" x="7118350" y="1047750"/>
          <p14:tracePt t="146556" x="7131050" y="1022350"/>
          <p14:tracePt t="146574" x="7143750" y="984250"/>
          <p14:tracePt t="146589" x="7156450" y="958850"/>
          <p14:tracePt t="146606" x="7169150" y="927100"/>
          <p14:tracePt t="146623" x="7175500" y="908050"/>
          <p14:tracePt t="146639" x="7188200" y="895350"/>
          <p14:tracePt t="146657" x="7194550" y="889000"/>
          <p14:tracePt t="146673" x="7207250" y="869950"/>
          <p14:tracePt t="146689" x="7213600" y="863600"/>
          <p14:tracePt t="146706" x="7219950" y="850900"/>
          <p14:tracePt t="146722" x="7226300" y="844550"/>
          <p14:tracePt t="146960" x="7226300" y="850900"/>
          <p14:tracePt t="147016" x="7226300" y="857250"/>
          <p14:tracePt t="147065" x="7232650" y="857250"/>
          <p14:tracePt t="147093" x="7239000" y="857250"/>
          <p14:tracePt t="147121" x="7245350" y="857250"/>
          <p14:tracePt t="147143" x="7251700" y="857250"/>
          <p14:tracePt t="147171" x="7258050" y="857250"/>
          <p14:tracePt t="147192" x="7264400" y="857250"/>
          <p14:tracePt t="147212" x="7270750" y="857250"/>
          <p14:tracePt t="147221" x="7277100" y="857250"/>
          <p14:tracePt t="147234" x="7283450" y="857250"/>
          <p14:tracePt t="147241" x="7289800" y="857250"/>
          <p14:tracePt t="147256" x="7302500" y="850900"/>
          <p14:tracePt t="147270" x="7321550" y="850900"/>
          <p14:tracePt t="147287" x="7372350" y="838200"/>
          <p14:tracePt t="147304" x="7435850" y="831850"/>
          <p14:tracePt t="147320" x="7480300" y="819150"/>
          <p14:tracePt t="147337" x="7562850" y="806450"/>
          <p14:tracePt t="147354" x="7639050" y="806450"/>
          <p14:tracePt t="147370" x="7670800" y="800100"/>
          <p14:tracePt t="147387" x="7727950" y="800100"/>
          <p14:tracePt t="147403" x="7759700" y="800100"/>
          <p14:tracePt t="147420" x="7772400" y="800100"/>
          <p14:tracePt t="147437" x="7791450" y="806450"/>
          <p14:tracePt t="147453" x="7810500" y="812800"/>
          <p14:tracePt t="149420" x="7810500" y="850900"/>
          <p14:tracePt t="149428" x="7810500" y="901700"/>
          <p14:tracePt t="149441" x="7816850" y="952500"/>
          <p14:tracePt t="149449" x="7829550" y="1028700"/>
          <p14:tracePt t="149466" x="7835900" y="1123950"/>
          <p14:tracePt t="149480" x="7848600" y="1225550"/>
          <p14:tracePt t="149497" x="7854950" y="1473200"/>
          <p14:tracePt t="149513" x="7854950" y="1714500"/>
          <p14:tracePt t="149529" x="7854950" y="1828800"/>
          <p14:tracePt t="149547" x="7854950" y="2032000"/>
          <p14:tracePt t="149563" x="7835900" y="2203450"/>
          <p14:tracePt t="149579" x="7835900" y="2266950"/>
          <p14:tracePt t="149596" x="7823200" y="2336800"/>
          <p14:tracePt t="149612" x="7816850" y="2381250"/>
          <p14:tracePt t="149629" x="7816850" y="2413000"/>
          <p14:tracePt t="149647" x="7804150" y="2514600"/>
          <p14:tracePt t="149662" x="7759700" y="2673350"/>
          <p14:tracePt t="149680" x="7734300" y="2762250"/>
          <p14:tracePt t="149696" x="7670800" y="2971800"/>
          <p14:tracePt t="149712" x="7588250" y="3136900"/>
          <p14:tracePt t="149729" x="7550150" y="3206750"/>
          <p14:tracePt t="149746" x="7448550" y="3359150"/>
          <p14:tracePt t="149762" x="7410450" y="3435350"/>
          <p14:tracePt t="149779" x="7327900" y="3600450"/>
          <p14:tracePt t="149795" x="7213600" y="3765550"/>
          <p14:tracePt t="149811" x="7118350" y="3905250"/>
          <p14:tracePt t="149829" x="6985000" y="4127500"/>
          <p14:tracePt t="149845" x="6845300" y="4343400"/>
          <p14:tracePt t="149862" x="6781800" y="4438650"/>
          <p14:tracePt t="149879" x="6673850" y="4578350"/>
          <p14:tracePt t="149895" x="6578600" y="4749800"/>
          <p14:tracePt t="149911" x="6527800" y="4845050"/>
          <p14:tracePt t="149928" x="6438900" y="4997450"/>
          <p14:tracePt t="149944" x="6356350" y="5137150"/>
          <p14:tracePt t="149962" x="6311900" y="5194300"/>
          <p14:tracePt t="149978" x="6267450" y="5289550"/>
          <p14:tracePt t="149994" x="6223000" y="5378450"/>
          <p14:tracePt t="150012" x="6184900" y="5480050"/>
          <p14:tracePt t="150027" x="6165850" y="5518150"/>
          <p14:tracePt t="150044" x="6159500" y="5562600"/>
          <p14:tracePt t="150061" x="6121400" y="5664200"/>
          <p14:tracePt t="150077" x="6102350" y="5695950"/>
          <p14:tracePt t="150094" x="6096000" y="5727700"/>
          <p14:tracePt t="150111" x="6076950" y="5778500"/>
          <p14:tracePt t="150127" x="6064250" y="5816600"/>
          <p14:tracePt t="150145" x="6051550" y="5842000"/>
          <p14:tracePt t="150160" x="6045200" y="5848350"/>
          <p14:tracePt t="150177" x="6032500" y="5854700"/>
          <p14:tracePt t="150195" x="6026150" y="5861050"/>
          <p14:tracePt t="150211" x="6019800" y="5861050"/>
          <p14:tracePt t="150227" x="6013450" y="5861050"/>
          <p14:tracePt t="151587" x="6013450" y="5854700"/>
          <p14:tracePt t="151629" x="6013450" y="5848350"/>
          <p14:tracePt t="151636" x="6019800" y="5842000"/>
          <p14:tracePt t="151657" x="6019800" y="5835650"/>
          <p14:tracePt t="151678" x="6019800" y="5829300"/>
          <p14:tracePt t="151705" x="6026150" y="5829300"/>
          <p14:tracePt t="151769" x="6026150" y="5822950"/>
          <p14:tracePt t="151861" x="6032500" y="5816600"/>
          <p14:tracePt t="151952" x="6032500" y="5810250"/>
          <p14:tracePt t="151959" x="6038850" y="5810250"/>
          <p14:tracePt t="151980" x="6038850" y="5803900"/>
          <p14:tracePt t="151990" x="6038850" y="5797550"/>
          <p14:tracePt t="152004" x="6038850" y="5791200"/>
          <p14:tracePt t="152021" x="6045200" y="5784850"/>
          <p14:tracePt t="152037" x="6045200" y="5778500"/>
          <p14:tracePt t="152053" x="6045200" y="5765800"/>
          <p14:tracePt t="152071" x="6051550" y="5740400"/>
          <p14:tracePt t="152087" x="6057900" y="5727700"/>
          <p14:tracePt t="152104" x="6076950" y="5676900"/>
          <p14:tracePt t="152122" x="6089650" y="5619750"/>
          <p14:tracePt t="152137" x="6096000" y="5575300"/>
          <p14:tracePt t="152153" x="6115050" y="5505450"/>
          <p14:tracePt t="152170" x="6140450" y="5435600"/>
          <p14:tracePt t="152186" x="6146800" y="5403850"/>
          <p14:tracePt t="152203" x="6172200" y="5327650"/>
          <p14:tracePt t="152220" x="6184900" y="5283200"/>
          <p14:tracePt t="152236" x="6191250" y="5257800"/>
          <p14:tracePt t="152255" x="6197600" y="5219700"/>
          <p14:tracePt t="152270" x="6210300" y="5194300"/>
          <p14:tracePt t="152286" x="6210300" y="5181600"/>
          <p14:tracePt t="152304" x="6216650" y="5156200"/>
          <p14:tracePt t="152320" x="6229350" y="5130800"/>
          <p14:tracePt t="152336" x="6242050" y="5099050"/>
          <p14:tracePt t="152353" x="6248400" y="5054600"/>
          <p14:tracePt t="152370" x="6261100" y="5029200"/>
          <p14:tracePt t="152386" x="6273800" y="4984750"/>
          <p14:tracePt t="152403" x="6286500" y="4953000"/>
          <p14:tracePt t="152419" x="6292850" y="4933950"/>
          <p14:tracePt t="152437" x="6292850" y="4908550"/>
          <p14:tracePt t="152452" x="6299200" y="4883150"/>
          <p14:tracePt t="152469" x="6305550" y="4876800"/>
          <p14:tracePt t="152486" x="6305550" y="4857750"/>
          <p14:tracePt t="152502" x="6311900" y="4851400"/>
          <p14:tracePt t="152536" x="6311900" y="4845050"/>
          <p14:tracePt t="152552" x="6311900" y="4838700"/>
          <p14:tracePt t="152591" x="6318250" y="4832350"/>
          <p14:tracePt t="155003" x="6324600" y="4826000"/>
          <p14:tracePt t="155012" x="6330950" y="4806950"/>
          <p14:tracePt t="155017" x="6337300" y="4781550"/>
          <p14:tracePt t="155032" x="6350000" y="4762500"/>
          <p14:tracePt t="155043" x="6356350" y="4749800"/>
          <p14:tracePt t="155060" x="6369050" y="4730750"/>
          <p14:tracePt t="155077" x="6375400" y="4724400"/>
          <p14:tracePt t="155094" x="6375400" y="4718050"/>
          <p14:tracePt t="155110" x="6381750" y="4705350"/>
          <p14:tracePt t="155127" x="6381750" y="4699000"/>
          <p14:tracePt t="155144" x="6394450" y="4692650"/>
          <p14:tracePt t="155160" x="6400800" y="4686300"/>
          <p14:tracePt t="155177" x="6400800" y="4673600"/>
          <p14:tracePt t="155194" x="6413500" y="4654550"/>
          <p14:tracePt t="155210" x="6426200" y="4648200"/>
          <p14:tracePt t="155226" x="6438900" y="4629150"/>
          <p14:tracePt t="155243" x="6445250" y="4616450"/>
          <p14:tracePt t="155276" x="6451600" y="4610100"/>
          <p14:tracePt t="155298" x="6457950" y="4610100"/>
          <p14:tracePt t="155355" x="6464300" y="4603750"/>
          <p14:tracePt t="155368" x="6470650" y="4597400"/>
          <p14:tracePt t="155390" x="6477000" y="4591050"/>
          <p14:tracePt t="155404" x="6477000" y="4584700"/>
          <p14:tracePt t="155412" x="6477000" y="4578350"/>
          <p14:tracePt t="155426" x="6489700" y="4578350"/>
          <p14:tracePt t="155442" x="6515100" y="4540250"/>
          <p14:tracePt t="155459" x="6515100" y="4527550"/>
          <p14:tracePt t="155475" x="6521450" y="4502150"/>
          <p14:tracePt t="156475" x="6527800" y="4495800"/>
          <p14:tracePt t="156483" x="6527800" y="4489450"/>
          <p14:tracePt t="156497" x="6540500" y="4476750"/>
          <p14:tracePt t="156505" x="6546850" y="4470400"/>
          <p14:tracePt t="156522" x="6553200" y="4451350"/>
          <p14:tracePt t="156539" x="6565900" y="4419600"/>
          <p14:tracePt t="156555" x="6584950" y="4387850"/>
          <p14:tracePt t="156571" x="6597650" y="4356100"/>
          <p14:tracePt t="156589" x="6616700" y="4318000"/>
          <p14:tracePt t="156605" x="6623050" y="4298950"/>
          <p14:tracePt t="156621" x="6635750" y="4267200"/>
          <p14:tracePt t="156638" x="6667500" y="4248150"/>
          <p14:tracePt t="156655" x="6667500" y="4241800"/>
          <p14:tracePt t="156671" x="6680200" y="4222750"/>
          <p14:tracePt t="156688" x="6692900" y="4203700"/>
          <p14:tracePt t="156704" x="6699250" y="4197350"/>
          <p14:tracePt t="156722" x="6705600" y="4197350"/>
          <p14:tracePt t="156738" x="6711950" y="4191000"/>
          <p14:tracePt t="156771" x="6718300" y="4191000"/>
          <p14:tracePt t="156788" x="6718300" y="4184650"/>
          <p14:tracePt t="156889" x="6718300" y="4178300"/>
          <p14:tracePt t="156925" x="6724650" y="4178300"/>
          <p14:tracePt t="156995" x="6731000" y="4171950"/>
          <p14:tracePt t="157080" x="6731000" y="4165600"/>
          <p14:tracePt t="157178" x="6731000" y="4159250"/>
          <p14:tracePt t="157185" x="6737350" y="4159250"/>
          <p14:tracePt t="157199" x="6737350" y="4152900"/>
          <p14:tracePt t="157206" x="6743700" y="4140200"/>
          <p14:tracePt t="157222" x="6750050" y="4127500"/>
          <p14:tracePt t="157236" x="6756400" y="4114800"/>
          <p14:tracePt t="157253" x="6807200" y="4051300"/>
          <p14:tracePt t="157270" x="6864350" y="3937000"/>
          <p14:tracePt t="157286" x="6927850" y="3797300"/>
          <p14:tracePt t="160978" x="6788150" y="3917950"/>
          <p14:tracePt t="160992" x="6578600" y="4064000"/>
          <p14:tracePt t="160999" x="6343650" y="4222750"/>
          <p14:tracePt t="161007" x="6191250" y="4324350"/>
          <p14:tracePt t="161023" x="6051550" y="4438650"/>
          <p14:tracePt t="161040" x="5784850" y="4552950"/>
          <p14:tracePt t="161056" x="5594350" y="4597400"/>
          <p14:tracePt t="161073" x="5511800" y="4616450"/>
          <p14:tracePt t="161090" x="5448300" y="4622800"/>
          <p14:tracePt t="161106" x="5270500" y="4660900"/>
          <p14:tracePt t="161122" x="5219700" y="4679950"/>
          <p14:tracePt t="161141" x="5092700" y="4737100"/>
          <p14:tracePt t="161156" x="5010150" y="4787900"/>
          <p14:tracePt t="161172" x="4813300" y="4940300"/>
          <p14:tracePt t="161190" x="4641850" y="5086350"/>
          <p14:tracePt t="161205" x="4559300" y="5168900"/>
          <p14:tracePt t="161222" x="4368800" y="5302250"/>
          <p14:tracePt t="161239" x="4241800" y="5416550"/>
          <p14:tracePt t="161255" x="4171950" y="5461000"/>
          <p14:tracePt t="161273" x="4044950" y="5549900"/>
          <p14:tracePt t="161289" x="3949700" y="5645150"/>
          <p14:tracePt t="161305" x="3892550" y="5676900"/>
          <p14:tracePt t="161322" x="3816350" y="5727700"/>
          <p14:tracePt t="161338" x="3765550" y="5746750"/>
          <p14:tracePt t="161355" x="3746500" y="5746750"/>
          <p14:tracePt t="161372" x="3721100" y="5746750"/>
          <p14:tracePt t="161389" x="3708400" y="5746750"/>
          <p14:tracePt t="161421" x="3708400" y="5740400"/>
          <p14:tracePt t="161456" x="3714750" y="5740400"/>
          <p14:tracePt t="161490" x="3721100" y="5740400"/>
          <p14:tracePt t="161497" x="3727450" y="5740400"/>
          <p14:tracePt t="161511" x="3740150" y="5740400"/>
          <p14:tracePt t="161520" x="3746500" y="5740400"/>
          <p14:tracePt t="161537" x="3752850" y="5740400"/>
          <p14:tracePt t="161554" x="3784600" y="5740400"/>
          <p14:tracePt t="161571" x="3841750" y="5753100"/>
          <p14:tracePt t="161588" x="3879850" y="5753100"/>
          <p14:tracePt t="161604" x="4025900" y="5740400"/>
          <p14:tracePt t="161621" x="4229100" y="5715000"/>
          <p14:tracePt t="161639" x="4464050" y="5664200"/>
          <p14:tracePt t="161654" x="4591050" y="5632450"/>
          <p14:tracePt t="161671" x="4832350" y="5568950"/>
          <p14:tracePt t="161688" x="5054600" y="5518150"/>
          <p14:tracePt t="161704" x="5143500" y="5486400"/>
          <p14:tracePt t="161721" x="5238750" y="5467350"/>
          <p14:tracePt t="161737" x="5403850" y="5410200"/>
          <p14:tracePt t="161754" x="5454650" y="5403850"/>
          <p14:tracePt t="161770" x="5486400" y="5391150"/>
          <p14:tracePt t="161787" x="5562600" y="5384800"/>
          <p14:tracePt t="161803" x="5664200" y="5359400"/>
          <p14:tracePt t="161821" x="5759450" y="5321300"/>
          <p14:tracePt t="161837" x="5873750" y="5245100"/>
          <p14:tracePt t="161854" x="5918200" y="5213350"/>
          <p14:tracePt t="161870" x="5969000" y="5162550"/>
          <p14:tracePt t="162654" x="5943600" y="5162550"/>
          <p14:tracePt t="162661" x="5911850" y="5187950"/>
          <p14:tracePt t="162676" x="5854700" y="5207000"/>
          <p14:tracePt t="162684" x="5797550" y="5238750"/>
          <p14:tracePt t="162701" x="5721350" y="5264150"/>
          <p14:tracePt t="162718" x="5556250" y="5359400"/>
          <p14:tracePt t="162733" x="5308600" y="5505450"/>
          <p14:tracePt t="162750" x="5105400" y="5619750"/>
          <p14:tracePt t="162767" x="4705350" y="5835650"/>
          <p14:tracePt t="162783" x="4267200" y="6038850"/>
          <p14:tracePt t="162799" x="4051300" y="6127750"/>
          <p14:tracePt t="162817" x="3695700" y="6273800"/>
          <p14:tracePt t="162833" x="3448050" y="6369050"/>
          <p14:tracePt t="162851" x="3346450" y="6394450"/>
          <p14:tracePt t="162866" x="3187700" y="6419850"/>
          <p14:tracePt t="162883" x="3136900" y="6419850"/>
          <p14:tracePt t="162901" x="3054350" y="6413500"/>
          <p14:tracePt t="162916" x="3009900" y="6400800"/>
          <p14:tracePt t="162933" x="2990850" y="6394450"/>
          <p14:tracePt t="162950" x="2959100" y="6381750"/>
          <p14:tracePt t="162966" x="2933700" y="6369050"/>
          <p14:tracePt t="162983" x="2921000" y="6369050"/>
          <p14:tracePt t="162999" x="2895600" y="6356350"/>
          <p14:tracePt t="163016" x="2870200" y="6350000"/>
          <p14:tracePt t="163033" x="2857500" y="6350000"/>
          <p14:tracePt t="163049" x="2832100" y="6343650"/>
          <p14:tracePt t="163066" x="2813050" y="6337300"/>
          <p14:tracePt t="163083" x="2800350" y="6337300"/>
          <p14:tracePt t="163099" x="2794000" y="6337300"/>
          <p14:tracePt t="163116" x="2787650" y="6337300"/>
          <p14:tracePt t="163216" x="2794000" y="6337300"/>
          <p14:tracePt t="163237" x="2800350" y="6337300"/>
          <p14:tracePt t="163244" x="2806700" y="6337300"/>
          <p14:tracePt t="163252" x="2813050" y="6337300"/>
          <p14:tracePt t="163268" x="2819400" y="6337300"/>
          <p14:tracePt t="163282" x="2825750" y="6337300"/>
          <p14:tracePt t="163322" x="2832100" y="6337300"/>
          <p14:tracePt t="163364" x="2844800" y="6337300"/>
          <p14:tracePt t="163392" x="2851150" y="6337300"/>
          <p14:tracePt t="163406" x="2857500" y="6337300"/>
          <p14:tracePt t="163427" x="2863850" y="6337300"/>
          <p14:tracePt t="163449" x="2870200" y="6337300"/>
          <p14:tracePt t="163455" x="2876550" y="6337300"/>
          <p14:tracePt t="163476" x="2889250" y="6330950"/>
          <p14:tracePt t="163484" x="2901950" y="6324600"/>
          <p14:tracePt t="163500" x="2908300" y="6324600"/>
          <p14:tracePt t="163514" x="2927350" y="6318250"/>
          <p14:tracePt t="163531" x="2959100" y="6305550"/>
          <p14:tracePt t="163547" x="3009900" y="6280150"/>
          <p14:tracePt t="163564" x="3022600" y="6273800"/>
          <p14:tracePt t="163581" x="3073400" y="6254750"/>
          <p14:tracePt t="163597" x="3124200" y="6235700"/>
          <p14:tracePt t="163614" x="3149600" y="6229350"/>
          <p14:tracePt t="163631" x="3181350" y="6216650"/>
          <p14:tracePt t="163647" x="3206750" y="6210300"/>
          <p14:tracePt t="163664" x="3213100" y="6203950"/>
          <p14:tracePt t="163680" x="3225800" y="6197600"/>
          <p14:tracePt t="163697" x="3238500" y="6191250"/>
          <p14:tracePt t="163714" x="3251200" y="6191250"/>
          <p14:tracePt t="163730" x="3257550" y="6172200"/>
          <p14:tracePt t="163747" x="3257550" y="6153150"/>
          <p14:tracePt t="164248" x="3270250" y="6153150"/>
          <p14:tracePt t="164255" x="3302000" y="6165850"/>
          <p14:tracePt t="164269" x="3333750" y="6191250"/>
          <p14:tracePt t="164278" x="3378200" y="6197600"/>
          <p14:tracePt t="164294" x="3403600" y="6210300"/>
          <p14:tracePt t="164312" x="3492500" y="6242050"/>
          <p14:tracePt t="164328" x="3587750" y="6261100"/>
          <p14:tracePt t="164345" x="3625850" y="6267450"/>
          <p14:tracePt t="164361" x="3733800" y="6280150"/>
          <p14:tracePt t="164378" x="3810000" y="6286500"/>
          <p14:tracePt t="164394" x="3949700" y="6299200"/>
          <p14:tracePt t="164411" x="4089400" y="6305550"/>
          <p14:tracePt t="164428" x="4159250" y="6305550"/>
          <p14:tracePt t="164445" x="4260850" y="6305550"/>
          <p14:tracePt t="164461" x="4343400" y="6292850"/>
          <p14:tracePt t="164478" x="4381500" y="6286500"/>
          <p14:tracePt t="164494" x="4451350" y="6286500"/>
          <p14:tracePt t="164511" x="4521200" y="6280150"/>
          <p14:tracePt t="164527" x="4546600" y="6273800"/>
          <p14:tracePt t="164544" x="4616450" y="6254750"/>
          <p14:tracePt t="164561" x="4667250" y="6242050"/>
          <p14:tracePt t="164578" x="4711700" y="6229350"/>
          <p14:tracePt t="164594" x="4743450" y="6216650"/>
          <p14:tracePt t="164610" x="4781550" y="6191250"/>
          <p14:tracePt t="164628" x="4857750" y="6165850"/>
          <p14:tracePt t="164644" x="4895850" y="6153150"/>
          <p14:tracePt t="164661" x="4953000" y="6121400"/>
          <p14:tracePt t="164677" x="5187950" y="6000750"/>
          <p14:tracePt t="164693" x="5276850" y="5962650"/>
          <p14:tracePt t="164710" x="5359400" y="5918200"/>
          <p14:tracePt t="164726" x="5511800" y="5810250"/>
          <p14:tracePt t="164744" x="5676900" y="5695950"/>
          <p14:tracePt t="164761" x="5829300" y="5549900"/>
          <p14:tracePt t="164777" x="5905500" y="5467350"/>
          <p14:tracePt t="164793" x="6007100" y="5302250"/>
          <p14:tracePt t="164810" x="6089650" y="5105400"/>
          <p14:tracePt t="164826" x="6121400" y="4991100"/>
          <p14:tracePt t="164843" x="6210300" y="4718050"/>
          <p14:tracePt t="164860" x="6254750" y="4514850"/>
          <p14:tracePt t="164876" x="6273800" y="4445000"/>
          <p14:tracePt t="164895" x="6286500" y="4400550"/>
          <p14:tracePt t="164909" x="6292850" y="4381500"/>
          <p14:tracePt t="164926" x="6292850" y="4375150"/>
          <p14:tracePt t="164943" x="6299200" y="4356100"/>
          <p14:tracePt t="164959" x="6299200" y="4349750"/>
          <p14:tracePt t="164994" x="6299200" y="4343400"/>
          <p14:tracePt t="165009" x="6305550" y="4337050"/>
          <p14:tracePt t="165077" x="6311900" y="4337050"/>
          <p14:tracePt t="165111" x="6311900" y="4343400"/>
          <p14:tracePt t="165146" x="6311900" y="4349750"/>
          <p14:tracePt t="165167" x="6305550" y="4356100"/>
          <p14:tracePt t="165182" x="6292850" y="4362450"/>
          <p14:tracePt t="165189" x="6280150" y="4375150"/>
          <p14:tracePt t="165203" x="6273800" y="4381500"/>
          <p14:tracePt t="165211" x="6261100" y="4387850"/>
          <p14:tracePt t="165226" x="6248400" y="4400550"/>
          <p14:tracePt t="165242" x="6197600" y="4445000"/>
          <p14:tracePt t="165258" x="6159500" y="4483100"/>
          <p14:tracePt t="165261" x="6115050" y="4521200"/>
          <p14:tracePt t="165275" x="6057900" y="4578350"/>
          <p14:tracePt t="165291" x="5994400" y="4635500"/>
          <p14:tracePt t="165309" x="5842000" y="4806950"/>
          <p14:tracePt t="165325" x="5670550" y="4997450"/>
          <p14:tracePt t="165341" x="5581650" y="5092700"/>
          <p14:tracePt t="165358" x="5403850" y="5257800"/>
          <p14:tracePt t="165374" x="5238750" y="5397500"/>
          <p14:tracePt t="165391" x="5168900" y="5448300"/>
          <p14:tracePt t="165408" x="5029200" y="5537200"/>
          <p14:tracePt t="165424" x="4927600" y="5607050"/>
          <p14:tracePt t="165441" x="4870450" y="5638800"/>
          <p14:tracePt t="165457" x="4781550" y="5702300"/>
          <p14:tracePt t="165474" x="4667250" y="5765800"/>
          <p14:tracePt t="165492" x="4540250" y="5848350"/>
          <p14:tracePt t="165507" x="4483100" y="5873750"/>
          <p14:tracePt t="165524" x="4356100" y="5930900"/>
          <p14:tracePt t="165541" x="4248150" y="5969000"/>
          <p14:tracePt t="165557" x="4197350" y="5988050"/>
          <p14:tracePt t="165574" x="4152900" y="5994400"/>
          <p14:tracePt t="165590" x="4032250" y="6007100"/>
          <p14:tracePt t="165607" x="3994150" y="6007100"/>
          <p14:tracePt t="165624" x="3924300" y="6007100"/>
          <p14:tracePt t="165640" x="3879850" y="6000750"/>
          <p14:tracePt t="165657" x="3822700" y="5975350"/>
          <p14:tracePt t="165674" x="3771900" y="5956300"/>
          <p14:tracePt t="165690" x="3740150" y="5949950"/>
          <p14:tracePt t="165707" x="3721100" y="5937250"/>
          <p14:tracePt t="165723" x="3695700" y="5918200"/>
          <p14:tracePt t="165740" x="3663950" y="5905500"/>
          <p14:tracePt t="165773" x="3644900" y="5899150"/>
          <p14:tracePt t="165807" x="3638550" y="5892800"/>
          <p14:tracePt t="165891" x="3644900" y="5892800"/>
          <p14:tracePt t="165906" x="3651250" y="5892800"/>
          <p14:tracePt t="165927" x="3657600" y="5892800"/>
          <p14:tracePt t="165955" x="3663950" y="5899150"/>
          <p14:tracePt t="165962" x="3670300" y="5899150"/>
          <p14:tracePt t="165975" x="3683000" y="5899150"/>
          <p14:tracePt t="165990" x="3695700" y="5899150"/>
          <p14:tracePt t="166005" x="3752850" y="5892800"/>
          <p14:tracePt t="166022" x="3803650" y="5892800"/>
          <p14:tracePt t="166039" x="3975100" y="5873750"/>
          <p14:tracePt t="166055" x="4191000" y="5835650"/>
          <p14:tracePt t="166072" x="4324350" y="5791200"/>
          <p14:tracePt t="166089" x="4603750" y="5721350"/>
          <p14:tracePt t="166105" x="4857750" y="5632450"/>
          <p14:tracePt t="166122" x="4959350" y="5581650"/>
          <p14:tracePt t="166138" x="5149850" y="5499100"/>
          <p14:tracePt t="166155" x="5308600" y="5397500"/>
          <p14:tracePt t="166173" x="5448300" y="5295900"/>
          <p14:tracePt t="166188" x="5530850" y="5226050"/>
          <p14:tracePt t="166205" x="5607050" y="5149850"/>
          <p14:tracePt t="166222" x="5842000" y="4838700"/>
          <p14:tracePt t="166238" x="5924550" y="4711700"/>
          <p14:tracePt t="166255" x="6013450" y="4610100"/>
          <p14:tracePt t="166258" x="6070600" y="4521200"/>
          <p14:tracePt t="166271" x="6134100" y="4438650"/>
          <p14:tracePt t="166288" x="6191250" y="4298950"/>
          <p14:tracePt t="166305" x="6203950" y="4260850"/>
          <p14:tracePt t="166321" x="6223000" y="4197350"/>
          <p14:tracePt t="166338" x="6223000" y="4165600"/>
          <p14:tracePt t="166355" x="6223000" y="4140200"/>
          <p14:tracePt t="166371" x="6223000" y="4121150"/>
          <p14:tracePt t="166388" x="6223000" y="4114800"/>
          <p14:tracePt t="166405" x="6216650" y="4108450"/>
          <p14:tracePt t="166437" x="6210300" y="4108450"/>
          <p14:tracePt t="166474" x="6203950" y="4102100"/>
          <p14:tracePt t="166523" x="6197600" y="4102100"/>
          <p14:tracePt t="166558" x="6197600" y="4108450"/>
          <p14:tracePt t="166565" x="6191250" y="4108450"/>
          <p14:tracePt t="166573" x="6191250" y="4114800"/>
          <p14:tracePt t="166594" x="6184900" y="4114800"/>
          <p14:tracePt t="166615" x="6184900" y="4121150"/>
          <p14:tracePt t="166637" x="6184900" y="4127500"/>
          <p14:tracePt t="166664" x="6184900" y="4133850"/>
          <p14:tracePt t="166685" x="6184900" y="4140200"/>
          <p14:tracePt t="166706" x="6178550" y="4146550"/>
          <p14:tracePt t="166713" x="6178550" y="4152900"/>
          <p14:tracePt t="166727" x="6172200" y="4159250"/>
          <p14:tracePt t="166736" x="6165850" y="4171950"/>
          <p14:tracePt t="166753" x="6159500" y="4191000"/>
          <p14:tracePt t="166770" x="6121400" y="4254500"/>
          <p14:tracePt t="166786" x="6057900" y="4356100"/>
          <p14:tracePt t="166804" x="6013450" y="4425950"/>
          <p14:tracePt t="166819" x="5911850" y="4584700"/>
          <p14:tracePt t="166836" x="5861050" y="4667250"/>
          <p14:tracePt t="166854" x="5638800" y="4940300"/>
          <p14:tracePt t="166869" x="5568950" y="5035550"/>
          <p14:tracePt t="166886" x="5480050" y="5124450"/>
          <p14:tracePt t="166903" x="5334000" y="5314950"/>
          <p14:tracePt t="166919" x="5187950" y="5505450"/>
          <p14:tracePt t="166936" x="5124450" y="5588000"/>
          <p14:tracePt t="166952" x="4991100" y="5740400"/>
          <p14:tracePt t="166969" x="4876800" y="5848350"/>
          <p14:tracePt t="166986" x="4826000" y="5886450"/>
          <p14:tracePt t="167002" x="4762500" y="5937250"/>
          <p14:tracePt t="167019" x="4724400" y="5962650"/>
          <p14:tracePt t="167037" x="4699000" y="5975350"/>
          <p14:tracePt t="167052" x="4686300" y="5981700"/>
          <p14:tracePt t="167069" x="4660900" y="5994400"/>
          <p14:tracePt t="167086" x="4635500" y="6000750"/>
          <p14:tracePt t="167102" x="4629150" y="6000750"/>
          <p14:tracePt t="167118" x="4616450" y="6000750"/>
          <p14:tracePt t="167135" x="4572000" y="6000750"/>
          <p14:tracePt t="167152" x="4552950" y="6000750"/>
          <p14:tracePt t="167168" x="4540250" y="6000750"/>
          <p14:tracePt t="167185" x="4489450" y="6000750"/>
          <p14:tracePt t="167201" x="4400550" y="6000750"/>
          <p14:tracePt t="167219" x="4311650" y="6000750"/>
          <p14:tracePt t="167235" x="4260850" y="6007100"/>
          <p14:tracePt t="167252" x="4178300" y="6007100"/>
          <p14:tracePt t="167268" x="4127500" y="6019800"/>
          <p14:tracePt t="167284" x="4102100" y="6019800"/>
          <p14:tracePt t="167301" x="4064000" y="6019800"/>
          <p14:tracePt t="167318" x="4038600" y="6019800"/>
          <p14:tracePt t="167334" x="4025900" y="6019800"/>
          <p14:tracePt t="167351" x="4013200" y="6007100"/>
          <p14:tracePt t="167368" x="4006850" y="6000750"/>
          <p14:tracePt t="167384" x="4006850" y="5994400"/>
          <p14:tracePt t="167401" x="4006850" y="5988050"/>
          <p14:tracePt t="167417" x="4006850" y="5981700"/>
          <p14:tracePt t="167434" x="4013200" y="5981700"/>
          <p14:tracePt t="167451" x="4019550" y="5981700"/>
          <p14:tracePt t="167467" x="4025900" y="5981700"/>
          <p14:tracePt t="167484" x="4025900" y="5975350"/>
          <p14:tracePt t="167500" x="4032250" y="5975350"/>
          <p14:tracePt t="167528" x="4038600" y="5975350"/>
          <p14:tracePt t="167548" x="4051300" y="5975350"/>
          <p14:tracePt t="167555" x="4051300" y="5969000"/>
          <p14:tracePt t="167570" x="4057650" y="5969000"/>
          <p14:tracePt t="167584" x="4070350" y="5969000"/>
          <p14:tracePt t="167600" x="4108450" y="5956300"/>
          <p14:tracePt t="167617" x="4140200" y="5956300"/>
          <p14:tracePt t="167633" x="4229100" y="5937250"/>
          <p14:tracePt t="167650" x="4349750" y="5911850"/>
          <p14:tracePt t="167667" x="4419600" y="5899150"/>
          <p14:tracePt t="167684" x="4559300" y="5880100"/>
          <p14:tracePt t="167700" x="4705350" y="5848350"/>
          <p14:tracePt t="167717" x="4851400" y="5810250"/>
          <p14:tracePt t="167733" x="4927600" y="5784850"/>
          <p14:tracePt t="167750" x="4997450" y="5765800"/>
          <p14:tracePt t="167767" x="5264150" y="5632450"/>
          <p14:tracePt t="167783" x="5359400" y="5588000"/>
          <p14:tracePt t="167800" x="5461000" y="5524500"/>
          <p14:tracePt t="167816" x="5638800" y="5397500"/>
          <p14:tracePt t="167833" x="5803900" y="5276850"/>
          <p14:tracePt t="167850" x="5873750" y="5226050"/>
          <p14:tracePt t="167866" x="5988050" y="5086350"/>
          <p14:tracePt t="167882" x="6064250" y="4946650"/>
          <p14:tracePt t="167900" x="6102350" y="4889500"/>
          <p14:tracePt t="167916" x="6184900" y="4762500"/>
          <p14:tracePt t="167932" x="6229350" y="4654550"/>
          <p14:tracePt t="167951" x="6248400" y="4591050"/>
          <p14:tracePt t="167965" x="6261100" y="4572000"/>
          <p14:tracePt t="167982" x="6267450" y="4533900"/>
          <p14:tracePt t="167999" x="6273800" y="4508500"/>
          <p14:tracePt t="168015" x="6273800" y="4502150"/>
          <p14:tracePt t="168032" x="6273800" y="4489450"/>
          <p14:tracePt t="168049" x="6273800" y="4457700"/>
          <p14:tracePt t="168065" x="6273800" y="4451350"/>
          <p14:tracePt t="168083" x="6273800" y="4438650"/>
          <p14:tracePt t="168115" x="6273800" y="4425950"/>
          <p14:tracePt t="168132" x="6273800" y="4419600"/>
          <p14:tracePt t="168148" x="6273800" y="4413250"/>
          <p14:tracePt t="168165" x="6273800" y="4406900"/>
          <p14:tracePt t="168250" x="6273800" y="4413250"/>
          <p14:tracePt t="168257" x="6273800" y="4419600"/>
          <p14:tracePt t="168278" x="6267450" y="4425950"/>
          <p14:tracePt t="168292" x="6261100" y="4425950"/>
          <p14:tracePt t="168301" x="6248400" y="4432300"/>
          <p14:tracePt t="168317" x="6242050" y="4438650"/>
          <p14:tracePt t="168331" x="6210300" y="4457700"/>
          <p14:tracePt t="168347" x="6178550" y="4470400"/>
          <p14:tracePt t="168364" x="6115050" y="4521200"/>
          <p14:tracePt t="168381" x="6057900" y="4546600"/>
          <p14:tracePt t="168397" x="5937250" y="4616450"/>
          <p14:tracePt t="168414" x="5759450" y="4705350"/>
          <p14:tracePt t="168431" x="5664200" y="4756150"/>
          <p14:tracePt t="168448" x="5467350" y="4895850"/>
          <p14:tracePt t="168464" x="5251450" y="5035550"/>
          <p14:tracePt t="168480" x="5130800" y="5099050"/>
          <p14:tracePt t="168497" x="4940300" y="5219700"/>
          <p14:tracePt t="168514" x="4781550" y="5295900"/>
          <p14:tracePt t="168530" x="4711700" y="5340350"/>
          <p14:tracePt t="168547" x="4597400" y="5403850"/>
          <p14:tracePt t="168564" x="4502150" y="5448300"/>
          <p14:tracePt t="168581" x="4457700" y="5473700"/>
          <p14:tracePt t="168597" x="4356100" y="5530850"/>
          <p14:tracePt t="168614" x="4286250" y="5581650"/>
          <p14:tracePt t="168631" x="4222750" y="5619750"/>
          <p14:tracePt t="168646" x="4191000" y="5645150"/>
          <p14:tracePt t="168663" x="4159250" y="5657850"/>
          <p14:tracePt t="168680" x="4095750" y="5721350"/>
          <p14:tracePt t="168696" x="4070350" y="5727700"/>
          <p14:tracePt t="168714" x="4051300" y="5740400"/>
          <p14:tracePt t="168729" x="4006850" y="5753100"/>
          <p14:tracePt t="168746" x="3975100" y="5759450"/>
          <p14:tracePt t="168763" x="3956050" y="5759450"/>
          <p14:tracePt t="168780" x="3924300" y="5759450"/>
          <p14:tracePt t="168796" x="3911600" y="5759450"/>
          <p14:tracePt t="168813" x="3905250" y="5753100"/>
        </p14:tracePtLst>
      </p14:laserTraceLst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00B05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% </a:t>
            </a:r>
            <a:r>
              <a:rPr lang="en-US" kern="0" dirty="0">
                <a:latin typeface="Lucida Console" panose="020B0609040504020204" pitchFamily="49" charset="0"/>
              </a:rPr>
              <a:t>cat organs.py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73316"/>
            <a:ext cx="38504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%</a:t>
            </a:r>
            <a:endParaRPr lang="en-US" sz="2600" dirty="0">
              <a:solidFill>
                <a:schemeClr val="tx1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927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16"/>
    </mc:Choice>
    <mc:Fallback xmlns="">
      <p:transition spd="slow" advTm="80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344" x="3905250" y="5715000"/>
          <p14:tracePt t="2351" x="3911600" y="5657850"/>
          <p14:tracePt t="2360" x="3924300" y="5581650"/>
          <p14:tracePt t="2374" x="3930650" y="5499100"/>
          <p14:tracePt t="2391" x="3930650" y="5372100"/>
          <p14:tracePt t="2409" x="3968750" y="5207000"/>
          <p14:tracePt t="2424" x="3968750" y="5118100"/>
          <p14:tracePt t="2441" x="3968750" y="5016500"/>
          <p14:tracePt t="2458" x="3968750" y="4870450"/>
          <p14:tracePt t="2473" x="3987800" y="4660900"/>
          <p14:tracePt t="2490" x="4006850" y="4483100"/>
          <p14:tracePt t="2507" x="4076700" y="4248150"/>
          <p14:tracePt t="2524" x="4108450" y="4089400"/>
          <p14:tracePt t="2540" x="4133850" y="3943350"/>
          <p14:tracePt t="2557" x="4165600" y="3822700"/>
          <p14:tracePt t="2573" x="4178300" y="3778250"/>
          <p14:tracePt t="2591" x="4216400" y="3708400"/>
          <p14:tracePt t="2607" x="4222750" y="3683000"/>
          <p14:tracePt t="2623" x="4260850" y="3613150"/>
          <p14:tracePt t="2641" x="4279900" y="3568700"/>
          <p14:tracePt t="2657" x="4292600" y="3562350"/>
          <p14:tracePt t="2674" x="4311650" y="3517900"/>
          <p14:tracePt t="2690" x="4324350" y="3479800"/>
          <p14:tracePt t="2706" x="4343400" y="3448050"/>
          <p14:tracePt t="2723" x="4362450" y="3403600"/>
          <p14:tracePt t="2739" x="4406900" y="3340100"/>
          <p14:tracePt t="2756" x="4445000" y="3302000"/>
          <p14:tracePt t="2774" x="4565650" y="3187700"/>
          <p14:tracePt t="2790" x="4768850" y="2997200"/>
          <p14:tracePt t="2806" x="4845050" y="2895600"/>
          <p14:tracePt t="2823" x="4921250" y="2800350"/>
        </p14:tracePtLst>
      </p14:laserTrace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00B05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solidFill>
                  <a:srgbClr val="00B050"/>
                </a:solidFill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%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organs.py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Mouth():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__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__(self): return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+"!"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eat(self):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Gill():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breatheWater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Lung():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breatheAir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Fin():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73316"/>
            <a:ext cx="38504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42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256"/>
    </mc:Choice>
    <mc:Fallback xmlns="">
      <p:transition spd="slow" advTm="392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1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1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1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1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1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"/>
                            </p:stCondLst>
                            <p:childTnLst>
                              <p:par>
                                <p:cTn id="3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1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0"/>
                            </p:stCondLst>
                            <p:childTnLst>
                              <p:par>
                                <p:cTn id="4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1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"/>
                            </p:stCondLst>
                            <p:childTnLst>
                              <p:par>
                                <p:cTn id="4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1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1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100"/>
                            </p:stCondLst>
                            <p:childTnLst>
                              <p:par>
                                <p:cTn id="5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100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00"/>
                            </p:stCondLst>
                            <p:childTnLst>
                              <p:par>
                                <p:cTn id="5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100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00"/>
                            </p:stCondLst>
                            <p:childTnLst>
                              <p:par>
                                <p:cTn id="6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100"/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00"/>
                            </p:stCondLst>
                            <p:childTnLst>
                              <p:par>
                                <p:cTn id="6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100"/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100"/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7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100"/>
                                        <p:tgtEl>
                                          <p:spTgt spid="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700"/>
                            </p:stCondLst>
                            <p:childTnLst>
                              <p:par>
                                <p:cTn id="7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100"/>
                                        <p:tgtEl>
                                          <p:spTgt spid="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800"/>
                            </p:stCondLst>
                            <p:childTnLst>
                              <p:par>
                                <p:cTn id="8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1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8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793" x="4921250" y="2794000"/>
          <p14:tracePt t="2800" x="4902200" y="2781300"/>
          <p14:tracePt t="2812" x="4889500" y="2768600"/>
          <p14:tracePt t="2830" x="4864100" y="2730500"/>
          <p14:tracePt t="2846" x="4838700" y="2698750"/>
          <p14:tracePt t="2862" x="4813300" y="2667000"/>
          <p14:tracePt t="2879" x="4768850" y="2609850"/>
          <p14:tracePt t="2895" x="4724400" y="2565400"/>
          <p14:tracePt t="2912" x="4667250" y="2508250"/>
          <p14:tracePt t="2929" x="4572000" y="2393950"/>
          <p14:tracePt t="2945" x="4514850" y="2336800"/>
          <p14:tracePt t="2963" x="4419600" y="2247900"/>
          <p14:tracePt t="2979" x="4368800" y="2209800"/>
          <p14:tracePt t="2995" x="4311650" y="2171700"/>
          <p14:tracePt t="3012" x="4254500" y="2120900"/>
          <p14:tracePt t="3028" x="4229100" y="2101850"/>
          <p14:tracePt t="3045" x="4203700" y="2063750"/>
          <p14:tracePt t="3062" x="4178300" y="2025650"/>
          <p14:tracePt t="3078" x="4152900" y="1993900"/>
          <p14:tracePt t="3095" x="4114800" y="1968500"/>
          <p14:tracePt t="3112" x="4070350" y="1936750"/>
          <p14:tracePt t="3128" x="4032250" y="1911350"/>
          <p14:tracePt t="3145" x="4000500" y="1885950"/>
          <p14:tracePt t="3162" x="3937000" y="1854200"/>
          <p14:tracePt t="3178" x="3886200" y="1822450"/>
          <p14:tracePt t="3195" x="3778250" y="1790700"/>
          <p14:tracePt t="3211" x="3708400" y="1778000"/>
          <p14:tracePt t="3214" x="3657600" y="1765300"/>
          <p14:tracePt t="3228" x="3613150" y="1758950"/>
          <p14:tracePt t="3244" x="3467100" y="1733550"/>
          <p14:tracePt t="3261" x="3371850" y="1714500"/>
          <p14:tracePt t="3278" x="3276600" y="1701800"/>
          <p14:tracePt t="3294" x="3143250" y="1676400"/>
          <p14:tracePt t="3311" x="3073400" y="1663700"/>
          <p14:tracePt t="3328" x="2984500" y="1644650"/>
          <p14:tracePt t="3344" x="2952750" y="1638300"/>
          <p14:tracePt t="3360" x="2921000" y="1631950"/>
          <p14:tracePt t="3377" x="2901950" y="1625600"/>
          <p14:tracePt t="3394" x="2895600" y="1625600"/>
          <p14:tracePt t="3411" x="2889250" y="1625600"/>
          <p14:tracePt t="3444" x="2895600" y="1631950"/>
          <p14:tracePt t="3461" x="2895600" y="1638300"/>
          <p14:tracePt t="3477" x="2908300" y="1651000"/>
          <p14:tracePt t="3494" x="2914650" y="1657350"/>
          <p14:tracePt t="3512" x="2921000" y="1670050"/>
          <p14:tracePt t="3527" x="2927350" y="1695450"/>
          <p14:tracePt t="3543" x="2933700" y="1739900"/>
          <p14:tracePt t="3560" x="2946400" y="1847850"/>
          <p14:tracePt t="3576" x="2965450" y="1955800"/>
          <p14:tracePt t="3593" x="3003550" y="2076450"/>
          <p14:tracePt t="3610" x="3048000" y="2216150"/>
          <p14:tracePt t="3627" x="3092450" y="2305050"/>
          <p14:tracePt t="3644" x="3149600" y="2406650"/>
          <p14:tracePt t="3660" x="3213100" y="2527300"/>
          <p14:tracePt t="3676" x="3257550" y="2609850"/>
          <p14:tracePt t="3694" x="3340100" y="2736850"/>
          <p14:tracePt t="3709" x="3371850" y="2819400"/>
          <p14:tracePt t="3726" x="3422650" y="2895600"/>
          <p14:tracePt t="3743" x="3505200" y="3035300"/>
          <p14:tracePt t="3759" x="3562350" y="3181350"/>
          <p14:tracePt t="3777" x="3613150" y="3314700"/>
          <p14:tracePt t="3793" x="3683000" y="3543300"/>
          <p14:tracePt t="3809" x="3727450" y="3702050"/>
          <p14:tracePt t="3826" x="3816350" y="3930650"/>
          <p14:tracePt t="3842" x="3765550" y="4089400"/>
          <p14:tracePt t="7279" x="3733800" y="4070350"/>
          <p14:tracePt t="7287" x="3695700" y="4025900"/>
          <p14:tracePt t="7296" x="3657600" y="3987800"/>
          <p14:tracePt t="7313" x="3562350" y="3886200"/>
          <p14:tracePt t="7330" x="3403600" y="3676650"/>
          <p14:tracePt t="7347" x="3270250" y="3486150"/>
          <p14:tracePt t="7364" x="3073400" y="3238500"/>
          <p14:tracePt t="7380" x="2946400" y="3092450"/>
          <p14:tracePt t="7397" x="2857500" y="2997200"/>
          <p14:tracePt t="7414" x="2698750" y="2838450"/>
          <p14:tracePt t="7430" x="2616200" y="2755900"/>
          <p14:tracePt t="7446" x="2540000" y="2679700"/>
          <p14:tracePt t="7463" x="2400300" y="2571750"/>
          <p14:tracePt t="7480" x="2292350" y="2476500"/>
          <p14:tracePt t="7497" x="2190750" y="2381250"/>
          <p14:tracePt t="7513" x="2012950" y="2203450"/>
          <p14:tracePt t="7529" x="1905000" y="2082800"/>
          <p14:tracePt t="7547" x="1778000" y="1924050"/>
          <p14:tracePt t="7563" x="1739900" y="1892300"/>
          <p14:tracePt t="7579" x="1708150" y="1866900"/>
          <p14:tracePt t="7596" x="1689100" y="1822450"/>
          <p14:tracePt t="7613" x="1689100" y="1803400"/>
          <p14:tracePt t="7629" x="1689100" y="1797050"/>
          <p14:tracePt t="7646" x="1689100" y="1790700"/>
          <p14:tracePt t="7743" x="1695450" y="1797050"/>
          <p14:tracePt t="7750" x="1701800" y="1797050"/>
          <p14:tracePt t="7792" x="1708150" y="1797050"/>
          <p14:tracePt t="7806" x="1714500" y="1797050"/>
          <p14:tracePt t="7820" x="1720850" y="1797050"/>
          <p14:tracePt t="7834" x="1733550" y="1790700"/>
          <p14:tracePt t="7845" x="1746250" y="1784350"/>
          <p14:tracePt t="7863" x="1771650" y="1771650"/>
          <p14:tracePt t="7878" x="1797050" y="1752600"/>
          <p14:tracePt t="7895" x="1809750" y="1733550"/>
          <p14:tracePt t="7912" x="1860550" y="1695450"/>
          <p14:tracePt t="7928" x="1885950" y="1676400"/>
          <p14:tracePt t="7945" x="1917700" y="1644650"/>
          <p14:tracePt t="7961" x="1936750" y="1625600"/>
          <p14:tracePt t="7978" x="1943100" y="1612900"/>
          <p14:tracePt t="8017" x="1943100" y="1606550"/>
          <p14:tracePt t="8052" x="1949450" y="1606550"/>
          <p14:tracePt t="8108" x="1955800" y="1606550"/>
          <p14:tracePt t="8256" x="1955800" y="1612900"/>
          <p14:tracePt t="8262" x="1955800" y="1619250"/>
          <p14:tracePt t="8284" x="1955800" y="1625600"/>
          <p14:tracePt t="8298" x="1955800" y="1631950"/>
          <p14:tracePt t="8310" x="1955800" y="1638300"/>
          <p14:tracePt t="8327" x="1955800" y="1657350"/>
          <p14:tracePt t="8343" x="1955800" y="1676400"/>
          <p14:tracePt t="8360" x="1955800" y="1714500"/>
          <p14:tracePt t="8376" x="1955800" y="1771650"/>
          <p14:tracePt t="8393" x="1955800" y="1822450"/>
          <p14:tracePt t="8411" x="1943100" y="1924050"/>
          <p14:tracePt t="8426" x="1943100" y="2012950"/>
          <p14:tracePt t="8443" x="1949450" y="2108200"/>
          <p14:tracePt t="8460" x="1993900" y="2279650"/>
          <p14:tracePt t="8476" x="2019300" y="2400300"/>
          <p14:tracePt t="8493" x="2038350" y="2508250"/>
          <p14:tracePt t="8510" x="2070100" y="2609850"/>
          <p14:tracePt t="8526" x="2076450" y="2641600"/>
          <p14:tracePt t="8543" x="2082800" y="2660650"/>
          <p14:tracePt t="8559" x="2082800" y="2667000"/>
          <p14:tracePt t="8656" x="2089150" y="2660650"/>
          <p14:tracePt t="8733" x="2089150" y="2667000"/>
          <p14:tracePt t="8860" x="2082800" y="2667000"/>
          <p14:tracePt t="8875" x="2082800" y="2660650"/>
          <p14:tracePt t="8888" x="2076450" y="2654300"/>
          <p14:tracePt t="8895" x="2070100" y="2654300"/>
          <p14:tracePt t="8908" x="2063750" y="2647950"/>
          <p14:tracePt t="8924" x="2032000" y="2622550"/>
          <p14:tracePt t="8941" x="2006600" y="2597150"/>
          <p14:tracePt t="8958" x="1955800" y="2546350"/>
          <p14:tracePt t="8974" x="1924050" y="2520950"/>
          <p14:tracePt t="8991" x="1892300" y="2482850"/>
          <p14:tracePt t="9008" x="1860550" y="2444750"/>
          <p14:tracePt t="9024" x="1854200" y="2419350"/>
          <p14:tracePt t="9042" x="1841500" y="2400300"/>
          <p14:tracePt t="9058" x="1841500" y="2393950"/>
          <p14:tracePt t="9090" x="1841500" y="2387600"/>
          <p14:tracePt t="9120" x="1841500" y="2381250"/>
          <p14:tracePt t="9127" x="1835150" y="2381250"/>
          <p14:tracePt t="9143" x="1835150" y="2374900"/>
          <p14:tracePt t="9157" x="1835150" y="2355850"/>
          <p14:tracePt t="9174" x="1835150" y="2349500"/>
          <p14:tracePt t="9190" x="1835150" y="2343150"/>
          <p14:tracePt t="9207" x="1835150" y="2336800"/>
          <p14:tracePt t="9224" x="1835150" y="2324100"/>
          <p14:tracePt t="9267" x="1835150" y="2317750"/>
          <p14:tracePt t="9288" x="1835150" y="2311400"/>
          <p14:tracePt t="9330" x="1841500" y="2305050"/>
          <p14:tracePt t="9337" x="1847850" y="2305050"/>
          <p14:tracePt t="9359" x="1860550" y="2298700"/>
          <p14:tracePt t="9373" x="1866900" y="2292350"/>
          <p14:tracePt t="9380" x="1873250" y="2292350"/>
          <p14:tracePt t="9390" x="1873250" y="2286000"/>
          <p14:tracePt t="9406" x="1892300" y="2286000"/>
          <p14:tracePt t="9423" x="1930400" y="2273300"/>
          <p14:tracePt t="9439" x="1955800" y="2266950"/>
          <p14:tracePt t="9458" x="2051050" y="2266950"/>
          <p14:tracePt t="9473" x="2082800" y="2266950"/>
          <p14:tracePt t="9489" x="2120900" y="2266950"/>
          <p14:tracePt t="9506" x="2197100" y="2266950"/>
          <p14:tracePt t="9522" x="2266950" y="2273300"/>
          <p14:tracePt t="9539" x="2298700" y="2279650"/>
          <p14:tracePt t="9556" x="2355850" y="2298700"/>
          <p14:tracePt t="9572" x="2387600" y="2305050"/>
          <p14:tracePt t="9589" x="2400300" y="2311400"/>
          <p14:tracePt t="9605" x="2406650" y="2311400"/>
          <p14:tracePt t="9759" x="2400300" y="2311400"/>
          <p14:tracePt t="10353" x="2406650" y="2311400"/>
          <p14:tracePt t="10360" x="2438400" y="2305050"/>
          <p14:tracePt t="10374" x="2457450" y="2298700"/>
          <p14:tracePt t="10386" x="2489200" y="2298700"/>
          <p14:tracePt t="10403" x="2540000" y="2286000"/>
          <p14:tracePt t="10419" x="2565400" y="2273300"/>
          <p14:tracePt t="10438" x="2609850" y="2260600"/>
          <p14:tracePt t="10453" x="2641600" y="2247900"/>
          <p14:tracePt t="10469" x="2654300" y="2241550"/>
          <p14:tracePt t="10489" x="2667000" y="2241550"/>
          <p14:tracePt t="10503" x="2667000" y="2235200"/>
          <p14:tracePt t="10538" x="2667000" y="2228850"/>
          <p14:tracePt t="10613" x="2660650" y="2228850"/>
          <p14:tracePt t="10627" x="2654300" y="2228850"/>
          <p14:tracePt t="10634" x="2647950" y="2228850"/>
          <p14:tracePt t="10655" x="2641600" y="2228850"/>
          <p14:tracePt t="10662" x="2622550" y="2228850"/>
          <p14:tracePt t="10676" x="2609850" y="2228850"/>
          <p14:tracePt t="10685" x="2578100" y="2222500"/>
          <p14:tracePt t="10701" x="2540000" y="2222500"/>
          <p14:tracePt t="10719" x="2451100" y="2216150"/>
          <p14:tracePt t="10735" x="2368550" y="2209800"/>
          <p14:tracePt t="10752" x="2317750" y="2209800"/>
          <p14:tracePt t="10768" x="2235200" y="2209800"/>
          <p14:tracePt t="10785" x="2171700" y="2209800"/>
          <p14:tracePt t="10801" x="2139950" y="2209800"/>
          <p14:tracePt t="10818" x="2108200" y="2209800"/>
          <p14:tracePt t="10835" x="2095500" y="2209800"/>
          <p14:tracePt t="10852" x="2082800" y="2209800"/>
          <p14:tracePt t="11028" x="2089150" y="2209800"/>
          <p14:tracePt t="11083" x="2095500" y="2209800"/>
          <p14:tracePt t="11126" x="2101850" y="2209800"/>
          <p14:tracePt t="11407" x="2095500" y="2216150"/>
          <p14:tracePt t="11415" x="2095500" y="2222500"/>
          <p14:tracePt t="11429" x="2095500" y="2228850"/>
          <p14:tracePt t="11457" x="2095500" y="2235200"/>
          <p14:tracePt t="11506" x="2095500" y="2241550"/>
          <p14:tracePt t="11527" x="2095500" y="2254250"/>
          <p14:tracePt t="11555" x="2095500" y="2266950"/>
          <p14:tracePt t="11569" x="2095500" y="2273300"/>
          <p14:tracePt t="11576" x="2095500" y="2286000"/>
          <p14:tracePt t="11590" x="2095500" y="2298700"/>
          <p14:tracePt t="11599" x="2089150" y="2305050"/>
          <p14:tracePt t="11615" x="2089150" y="2317750"/>
          <p14:tracePt t="11634" x="2082800" y="2330450"/>
          <p14:tracePt t="11648" x="2082800" y="2343150"/>
          <p14:tracePt t="11665" x="2076450" y="2349500"/>
          <p14:tracePt t="11682" x="2076450" y="2362200"/>
          <p14:tracePt t="11745" x="2076450" y="2368550"/>
          <p14:tracePt t="11780" x="2082800" y="2374900"/>
          <p14:tracePt t="11808" x="2089150" y="2381250"/>
          <p14:tracePt t="11816" x="2095500" y="2387600"/>
          <p14:tracePt t="11850" x="2101850" y="2387600"/>
          <p14:tracePt t="11858" x="2108200" y="2393950"/>
          <p14:tracePt t="11872" x="2114550" y="2393950"/>
          <p14:tracePt t="11881" x="2127250" y="2393950"/>
          <p14:tracePt t="11898" x="2139950" y="2393950"/>
          <p14:tracePt t="11914" x="2178050" y="2393950"/>
          <p14:tracePt t="11931" x="2222500" y="2393950"/>
          <p14:tracePt t="11947" x="2247900" y="2393950"/>
          <p14:tracePt t="11964" x="2298700" y="2393950"/>
          <p14:tracePt t="11981" x="2349500" y="2393950"/>
          <p14:tracePt t="11998" x="2387600" y="2393950"/>
          <p14:tracePt t="12014" x="2406650" y="2393950"/>
          <p14:tracePt t="12030" x="2451100" y="2393950"/>
          <p14:tracePt t="12048" x="2495550" y="2393950"/>
          <p14:tracePt t="12064" x="2527300" y="2393950"/>
          <p14:tracePt t="12080" x="2552700" y="2400300"/>
          <p14:tracePt t="12097" x="2635250" y="2400300"/>
          <p14:tracePt t="12114" x="2660650" y="2400300"/>
          <p14:tracePt t="12132" x="2692400" y="2400300"/>
          <p14:tracePt t="12147" x="2736850" y="2400300"/>
          <p14:tracePt t="12163" x="2787650" y="2400300"/>
          <p14:tracePt t="12181" x="2844800" y="2400300"/>
          <p14:tracePt t="12197" x="2876550" y="2400300"/>
          <p14:tracePt t="12213" x="2965450" y="2400300"/>
          <p14:tracePt t="12230" x="3060700" y="2406650"/>
          <p14:tracePt t="12246" x="3111500" y="2406650"/>
          <p14:tracePt t="12263" x="3225800" y="2406650"/>
          <p14:tracePt t="12279" x="3340100" y="2406650"/>
          <p14:tracePt t="12296" x="3397250" y="2406650"/>
          <p14:tracePt t="12313" x="3498850" y="2406650"/>
          <p14:tracePt t="12329" x="3594100" y="2393950"/>
          <p14:tracePt t="12346" x="3632200" y="2393950"/>
          <p14:tracePt t="12363" x="3702050" y="2381250"/>
          <p14:tracePt t="12379" x="3771900" y="2374900"/>
          <p14:tracePt t="12396" x="3803650" y="2374900"/>
          <p14:tracePt t="12413" x="3860800" y="2355850"/>
          <p14:tracePt t="12429" x="3879850" y="2349500"/>
          <p14:tracePt t="12446" x="3911600" y="2349500"/>
          <p14:tracePt t="12463" x="3987800" y="2349500"/>
          <p14:tracePt t="12479" x="4006850" y="2349500"/>
          <p14:tracePt t="12496" x="4051300" y="2355850"/>
          <p14:tracePt t="12512" x="4089400" y="2368550"/>
          <p14:tracePt t="12529" x="4108450" y="2368550"/>
          <p14:tracePt t="12546" x="4152900" y="2381250"/>
          <p14:tracePt t="12562" x="4197350" y="2393950"/>
          <p14:tracePt t="12578" x="4210050" y="2400300"/>
          <p14:tracePt t="12596" x="4248150" y="2406650"/>
          <p14:tracePt t="12612" x="4267200" y="2413000"/>
          <p14:tracePt t="12628" x="4279900" y="2413000"/>
          <p14:tracePt t="12645" x="4298950" y="2419350"/>
          <p14:tracePt t="12662" x="4305300" y="2419350"/>
          <p14:tracePt t="12679" x="4311650" y="2419350"/>
          <p14:tracePt t="12711" x="4318000" y="2419350"/>
          <p14:tracePt t="12729" x="4330700" y="2419350"/>
          <p14:tracePt t="12761" x="4330700" y="2425700"/>
          <p14:tracePt t="12778" x="4337050" y="2438400"/>
          <p14:tracePt t="13493" x="4318000" y="2425700"/>
          <p14:tracePt t="13507" x="4279900" y="2425700"/>
          <p14:tracePt t="13514" x="4235450" y="2413000"/>
          <p14:tracePt t="13525" x="4184650" y="2400300"/>
          <p14:tracePt t="13544" x="4070350" y="2400300"/>
          <p14:tracePt t="13559" x="4013200" y="2400300"/>
          <p14:tracePt t="13575" x="3937000" y="2406650"/>
          <p14:tracePt t="13592" x="3778250" y="2444750"/>
          <p14:tracePt t="13608" x="3733800" y="2444750"/>
          <p14:tracePt t="13625" x="3695700" y="2451100"/>
          <p14:tracePt t="13641" x="3625850" y="2463800"/>
          <p14:tracePt t="13658" x="3568700" y="2470150"/>
          <p14:tracePt t="13676" x="3517900" y="2489200"/>
          <p14:tracePt t="13691" x="3486150" y="2489200"/>
          <p14:tracePt t="13708" x="3441700" y="2495550"/>
          <p14:tracePt t="13725" x="3359150" y="2501900"/>
          <p14:tracePt t="13741" x="3327400" y="2501900"/>
          <p14:tracePt t="13758" x="3251200" y="2520950"/>
          <p14:tracePt t="13774" x="3187700" y="2540000"/>
          <p14:tracePt t="13791" x="3168650" y="2546350"/>
          <p14:tracePt t="13808" x="3143250" y="2559050"/>
          <p14:tracePt t="13824" x="3136900" y="2584450"/>
          <p14:tracePt t="13841" x="3136900" y="2597150"/>
          <p14:tracePt t="13844" x="3143250" y="2609850"/>
          <p14:tracePt t="13858" x="3155950" y="2616200"/>
          <p14:tracePt t="14537" x="3149600" y="2616200"/>
          <p14:tracePt t="14544" x="3124200" y="2628900"/>
          <p14:tracePt t="14558" x="3111500" y="2635250"/>
          <p14:tracePt t="14573" x="3079750" y="2635250"/>
          <p14:tracePt t="14588" x="3009900" y="2641600"/>
          <p14:tracePt t="14606" x="2990850" y="2647950"/>
          <p14:tracePt t="14622" x="2952750" y="2660650"/>
          <p14:tracePt t="14638" x="2908300" y="2679700"/>
          <p14:tracePt t="14655" x="2889250" y="2692400"/>
          <p14:tracePt t="14672" x="2851150" y="2705100"/>
          <p14:tracePt t="14689" x="2819400" y="2717800"/>
          <p14:tracePt t="14705" x="2800350" y="2730500"/>
          <p14:tracePt t="14722" x="2781300" y="2743200"/>
          <p14:tracePt t="14739" x="2768600" y="2749550"/>
          <p14:tracePt t="14756" x="2736850" y="2768600"/>
          <p14:tracePt t="14772" x="2724150" y="2768600"/>
          <p14:tracePt t="14788" x="2711450" y="2774950"/>
          <p14:tracePt t="14805" x="2692400" y="2774950"/>
          <p14:tracePt t="14822" x="2679700" y="2781300"/>
          <p14:tracePt t="14839" x="2673350" y="2781300"/>
          <p14:tracePt t="14855" x="2667000" y="2787650"/>
          <p14:tracePt t="14909" x="2660650" y="2787650"/>
          <p14:tracePt t="14965" x="2660650" y="2794000"/>
          <p14:tracePt t="15539" x="2654300" y="2794000"/>
          <p14:tracePt t="15560" x="2654300" y="2800350"/>
          <p14:tracePt t="15602" x="2647950" y="2806700"/>
          <p14:tracePt t="15658" x="2641600" y="2806700"/>
          <p14:tracePt t="15679" x="2635250" y="2813050"/>
          <p14:tracePt t="15700" x="2628900" y="2813050"/>
          <p14:tracePt t="15729" x="2622550" y="2819400"/>
          <p14:tracePt t="15743" x="2616200" y="2825750"/>
          <p14:tracePt t="15764" x="2616200" y="2832100"/>
          <p14:tracePt t="15771" x="2616200" y="2838450"/>
          <p14:tracePt t="15799" x="2616200" y="2844800"/>
          <p14:tracePt t="15834" x="2609850" y="2851150"/>
          <p14:tracePt t="15904" x="2609850" y="2857500"/>
          <p14:tracePt t="15911" x="2609850" y="2863850"/>
          <p14:tracePt t="15954" x="2603500" y="2870200"/>
          <p14:tracePt t="15982" x="2603500" y="2882900"/>
          <p14:tracePt t="16010" x="2603500" y="2889250"/>
          <p14:tracePt t="16031" x="2616200" y="2895600"/>
          <p14:tracePt t="16052" x="2622550" y="2895600"/>
          <p14:tracePt t="16059" x="2628900" y="2901950"/>
          <p14:tracePt t="16073" x="2641600" y="2908300"/>
          <p14:tracePt t="16083" x="2660650" y="2914650"/>
          <p14:tracePt t="16102" x="2660650" y="2921000"/>
          <p14:tracePt t="16118" x="2705100" y="2933700"/>
          <p14:tracePt t="16133" x="2749550" y="2952750"/>
          <p14:tracePt t="16150" x="2774950" y="2959100"/>
          <p14:tracePt t="16166" x="2832100" y="2965450"/>
          <p14:tracePt t="16183" x="2857500" y="2965450"/>
          <p14:tracePt t="16200" x="2908300" y="2965450"/>
          <p14:tracePt t="16217" x="2959100" y="2965450"/>
          <p14:tracePt t="16233" x="2978150" y="2965450"/>
          <p14:tracePt t="16250" x="3028950" y="2965450"/>
          <p14:tracePt t="16266" x="3048000" y="2965450"/>
          <p14:tracePt t="16282" x="3054350" y="2965450"/>
          <p14:tracePt t="16299" x="3067050" y="2965450"/>
          <p14:tracePt t="16316" x="3079750" y="2965450"/>
          <p14:tracePt t="16334" x="3086100" y="2965450"/>
          <p14:tracePt t="16349" x="3092450" y="2965450"/>
          <p14:tracePt t="16365" x="3111500" y="2965450"/>
          <p14:tracePt t="16382" x="3124200" y="2965450"/>
          <p14:tracePt t="16399" x="3143250" y="2971800"/>
          <p14:tracePt t="16416" x="3162300" y="2978150"/>
          <p14:tracePt t="16433" x="3206750" y="2984500"/>
          <p14:tracePt t="16449" x="3238500" y="2990850"/>
          <p14:tracePt t="16467" x="3314700" y="2997200"/>
          <p14:tracePt t="16482" x="3397250" y="3009900"/>
          <p14:tracePt t="16499" x="3435350" y="3016250"/>
          <p14:tracePt t="16516" x="3530600" y="3022600"/>
          <p14:tracePt t="16532" x="3568700" y="3022600"/>
          <p14:tracePt t="16549" x="3632200" y="3028950"/>
          <p14:tracePt t="16566" x="3689350" y="3041650"/>
          <p14:tracePt t="16582" x="3714750" y="3041650"/>
          <p14:tracePt t="16598" x="3752850" y="3048000"/>
          <p14:tracePt t="16615" x="3784600" y="3054350"/>
          <p14:tracePt t="16632" x="3803650" y="3054350"/>
          <p14:tracePt t="16649" x="3816350" y="3060700"/>
          <p14:tracePt t="16665" x="3835400" y="3060700"/>
          <p14:tracePt t="16682" x="3841750" y="3060700"/>
          <p14:tracePt t="16699" x="3848100" y="3060700"/>
          <p14:tracePt t="16714" x="3854450" y="3060700"/>
          <p14:tracePt t="16731" x="3860800" y="3060700"/>
          <p14:tracePt t="16749" x="3867150" y="3067050"/>
          <p14:tracePt t="16765" x="3879850" y="3073400"/>
          <p14:tracePt t="17755" x="3860800" y="3079750"/>
          <p14:tracePt t="17769" x="3810000" y="3079750"/>
          <p14:tracePt t="17777" x="3752850" y="3086100"/>
          <p14:tracePt t="17791" x="3702050" y="3098800"/>
          <p14:tracePt t="17798" x="3663950" y="3098800"/>
          <p14:tracePt t="17810" x="3594100" y="3105150"/>
          <p14:tracePt t="17827" x="3492500" y="3117850"/>
          <p14:tracePt t="17844" x="3429000" y="3117850"/>
          <p14:tracePt t="17861" x="3295650" y="3136900"/>
          <p14:tracePt t="17877" x="3232150" y="3143250"/>
          <p14:tracePt t="17893" x="3098800" y="3175000"/>
          <p14:tracePt t="17897" x="3016250" y="3181350"/>
          <p14:tracePt t="17913" x="2952750" y="3194050"/>
          <p14:tracePt t="17927" x="2901950" y="3200400"/>
          <p14:tracePt t="17944" x="2819400" y="3200400"/>
          <p14:tracePt t="17960" x="2774950" y="3200400"/>
          <p14:tracePt t="17977" x="2749550" y="3200400"/>
          <p14:tracePt t="17994" x="2717800" y="3206750"/>
          <p14:tracePt t="18009" x="2686050" y="3213100"/>
          <p14:tracePt t="18026" x="2667000" y="3219450"/>
          <p14:tracePt t="18044" x="2616200" y="3225800"/>
          <p14:tracePt t="18059" x="2533650" y="3244850"/>
          <p14:tracePt t="18076" x="2508250" y="3251200"/>
          <p14:tracePt t="18093" x="2444750" y="3276600"/>
          <p14:tracePt t="18109" x="2393950" y="3295650"/>
          <p14:tracePt t="18126" x="2374900" y="3314700"/>
          <p14:tracePt t="18143" x="2330450" y="3333750"/>
          <p14:tracePt t="18159" x="2305050" y="3352800"/>
          <p14:tracePt t="18176" x="2298700" y="3359150"/>
          <p14:tracePt t="18192" x="2279650" y="3371850"/>
          <p14:tracePt t="18209" x="2279650" y="3378200"/>
          <p14:tracePt t="18226" x="2266950" y="3384550"/>
          <p14:tracePt t="18242" x="2266950" y="3390900"/>
          <p14:tracePt t="18259" x="2260600" y="3397250"/>
          <p14:tracePt t="18276" x="2254250" y="3403600"/>
          <p14:tracePt t="18292" x="2241550" y="3409950"/>
          <p14:tracePt t="18309" x="2235200" y="3416300"/>
          <p14:tracePt t="18325" x="2228850" y="3416300"/>
          <p14:tracePt t="18342" x="2228850" y="3422650"/>
          <p14:tracePt t="18359" x="2222500" y="3429000"/>
          <p14:tracePt t="18375" x="2216150" y="3435350"/>
          <p14:tracePt t="18392" x="2209800" y="3435350"/>
          <p14:tracePt t="18425" x="2203450" y="3441700"/>
          <p14:tracePt t="18451" x="2197100" y="3441700"/>
          <p14:tracePt t="18460" x="2197100" y="3448050"/>
          <p14:tracePt t="18500" x="2203450" y="3448050"/>
          <p14:tracePt t="18854" x="2209800" y="3479800"/>
          <p14:tracePt t="18861" x="2216150" y="3505200"/>
          <p14:tracePt t="18876" x="2222500" y="3536950"/>
          <p14:tracePt t="18890" x="2241550" y="3575050"/>
          <p14:tracePt t="18907" x="2247900" y="3587750"/>
          <p14:tracePt t="18910" x="2254250" y="3600450"/>
          <p14:tracePt t="18926" x="2254250" y="3606800"/>
          <p14:tracePt t="18940" x="2260600" y="3613150"/>
          <p14:tracePt t="18956" x="2260600" y="3619500"/>
          <p14:tracePt t="18995" x="2266950" y="3625850"/>
          <p14:tracePt t="19255" x="2266950" y="3619500"/>
          <p14:tracePt t="19297" x="2286000" y="3613150"/>
          <p14:tracePt t="19303" x="2292350" y="3613150"/>
          <p14:tracePt t="19725" x="2292350" y="3619500"/>
          <p14:tracePt t="19732" x="2292350" y="3632200"/>
          <p14:tracePt t="19746" x="2286000" y="3651250"/>
          <p14:tracePt t="19755" x="2286000" y="3676650"/>
          <p14:tracePt t="19770" x="2266950" y="3702050"/>
          <p14:tracePt t="19787" x="2260600" y="3727450"/>
          <p14:tracePt t="19803" x="2241550" y="3803650"/>
          <p14:tracePt t="19821" x="2235200" y="3822700"/>
          <p14:tracePt t="19839" x="2222500" y="3873500"/>
          <p14:tracePt t="19853" x="2216150" y="3898900"/>
          <p14:tracePt t="19870" x="2197100" y="3943350"/>
          <p14:tracePt t="19887" x="2184400" y="3981450"/>
          <p14:tracePt t="19903" x="2178050" y="3994150"/>
          <p14:tracePt t="19920" x="2171700" y="4013200"/>
          <p14:tracePt t="19937" x="2159000" y="4019550"/>
          <p14:tracePt t="19964" x="2152650" y="4025900"/>
          <p14:tracePt t="19999" x="2152650" y="4032250"/>
          <p14:tracePt t="20006" x="2152650" y="4038600"/>
          <p14:tracePt t="20020" x="2146300" y="4044950"/>
          <p14:tracePt t="20036" x="2139950" y="4051300"/>
          <p14:tracePt t="20053" x="2133600" y="4057650"/>
          <p14:tracePt t="20086" x="2120900" y="4057650"/>
          <p14:tracePt t="20125" x="2120900" y="4064000"/>
          <p14:tracePt t="20147" x="2114550" y="4070350"/>
          <p14:tracePt t="20174" x="2114550" y="4076700"/>
          <p14:tracePt t="20210" x="2108200" y="4076700"/>
          <p14:tracePt t="20294" x="2101850" y="4083050"/>
          <p14:tracePt t="20385" x="2101850" y="4089400"/>
          <p14:tracePt t="20434" x="2108200" y="4095750"/>
          <p14:tracePt t="20456" x="2114550" y="4102100"/>
          <p14:tracePt t="20470" x="2120900" y="4108450"/>
          <p14:tracePt t="20477" x="2133600" y="4121150"/>
          <p14:tracePt t="20491" x="2146300" y="4133850"/>
          <p14:tracePt t="20501" x="2159000" y="4159250"/>
          <p14:tracePt t="20518" x="2184400" y="4184650"/>
          <p14:tracePt t="20534" x="2235200" y="4241800"/>
          <p14:tracePt t="20551" x="2279650" y="4298950"/>
          <p14:tracePt t="20568" x="2305050" y="4343400"/>
          <p14:tracePt t="20584" x="2311400" y="4356100"/>
          <p14:tracePt t="20601" x="2330450" y="4368800"/>
          <p14:tracePt t="20618" x="2343150" y="4375150"/>
          <p14:tracePt t="20634" x="2349500" y="4381500"/>
          <p14:tracePt t="20651" x="2355850" y="4381500"/>
          <p14:tracePt t="20792" x="2355850" y="4375150"/>
          <p14:tracePt t="21300" x="2355850" y="4381500"/>
          <p14:tracePt t="21307" x="2355850" y="4419600"/>
          <p14:tracePt t="21322" x="2355850" y="4438650"/>
          <p14:tracePt t="21331" x="2355850" y="4470400"/>
          <p14:tracePt t="21348" x="2349500" y="4489450"/>
          <p14:tracePt t="21364" x="2349500" y="4540250"/>
          <p14:tracePt t="21381" x="2349500" y="4572000"/>
          <p14:tracePt t="21399" x="2349500" y="4591050"/>
          <p14:tracePt t="21415" x="2349500" y="4597400"/>
          <p14:tracePt t="21448" x="2343150" y="4610100"/>
          <p14:tracePt t="21481" x="2343150" y="4616450"/>
          <p14:tracePt t="21504" x="2336800" y="4622800"/>
          <p14:tracePt t="21514" x="2330450" y="4622800"/>
          <p14:tracePt t="21933" x="2330450" y="4629150"/>
          <p14:tracePt t="21940" x="2336800" y="4635500"/>
          <p14:tracePt t="21961" x="2343150" y="4648200"/>
          <p14:tracePt t="21975" x="2349500" y="4673600"/>
          <p14:tracePt t="21983" x="2374900" y="4692650"/>
          <p14:tracePt t="21999" x="2400300" y="4724400"/>
          <p14:tracePt t="22013" x="2457450" y="4806950"/>
          <p14:tracePt t="22031" x="2520950" y="4870450"/>
          <p14:tracePt t="22046" x="2546350" y="4908550"/>
          <p14:tracePt t="22063" x="2571750" y="4940300"/>
          <p14:tracePt t="22079" x="2609850" y="4972050"/>
          <p14:tracePt t="22096" x="2647950" y="4997450"/>
          <p14:tracePt t="22113" x="2654300" y="5010150"/>
          <p14:tracePt t="22130" x="2667000" y="5016500"/>
          <p14:tracePt t="22319" x="2667000" y="5010150"/>
          <p14:tracePt t="24308" x="2673350" y="5003800"/>
          <p14:tracePt t="24322" x="2692400" y="4978400"/>
          <p14:tracePt t="24330" x="2736850" y="4946650"/>
          <p14:tracePt t="24338" x="2787650" y="4895850"/>
          <p14:tracePt t="24354" x="2825750" y="4838700"/>
          <p14:tracePt t="24372" x="2946400" y="4660900"/>
          <p14:tracePt t="24388" x="3028950" y="4521200"/>
          <p14:tracePt t="24404" x="3257550" y="4051300"/>
          <p14:tracePt t="24422" x="3492500" y="3511550"/>
          <p14:tracePt t="24438" x="3632200" y="3194050"/>
          <p14:tracePt t="24454" x="3727450" y="2901950"/>
          <p14:tracePt t="24471" x="3937000" y="2292350"/>
          <p14:tracePt t="24488" x="3981450" y="2159000"/>
          <p14:tracePt t="24505" x="4000500" y="2070100"/>
          <p14:tracePt t="24521" x="4044950" y="1905000"/>
          <p14:tracePt t="24537" x="4044950" y="1873250"/>
          <p14:tracePt t="24554" x="4044950" y="1828800"/>
          <p14:tracePt t="24570" x="4051300" y="1797050"/>
          <p14:tracePt t="24587" x="4051300" y="1784350"/>
          <p14:tracePt t="24604" x="4057650" y="1771650"/>
          <p14:tracePt t="24709" x="4051300" y="1771650"/>
          <p14:tracePt t="24737" x="4051300" y="1765300"/>
          <p14:tracePt t="24751" x="4051300" y="1746250"/>
          <p14:tracePt t="25039" x="4114800" y="1758950"/>
          <p14:tracePt t="25053" x="4191000" y="1778000"/>
          <p14:tracePt t="25060" x="4286250" y="1809750"/>
          <p14:tracePt t="25074" x="4387850" y="1841500"/>
          <p14:tracePt t="25085" x="4521200" y="1885950"/>
          <p14:tracePt t="25102" x="4768850" y="1962150"/>
          <p14:tracePt t="25118" x="4908550" y="2019300"/>
          <p14:tracePt t="25135" x="5162550" y="2127250"/>
          <p14:tracePt t="25152" x="5359400" y="2178050"/>
          <p14:tracePt t="25169" x="5454650" y="2209800"/>
          <p14:tracePt t="25185" x="5607050" y="2247900"/>
          <p14:tracePt t="25201" x="5740400" y="2260600"/>
          <p14:tracePt t="25218" x="5791200" y="2266950"/>
          <p14:tracePt t="25235" x="5861050" y="2286000"/>
          <p14:tracePt t="25251" x="5886450" y="2292350"/>
          <p14:tracePt t="25268" x="5905500" y="2298700"/>
          <p14:tracePt t="25285" x="5937250" y="2305050"/>
          <p14:tracePt t="25301" x="5949950" y="2305050"/>
          <p14:tracePt t="25318" x="5969000" y="2311400"/>
          <p14:tracePt t="25335" x="5988050" y="2317750"/>
          <p14:tracePt t="25351" x="6000750" y="2317750"/>
          <p14:tracePt t="25368" x="6013450" y="2324100"/>
          <p14:tracePt t="25384" x="6026150" y="2324100"/>
          <p14:tracePt t="25401" x="6032500" y="2330450"/>
          <p14:tracePt t="25418" x="6051550" y="2330450"/>
          <p14:tracePt t="25434" x="6064250" y="2336800"/>
          <p14:tracePt t="25451" x="6076950" y="2336800"/>
          <p14:tracePt t="25467" x="6089650" y="2336800"/>
          <p14:tracePt t="25484" x="6115050" y="2343150"/>
          <p14:tracePt t="25500" x="6115050" y="2349500"/>
          <p14:tracePt t="25517" x="6140450" y="2355850"/>
          <p14:tracePt t="25534" x="6159500" y="2362200"/>
          <p14:tracePt t="25552" x="6172200" y="2368550"/>
          <p14:tracePt t="25567" x="6184900" y="2368550"/>
          <p14:tracePt t="25583" x="6184900" y="2374900"/>
          <p14:tracePt t="25601" x="6197600" y="2387600"/>
          <p14:tracePt t="25617" x="6203950" y="2387600"/>
          <p14:tracePt t="25633" x="6203950" y="2393950"/>
          <p14:tracePt t="25650" x="6210300" y="2393950"/>
          <p14:tracePt t="25686" x="6216650" y="2400300"/>
          <p14:tracePt t="25712" x="6223000" y="2406650"/>
          <p14:tracePt t="25740" x="6223000" y="2413000"/>
          <p14:tracePt t="25776" x="6223000" y="2419350"/>
          <p14:tracePt t="25783" x="6223000" y="2425700"/>
          <p14:tracePt t="25804" x="6216650" y="2425700"/>
          <p14:tracePt t="25811" x="6210300" y="2432050"/>
          <p14:tracePt t="25825" x="6210300" y="2438400"/>
          <p14:tracePt t="25833" x="6203950" y="2444750"/>
          <p14:tracePt t="25849" x="6197600" y="2444750"/>
          <p14:tracePt t="25867" x="6172200" y="2463800"/>
          <p14:tracePt t="25882" x="6140450" y="2489200"/>
          <p14:tracePt t="25899" x="6115050" y="2514600"/>
          <p14:tracePt t="25916" x="6051550" y="2571750"/>
          <p14:tracePt t="25933" x="6026150" y="2590800"/>
          <p14:tracePt t="25949" x="5994400" y="2628900"/>
          <p14:tracePt t="25966" x="5937250" y="2673350"/>
          <p14:tracePt t="25982" x="5905500" y="2698750"/>
          <p14:tracePt t="25999" x="5861050" y="2730500"/>
          <p14:tracePt t="26015" x="5822950" y="2736850"/>
          <p14:tracePt t="26032" x="5803900" y="2736850"/>
          <p14:tracePt t="26049" x="5765800" y="2730500"/>
          <p14:tracePt t="26065" x="5721350" y="2692400"/>
          <p14:tracePt t="26082" x="5702300" y="2660650"/>
          <p14:tracePt t="26099" x="5626100" y="2571750"/>
          <p14:tracePt t="26115" x="5562600" y="2470150"/>
          <p14:tracePt t="26132" x="5524500" y="2413000"/>
          <p14:tracePt t="26148" x="5448300" y="2305050"/>
          <p14:tracePt t="26165" x="5384800" y="2216150"/>
          <p14:tracePt t="26184" x="5327650" y="2139950"/>
          <p14:tracePt t="26198" x="5276850" y="2101850"/>
          <p14:tracePt t="26215" x="5245100" y="2076450"/>
          <p14:tracePt t="26232" x="5162550" y="2006600"/>
          <p14:tracePt t="26248" x="5137150" y="1981200"/>
          <p14:tracePt t="26268" x="5086350" y="1949450"/>
          <p14:tracePt t="26281" x="5060950" y="1943100"/>
          <p14:tracePt t="26297" x="5041900" y="1930400"/>
          <p14:tracePt t="26314" x="5035550" y="1924050"/>
          <p14:tracePt t="26331" x="5029200" y="1917700"/>
          <p14:tracePt t="26414" x="5029200" y="1924050"/>
          <p14:tracePt t="26429" x="5029200" y="1930400"/>
          <p14:tracePt t="26435" x="5029200" y="1936750"/>
          <p14:tracePt t="26447" x="5029200" y="1943100"/>
          <p14:tracePt t="26465" x="5035550" y="1949450"/>
          <p14:tracePt t="26481" x="5041900" y="1955800"/>
          <p14:tracePt t="26497" x="5048250" y="1968500"/>
          <p14:tracePt t="26514" x="5073650" y="2006600"/>
          <p14:tracePt t="26530" x="5086350" y="2025650"/>
          <p14:tracePt t="26548" x="5118100" y="2070100"/>
          <p14:tracePt t="26564" x="5130800" y="2101850"/>
          <p14:tracePt t="26581" x="5156200" y="2197100"/>
          <p14:tracePt t="26597" x="5194300" y="2343150"/>
          <p14:tracePt t="26613" x="5207000" y="2406650"/>
          <p14:tracePt t="26630" x="5226050" y="2540000"/>
          <p14:tracePt t="26647" x="5232400" y="2635250"/>
          <p14:tracePt t="26664" x="5232400" y="2673350"/>
          <p14:tracePt t="26681" x="5232400" y="2749550"/>
          <p14:tracePt t="26696" x="5226050" y="2806700"/>
          <p14:tracePt t="26713" x="5219700" y="2832100"/>
          <p14:tracePt t="26730" x="5207000" y="2870200"/>
          <p14:tracePt t="26746" x="5187950" y="2908300"/>
          <p14:tracePt t="26763" x="5181600" y="2927350"/>
          <p14:tracePt t="26781" x="5162550" y="2978150"/>
          <p14:tracePt t="26797" x="5156200" y="3009900"/>
          <p14:tracePt t="26813" x="5149850" y="3022600"/>
          <p14:tracePt t="26829" x="5143500" y="3054350"/>
          <p14:tracePt t="26846" x="5143500" y="3086100"/>
          <p14:tracePt t="26863" x="5137150" y="3136900"/>
          <p14:tracePt t="26879" x="5130800" y="3175000"/>
          <p14:tracePt t="26896" x="5118100" y="3194050"/>
          <p14:tracePt t="26913" x="5118100" y="3213100"/>
          <p14:tracePt t="26929" x="5118100" y="3238500"/>
          <p14:tracePt t="26946" x="5118100" y="3244850"/>
          <p14:tracePt t="26962" x="5130800" y="3263900"/>
          <p14:tracePt t="28971" x="5124450" y="3263900"/>
          <p14:tracePt t="28985" x="5111750" y="3257550"/>
          <p14:tracePt t="28992" x="5099050" y="3251200"/>
          <p14:tracePt t="29005" x="5086350" y="3238500"/>
          <p14:tracePt t="29021" x="5048250" y="3213100"/>
          <p14:tracePt t="29038" x="5016500" y="3200400"/>
          <p14:tracePt t="29056" x="4965700" y="3155950"/>
          <p14:tracePt t="29071" x="4876800" y="3092450"/>
          <p14:tracePt t="29088" x="4813300" y="3054350"/>
          <p14:tracePt t="29106" x="4686300" y="2940050"/>
          <p14:tracePt t="29121" x="4591050" y="2870200"/>
          <p14:tracePt t="29138" x="4413250" y="2711450"/>
          <p14:tracePt t="29155" x="4184650" y="2520950"/>
          <p14:tracePt t="29171" x="4070350" y="2413000"/>
          <p14:tracePt t="29188" x="3784600" y="2152650"/>
          <p14:tracePt t="29204" x="3524250" y="1866900"/>
          <p14:tracePt t="29221" x="3403600" y="1708150"/>
          <p14:tracePt t="29239" x="3162300" y="1479550"/>
          <p14:tracePt t="29254" x="2971800" y="1282700"/>
          <p14:tracePt t="29271" x="2895600" y="1200150"/>
          <p14:tracePt t="29288" x="2774950" y="1060450"/>
          <p14:tracePt t="29304" x="2711450" y="958850"/>
          <p14:tracePt t="29321" x="2698750" y="927100"/>
          <p14:tracePt t="29338" x="2667000" y="876300"/>
          <p14:tracePt t="29354" x="2641600" y="850900"/>
          <p14:tracePt t="29371" x="2628900" y="819150"/>
          <p14:tracePt t="29387" x="2616200" y="806450"/>
          <p14:tracePt t="29404" x="2609850" y="800100"/>
          <p14:tracePt t="29421" x="2603500" y="787400"/>
          <p14:tracePt t="29437" x="2597150" y="781050"/>
          <p14:tracePt t="29454" x="2597150" y="774700"/>
          <p14:tracePt t="29470" x="2584450" y="755650"/>
          <p14:tracePt t="29487" x="2578100" y="736600"/>
          <p14:tracePt t="29504" x="2571750" y="736600"/>
          <p14:tracePt t="29520" x="2565400" y="730250"/>
          <p14:tracePt t="29537" x="2559050" y="723900"/>
          <p14:tracePt t="29554" x="2552700" y="723900"/>
          <p14:tracePt t="29570" x="2552700" y="730250"/>
          <p14:tracePt t="29586" x="2552700" y="742950"/>
          <p14:tracePt t="29603" x="2559050" y="781050"/>
          <p14:tracePt t="29620" x="2559050" y="787400"/>
          <p14:tracePt t="29636" x="2565400" y="812800"/>
          <p14:tracePt t="29653" x="2578100" y="831850"/>
          <p14:tracePt t="29669" x="2578100" y="844550"/>
          <p14:tracePt t="29687" x="2584450" y="863600"/>
          <p14:tracePt t="29703" x="2584450" y="876300"/>
          <p14:tracePt t="29737" x="2584450" y="882650"/>
          <p14:tracePt t="29753" x="2584450" y="889000"/>
          <p14:tracePt t="29787" x="2584450" y="895350"/>
          <p14:tracePt t="29813" x="2584450" y="901700"/>
          <p14:tracePt t="29834" x="2578100" y="908050"/>
          <p14:tracePt t="29862" x="2571750" y="914400"/>
          <p14:tracePt t="29884" x="2565400" y="914400"/>
          <p14:tracePt t="29947" x="2559050" y="920750"/>
          <p14:tracePt t="29975" x="2552700" y="927100"/>
          <p14:tracePt t="29982" x="2546350" y="927100"/>
          <p14:tracePt t="30003" x="2540000" y="927100"/>
          <p14:tracePt t="30024" x="2540000" y="933450"/>
          <p14:tracePt t="30052" x="2533650" y="939800"/>
          <p14:tracePt t="30073" x="2533650" y="946150"/>
          <p14:tracePt t="30108" x="2527300" y="952500"/>
          <p14:tracePt t="30143" x="2527300" y="958850"/>
          <p14:tracePt t="30178" x="2527300" y="965200"/>
          <p14:tracePt t="30186" x="2527300" y="971550"/>
          <p14:tracePt t="30214" x="2520950" y="977900"/>
          <p14:tracePt t="30235" x="2520950" y="984250"/>
          <p14:tracePt t="30256" x="2514600" y="990600"/>
          <p14:tracePt t="30305" x="2514600" y="996950"/>
          <p14:tracePt t="30326" x="2508250" y="1003300"/>
          <p14:tracePt t="30333" x="2508250" y="1009650"/>
          <p14:tracePt t="30354" x="2508250" y="1016000"/>
          <p14:tracePt t="30368" x="2508250" y="1022350"/>
          <p14:tracePt t="30389" x="2508250" y="1028700"/>
          <p14:tracePt t="30403" x="2508250" y="1041400"/>
          <p14:tracePt t="30418" x="2508250" y="1054100"/>
          <p14:tracePt t="30424" x="2508250" y="1066800"/>
          <p14:tracePt t="30438" x="2508250" y="1079500"/>
          <p14:tracePt t="30450" x="2508250" y="1098550"/>
          <p14:tracePt t="30467" x="2514600" y="1130300"/>
          <p14:tracePt t="30483" x="2514600" y="1143000"/>
          <p14:tracePt t="30500" x="2520950" y="1181100"/>
          <p14:tracePt t="30517" x="2533650" y="1206500"/>
          <p14:tracePt t="30533" x="2533650" y="1212850"/>
          <p14:tracePt t="30550" x="2540000" y="1225550"/>
          <p14:tracePt t="30566" x="2552700" y="1238250"/>
          <p14:tracePt t="30583" x="2552700" y="1244600"/>
          <p14:tracePt t="30601" x="2559050" y="1250950"/>
          <p14:tracePt t="30616" x="2565400" y="1257300"/>
          <p14:tracePt t="30649" x="2571750" y="1257300"/>
          <p14:tracePt t="31381" x="2590800" y="1270000"/>
          <p14:tracePt t="31387" x="2635250" y="1295400"/>
          <p14:tracePt t="31402" x="2667000" y="1320800"/>
          <p14:tracePt t="31413" x="2711450" y="1346200"/>
          <p14:tracePt t="31430" x="2800350" y="1422400"/>
          <p14:tracePt t="31447" x="2838450" y="1447800"/>
          <p14:tracePt t="31463" x="2914650" y="1498600"/>
          <p14:tracePt t="31480" x="2978150" y="1549400"/>
          <p14:tracePt t="31496" x="3022600" y="1587500"/>
          <p14:tracePt t="31514" x="3105150" y="1657350"/>
          <p14:tracePt t="31530" x="3168650" y="1746250"/>
          <p14:tracePt t="31546" x="3200400" y="1778000"/>
          <p14:tracePt t="31549" x="3232150" y="1835150"/>
          <p14:tracePt t="31563" x="3251200" y="1879600"/>
          <p14:tracePt t="31580" x="3282950" y="1968500"/>
          <p14:tracePt t="31596" x="3289300" y="2006600"/>
          <p14:tracePt t="31613" x="3327400" y="2108200"/>
          <p14:tracePt t="31629" x="3352800" y="2228850"/>
          <p14:tracePt t="31646" x="3371850" y="2292350"/>
          <p14:tracePt t="31663" x="3390900" y="2438400"/>
          <p14:tracePt t="31679" x="3390900" y="2489200"/>
          <p14:tracePt t="31697" x="3390900" y="2705100"/>
          <p14:tracePt t="31712" x="3403600" y="2768600"/>
          <p14:tracePt t="31729" x="3403600" y="2832100"/>
          <p14:tracePt t="31746" x="3409950" y="2965450"/>
          <p14:tracePt t="31762" x="3409950" y="3105150"/>
          <p14:tracePt t="31779" x="3397250" y="3181350"/>
          <p14:tracePt t="31796" x="3397250" y="3333750"/>
          <p14:tracePt t="31812" x="3397250" y="3486150"/>
          <p14:tracePt t="31829" x="3390900" y="3568700"/>
          <p14:tracePt t="31845" x="3378200" y="3784600"/>
          <p14:tracePt t="31862" x="3359150" y="3987800"/>
          <p14:tracePt t="31880" x="3327400" y="4133850"/>
          <p14:tracePt t="31895" x="3276600" y="4203700"/>
        </p14:tracePtLst>
      </p14:laserTrace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Mouth():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__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__(self): return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+"!"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eat(self):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Gill():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breatheWater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Lung():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breatheAir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Fin():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%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vertebrates.py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38504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6227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16"/>
    </mc:Choice>
    <mc:Fallback xmlns="">
      <p:transition spd="slow" advTm="225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252" x="3276600" y="4216400"/>
          <p14:tracePt t="7259" x="3282950" y="4229100"/>
          <p14:tracePt t="7270" x="3302000" y="4248150"/>
          <p14:tracePt t="7288" x="3333750" y="4330700"/>
          <p14:tracePt t="7304" x="3371850" y="4419600"/>
          <p14:tracePt t="7321" x="3397250" y="4514850"/>
          <p14:tracePt t="7337" x="3422650" y="4660900"/>
          <p14:tracePt t="7354" x="3435350" y="4756150"/>
          <p14:tracePt t="7371" x="3441700" y="4946650"/>
          <p14:tracePt t="7387" x="3448050" y="5041900"/>
          <p14:tracePt t="7404" x="3460750" y="5143500"/>
          <p14:tracePt t="7421" x="3473450" y="5289550"/>
          <p14:tracePt t="7437" x="3492500" y="5422900"/>
          <p14:tracePt t="7453" x="3511550" y="5530850"/>
          <p14:tracePt t="7470" x="3536950" y="5632450"/>
          <p14:tracePt t="7487" x="3543300" y="5670550"/>
          <p14:tracePt t="7503" x="3549650" y="5721350"/>
          <p14:tracePt t="7520" x="3556000" y="5778500"/>
          <p14:tracePt t="7536" x="3556000" y="5791200"/>
          <p14:tracePt t="7555" x="3556000" y="5822950"/>
          <p14:tracePt t="7570" x="3556000" y="5854700"/>
          <p14:tracePt t="7586" x="3556000" y="5892800"/>
          <p14:tracePt t="7604" x="3556000" y="5975350"/>
          <p14:tracePt t="7620" x="3556000" y="6032500"/>
          <p14:tracePt t="7636" x="3556000" y="6089650"/>
          <p14:tracePt t="7653" x="3543300" y="6146800"/>
          <p14:tracePt t="10141" x="3549650" y="6159500"/>
          <p14:tracePt t="10148" x="3581400" y="6184900"/>
          <p14:tracePt t="10164" x="3600450" y="6203950"/>
          <p14:tracePt t="10178" x="3644900" y="6242050"/>
          <p14:tracePt t="10194" x="3663950" y="6254750"/>
          <p14:tracePt t="10210" x="3683000" y="6280150"/>
          <p14:tracePt t="10227" x="3708400" y="6305550"/>
          <p14:tracePt t="10244" x="3727450" y="6330950"/>
          <p14:tracePt t="10261" x="3746500" y="6369050"/>
          <p14:tracePt t="10277" x="3765550" y="6394450"/>
          <p14:tracePt t="10294" x="3784600" y="6445250"/>
          <p14:tracePt t="10311" x="3810000" y="6508750"/>
          <p14:tracePt t="10327" x="3822700" y="6527800"/>
          <p14:tracePt t="10344" x="3854450" y="6584950"/>
          <p14:tracePt t="10360" x="3873500" y="6623050"/>
          <p14:tracePt t="10377" x="3886200" y="6648450"/>
          <p14:tracePt t="10394" x="3898900" y="6673850"/>
          <p14:tracePt t="10410" x="3905250" y="6699250"/>
          <p14:tracePt t="10427" x="3905250" y="6711950"/>
          <p14:tracePt t="10430" x="3905250" y="6718300"/>
          <p14:tracePt t="10446" x="3905250" y="6724650"/>
          <p14:tracePt t="10460" x="3905250" y="6750050"/>
          <p14:tracePt t="10477" x="3898900" y="6750050"/>
          <p14:tracePt t="10493" x="3898900" y="6769100"/>
          <p14:tracePt t="17494" x="3905250" y="6769100"/>
          <p14:tracePt t="17503" x="3911600" y="6769100"/>
          <p14:tracePt t="17508" x="3911600" y="6762750"/>
          <p14:tracePt t="17523" x="3917950" y="6756400"/>
          <p14:tracePt t="17537" x="3937000" y="6750050"/>
          <p14:tracePt t="17552" x="3937000" y="6737350"/>
          <p14:tracePt t="17568" x="3949700" y="6731000"/>
          <p14:tracePt t="17586" x="3975100" y="6705600"/>
          <p14:tracePt t="17602" x="3987800" y="6692900"/>
          <p14:tracePt t="17619" x="3994150" y="6680200"/>
          <p14:tracePt t="17635" x="4013200" y="6667500"/>
          <p14:tracePt t="17651" x="4025900" y="6661150"/>
          <p14:tracePt t="17740" x="4025900" y="6667500"/>
          <p14:tracePt t="17754" x="4019550" y="6667500"/>
          <p14:tracePt t="17761" x="4013200" y="6673850"/>
          <p14:tracePt t="17770" x="4006850" y="6673850"/>
          <p14:tracePt t="17784" x="4000500" y="6673850"/>
          <p14:tracePt t="17801" x="3987800" y="6680200"/>
          <p14:tracePt t="17818" x="3937000" y="6686550"/>
          <p14:tracePt t="17834" x="3854450" y="6705600"/>
          <p14:tracePt t="17851" x="3790950" y="6711950"/>
          <p14:tracePt t="17868" x="3632200" y="6731000"/>
          <p14:tracePt t="17884" x="3441700" y="6762750"/>
          <p14:tracePt t="17902" x="3225800" y="6781800"/>
          <p14:tracePt t="17918" x="3111500" y="6794500"/>
          <p14:tracePt t="17934" x="2901950" y="6813550"/>
          <p14:tracePt t="17951" x="2724150" y="6826250"/>
          <p14:tracePt t="17967" x="2647950" y="6826250"/>
          <p14:tracePt t="17984" x="2533650" y="6832600"/>
          <p14:tracePt t="18001" x="2425700" y="6838950"/>
          <p14:tracePt t="18017" x="2400300" y="6838950"/>
          <p14:tracePt t="18034" x="2368550" y="6838950"/>
          <p14:tracePt t="18051" x="2305050" y="6832600"/>
          <p14:tracePt t="18067" x="2298700" y="6832600"/>
          <p14:tracePt t="18071" x="2292350" y="6832600"/>
          <p14:tracePt t="18086" x="2286000" y="6832600"/>
          <p14:tracePt t="18100" x="2279650" y="6832600"/>
          <p14:tracePt t="18117" x="2273300" y="6832600"/>
          <p14:tracePt t="18134" x="2260600" y="6826250"/>
          <p14:tracePt t="18166" x="2247900" y="6826250"/>
          <p14:tracePt t="18183" x="2235200" y="6819900"/>
          <p14:tracePt t="18200" x="2222500" y="6819900"/>
          <p14:tracePt t="18218" x="2216150" y="6819900"/>
          <p14:tracePt t="18233" x="2203450" y="6819900"/>
          <p14:tracePt t="18249" x="2197100" y="6819900"/>
          <p14:tracePt t="18267" x="2184400" y="6813550"/>
          <p14:tracePt t="18283" x="2178050" y="6813550"/>
          <p14:tracePt t="18299" x="2165350" y="6800850"/>
          <p14:tracePt t="18611" x="2216150" y="6762750"/>
          <p14:tracePt t="18625" x="2260600" y="6762750"/>
          <p14:tracePt t="18634" x="2324100" y="6750050"/>
          <p14:tracePt t="18647" x="2381250" y="6750050"/>
          <p14:tracePt t="18665" x="2444750" y="6750050"/>
          <p14:tracePt t="18682" x="2635250" y="6750050"/>
          <p14:tracePt t="18698" x="2698750" y="6750050"/>
          <p14:tracePt t="18715" x="2749550" y="6750050"/>
          <p14:tracePt t="18731" x="2838450" y="6750050"/>
          <p14:tracePt t="18748" x="2908300" y="6743700"/>
          <p14:tracePt t="18765" x="2971800" y="6737350"/>
          <p14:tracePt t="18781" x="2997200" y="6724650"/>
          <p14:tracePt t="18797" x="3048000" y="6718300"/>
          <p14:tracePt t="18815" x="3086100" y="6711950"/>
          <p14:tracePt t="18831" x="3111500" y="6705600"/>
          <p14:tracePt t="18848" x="3143250" y="6699250"/>
          <p14:tracePt t="18865" x="3175000" y="6692900"/>
          <p14:tracePt t="18880" x="3187700" y="6686550"/>
          <p14:tracePt t="18897" x="3213100" y="6680200"/>
          <p14:tracePt t="18914" x="3232150" y="6673850"/>
          <p14:tracePt t="18931" x="3244850" y="6673850"/>
          <p14:tracePt t="18949" x="3263900" y="6667500"/>
          <p14:tracePt t="18963" x="3276600" y="6667500"/>
          <p14:tracePt t="18981" x="3282950" y="6667500"/>
          <p14:tracePt t="18998" x="3302000" y="6667500"/>
          <p14:tracePt t="19013" x="3308350" y="6667500"/>
          <p14:tracePt t="19030" x="3333750" y="6667500"/>
          <p14:tracePt t="19047" x="3359150" y="6667500"/>
          <p14:tracePt t="19064" x="3371850" y="6667500"/>
          <p14:tracePt t="19081" x="3390900" y="6667500"/>
          <p14:tracePt t="19097" x="3397250" y="6667500"/>
          <p14:tracePt t="19113" x="3403600" y="6667500"/>
          <p14:tracePt t="19138" x="3403600" y="6673850"/>
          <p14:tracePt t="19187" x="3397250" y="6673850"/>
          <p14:tracePt t="19215" x="3384550" y="6673850"/>
          <p14:tracePt t="19236" x="3371850" y="6673850"/>
          <p14:tracePt t="19243" x="3365500" y="6667500"/>
          <p14:tracePt t="19257" x="3352800" y="6667500"/>
          <p14:tracePt t="19265" x="3333750" y="6661150"/>
          <p14:tracePt t="19280" x="3308350" y="6654800"/>
          <p14:tracePt t="19296" x="3276600" y="6648450"/>
          <p14:tracePt t="19314" x="3149600" y="6623050"/>
          <p14:tracePt t="19329" x="3111500" y="6616700"/>
          <p14:tracePt t="19346" x="3054350" y="6604000"/>
          <p14:tracePt t="19363" x="2952750" y="6584950"/>
          <p14:tracePt t="19379" x="2870200" y="6578600"/>
          <p14:tracePt t="19395" x="2825750" y="6572250"/>
          <p14:tracePt t="19413" x="2781300" y="6572250"/>
          <p14:tracePt t="19429" x="2755900" y="6565900"/>
          <p14:tracePt t="19446" x="2749550" y="6565900"/>
          <p14:tracePt t="19478" x="2755900" y="6565900"/>
          <p14:tracePt t="19496" x="2762250" y="6565900"/>
          <p14:tracePt t="19511" x="2768600" y="6565900"/>
          <p14:tracePt t="19528" x="2781300" y="6565900"/>
          <p14:tracePt t="19546" x="2794000" y="6572250"/>
          <p14:tracePt t="19578" x="2800350" y="6572250"/>
          <p14:tracePt t="19595" x="2844800" y="6572250"/>
          <p14:tracePt t="19611" x="2863850" y="6572250"/>
          <p14:tracePt t="19628" x="2895600" y="6572250"/>
          <p14:tracePt t="19645" x="2990850" y="6565900"/>
          <p14:tracePt t="19661" x="3111500" y="6534150"/>
          <p14:tracePt t="19679" x="3238500" y="6508750"/>
          <p14:tracePt t="19695" x="3295650" y="6489700"/>
          <p14:tracePt t="19711" x="3441700" y="6451600"/>
          <p14:tracePt t="19728" x="3575050" y="6419850"/>
          <p14:tracePt t="19744" x="3632200" y="6400800"/>
          <p14:tracePt t="19761" x="3733800" y="6388100"/>
          <p14:tracePt t="19777" x="3841750" y="6369050"/>
          <p14:tracePt t="19794" x="3886200" y="6362700"/>
          <p14:tracePt t="19811" x="3956050" y="6362700"/>
          <p14:tracePt t="19828" x="3994150" y="6369050"/>
          <p14:tracePt t="19844" x="4013200" y="6375400"/>
          <p14:tracePt t="19862" x="4038600" y="6381750"/>
          <p14:tracePt t="19877" x="4083050" y="6381750"/>
          <p14:tracePt t="19894" x="4102100" y="6381750"/>
          <p14:tracePt t="19911" x="4140200" y="6388100"/>
          <p14:tracePt t="19928" x="4159250" y="6407150"/>
        </p14:tracePtLst>
      </p14:laserTrace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__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__(self): return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+"!"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eat(self):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Gill():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breatheWater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Lung():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breatheAir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Fin():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</p:txBody>
      </p:sp>
    </p:spTree>
    <p:extLst>
      <p:ext uri="{BB962C8B-B14F-4D97-AF65-F5344CB8AC3E}">
        <p14:creationId xmlns:p14="http://schemas.microsoft.com/office/powerpoint/2010/main" val="289106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extLst>
    <p:ext uri="{3A86A75C-4F4B-4683-9AE1-C65F6400EC91}">
      <p14:laserTraceLst xmlns:p14="http://schemas.microsoft.com/office/powerpoint/2010/main">
        <p14:tracePtLst>
          <p14:tracePt t="2512" x="4178300" y="6413500"/>
          <p14:tracePt t="2519" x="4197350" y="6426200"/>
          <p14:tracePt t="2533" x="4222750" y="6438900"/>
          <p14:tracePt t="2543" x="4241800" y="6451600"/>
          <p14:tracePt t="2560" x="4254500" y="6464300"/>
          <p14:tracePt t="2577" x="4311650" y="6508750"/>
          <p14:tracePt t="2593" x="4324350" y="6521450"/>
          <p14:tracePt t="2610" x="4349750" y="6546850"/>
          <p14:tracePt t="2627" x="4368800" y="6559550"/>
          <p14:tracePt t="2643" x="4394200" y="6591300"/>
          <p14:tracePt t="2660" x="4419600" y="6616700"/>
          <p14:tracePt t="2676" x="4432300" y="6629400"/>
          <p14:tracePt t="2693" x="4464050" y="6654800"/>
          <p14:tracePt t="2710" x="4476750" y="6680200"/>
          <p14:tracePt t="2726" x="4489450" y="6686550"/>
          <p14:tracePt t="2743" x="4495800" y="6699250"/>
          <p14:tracePt t="2759" x="4502150" y="6705600"/>
          <p14:tracePt t="2793" x="4508500" y="6711950"/>
          <p14:tracePt t="2849" x="4514850" y="6711950"/>
          <p14:tracePt t="2997" x="4514850" y="6705600"/>
          <p14:tracePt t="3018" x="4514850" y="6699250"/>
          <p14:tracePt t="3053" x="4514850" y="6692900"/>
          <p14:tracePt t="3088" x="4514850" y="6680200"/>
          <p14:tracePt t="3109" x="4508500" y="6673850"/>
          <p14:tracePt t="3123" x="4508500" y="6667500"/>
          <p14:tracePt t="3130" x="4508500" y="6661150"/>
          <p14:tracePt t="3141" x="4502150" y="6648450"/>
          <p14:tracePt t="3160" x="4502150" y="6635750"/>
          <p14:tracePt t="3174" x="4495800" y="6623050"/>
          <p14:tracePt t="3191" x="4489450" y="6610350"/>
          <p14:tracePt t="3208" x="4464050" y="6553200"/>
          <p14:tracePt t="3224" x="4457700" y="6540500"/>
          <p14:tracePt t="3241" x="4445000" y="6527800"/>
          <p14:tracePt t="3258" x="4419600" y="6489700"/>
          <p14:tracePt t="3274" x="4406900" y="6464300"/>
          <p14:tracePt t="3292" x="4387850" y="6432550"/>
          <p14:tracePt t="3307" x="4381500" y="6432550"/>
          <p14:tracePt t="3324" x="4375150" y="6413500"/>
          <p14:tracePt t="3341" x="4368800" y="6394450"/>
          <p14:tracePt t="3374" x="4362450" y="6388100"/>
          <p14:tracePt t="3390" x="4362450" y="6381750"/>
          <p14:tracePt t="3432" x="4362450" y="6375400"/>
          <p14:tracePt t="3502" x="4362450" y="6381750"/>
        </p14:tracePtLst>
      </p14:laserTraceLst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eat(self):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Gill():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breatheWater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Lung():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breatheAir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Fin():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</p:txBody>
      </p:sp>
    </p:spTree>
    <p:extLst>
      <p:ext uri="{BB962C8B-B14F-4D97-AF65-F5344CB8AC3E}">
        <p14:creationId xmlns:p14="http://schemas.microsoft.com/office/powerpoint/2010/main" val="388613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Gill():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breatheWater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Lung():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breatheAir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Fin():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</p:txBody>
      </p:sp>
    </p:spTree>
    <p:extLst>
      <p:ext uri="{BB962C8B-B14F-4D97-AF65-F5344CB8AC3E}">
        <p14:creationId xmlns:p14="http://schemas.microsoft.com/office/powerpoint/2010/main" val="296805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breatheWater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Lung():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breatheAir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Fin():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</p:txBody>
      </p:sp>
    </p:spTree>
    <p:extLst>
      <p:ext uri="{BB962C8B-B14F-4D97-AF65-F5344CB8AC3E}">
        <p14:creationId xmlns:p14="http://schemas.microsoft.com/office/powerpoint/2010/main" val="239766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Lung():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breatheAir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Fin():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</p:txBody>
      </p:sp>
    </p:spTree>
    <p:extLst>
      <p:ext uri="{BB962C8B-B14F-4D97-AF65-F5344CB8AC3E}">
        <p14:creationId xmlns:p14="http://schemas.microsoft.com/office/powerpoint/2010/main" val="3463523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breatheAir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Fin():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%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python3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38504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995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474"/>
    </mc:Choice>
    <mc:Fallback xmlns="">
      <p:transition spd="slow" advTm="544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64" x="4356100" y="6350000"/>
          <p14:tracePt t="1471" x="4330700" y="6311900"/>
          <p14:tracePt t="1481" x="4305300" y="6280150"/>
          <p14:tracePt t="1499" x="4267200" y="6203950"/>
          <p14:tracePt t="1501" x="4241800" y="6184900"/>
          <p14:tracePt t="1515" x="4210050" y="6140450"/>
          <p14:tracePt t="1532" x="4178300" y="6096000"/>
          <p14:tracePt t="1549" x="4127500" y="6038850"/>
          <p14:tracePt t="1565" x="4102100" y="6000750"/>
          <p14:tracePt t="1582" x="4057650" y="5937250"/>
          <p14:tracePt t="1598" x="4000500" y="5848350"/>
          <p14:tracePt t="1615" x="3956050" y="5772150"/>
          <p14:tracePt t="1632" x="3898900" y="5670550"/>
          <p14:tracePt t="1648" x="3822700" y="5549900"/>
          <p14:tracePt t="1664" x="3759200" y="5448300"/>
          <p14:tracePt t="1682" x="3689350" y="5340350"/>
          <p14:tracePt t="1698" x="3663950" y="5295900"/>
          <p14:tracePt t="1714" x="3644900" y="5270500"/>
          <p14:tracePt t="1731" x="3606800" y="5219700"/>
          <p14:tracePt t="1748" x="3587750" y="5175250"/>
          <p14:tracePt t="1765" x="3568700" y="5149850"/>
          <p14:tracePt t="1781" x="3562350" y="5118100"/>
          <p14:tracePt t="1797" x="3556000" y="5105400"/>
          <p14:tracePt t="1814" x="3543300" y="5086350"/>
          <p14:tracePt t="1830" x="3530600" y="5067300"/>
          <p14:tracePt t="1847" x="3524250" y="5054600"/>
          <p14:tracePt t="1865" x="3511550" y="5029200"/>
          <p14:tracePt t="1880" x="3498850" y="5003800"/>
          <p14:tracePt t="1897" x="3498850" y="4984750"/>
          <p14:tracePt t="1914" x="3486150" y="4946650"/>
          <p14:tracePt t="1930" x="3479800" y="4927600"/>
          <p14:tracePt t="1948" x="3473450" y="4902200"/>
          <p14:tracePt t="1963" x="3454400" y="4864100"/>
          <p14:tracePt t="1980" x="3448050" y="4838700"/>
          <p14:tracePt t="1998" x="3435350" y="4813300"/>
          <p14:tracePt t="2013" x="3429000" y="4800600"/>
          <p14:tracePt t="2030" x="3429000" y="4794250"/>
          <p14:tracePt t="2049" x="3429000" y="4787900"/>
          <p14:tracePt t="2074" x="3435350" y="4794250"/>
          <p14:tracePt t="2088" x="3435350" y="4800600"/>
          <p14:tracePt t="2097" x="3435350" y="4806950"/>
          <p14:tracePt t="2113" x="3441700" y="4819650"/>
          <p14:tracePt t="2131" x="3448050" y="4819650"/>
          <p14:tracePt t="2146" x="3454400" y="4826000"/>
          <p14:tracePt t="2163" x="3454400" y="4832350"/>
          <p14:tracePt t="2180" x="3454400" y="4838700"/>
          <p14:tracePt t="2212" x="3460750" y="4838700"/>
          <p14:tracePt t="2229" x="3460750" y="4851400"/>
          <p14:tracePt t="2246" x="3467100" y="4857750"/>
          <p14:tracePt t="2262" x="3473450" y="4857750"/>
          <p14:tracePt t="2279" x="3479800" y="4876800"/>
          <p14:tracePt t="2295" x="3498850" y="4902200"/>
          <p14:tracePt t="2314" x="3524250" y="4946650"/>
          <p14:tracePt t="2329" x="3543300" y="4965700"/>
          <p14:tracePt t="2345" x="3581400" y="5022850"/>
          <p14:tracePt t="2363" x="3625850" y="5073650"/>
          <p14:tracePt t="2379" x="3651250" y="5105400"/>
          <p14:tracePt t="2395" x="3695700" y="5149850"/>
          <p14:tracePt t="2413" x="3740150" y="5194300"/>
          <p14:tracePt t="2428" x="3759200" y="5219700"/>
          <p14:tracePt t="2445" x="3790950" y="5251450"/>
          <p14:tracePt t="2462" x="3810000" y="5295900"/>
          <p14:tracePt t="2479" x="3816350" y="5308600"/>
          <p14:tracePt t="2495" x="3822700" y="5327650"/>
          <p14:tracePt t="3181" x="3822700" y="5321300"/>
          <p14:tracePt t="3188" x="3829050" y="5308600"/>
          <p14:tracePt t="3195" x="3835400" y="5295900"/>
          <p14:tracePt t="3211" x="3841750" y="5283200"/>
          <p14:tracePt t="3226" x="3854450" y="5264150"/>
          <p14:tracePt t="3242" x="3860800" y="5251450"/>
          <p14:tracePt t="3259" x="3879850" y="5232400"/>
          <p14:tracePt t="3276" x="3886200" y="5226050"/>
          <p14:tracePt t="3293" x="3886200" y="5213350"/>
          <p14:tracePt t="3309" x="3892550" y="5207000"/>
          <p14:tracePt t="3326" x="3892550" y="5200650"/>
          <p14:tracePt t="3343" x="3892550" y="5194300"/>
          <p14:tracePt t="3406" x="3892550" y="5187950"/>
          <p14:tracePt t="3433" x="3898900" y="5175250"/>
          <p14:tracePt t="3455" x="3898900" y="5168900"/>
          <p14:tracePt t="3483" x="3898900" y="5162550"/>
          <p14:tracePt t="3504" x="3898900" y="5156200"/>
          <p14:tracePt t="3524" x="3898900" y="5149850"/>
          <p14:tracePt t="3588" x="3898900" y="5143500"/>
          <p14:tracePt t="3616" x="3898900" y="5137150"/>
          <p14:tracePt t="3644" x="3898900" y="5130800"/>
          <p14:tracePt t="3665" x="3898900" y="5124450"/>
          <p14:tracePt t="3686" x="3898900" y="5118100"/>
          <p14:tracePt t="3715" x="3898900" y="5111750"/>
          <p14:tracePt t="3756" x="3898900" y="5099050"/>
          <p14:tracePt t="3785" x="3898900" y="5092700"/>
          <p14:tracePt t="3812" x="3898900" y="5086350"/>
          <p14:tracePt t="3854" x="3892550" y="5080000"/>
          <p14:tracePt t="3861" x="3886200" y="5080000"/>
          <p14:tracePt t="3874" x="3879850" y="5080000"/>
          <p14:tracePt t="3891" x="3854450" y="5080000"/>
          <p14:tracePt t="3907" x="3835400" y="5080000"/>
          <p14:tracePt t="3923" x="3778250" y="5080000"/>
          <p14:tracePt t="3940" x="3683000" y="5080000"/>
          <p14:tracePt t="3956" x="3632200" y="5080000"/>
          <p14:tracePt t="3973" x="3517900" y="5080000"/>
          <p14:tracePt t="3989" x="3397250" y="5067300"/>
          <p14:tracePt t="4006" x="3346450" y="5060950"/>
          <p14:tracePt t="4023" x="3251200" y="5054600"/>
          <p14:tracePt t="4039" x="3155950" y="5035550"/>
          <p14:tracePt t="4056" x="3130550" y="5029200"/>
          <p14:tracePt t="4073" x="3060700" y="5010150"/>
          <p14:tracePt t="4089" x="3016250" y="5003800"/>
          <p14:tracePt t="4106" x="2997200" y="5003800"/>
          <p14:tracePt t="4123" x="2971800" y="4997450"/>
          <p14:tracePt t="4139" x="2946400" y="4991100"/>
          <p14:tracePt t="4156" x="2940050" y="4991100"/>
          <p14:tracePt t="4189" x="2946400" y="4991100"/>
          <p14:tracePt t="4207" x="2965450" y="4991100"/>
          <p14:tracePt t="4222" x="2971800" y="4991100"/>
          <p14:tracePt t="4239" x="2978150" y="4997450"/>
          <p14:tracePt t="4256" x="3009900" y="5003800"/>
          <p14:tracePt t="4272" x="3022600" y="5003800"/>
          <p14:tracePt t="4289" x="3041650" y="5003800"/>
          <p14:tracePt t="4305" x="3092450" y="5003800"/>
          <p14:tracePt t="4322" x="3181350" y="5003800"/>
          <p14:tracePt t="4339" x="3232150" y="5003800"/>
          <p14:tracePt t="4355" x="3359150" y="4991100"/>
          <p14:tracePt t="4372" x="3498850" y="4991100"/>
          <p14:tracePt t="4389" x="3632200" y="4972050"/>
          <p14:tracePt t="4405" x="3683000" y="4965700"/>
          <p14:tracePt t="4421" x="3765550" y="4946650"/>
          <p14:tracePt t="4438" x="3816350" y="4940300"/>
          <p14:tracePt t="4455" x="3848100" y="4940300"/>
          <p14:tracePt t="4472" x="3873500" y="4940300"/>
          <p14:tracePt t="4488" x="3886200" y="4933950"/>
          <p14:tracePt t="4505" x="3898900" y="4933950"/>
          <p14:tracePt t="4523" x="3905250" y="4927600"/>
          <p14:tracePt t="4538" x="3911600" y="4927600"/>
          <p14:tracePt t="4578" x="3917950" y="4927600"/>
          <p14:tracePt t="4669" x="3905250" y="4921250"/>
          <p14:tracePt t="4677" x="3898900" y="4921250"/>
          <p14:tracePt t="4687" x="3892550" y="4914900"/>
          <p14:tracePt t="4707" x="3879850" y="4914900"/>
          <p14:tracePt t="4721" x="3835400" y="4908550"/>
          <p14:tracePt t="4737" x="3816350" y="4902200"/>
          <p14:tracePt t="4754" x="3727450" y="4895850"/>
          <p14:tracePt t="4770" x="3594100" y="4876800"/>
          <p14:tracePt t="4787" x="3511550" y="4857750"/>
          <p14:tracePt t="4804" x="3346450" y="4838700"/>
          <p14:tracePt t="4820" x="3187700" y="4806950"/>
          <p14:tracePt t="4837" x="3124200" y="4794250"/>
          <p14:tracePt t="4854" x="3028950" y="4781550"/>
          <p14:tracePt t="4870" x="3009900" y="4781550"/>
          <p14:tracePt t="4887" x="2965450" y="4775200"/>
          <p14:tracePt t="4978" x="2971800" y="4775200"/>
          <p14:tracePt t="5000" x="2978150" y="4781550"/>
          <p14:tracePt t="5021" x="2984500" y="4781550"/>
          <p14:tracePt t="5028" x="2990850" y="4781550"/>
          <p14:tracePt t="5049" x="2997200" y="4787900"/>
          <p14:tracePt t="5098" x="2997200" y="4794250"/>
          <p14:tracePt t="5119" x="3003550" y="4800600"/>
          <p14:tracePt t="5140" x="3009900" y="4800600"/>
          <p14:tracePt t="5154" x="3016250" y="4800600"/>
          <p14:tracePt t="5161" x="3022600" y="4800600"/>
          <p14:tracePt t="5170" x="3022600" y="4806950"/>
          <p14:tracePt t="5185" x="3028950" y="4806950"/>
          <p14:tracePt t="5210" x="3041650" y="4813300"/>
          <p14:tracePt t="5239" x="3054350" y="4813300"/>
          <p14:tracePt t="5253" x="3060700" y="4832350"/>
          <p14:tracePt t="5259" x="3073400" y="4845050"/>
          <p14:tracePt t="5274" x="3092450" y="4857750"/>
          <p14:tracePt t="5285" x="3111500" y="4876800"/>
          <p14:tracePt t="5302" x="3149600" y="4921250"/>
          <p14:tracePt t="5318" x="3162300" y="4940300"/>
          <p14:tracePt t="5335" x="3187700" y="4984750"/>
          <p14:tracePt t="5352" x="3213100" y="5035550"/>
          <p14:tracePt t="5368" x="3219450" y="5054600"/>
          <p14:tracePt t="5385" x="3219450" y="5099050"/>
          <p14:tracePt t="5401" x="3219450" y="5137150"/>
          <p14:tracePt t="5418" x="3206750" y="5162550"/>
          <p14:tracePt t="5436" x="3181350" y="5200650"/>
          <p14:tracePt t="5451" x="3168650" y="5251450"/>
          <p14:tracePt t="5468" x="3162300" y="5276850"/>
          <p14:tracePt t="5485" x="3149600" y="5302250"/>
          <p14:tracePt t="5502" x="3130550" y="5314950"/>
          <p14:tracePt t="6358" x="3117850" y="5314950"/>
          <p14:tracePt t="6372" x="3105150" y="5314950"/>
          <p14:tracePt t="6386" x="3086100" y="5314950"/>
          <p14:tracePt t="6393" x="3073400" y="5314950"/>
          <p14:tracePt t="6407" x="3054350" y="5314950"/>
          <p14:tracePt t="6417" x="3028950" y="5314950"/>
          <p14:tracePt t="6431" x="3003550" y="5308600"/>
          <p14:tracePt t="6448" x="2946400" y="5295900"/>
          <p14:tracePt t="6465" x="2876550" y="5270500"/>
          <p14:tracePt t="6481" x="2844800" y="5264150"/>
          <p14:tracePt t="6499" x="2781300" y="5238750"/>
          <p14:tracePt t="6514" x="2724150" y="5226050"/>
          <p14:tracePt t="6531" x="2705100" y="5219700"/>
          <p14:tracePt t="6548" x="2654300" y="5213350"/>
          <p14:tracePt t="6564" x="2641600" y="5207000"/>
          <p14:tracePt t="6581" x="2622550" y="5200650"/>
          <p14:tracePt t="6598" x="2603500" y="5200650"/>
          <p14:tracePt t="6630" x="2597150" y="5200650"/>
          <p14:tracePt t="6653" x="2590800" y="5200650"/>
          <p14:tracePt t="6688" x="2584450" y="5200650"/>
          <p14:tracePt t="6815" x="2590800" y="5200650"/>
          <p14:tracePt t="6885" x="2597150" y="5207000"/>
          <p14:tracePt t="6906" x="2603500" y="5207000"/>
          <p14:tracePt t="6920" x="2609850" y="5207000"/>
          <p14:tracePt t="6926" x="2616200" y="5207000"/>
          <p14:tracePt t="6948" x="2622550" y="5207000"/>
          <p14:tracePt t="6954" x="2628900" y="5207000"/>
          <p14:tracePt t="6968" x="2635250" y="5213350"/>
          <p14:tracePt t="6979" x="2647950" y="5219700"/>
          <p14:tracePt t="6996" x="2679700" y="5219700"/>
          <p14:tracePt t="7012" x="2736850" y="5238750"/>
          <p14:tracePt t="7029" x="2774950" y="5245100"/>
          <p14:tracePt t="7047" x="2921000" y="5264150"/>
          <p14:tracePt t="7062" x="2978150" y="5270500"/>
          <p14:tracePt t="7079" x="3067050" y="5270500"/>
          <p14:tracePt t="7096" x="3162300" y="5270500"/>
          <p14:tracePt t="7112" x="3187700" y="5270500"/>
          <p14:tracePt t="7129" x="3219450" y="5264150"/>
          <p14:tracePt t="7146" x="3295650" y="5264150"/>
          <p14:tracePt t="7162" x="3321050" y="5264150"/>
          <p14:tracePt t="7179" x="3333750" y="5264150"/>
          <p14:tracePt t="7195" x="3365500" y="5264150"/>
          <p14:tracePt t="7212" x="3384550" y="5264150"/>
          <p14:tracePt t="7230" x="3397250" y="5264150"/>
          <p14:tracePt t="7245" x="3403600" y="5264150"/>
          <p14:tracePt t="7262" x="3409950" y="5264150"/>
          <p14:tracePt t="7279" x="3409950" y="5270500"/>
          <p14:tracePt t="7295" x="3416300" y="5276850"/>
          <p14:tracePt t="7312" x="3416300" y="5289550"/>
          <p14:tracePt t="7328" x="3422650" y="5295900"/>
          <p14:tracePt t="7362" x="3429000" y="5302250"/>
          <p14:tracePt t="7377" x="3429000" y="5314950"/>
          <p14:tracePt t="7395" x="3429000" y="5321300"/>
          <p14:tracePt t="7412" x="3429000" y="5327650"/>
          <p14:tracePt t="7428" x="3429000" y="5340350"/>
          <p14:tracePt t="7444" x="3429000" y="5346700"/>
          <p14:tracePt t="7462" x="3429000" y="5359400"/>
          <p14:tracePt t="7478" x="3429000" y="5365750"/>
          <p14:tracePt t="7495" x="3429000" y="5378450"/>
          <p14:tracePt t="7511" x="3429000" y="5397500"/>
          <p14:tracePt t="7527" x="3429000" y="5403850"/>
          <p14:tracePt t="7545" x="3429000" y="5410200"/>
          <p14:tracePt t="7587" x="3422650" y="5416550"/>
          <p14:tracePt t="8074" x="3409950" y="5416550"/>
          <p14:tracePt t="8081" x="3390900" y="5416550"/>
          <p14:tracePt t="8092" x="3371850" y="5410200"/>
          <p14:tracePt t="8110" x="3327400" y="5410200"/>
          <p14:tracePt t="8125" x="3302000" y="5410200"/>
          <p14:tracePt t="8142" x="3276600" y="5410200"/>
          <p14:tracePt t="8159" x="3175000" y="5410200"/>
          <p14:tracePt t="8175" x="3136900" y="5422900"/>
          <p14:tracePt t="8192" x="3098800" y="5422900"/>
          <p14:tracePt t="8208" x="2965450" y="5441950"/>
          <p14:tracePt t="8225" x="2794000" y="5467350"/>
          <p14:tracePt t="8243" x="2628900" y="5511800"/>
          <p14:tracePt t="8258" x="2546350" y="5518150"/>
          <p14:tracePt t="8275" x="2419350" y="5537200"/>
          <p14:tracePt t="8293" x="2336800" y="5549900"/>
          <p14:tracePt t="8308" x="2311400" y="5549900"/>
          <p14:tracePt t="8325" x="2266950" y="5549900"/>
          <p14:tracePt t="8341" x="2247900" y="5549900"/>
          <p14:tracePt t="8358" x="2241550" y="5549900"/>
          <p14:tracePt t="8580" x="2241550" y="5556250"/>
          <p14:tracePt t="8594" x="2247900" y="5562600"/>
          <p14:tracePt t="8600" x="2247900" y="5568950"/>
          <p14:tracePt t="8629" x="2254250" y="5575300"/>
          <p14:tracePt t="8636" x="2254250" y="5588000"/>
          <p14:tracePt t="8650" x="2260600" y="5600700"/>
          <p14:tracePt t="8664" x="2266950" y="5619750"/>
          <p14:tracePt t="8673" x="2273300" y="5638800"/>
          <p14:tracePt t="8690" x="2273300" y="5676900"/>
          <p14:tracePt t="8707" x="2298700" y="5816600"/>
          <p14:tracePt t="8723" x="2298700" y="5880100"/>
          <p14:tracePt t="8740" x="2317750" y="5994400"/>
          <p14:tracePt t="8757" x="2317750" y="6102350"/>
          <p14:tracePt t="8773" x="2330450" y="6153150"/>
          <p14:tracePt t="8790" x="2343150" y="6286500"/>
          <p14:tracePt t="8806" x="2343150" y="6337300"/>
          <p14:tracePt t="8823" x="2343150" y="6381750"/>
          <p14:tracePt t="8840" x="2349500" y="6419850"/>
          <p14:tracePt t="8857" x="2355850" y="6438900"/>
          <p14:tracePt t="8872" x="2355850" y="6445250"/>
          <p14:tracePt t="8889" x="2355850" y="6451600"/>
          <p14:tracePt t="8973" x="2355850" y="6445250"/>
          <p14:tracePt t="8994" x="2362200" y="6438900"/>
          <p14:tracePt t="9015" x="2368550" y="6432550"/>
          <p14:tracePt t="9023" x="2368550" y="6426200"/>
          <p14:tracePt t="9042" x="2374900" y="6419850"/>
          <p14:tracePt t="9057" x="2374900" y="6413500"/>
          <p14:tracePt t="9064" x="2374900" y="6407150"/>
          <p14:tracePt t="9073" x="2374900" y="6394450"/>
          <p14:tracePt t="9089" x="2374900" y="6381750"/>
          <p14:tracePt t="9105" x="2374900" y="6362700"/>
          <p14:tracePt t="9122" x="2374900" y="6324600"/>
          <p14:tracePt t="9138" x="2374900" y="6254750"/>
          <p14:tracePt t="9156" x="2374900" y="6229350"/>
          <p14:tracePt t="9172" x="2374900" y="6197600"/>
          <p14:tracePt t="9189" x="2374900" y="6121400"/>
          <p14:tracePt t="9205" x="2374900" y="6045200"/>
          <p14:tracePt t="9222" x="2374900" y="6007100"/>
          <p14:tracePt t="9238" x="2374900" y="5924550"/>
          <p14:tracePt t="9255" x="2374900" y="5867400"/>
          <p14:tracePt t="9272" x="2374900" y="5848350"/>
          <p14:tracePt t="9290" x="2374900" y="5803900"/>
          <p14:tracePt t="9305" x="2374900" y="5778500"/>
          <p14:tracePt t="9321" x="2374900" y="5765800"/>
          <p14:tracePt t="9339" x="2374900" y="5746750"/>
          <p14:tracePt t="9354" x="2368550" y="5727700"/>
          <p14:tracePt t="9372" x="2362200" y="5721350"/>
          <p14:tracePt t="9388" x="2362200" y="5702300"/>
          <p14:tracePt t="9421" x="2355850" y="5689600"/>
          <p14:tracePt t="9437" x="2355850" y="5683250"/>
          <p14:tracePt t="9454" x="2355850" y="5676900"/>
          <p14:tracePt t="9472" x="2355850" y="5670550"/>
          <p14:tracePt t="9488" x="2355850" y="5664200"/>
          <p14:tracePt t="9528" x="2349500" y="5664200"/>
          <p14:tracePt t="9556" x="2343150" y="5657850"/>
          <p14:tracePt t="9584" x="2336800" y="5657850"/>
          <p14:tracePt t="9605" x="2330450" y="5651500"/>
          <p14:tracePt t="9626" x="2324100" y="5651500"/>
          <p14:tracePt t="9654" x="2317750" y="5645150"/>
          <p14:tracePt t="9703" x="2311400" y="5638800"/>
          <p14:tracePt t="9837" x="2311400" y="5645150"/>
          <p14:tracePt t="9865" x="2311400" y="5651500"/>
          <p14:tracePt t="9879" x="2311400" y="5657850"/>
          <p14:tracePt t="9900" x="2311400" y="5664200"/>
          <p14:tracePt t="9907" x="2311400" y="5670550"/>
          <p14:tracePt t="9919" x="2311400" y="5676900"/>
          <p14:tracePt t="9936" x="2324100" y="5702300"/>
          <p14:tracePt t="9952" x="2330450" y="5721350"/>
          <p14:tracePt t="9969" x="2336800" y="5734050"/>
          <p14:tracePt t="9986" x="2362200" y="5797550"/>
          <p14:tracePt t="10002" x="2374900" y="5842000"/>
          <p14:tracePt t="10020" x="2400300" y="5905500"/>
          <p14:tracePt t="10036" x="2406650" y="5924550"/>
          <p14:tracePt t="10052" x="2413000" y="5975350"/>
          <p14:tracePt t="10069" x="2413000" y="6000750"/>
          <p14:tracePt t="10085" x="2413000" y="6019800"/>
          <p14:tracePt t="10102" x="2413000" y="6032500"/>
          <p14:tracePt t="10118" x="2413000" y="6038850"/>
          <p14:tracePt t="10301" x="2413000" y="6045200"/>
          <p14:tracePt t="10328" x="2413000" y="6051550"/>
          <p14:tracePt t="10336" x="2413000" y="6057900"/>
          <p14:tracePt t="10357" x="2413000" y="6064250"/>
          <p14:tracePt t="10371" x="2406650" y="6070600"/>
          <p14:tracePt t="10406" x="2406650" y="6076950"/>
          <p14:tracePt t="10441" x="2400300" y="6076950"/>
          <p14:tracePt t="10448" x="2393950" y="6076950"/>
          <p14:tracePt t="10469" x="2393950" y="6083300"/>
          <p14:tracePt t="10476" x="2393950" y="6089650"/>
          <p14:tracePt t="10539" x="2387600" y="6096000"/>
          <p14:tracePt t="10567" x="2387600" y="6102350"/>
          <p14:tracePt t="10589" x="2387600" y="6108700"/>
          <p14:tracePt t="10603" x="2387600" y="6115050"/>
          <p14:tracePt t="10631" x="2387600" y="6121400"/>
          <p14:tracePt t="10652" x="2387600" y="6127750"/>
          <p14:tracePt t="10658" x="2387600" y="6134100"/>
          <p14:tracePt t="10673" x="2387600" y="6140450"/>
          <p14:tracePt t="10687" x="2387600" y="6146800"/>
          <p14:tracePt t="10702" x="2387600" y="6153150"/>
          <p14:tracePt t="10722" x="2387600" y="6159500"/>
          <p14:tracePt t="10732" x="2387600" y="6165850"/>
          <p14:tracePt t="10751" x="2387600" y="6197600"/>
          <p14:tracePt t="10766" x="2393950" y="6210300"/>
          <p14:tracePt t="10783" x="2400300" y="6248400"/>
          <p14:tracePt t="10800" x="2406650" y="6292850"/>
          <p14:tracePt t="10816" x="2413000" y="6311900"/>
          <p14:tracePt t="10833" x="2425700" y="6337300"/>
          <p14:tracePt t="10849" x="2438400" y="6362700"/>
          <p14:tracePt t="10866" x="2444750" y="6369050"/>
          <p14:tracePt t="10883" x="2444750" y="6375400"/>
          <p14:tracePt t="10899" x="2451100" y="6381750"/>
          <p14:tracePt t="10933" x="2457450" y="6388100"/>
          <p14:tracePt t="10949" x="2457450" y="6400800"/>
          <p14:tracePt t="11655" x="2495550" y="6381750"/>
          <p14:tracePt t="11661" x="2540000" y="6343650"/>
          <p14:tracePt t="11676" x="2584450" y="6318250"/>
          <p14:tracePt t="11683" x="2628900" y="6292850"/>
          <p14:tracePt t="11696" x="2660650" y="6273800"/>
          <p14:tracePt t="11713" x="2705100" y="6248400"/>
          <p14:tracePt t="11729" x="2730500" y="6229350"/>
          <p14:tracePt t="11747" x="2755900" y="6210300"/>
          <p14:tracePt t="11762" x="2787650" y="6191250"/>
          <p14:tracePt t="11779" x="2806700" y="6178550"/>
          <p14:tracePt t="11796" x="2838450" y="6153150"/>
          <p14:tracePt t="11813" x="2851150" y="6134100"/>
          <p14:tracePt t="11829" x="2895600" y="6096000"/>
          <p14:tracePt t="11846" x="2940050" y="6051550"/>
          <p14:tracePt t="11863" x="2965450" y="6019800"/>
          <p14:tracePt t="11880" x="3003550" y="5975350"/>
          <p14:tracePt t="11896" x="3048000" y="5930900"/>
          <p14:tracePt t="11912" x="3067050" y="5911850"/>
          <p14:tracePt t="11929" x="3117850" y="5854700"/>
          <p14:tracePt t="11945" x="3155950" y="5816600"/>
          <p14:tracePt t="11963" x="3187700" y="5797550"/>
          <p14:tracePt t="11979" x="3232150" y="5759450"/>
          <p14:tracePt t="11995" x="3276600" y="5734050"/>
          <p14:tracePt t="12013" x="3295650" y="5715000"/>
          <p14:tracePt t="12028" x="3346450" y="5695950"/>
          <p14:tracePt t="12045" x="3390900" y="5689600"/>
          <p14:tracePt t="12063" x="3448050" y="5670550"/>
          <p14:tracePt t="12078" x="3479800" y="5664200"/>
          <p14:tracePt t="12095" x="3511550" y="5651500"/>
          <p14:tracePt t="12112" x="3625850" y="5607050"/>
          <p14:tracePt t="12128" x="3657600" y="5581650"/>
          <p14:tracePt t="12145" x="3676650" y="5575300"/>
          <p14:tracePt t="12162" x="3733800" y="5549900"/>
          <p14:tracePt t="12178" x="3790950" y="5524500"/>
          <p14:tracePt t="12195" x="3860800" y="5518150"/>
          <p14:tracePt t="12211" x="3886200" y="5518150"/>
          <p14:tracePt t="15333" x="3879850" y="5518150"/>
          <p14:tracePt t="15347" x="3873500" y="5518150"/>
          <p14:tracePt t="15354" x="3860800" y="5518150"/>
          <p14:tracePt t="15370" x="3848100" y="5511800"/>
          <p14:tracePt t="15384" x="3829050" y="5505450"/>
          <p14:tracePt t="15400" x="3810000" y="5505450"/>
          <p14:tracePt t="15417" x="3797300" y="5499100"/>
          <p14:tracePt t="15433" x="3759200" y="5499100"/>
          <p14:tracePt t="15450" x="3733800" y="5492750"/>
          <p14:tracePt t="15467" x="3657600" y="5492750"/>
          <p14:tracePt t="15483" x="3619500" y="5492750"/>
          <p14:tracePt t="15500" x="3562350" y="5492750"/>
          <p14:tracePt t="15517" x="3511550" y="5492750"/>
          <p14:tracePt t="15533" x="3486150" y="5492750"/>
          <p14:tracePt t="15550" x="3454400" y="5499100"/>
          <p14:tracePt t="15566" x="3416300" y="5518150"/>
          <p14:tracePt t="15583" x="3403600" y="5524500"/>
          <p14:tracePt t="15600" x="3371850" y="5524500"/>
          <p14:tracePt t="15616" x="3340100" y="5524500"/>
          <p14:tracePt t="15633" x="3327400" y="5530850"/>
          <p14:tracePt t="15650" x="3308350" y="5530850"/>
          <p14:tracePt t="15666" x="3263900" y="5530850"/>
          <p14:tracePt t="15683" x="3244850" y="5530850"/>
          <p14:tracePt t="15699" x="3200400" y="5537200"/>
          <p14:tracePt t="15716" x="3181350" y="5537200"/>
          <p14:tracePt t="15719" x="3149600" y="5530850"/>
          <p14:tracePt t="15732" x="3130550" y="5530850"/>
          <p14:tracePt t="15749" x="3079750" y="5524500"/>
          <p14:tracePt t="15766" x="3060700" y="5524500"/>
          <p14:tracePt t="15784" x="3028950" y="5524500"/>
          <p14:tracePt t="15799" x="3003550" y="5518150"/>
          <p14:tracePt t="15815" x="2990850" y="5518150"/>
          <p14:tracePt t="15832" x="2971800" y="5518150"/>
          <p14:tracePt t="15849" x="2965450" y="5518150"/>
          <p14:tracePt t="15882" x="2959100" y="5518150"/>
          <p14:tracePt t="15898" x="2952750" y="5518150"/>
          <p14:tracePt t="16155" x="2959100" y="5518150"/>
          <p14:tracePt t="16190" x="2965450" y="5518150"/>
          <p14:tracePt t="16198" x="2971800" y="5518150"/>
          <p14:tracePt t="16211" x="2978150" y="5518150"/>
          <p14:tracePt t="16218" x="2990850" y="5518150"/>
          <p14:tracePt t="16232" x="3003550" y="5518150"/>
          <p14:tracePt t="16247" x="3067050" y="5518150"/>
          <p14:tracePt t="16264" x="3124200" y="5530850"/>
          <p14:tracePt t="16283" x="3225800" y="5537200"/>
          <p14:tracePt t="16297" x="3359150" y="5543550"/>
          <p14:tracePt t="16314" x="3435350" y="5543550"/>
          <p14:tracePt t="16331" x="3536950" y="5543550"/>
          <p14:tracePt t="16347" x="3587750" y="5543550"/>
          <p14:tracePt t="16364" x="3663950" y="5543550"/>
          <p14:tracePt t="16381" x="3727450" y="5543550"/>
          <p14:tracePt t="16397" x="3746500" y="5543550"/>
          <p14:tracePt t="16415" x="3778250" y="5530850"/>
          <p14:tracePt t="16430" x="3803650" y="5530850"/>
          <p14:tracePt t="16447" x="3816350" y="5530850"/>
          <p14:tracePt t="16464" x="3822700" y="5530850"/>
          <p14:tracePt t="16982" x="3873500" y="5530850"/>
          <p14:tracePt t="16989" x="3937000" y="5524500"/>
          <p14:tracePt t="17003" x="4013200" y="5524500"/>
          <p14:tracePt t="17011" x="4076700" y="5524500"/>
          <p14:tracePt t="17028" x="4152900" y="5524500"/>
          <p14:tracePt t="17045" x="4273550" y="5505450"/>
          <p14:tracePt t="17061" x="4394200" y="5492750"/>
          <p14:tracePt t="17078" x="4432300" y="5486400"/>
          <p14:tracePt t="17095" x="4521200" y="5486400"/>
          <p14:tracePt t="17111" x="4578350" y="5486400"/>
          <p14:tracePt t="17128" x="4610100" y="5486400"/>
          <p14:tracePt t="17145" x="4648200" y="5486400"/>
          <p14:tracePt t="17161" x="4673600" y="5486400"/>
          <p14:tracePt t="17178" x="4718050" y="5486400"/>
          <p14:tracePt t="17193" x="4724400" y="5486400"/>
          <p14:tracePt t="17211" x="4730750" y="5486400"/>
          <p14:tracePt t="17228" x="4749800" y="5486400"/>
          <p14:tracePt t="17244" x="4768850" y="5486400"/>
          <p14:tracePt t="17261" x="4775200" y="5486400"/>
          <p14:tracePt t="17277" x="4787900" y="5486400"/>
          <p14:tracePt t="17294" x="4800600" y="5486400"/>
          <p14:tracePt t="17310" x="4806950" y="5486400"/>
          <p14:tracePt t="17327" x="4813300" y="5480050"/>
          <p14:tracePt t="17344" x="4819650" y="5480050"/>
          <p14:tracePt t="17706" x="4851400" y="5480050"/>
          <p14:tracePt t="17713" x="4914900" y="5473700"/>
          <p14:tracePt t="17725" x="4984750" y="5461000"/>
          <p14:tracePt t="17742" x="5137150" y="5441950"/>
          <p14:tracePt t="17759" x="5213350" y="5429250"/>
          <p14:tracePt t="17775" x="5302250" y="5422900"/>
          <p14:tracePt t="17792" x="5594350" y="5422900"/>
          <p14:tracePt t="17808" x="5695950" y="5422900"/>
          <p14:tracePt t="17826" x="5899150" y="5435600"/>
          <p14:tracePt t="17842" x="6007100" y="5454650"/>
          <p14:tracePt t="17858" x="6197600" y="5486400"/>
          <p14:tracePt t="17875" x="6381750" y="5518150"/>
          <p14:tracePt t="17892" x="6457950" y="5537200"/>
          <p14:tracePt t="17909" x="6553200" y="5562600"/>
          <p14:tracePt t="17925" x="6604000" y="5581650"/>
          <p14:tracePt t="17941" x="6629400" y="5588000"/>
          <p14:tracePt t="17959" x="6642100" y="5588000"/>
          <p14:tracePt t="17975" x="6654800" y="5594350"/>
          <p14:tracePt t="18008" x="6654800" y="5600700"/>
          <p14:tracePt t="18043" x="6648450" y="5600700"/>
          <p14:tracePt t="18058" x="6648450" y="5607050"/>
          <p14:tracePt t="18064" x="6648450" y="5613400"/>
          <p14:tracePt t="18074" x="6629400" y="5613400"/>
          <p14:tracePt t="18816" x="6623050" y="5613400"/>
          <p14:tracePt t="18823" x="6610350" y="5613400"/>
          <p14:tracePt t="18838" x="6597650" y="5607050"/>
          <p14:tracePt t="18844" x="6584950" y="5607050"/>
          <p14:tracePt t="18858" x="6578600" y="5607050"/>
          <p14:tracePt t="18872" x="6559550" y="5600700"/>
          <p14:tracePt t="18888" x="6527800" y="5594350"/>
          <p14:tracePt t="18905" x="6508750" y="5588000"/>
          <p14:tracePt t="18922" x="6438900" y="5581650"/>
          <p14:tracePt t="18938" x="6330950" y="5568950"/>
          <p14:tracePt t="18955" x="6254750" y="5568950"/>
          <p14:tracePt t="18972" x="6076950" y="5575300"/>
          <p14:tracePt t="18988" x="5848350" y="5588000"/>
          <p14:tracePt t="19005" x="5575300" y="5588000"/>
          <p14:tracePt t="19021" x="5448300" y="5594350"/>
          <p14:tracePt t="19038" x="5194300" y="5594350"/>
          <p14:tracePt t="19055" x="5067300" y="5594350"/>
          <p14:tracePt t="19072" x="4787900" y="5619750"/>
          <p14:tracePt t="19087" x="4673600" y="5626100"/>
          <p14:tracePt t="19104" x="4343400" y="5651500"/>
          <p14:tracePt t="19120" x="4229100" y="5657850"/>
          <p14:tracePt t="19137" x="4114800" y="5670550"/>
          <p14:tracePt t="19154" x="3949700" y="5676900"/>
          <p14:tracePt t="19171" x="3886200" y="5676900"/>
          <p14:tracePt t="19188" x="3778250" y="5683250"/>
          <p14:tracePt t="19204" x="3676650" y="5683250"/>
          <p14:tracePt t="19220" x="3632200" y="5676900"/>
          <p14:tracePt t="19237" x="3562350" y="5689600"/>
          <p14:tracePt t="19254" x="3536950" y="5702300"/>
          <p14:tracePt t="19272" x="3505200" y="5721350"/>
          <p14:tracePt t="19288" x="3473450" y="5734050"/>
          <p14:tracePt t="19303" x="3467100" y="5734050"/>
          <p14:tracePt t="19321" x="3435350" y="5746750"/>
          <p14:tracePt t="19337" x="3409950" y="5753100"/>
          <p14:tracePt t="19353" x="3390900" y="5753100"/>
          <p14:tracePt t="19371" x="3346450" y="5759450"/>
          <p14:tracePt t="19387" x="3314700" y="5765800"/>
          <p14:tracePt t="19403" x="3295650" y="5772150"/>
          <p14:tracePt t="19420" x="3244850" y="5772150"/>
          <p14:tracePt t="19436" x="3225800" y="5778500"/>
          <p14:tracePt t="19453" x="3181350" y="5784850"/>
          <p14:tracePt t="19470" x="3155950" y="5791200"/>
          <p14:tracePt t="19486" x="3149600" y="5791200"/>
          <p14:tracePt t="19545" x="3149600" y="5797550"/>
          <p14:tracePt t="19559" x="3149600" y="5803900"/>
          <p14:tracePt t="19566" x="3155950" y="5803900"/>
          <p14:tracePt t="19581" x="3162300" y="5810250"/>
          <p14:tracePt t="19589" x="3162300" y="5822950"/>
          <p14:tracePt t="19602" x="3168650" y="5829300"/>
          <p14:tracePt t="19620" x="3175000" y="5854700"/>
          <p14:tracePt t="19637" x="3181350" y="5911850"/>
          <p14:tracePt t="19652" x="3181350" y="5949950"/>
          <p14:tracePt t="19669" x="3187700" y="5988050"/>
          <p14:tracePt t="20227" x="3194050" y="5988050"/>
          <p14:tracePt t="20240" x="3200400" y="5988050"/>
          <p14:tracePt t="20248" x="3206750" y="5988050"/>
          <p14:tracePt t="20262" x="3213100" y="5981700"/>
          <p14:tracePt t="20270" x="3219450" y="5975350"/>
          <p14:tracePt t="20284" x="3232150" y="5969000"/>
          <p14:tracePt t="20300" x="3244850" y="5949950"/>
          <p14:tracePt t="20317" x="3251200" y="5949950"/>
          <p14:tracePt t="20333" x="3270250" y="5937250"/>
          <p14:tracePt t="20350" x="3282950" y="5937250"/>
          <p14:tracePt t="20367" x="3302000" y="5918200"/>
          <p14:tracePt t="20383" x="3308350" y="5918200"/>
          <p14:tracePt t="20400" x="3314700" y="5911850"/>
          <p14:tracePt t="20417" x="3333750" y="5905500"/>
          <p14:tracePt t="20433" x="3346450" y="5892800"/>
          <p14:tracePt t="20449" x="3346450" y="5886450"/>
          <p14:tracePt t="20466" x="3352800" y="5880100"/>
          <p14:tracePt t="20483" x="3359150" y="5880100"/>
          <p14:tracePt t="20536" x="3365500" y="5873750"/>
          <p14:tracePt t="20543" x="3371850" y="5873750"/>
          <p14:tracePt t="20578" x="3378200" y="5867400"/>
          <p14:tracePt t="20606" x="3384550" y="5867400"/>
          <p14:tracePt t="20613" x="3384550" y="5861050"/>
          <p14:tracePt t="20641" x="3390900" y="5861050"/>
          <p14:tracePt t="20650" x="3397250" y="5861050"/>
          <p14:tracePt t="20662" x="3403600" y="5854700"/>
          <p14:tracePt t="20669" x="3409950" y="5854700"/>
          <p14:tracePt t="20685" x="3416300" y="5848350"/>
          <p14:tracePt t="20698" x="3429000" y="5842000"/>
          <p14:tracePt t="20715" x="3460750" y="5829300"/>
          <p14:tracePt t="20732" x="3479800" y="5816600"/>
          <p14:tracePt t="20748" x="3543300" y="5791200"/>
          <p14:tracePt t="20765" x="3613150" y="5759450"/>
          <p14:tracePt t="20783" x="3702050" y="5734050"/>
          <p14:tracePt t="20798" x="3740150" y="5727700"/>
          <p14:tracePt t="20815" x="3835400" y="5702300"/>
          <p14:tracePt t="20832" x="3924300" y="5664200"/>
          <p14:tracePt t="20848" x="3962400" y="5657850"/>
          <p14:tracePt t="20865" x="4051300" y="5632450"/>
          <p14:tracePt t="20881" x="4108450" y="5619750"/>
          <p14:tracePt t="20898" x="4152900" y="5607050"/>
          <p14:tracePt t="20915" x="4222750" y="5594350"/>
          <p14:tracePt t="20931" x="4286250" y="5594350"/>
          <p14:tracePt t="20948" x="4330700" y="5588000"/>
          <p14:tracePt t="20965" x="4394200" y="5588000"/>
          <p14:tracePt t="20981" x="4425950" y="5588000"/>
          <p14:tracePt t="20998" x="4489450" y="5588000"/>
          <p14:tracePt t="21014" x="4540250" y="5588000"/>
          <p14:tracePt t="21031" x="4572000" y="5594350"/>
          <p14:tracePt t="21049" x="4603750" y="5600700"/>
          <p14:tracePt t="21064" x="4622800" y="5607050"/>
          <p14:tracePt t="21081" x="4641850" y="5607050"/>
          <p14:tracePt t="21098" x="4667250" y="5613400"/>
          <p14:tracePt t="21114" x="4692650" y="5619750"/>
          <p14:tracePt t="21130" x="4699000" y="5626100"/>
          <p14:tracePt t="21147" x="4711700" y="5626100"/>
          <p14:tracePt t="21164" x="4718050" y="5626100"/>
          <p14:tracePt t="21559" x="4743450" y="5632450"/>
          <p14:tracePt t="21566" x="4800600" y="5651500"/>
          <p14:tracePt t="21582" x="4851400" y="5670550"/>
          <p14:tracePt t="21595" x="5003800" y="5715000"/>
          <p14:tracePt t="21612" x="5067300" y="5746750"/>
          <p14:tracePt t="21629" x="5226050" y="5797550"/>
          <p14:tracePt t="21645" x="5410200" y="5848350"/>
          <p14:tracePt t="21662" x="5486400" y="5854700"/>
          <p14:tracePt t="21679" x="5651500" y="5918200"/>
          <p14:tracePt t="21695" x="5759450" y="5943600"/>
          <p14:tracePt t="21712" x="5797550" y="5949950"/>
          <p14:tracePt t="21728" x="5835650" y="5962650"/>
          <p14:tracePt t="21745" x="5848350" y="5962650"/>
          <p14:tracePt t="21761" x="5854700" y="5962650"/>
          <p14:tracePt t="21826" x="5861050" y="5962650"/>
          <p14:tracePt t="21868" x="5861050" y="5956300"/>
          <p14:tracePt t="21882" x="5854700" y="5949950"/>
          <p14:tracePt t="21896" x="5854700" y="5937250"/>
          <p14:tracePt t="21903" x="5854700" y="5930900"/>
          <p14:tracePt t="21924" x="5854700" y="5918200"/>
          <p14:tracePt t="22329" x="5905500" y="5918200"/>
          <p14:tracePt t="22336" x="5956300" y="5905500"/>
          <p14:tracePt t="22346" x="6013450" y="5899150"/>
          <p14:tracePt t="22359" x="6064250" y="5886450"/>
          <p14:tracePt t="22377" x="6108700" y="5880100"/>
          <p14:tracePt t="22393" x="6178550" y="5854700"/>
          <p14:tracePt t="22409" x="6242050" y="5835650"/>
          <p14:tracePt t="22426" x="6261100" y="5829300"/>
          <p14:tracePt t="22443" x="6299200" y="5822950"/>
          <p14:tracePt t="22459" x="6337300" y="5803900"/>
          <p14:tracePt t="22476" x="6350000" y="5803900"/>
          <p14:tracePt t="22493" x="6381750" y="5791200"/>
          <p14:tracePt t="22509" x="6426200" y="5791200"/>
          <p14:tracePt t="22527" x="6464300" y="5791200"/>
          <p14:tracePt t="22543" x="6489700" y="5791200"/>
          <p14:tracePt t="22559" x="6540500" y="5784850"/>
          <p14:tracePt t="22576" x="6610350" y="5772150"/>
          <p14:tracePt t="22592" x="6648450" y="5772150"/>
          <p14:tracePt t="22609" x="6692900" y="5772150"/>
          <p14:tracePt t="22625" x="6788150" y="5765800"/>
          <p14:tracePt t="25868" x="6781800" y="5765800"/>
          <p14:tracePt t="25882" x="6762750" y="5765800"/>
          <p14:tracePt t="25889" x="6743700" y="5765800"/>
          <p14:tracePt t="25897" x="6711950" y="5765800"/>
          <p14:tracePt t="25914" x="6686550" y="5765800"/>
          <p14:tracePt t="25931" x="6559550" y="5753100"/>
          <p14:tracePt t="25947" x="6483350" y="5753100"/>
          <p14:tracePt t="25964" x="6267450" y="5753100"/>
          <p14:tracePt t="25981" x="6026150" y="5746750"/>
          <p14:tracePt t="25997" x="5899150" y="5759450"/>
          <p14:tracePt t="26013" x="5632450" y="5765800"/>
          <p14:tracePt t="26030" x="5365750" y="5810250"/>
          <p14:tracePt t="26047" x="5181600" y="5861050"/>
          <p14:tracePt t="26064" x="4845050" y="5949950"/>
          <p14:tracePt t="26080" x="4489450" y="6026150"/>
          <p14:tracePt t="26096" x="4337050" y="6057900"/>
          <p14:tracePt t="26114" x="4070350" y="6127750"/>
          <p14:tracePt t="26130" x="3968750" y="6146800"/>
          <p14:tracePt t="26146" x="3784600" y="6197600"/>
          <p14:tracePt t="26163" x="3708400" y="6210300"/>
          <p14:tracePt t="26180" x="3587750" y="6229350"/>
          <p14:tracePt t="26196" x="3556000" y="6229350"/>
          <p14:tracePt t="26212" x="3498850" y="6229350"/>
          <p14:tracePt t="26229" x="3467100" y="6229350"/>
          <p14:tracePt t="26247" x="3435350" y="6210300"/>
          <p14:tracePt t="26263" x="3409950" y="6197600"/>
          <p14:tracePt t="26280" x="3384550" y="6197600"/>
          <p14:tracePt t="26296" x="3365500" y="6178550"/>
          <p14:tracePt t="26312" x="3333750" y="6172200"/>
          <p14:tracePt t="26329" x="3314700" y="6165850"/>
          <p14:tracePt t="26332" x="3282950" y="6159500"/>
          <p14:tracePt t="26346" x="3263900" y="6146800"/>
          <p14:tracePt t="26362" x="3213100" y="6127750"/>
          <p14:tracePt t="26380" x="3181350" y="6121400"/>
          <p14:tracePt t="26396" x="3149600" y="6108700"/>
          <p14:tracePt t="26412" x="3117850" y="6102350"/>
          <p14:tracePt t="26429" x="3098800" y="6102350"/>
          <p14:tracePt t="26445" x="3092450" y="6102350"/>
          <p14:tracePt t="26462" x="3086100" y="6102350"/>
          <p14:tracePt t="26514" x="3092450" y="6102350"/>
          <p14:tracePt t="26520" x="3098800" y="6102350"/>
          <p14:tracePt t="26542" x="3111500" y="6102350"/>
          <p14:tracePt t="26549" x="3117850" y="6102350"/>
          <p14:tracePt t="26565" x="3130550" y="6108700"/>
          <p14:tracePt t="26578" x="3143250" y="6108700"/>
          <p14:tracePt t="26595" x="3213100" y="6134100"/>
          <p14:tracePt t="26613" x="3371850" y="6159500"/>
          <p14:tracePt t="26628" x="3473450" y="6172200"/>
          <p14:tracePt t="26645" x="3714750" y="6203950"/>
          <p14:tracePt t="26662" x="3956050" y="6223000"/>
          <p14:tracePt t="26678" x="4070350" y="6235700"/>
          <p14:tracePt t="26695" x="4229100" y="6242050"/>
          <p14:tracePt t="26711" x="4318000" y="6242050"/>
          <p14:tracePt t="26728" x="4337050" y="6242050"/>
          <p14:tracePt t="26745" x="4362450" y="6242050"/>
          <p14:tracePt t="26760" x="4368800" y="6235700"/>
          <p14:tracePt t="26795" x="4375150" y="6235700"/>
          <p14:tracePt t="26872" x="4381500" y="6229350"/>
          <p14:tracePt t="26879" x="4381500" y="6223000"/>
          <p14:tracePt t="26894" x="4381500" y="6216650"/>
          <p14:tracePt t="27305" x="4400550" y="6216650"/>
          <p14:tracePt t="27320" x="4438650" y="6210300"/>
          <p14:tracePt t="27328" x="4508500" y="6197600"/>
          <p14:tracePt t="27342" x="4648200" y="6172200"/>
          <p14:tracePt t="27359" x="4756150" y="6140450"/>
          <p14:tracePt t="27376" x="4946650" y="6121400"/>
          <p14:tracePt t="27392" x="5048250" y="6096000"/>
          <p14:tracePt t="27409" x="5226050" y="6089650"/>
          <p14:tracePt t="27425" x="5384800" y="6076950"/>
          <p14:tracePt t="27442" x="5435600" y="6076950"/>
          <p14:tracePt t="27459" x="5537200" y="6070600"/>
          <p14:tracePt t="27475" x="5575300" y="6070600"/>
          <p14:tracePt t="27509" x="5581650" y="6070600"/>
          <p14:tracePt t="27586" x="5581650" y="6076950"/>
          <p14:tracePt t="27600" x="5562600" y="6083300"/>
          <p14:tracePt t="28037" x="5619750" y="6083300"/>
          <p14:tracePt t="28044" x="5708650" y="6083300"/>
          <p14:tracePt t="28059" x="5810250" y="6070600"/>
          <p14:tracePt t="28073" x="5899150" y="6064250"/>
          <p14:tracePt t="28090" x="6102350" y="6038850"/>
          <p14:tracePt t="28107" x="6273800" y="6032500"/>
          <p14:tracePt t="28123" x="6350000" y="6019800"/>
          <p14:tracePt t="28139" x="6489700" y="6019800"/>
          <p14:tracePt t="28157" x="6591300" y="6013450"/>
          <p14:tracePt t="28173" x="6635750" y="6013450"/>
          <p14:tracePt t="28189" x="6686550" y="6007100"/>
          <p14:tracePt t="28206" x="6718300" y="6007100"/>
          <p14:tracePt t="28222" x="6731000" y="6007100"/>
          <p14:tracePt t="28239" x="6737350" y="6007100"/>
          <p14:tracePt t="28256" x="6756400" y="6007100"/>
          <p14:tracePt t="28272" x="6762750" y="6013450"/>
          <p14:tracePt t="28289" x="6769100" y="6013450"/>
          <p14:tracePt t="28306" x="6813550" y="6038850"/>
          <p14:tracePt t="28322" x="6832600" y="6045200"/>
          <p14:tracePt t="28340" x="6877050" y="6057900"/>
          <p14:tracePt t="28355" x="6889750" y="6057900"/>
          <p14:tracePt t="28372" x="6908800" y="6096000"/>
          <p14:tracePt t="29383" x="6902450" y="6096000"/>
          <p14:tracePt t="29397" x="6889750" y="6096000"/>
          <p14:tracePt t="29412" x="6877050" y="6096000"/>
          <p14:tracePt t="29421" x="6864350" y="6096000"/>
          <p14:tracePt t="29435" x="6851650" y="6089650"/>
          <p14:tracePt t="29452" x="6832600" y="6089650"/>
          <p14:tracePt t="29468" x="6718300" y="6057900"/>
          <p14:tracePt t="29485" x="6648450" y="6057900"/>
          <p14:tracePt t="29502" x="6559550" y="6057900"/>
          <p14:tracePt t="29518" x="6311900" y="6083300"/>
          <p14:tracePt t="29535" x="5124450" y="6102350"/>
          <p14:tracePt t="29553" x="4051300" y="6178550"/>
          <p14:tracePt t="29568" x="3740150" y="6178550"/>
          <p14:tracePt t="29584" x="3321050" y="6165850"/>
          <p14:tracePt t="29601" x="3079750" y="6165850"/>
          <p14:tracePt t="29618" x="2978150" y="6159500"/>
          <p14:tracePt t="29634" x="2800350" y="6134100"/>
          <p14:tracePt t="29651" x="2679700" y="6108700"/>
          <p14:tracePt t="29668" x="2622550" y="6089650"/>
          <p14:tracePt t="29684" x="2559050" y="6057900"/>
          <p14:tracePt t="29700" x="2527300" y="6038850"/>
          <p14:tracePt t="29717" x="2508250" y="6032500"/>
          <p14:tracePt t="29736" x="2489200" y="6026150"/>
          <p14:tracePt t="29751" x="2476500" y="6026150"/>
          <p14:tracePt t="29767" x="2470150" y="6026150"/>
          <p14:tracePt t="29784" x="2457450" y="6032500"/>
          <p14:tracePt t="29800" x="2451100" y="6032500"/>
          <p14:tracePt t="29817" x="2413000" y="6038850"/>
          <p14:tracePt t="29834" x="2355850" y="6045200"/>
          <p14:tracePt t="29851" x="2324100" y="6045200"/>
          <p14:tracePt t="29868" x="2247900" y="6051550"/>
          <p14:tracePt t="29884" x="2165350" y="6051550"/>
          <p14:tracePt t="29900" x="2133600" y="6045200"/>
          <p14:tracePt t="29917" x="2089150" y="6038850"/>
          <p14:tracePt t="29933" x="2051050" y="6038850"/>
          <p14:tracePt t="29950" x="2038350" y="6026150"/>
          <p14:tracePt t="29967" x="2032000" y="6026150"/>
          <p14:tracePt t="29983" x="2025650" y="6026150"/>
          <p14:tracePt t="30029" x="2025650" y="6032500"/>
          <p14:tracePt t="30043" x="2025650" y="6038850"/>
          <p14:tracePt t="30072" x="2025650" y="6045200"/>
          <p14:tracePt t="30099" x="2025650" y="6051550"/>
          <p14:tracePt t="30121" x="2032000" y="6051550"/>
          <p14:tracePt t="30156" x="2038350" y="6057900"/>
          <p14:tracePt t="30184" x="2044700" y="6057900"/>
          <p14:tracePt t="30191" x="2051050" y="6057900"/>
          <p14:tracePt t="30233" x="2063750" y="6057900"/>
          <p14:tracePt t="30261" x="2076450" y="6057900"/>
          <p14:tracePt t="30331" x="2082800" y="6057900"/>
          <p14:tracePt t="30353" x="2089150" y="6057900"/>
          <p14:tracePt t="30381" x="2095500" y="6057900"/>
          <p14:tracePt t="30401" x="2101850" y="6057900"/>
          <p14:tracePt t="30423" x="2108200" y="6057900"/>
          <p14:tracePt t="30444" x="2114550" y="6057900"/>
          <p14:tracePt t="30451" x="2120900" y="6057900"/>
          <p14:tracePt t="30466" x="2127250" y="6064250"/>
          <p14:tracePt t="30472" x="2133600" y="6064250"/>
          <p14:tracePt t="30486" x="2146300" y="6064250"/>
          <p14:tracePt t="30498" x="2165350" y="6070600"/>
          <p14:tracePt t="30515" x="2209800" y="6083300"/>
          <p14:tracePt t="30531" x="2235200" y="6089650"/>
          <p14:tracePt t="30549" x="2305050" y="6096000"/>
          <p14:tracePt t="30564" x="2387600" y="6102350"/>
          <p14:tracePt t="30581" x="2425700" y="6102350"/>
          <p14:tracePt t="30598" x="2508250" y="6108700"/>
          <p14:tracePt t="30614" x="2584450" y="6108700"/>
          <p14:tracePt t="30631" x="2635250" y="6121400"/>
          <p14:tracePt t="30649" x="2717800" y="6121400"/>
          <p14:tracePt t="30664" x="2794000" y="6121400"/>
          <p14:tracePt t="30681" x="2825750" y="6121400"/>
          <p14:tracePt t="30697" x="2895600" y="6115050"/>
          <p14:tracePt t="30714" x="2933700" y="6102350"/>
          <p14:tracePt t="30731" x="2971800" y="6108700"/>
          <p14:tracePt t="31187" x="2990850" y="6108700"/>
          <p14:tracePt t="31195" x="3022600" y="6108700"/>
          <p14:tracePt t="31208" x="3048000" y="6108700"/>
          <p14:tracePt t="31216" x="3079750" y="6108700"/>
          <p14:tracePt t="31232" x="3105150" y="6108700"/>
          <p14:tracePt t="31245" x="3175000" y="6108700"/>
          <p14:tracePt t="31262" x="3200400" y="6102350"/>
          <p14:tracePt t="31279" x="3232150" y="6102350"/>
          <p14:tracePt t="31295" x="3302000" y="6096000"/>
          <p14:tracePt t="31312" x="3359150" y="6096000"/>
          <p14:tracePt t="31328" x="3435350" y="6096000"/>
          <p14:tracePt t="31345" x="3473450" y="6102350"/>
          <p14:tracePt t="31363" x="3575050" y="6102350"/>
          <p14:tracePt t="31378" x="3683000" y="6102350"/>
          <p14:tracePt t="31395" x="3746500" y="6108700"/>
          <p14:tracePt t="31398" x="3797300" y="6108700"/>
          <p14:tracePt t="31412" x="3835400" y="6108700"/>
          <p14:tracePt t="31428" x="3930650" y="6108700"/>
          <p14:tracePt t="31445" x="3968750" y="6108700"/>
          <p14:tracePt t="31462" x="4025900" y="6115050"/>
          <p14:tracePt t="31478" x="4076700" y="6121400"/>
          <p14:tracePt t="31494" x="4095750" y="6121400"/>
          <p14:tracePt t="31511" x="4146550" y="6140450"/>
          <p14:tracePt t="31528" x="4216400" y="6153150"/>
          <p14:tracePt t="31545" x="4260850" y="6172200"/>
          <p14:tracePt t="31560" x="4356100" y="6197600"/>
          <p14:tracePt t="31578" x="4387850" y="6210300"/>
          <p14:tracePt t="31595" x="4470400" y="6242050"/>
          <p14:tracePt t="31611" x="4489450" y="6254750"/>
          <p14:tracePt t="31627" x="4502150" y="6261100"/>
          <p14:tracePt t="31645" x="4514850" y="6273800"/>
          <p14:tracePt t="31661" x="4533900" y="6280150"/>
          <p14:tracePt t="31677" x="4540250" y="6286500"/>
          <p14:tracePt t="31694" x="4546600" y="6299200"/>
          <p14:tracePt t="31710" x="4565650" y="6311900"/>
          <p14:tracePt t="31728" x="4572000" y="6337300"/>
          <p14:tracePt t="31744" x="4584700" y="6343650"/>
          <p14:tracePt t="32619" x="4597400" y="6343650"/>
          <p14:tracePt t="32633" x="4616450" y="6350000"/>
          <p14:tracePt t="32641" x="4641850" y="6350000"/>
          <p14:tracePt t="32654" x="4660900" y="6350000"/>
          <p14:tracePt t="32661" x="4673600" y="6350000"/>
          <p14:tracePt t="32674" x="4692650" y="6350000"/>
          <p14:tracePt t="32690" x="4730750" y="6350000"/>
          <p14:tracePt t="32707" x="4762500" y="6350000"/>
          <p14:tracePt t="32725" x="4819650" y="6330950"/>
          <p14:tracePt t="32740" x="4895850" y="6311900"/>
          <p14:tracePt t="32756" x="4921250" y="6311900"/>
          <p14:tracePt t="32774" x="5003800" y="6286500"/>
          <p14:tracePt t="32790" x="5041900" y="6286500"/>
          <p14:tracePt t="32807" x="5118100" y="6286500"/>
          <p14:tracePt t="32823" x="5200650" y="6286500"/>
          <p14:tracePt t="32840" x="5245100" y="6292850"/>
          <p14:tracePt t="32857" x="5314950" y="6305550"/>
          <p14:tracePt t="32873" x="5353050" y="6311900"/>
          <p14:tracePt t="32889" x="5365750" y="6318250"/>
          <p14:tracePt t="32907" x="5391150" y="6324600"/>
          <p14:tracePt t="32923" x="5403850" y="6330950"/>
          <p14:tracePt t="32957" x="5403850" y="6337300"/>
          <p14:tracePt t="32992" x="5397500" y="6337300"/>
          <p14:tracePt t="33012" x="5391150" y="6337300"/>
          <p14:tracePt t="33475" x="5422900" y="6343650"/>
          <p14:tracePt t="33482" x="5473700" y="6350000"/>
          <p14:tracePt t="33496" x="5537200" y="6350000"/>
          <p14:tracePt t="33504" x="5594350" y="6350000"/>
          <p14:tracePt t="33521" x="5645150" y="6350000"/>
          <p14:tracePt t="33538" x="5759450" y="6350000"/>
          <p14:tracePt t="33554" x="5880100" y="6337300"/>
          <p14:tracePt t="33571" x="5943600" y="6337300"/>
          <p14:tracePt t="33589" x="6070600" y="6337300"/>
          <p14:tracePt t="33604" x="6184900" y="6337300"/>
          <p14:tracePt t="33621" x="6229350" y="6350000"/>
          <p14:tracePt t="33637" x="6286500" y="6356350"/>
          <p14:tracePt t="33653" x="6311900" y="6356350"/>
          <p14:tracePt t="33672" x="6350000" y="6362700"/>
          <p14:tracePt t="33688" x="6362700" y="6369050"/>
          <p14:tracePt t="33704" x="6369050" y="6369050"/>
          <p14:tracePt t="33721" x="6388100" y="6369050"/>
          <p14:tracePt t="33736" x="6400800" y="6369050"/>
          <p14:tracePt t="33770" x="6407150" y="6369050"/>
          <p14:tracePt t="33786" x="6413500" y="6375400"/>
          <p14:tracePt t="33820" x="6426200" y="6375400"/>
          <p14:tracePt t="33836" x="6438900" y="6369050"/>
          <p14:tracePt t="33853" x="6445250" y="6369050"/>
          <p14:tracePt t="38023" x="6432550" y="6369050"/>
          <p14:tracePt t="38037" x="6400800" y="6369050"/>
          <p14:tracePt t="38044" x="6350000" y="6369050"/>
          <p14:tracePt t="38056" x="6273800" y="6381750"/>
          <p14:tracePt t="38073" x="6146800" y="6381750"/>
          <p14:tracePt t="38088" x="6083300" y="6381750"/>
          <p14:tracePt t="38105" x="6019800" y="6381750"/>
          <p14:tracePt t="38122" x="5797550" y="6369050"/>
          <p14:tracePt t="38138" x="5734050" y="6369050"/>
          <p14:tracePt t="38155" x="5670550" y="6369050"/>
          <p14:tracePt t="38172" x="5524500" y="6337300"/>
          <p14:tracePt t="38188" x="5359400" y="6311900"/>
          <p14:tracePt t="38205" x="5276850" y="6286500"/>
          <p14:tracePt t="38221" x="5149850" y="6280150"/>
          <p14:tracePt t="38238" x="5067300" y="6286500"/>
          <p14:tracePt t="38256" x="5003800" y="6311900"/>
          <p14:tracePt t="38271" x="4984750" y="6318250"/>
          <p14:tracePt t="38288" x="4965700" y="6324600"/>
          <p14:tracePt t="38305" x="4914900" y="6343650"/>
          <p14:tracePt t="38321" x="4895850" y="6343650"/>
          <p14:tracePt t="38338" x="4845050" y="6343650"/>
          <p14:tracePt t="38354" x="4794250" y="6343650"/>
          <p14:tracePt t="38371" x="4743450" y="6343650"/>
          <p14:tracePt t="38387" x="4724400" y="6343650"/>
          <p14:tracePt t="38403" x="4654550" y="6337300"/>
          <p14:tracePt t="38420" x="4635500" y="6330950"/>
          <p14:tracePt t="38438" x="4616450" y="6324600"/>
          <p14:tracePt t="38454" x="4578350" y="6311900"/>
          <p14:tracePt t="38471" x="4546600" y="6299200"/>
          <p14:tracePt t="38488" x="4527550" y="6286500"/>
          <p14:tracePt t="38503" x="4514850" y="6280150"/>
          <p14:tracePt t="38521" x="4502150" y="6273800"/>
          <p14:tracePt t="38537" x="4502150" y="6267450"/>
          <p14:tracePt t="38554" x="4495800" y="6267450"/>
          <p14:tracePt t="38570" x="4489450" y="6267450"/>
          <p14:tracePt t="38607" x="4483100" y="6267450"/>
          <p14:tracePt t="38620" x="4476750" y="6267450"/>
          <p14:tracePt t="38636" x="4470400" y="6267450"/>
          <p14:tracePt t="38677" x="4464050" y="6267450"/>
          <p14:tracePt t="38803" x="4464050" y="6273800"/>
          <p14:tracePt t="39989" x="4457700" y="6273800"/>
          <p14:tracePt t="40003" x="4445000" y="6267450"/>
          <p14:tracePt t="40009" x="4438650" y="6261100"/>
          <p14:tracePt t="40023" x="4419600" y="6261100"/>
          <p14:tracePt t="40033" x="4400550" y="6242050"/>
          <p14:tracePt t="40048" x="4387850" y="6235700"/>
          <p14:tracePt t="40066" x="4337050" y="6216650"/>
          <p14:tracePt t="40082" x="4273550" y="6191250"/>
          <p14:tracePt t="40098" x="4241800" y="6178550"/>
          <p14:tracePt t="40116" x="4165600" y="6146800"/>
          <p14:tracePt t="40131" x="4108450" y="6121400"/>
          <p14:tracePt t="40148" x="4064000" y="6115050"/>
          <p14:tracePt t="40165" x="3968750" y="6089650"/>
          <p14:tracePt t="40181" x="3911600" y="6070600"/>
          <p14:tracePt t="40197" x="3771900" y="6032500"/>
          <p14:tracePt t="40214" x="3638550" y="6000750"/>
          <p14:tracePt t="40231" x="3581400" y="5994400"/>
          <p14:tracePt t="40248" x="3397250" y="5962650"/>
          <p14:tracePt t="40264" x="3333750" y="5943600"/>
          <p14:tracePt t="40281" x="3276600" y="5937250"/>
          <p14:tracePt t="40298" x="3194050" y="5918200"/>
          <p14:tracePt t="40314" x="3124200" y="5905500"/>
          <p14:tracePt t="40331" x="3105150" y="5905500"/>
          <p14:tracePt t="40347" x="3060700" y="5899150"/>
          <p14:tracePt t="40364" x="3041650" y="5899150"/>
          <p14:tracePt t="40381" x="3028950" y="5899150"/>
          <p14:tracePt t="40397" x="3003550" y="5892800"/>
          <p14:tracePt t="40414" x="2984500" y="5892800"/>
          <p14:tracePt t="40432" x="2952750" y="5905500"/>
          <p14:tracePt t="40446" x="2927350" y="5911850"/>
          <p14:tracePt t="40464" x="2863850" y="5918200"/>
          <p14:tracePt t="40481" x="2787650" y="5943600"/>
          <p14:tracePt t="40497" x="2749550" y="5949950"/>
          <p14:tracePt t="40513" x="2717800" y="5969000"/>
          <p14:tracePt t="40530" x="2603500" y="6007100"/>
          <p14:tracePt t="40546" x="2571750" y="6026150"/>
          <p14:tracePt t="40563" x="2546350" y="6038850"/>
          <p14:tracePt t="40580" x="2495550" y="6064250"/>
          <p14:tracePt t="40597" x="2463800" y="6102350"/>
          <p14:tracePt t="40614" x="2425700" y="6140450"/>
          <p14:tracePt t="40630" x="2413000" y="6153150"/>
          <p14:tracePt t="40646" x="2374900" y="6178550"/>
          <p14:tracePt t="40663" x="2355850" y="6197600"/>
          <p14:tracePt t="40679" x="2336800" y="6216650"/>
          <p14:tracePt t="40697" x="2317750" y="6229350"/>
          <p14:tracePt t="40713" x="2292350" y="6242050"/>
          <p14:tracePt t="40729" x="2279650" y="6254750"/>
          <p14:tracePt t="40746" x="2260600" y="6261100"/>
          <p14:tracePt t="40762" x="2247900" y="6273800"/>
          <p14:tracePt t="40779" x="2247900" y="6280150"/>
          <p14:tracePt t="40798" x="2235200" y="6280150"/>
          <p14:tracePt t="40812" x="2228850" y="6286500"/>
          <p14:tracePt t="40846" x="2222500" y="6286500"/>
          <p14:tracePt t="41077" x="2216150" y="6286500"/>
          <p14:tracePt t="41133" x="2209800" y="6280150"/>
          <p14:tracePt t="41161" x="2209800" y="6273800"/>
          <p14:tracePt t="41196" x="2209800" y="6267450"/>
          <p14:tracePt t="41204" x="2209800" y="6261100"/>
          <p14:tracePt t="41225" x="2203450" y="6261100"/>
          <p14:tracePt t="41232" x="2203450" y="6254750"/>
          <p14:tracePt t="41247" x="2203450" y="6248400"/>
          <p14:tracePt t="41267" x="2197100" y="6235700"/>
          <p14:tracePt t="41277" x="2190750" y="6223000"/>
          <p14:tracePt t="41294" x="2184400" y="6191250"/>
          <p14:tracePt t="41311" x="2159000" y="6134100"/>
          <p14:tracePt t="41327" x="2133600" y="6026150"/>
          <p14:tracePt t="41345" x="2101850" y="5892800"/>
          <p14:tracePt t="41360" x="2082800" y="5822950"/>
          <p14:tracePt t="41377" x="2070100" y="5708650"/>
          <p14:tracePt t="41394" x="2057400" y="5613400"/>
          <p14:tracePt t="41410" x="2057400" y="5575300"/>
          <p14:tracePt t="41427" x="2057400" y="5543550"/>
          <p14:tracePt t="41444" x="2057400" y="5486400"/>
          <p14:tracePt t="41460" x="2057400" y="5467350"/>
          <p14:tracePt t="41463" x="2063750" y="5448300"/>
          <p14:tracePt t="41479" x="2076450" y="5422900"/>
          <p14:tracePt t="41493" x="2076450" y="5403850"/>
          <p14:tracePt t="41510" x="2082800" y="5391150"/>
          <p14:tracePt t="41528" x="2095500" y="5353050"/>
          <p14:tracePt t="41543" x="2108200" y="5327650"/>
          <p14:tracePt t="41560" x="2114550" y="5308600"/>
          <p14:tracePt t="41577" x="2133600" y="5270500"/>
          <p14:tracePt t="41593" x="2146300" y="5257800"/>
          <p14:tracePt t="41610" x="2152650" y="5251450"/>
          <p14:tracePt t="41626" x="2152650" y="5245100"/>
          <p14:tracePt t="41646" x="2159000" y="5245100"/>
          <p14:tracePt t="41662" x="2165350" y="5251450"/>
          <p14:tracePt t="41681" x="2165350" y="5257800"/>
          <p14:tracePt t="41696" x="2165350" y="5270500"/>
          <p14:tracePt t="41710" x="2165350" y="5276850"/>
          <p14:tracePt t="41726" x="2178050" y="5302250"/>
          <p14:tracePt t="41743" x="2184400" y="5308600"/>
          <p14:tracePt t="41759" x="2203450" y="5359400"/>
          <p14:tracePt t="41776" x="2209800" y="5391150"/>
          <p14:tracePt t="41792" x="2235200" y="5448300"/>
          <p14:tracePt t="41809" x="2247900" y="5530850"/>
          <p14:tracePt t="41825" x="2260600" y="5588000"/>
          <p14:tracePt t="41843" x="2279650" y="5695950"/>
          <p14:tracePt t="41859" x="2292350" y="5784850"/>
          <p14:tracePt t="41875" x="2292350" y="5829300"/>
          <p14:tracePt t="41893" x="2298700" y="5873750"/>
          <p14:tracePt t="41909" x="2298700" y="5918200"/>
          <p14:tracePt t="41925" x="2298700" y="5937250"/>
          <p14:tracePt t="41942" x="2298700" y="5956300"/>
          <p14:tracePt t="41958" x="2305050" y="5969000"/>
          <p14:tracePt t="41991" x="2311400" y="5981700"/>
          <p14:tracePt t="42008" x="2317750" y="6000750"/>
          <p14:tracePt t="42026" x="2324100" y="6013450"/>
          <p14:tracePt t="42058" x="2330450" y="6026150"/>
          <p14:tracePt t="42076" x="2336800" y="6051550"/>
          <p14:tracePt t="42091" x="2343150" y="6051550"/>
          <p14:tracePt t="42108" x="2343150" y="6057900"/>
          <p14:tracePt t="42125" x="2343150" y="6070600"/>
          <p14:tracePt t="42141" x="2343150" y="6076950"/>
          <p14:tracePt t="42187" x="2349500" y="6076950"/>
          <p14:tracePt t="42214" x="2355850" y="6083300"/>
          <p14:tracePt t="42271" x="2362200" y="6083300"/>
          <p14:tracePt t="42278" x="2368550" y="6083300"/>
          <p14:tracePt t="42290" x="2374900" y="6083300"/>
          <p14:tracePt t="42307" x="2387600" y="6070600"/>
          <p14:tracePt t="42324" x="2400300" y="6057900"/>
          <p14:tracePt t="42342" x="2451100" y="6000750"/>
          <p14:tracePt t="42357" x="2520950" y="5911850"/>
          <p14:tracePt t="42374" x="2571750" y="5842000"/>
          <p14:tracePt t="42391" x="2660650" y="5689600"/>
          <p14:tracePt t="42407" x="2711450" y="5619750"/>
          <p14:tracePt t="42423" x="2813050" y="5492750"/>
          <p14:tracePt t="42440" x="2895600" y="5384800"/>
          <p14:tracePt t="42457" x="2933700" y="5353050"/>
          <p14:tracePt t="42473" x="2984500" y="5302250"/>
          <p14:tracePt t="42490" x="3048000" y="5264150"/>
          <p14:tracePt t="42506" x="3073400" y="5257800"/>
          <p14:tracePt t="42510" x="3098800" y="5251450"/>
          <p14:tracePt t="42524" x="3130550" y="5245100"/>
          <p14:tracePt t="42540" x="3181350" y="5232400"/>
          <p14:tracePt t="42556" x="3200400" y="5232400"/>
          <p14:tracePt t="42573" x="3244850" y="5232400"/>
          <p14:tracePt t="42589" x="3289300" y="5245100"/>
          <p14:tracePt t="42606" x="3321050" y="5257800"/>
          <p14:tracePt t="42623" x="3352800" y="5270500"/>
          <p14:tracePt t="42639" x="3371850" y="5295900"/>
          <p14:tracePt t="42656" x="3378200" y="5321300"/>
          <p14:tracePt t="42672" x="3397250" y="5359400"/>
          <p14:tracePt t="42690" x="3403600" y="5384800"/>
          <p14:tracePt t="42707" x="3416300" y="5480050"/>
          <p14:tracePt t="42722" x="3422650" y="5518150"/>
          <p14:tracePt t="42739" x="3422650" y="5588000"/>
          <p14:tracePt t="42756" x="3409950" y="5689600"/>
          <p14:tracePt t="42772" x="3384550" y="5835650"/>
          <p14:tracePt t="42789" x="3352800" y="5905500"/>
          <p14:tracePt t="42805" x="3327400" y="6026150"/>
          <p14:tracePt t="42822" x="3276600" y="6089650"/>
          <p14:tracePt t="42839" x="3257550" y="6096000"/>
          <p14:tracePt t="42855" x="3213100" y="6121400"/>
          <p14:tracePt t="42872" x="3162300" y="6134100"/>
          <p14:tracePt t="42889" x="3111500" y="6140450"/>
          <p14:tracePt t="42905" x="3073400" y="6140450"/>
          <p14:tracePt t="42922" x="2997200" y="6140450"/>
          <p14:tracePt t="42939" x="2927350" y="6134100"/>
          <p14:tracePt t="42955" x="2882900" y="6121400"/>
          <p14:tracePt t="42972" x="2844800" y="6115050"/>
          <p14:tracePt t="42988" x="2743200" y="6076950"/>
          <p14:tracePt t="43006" x="2705100" y="6051550"/>
          <p14:tracePt t="43009" x="2667000" y="6032500"/>
          <p14:tracePt t="43024" x="2628900" y="6007100"/>
          <p14:tracePt t="43038" x="2597150" y="5981700"/>
          <p14:tracePt t="43054" x="2527300" y="5911850"/>
          <p14:tracePt t="43072" x="2508250" y="5892800"/>
          <p14:tracePt t="43088" x="2457450" y="5816600"/>
          <p14:tracePt t="43105" x="2393950" y="5746750"/>
          <p14:tracePt t="43121" x="2343150" y="5670550"/>
          <p14:tracePt t="43138" x="2336800" y="5626100"/>
          <p14:tracePt t="43154" x="2311400" y="5568950"/>
          <p14:tracePt t="43170" x="2305050" y="5518150"/>
          <p14:tracePt t="43187" x="2305050" y="5505450"/>
          <p14:tracePt t="43206" x="2305050" y="5480050"/>
          <p14:tracePt t="43221" x="2305050" y="5473700"/>
          <p14:tracePt t="43261" x="2305050" y="5480050"/>
          <p14:tracePt t="43270" x="2317750" y="5486400"/>
          <p14:tracePt t="43287" x="2330450" y="5486400"/>
          <p14:tracePt t="43304" x="2362200" y="5505450"/>
          <p14:tracePt t="43320" x="2387600" y="5511800"/>
          <p14:tracePt t="43337" x="2457450" y="5556250"/>
          <p14:tracePt t="43353" x="2552700" y="5626100"/>
          <p14:tracePt t="43370" x="2597150" y="5664200"/>
          <p14:tracePt t="43387" x="2667000" y="5753100"/>
          <p14:tracePt t="43403" x="2717800" y="5835650"/>
          <p14:tracePt t="43420" x="2736850" y="5873750"/>
          <p14:tracePt t="43437" x="2755900" y="5930900"/>
          <p14:tracePt t="43453" x="2762250" y="5962650"/>
          <p14:tracePt t="43470" x="2755900" y="5975350"/>
          <p14:tracePt t="43487" x="2749550" y="5994400"/>
          <p14:tracePt t="43503" x="2743200" y="6007100"/>
          <p14:tracePt t="43520" x="2736850" y="6007100"/>
          <p14:tracePt t="43536" x="2711450" y="6007100"/>
          <p14:tracePt t="43553" x="2692400" y="6007100"/>
          <p14:tracePt t="43570" x="2673350" y="6007100"/>
          <p14:tracePt t="43586" x="2660650" y="6000750"/>
          <p14:tracePt t="43603" x="2647950" y="6000750"/>
          <p14:tracePt t="43621" x="2597150" y="6007100"/>
          <p14:tracePt t="43636" x="2578100" y="6013450"/>
          <p14:tracePt t="43654" x="2552700" y="6019800"/>
          <p14:tracePt t="43669" x="2520950" y="6032500"/>
          <p14:tracePt t="43685" x="2482850" y="6045200"/>
          <p14:tracePt t="43702" x="2470150" y="6051550"/>
          <p14:tracePt t="43719" x="2451100" y="6070600"/>
          <p14:tracePt t="43736" x="2444750" y="6076950"/>
          <p14:tracePt t="43754" x="2432050" y="6089650"/>
          <p14:tracePt t="43769" x="2425700" y="6102350"/>
          <p14:tracePt t="43785" x="2413000" y="6121400"/>
          <p14:tracePt t="43802" x="2400300" y="6140450"/>
          <p14:tracePt t="43819" x="2387600" y="6153150"/>
          <p14:tracePt t="43835" x="2374900" y="6178550"/>
          <p14:tracePt t="43853" x="2355850" y="6197600"/>
          <p14:tracePt t="43868" x="2349500" y="6210300"/>
          <p14:tracePt t="43886" x="2330450" y="6223000"/>
          <p14:tracePt t="43918" x="2324100" y="6223000"/>
          <p14:tracePt t="43942" x="2317750" y="6223000"/>
          <p14:tracePt t="43970" x="2311400" y="6229350"/>
          <p14:tracePt t="44012" x="2305050" y="6229350"/>
          <p14:tracePt t="44125" x="2298700" y="6229350"/>
          <p14:tracePt t="44146" x="2292350" y="6229350"/>
          <p14:tracePt t="44174" x="2286000" y="6223000"/>
          <p14:tracePt t="44202" x="2279650" y="6216650"/>
          <p14:tracePt t="44223" x="2279650" y="6210300"/>
          <p14:tracePt t="44237" x="2279650" y="6203950"/>
          <p14:tracePt t="44243" x="2273300" y="6197600"/>
          <p14:tracePt t="44253" x="2273300" y="6191250"/>
          <p14:tracePt t="44267" x="2266950" y="6178550"/>
          <p14:tracePt t="44284" x="2266950" y="6172200"/>
          <p14:tracePt t="44301" x="2260600" y="6146800"/>
          <p14:tracePt t="44316" x="2254250" y="6108700"/>
          <p14:tracePt t="44333" x="2247900" y="6096000"/>
          <p14:tracePt t="44350" x="2241550" y="6070600"/>
          <p14:tracePt t="44367" x="2235200" y="6045200"/>
          <p14:tracePt t="44384" x="2228850" y="6032500"/>
          <p14:tracePt t="44400" x="2222500" y="6007100"/>
          <p14:tracePt t="44416" x="2209800" y="5981700"/>
          <p14:tracePt t="44434" x="2197100" y="5956300"/>
          <p14:tracePt t="44450" x="2190750" y="5943600"/>
          <p14:tracePt t="44466" x="2171700" y="5918200"/>
          <p14:tracePt t="44484" x="2146300" y="5892800"/>
          <p14:tracePt t="44500" x="2139950" y="5880100"/>
          <p14:tracePt t="44516" x="2133600" y="5867400"/>
          <p14:tracePt t="44519" x="2127250" y="5854700"/>
          <p14:tracePt t="44533" x="2120900" y="5842000"/>
          <p14:tracePt t="44549" x="2114550" y="5829300"/>
          <p14:tracePt t="44566" x="2114550" y="5822950"/>
          <p14:tracePt t="44583" x="2108200" y="5810250"/>
          <p14:tracePt t="44599" x="2101850" y="5810250"/>
          <p14:tracePt t="44623" x="2101850" y="5803900"/>
          <p14:tracePt t="44645" x="2095500" y="5797550"/>
          <p14:tracePt t="44673" x="2095500" y="5791200"/>
          <p14:tracePt t="44694" x="2089150" y="5784850"/>
          <p14:tracePt t="44715" x="2089150" y="5778500"/>
          <p14:tracePt t="44736" x="2089150" y="5772150"/>
          <p14:tracePt t="44757" x="2089150" y="5765800"/>
          <p14:tracePt t="44763" x="2089150" y="5759450"/>
          <p14:tracePt t="44778" x="2082800" y="5753100"/>
          <p14:tracePt t="44785" x="2082800" y="5746750"/>
          <p14:tracePt t="44801" x="2082800" y="5734050"/>
          <p14:tracePt t="44815" x="2082800" y="5715000"/>
          <p14:tracePt t="44832" x="2082800" y="5702300"/>
          <p14:tracePt t="44849" x="2082800" y="5670550"/>
          <p14:tracePt t="44865" x="2082800" y="5645150"/>
          <p14:tracePt t="44882" x="2082800" y="5607050"/>
          <p14:tracePt t="44898" x="2089150" y="5562600"/>
          <p14:tracePt t="44915" x="2089150" y="5543550"/>
          <p14:tracePt t="44932" x="2089150" y="5518150"/>
          <p14:tracePt t="44947" x="2095500" y="5473700"/>
          <p14:tracePt t="44965" x="2101850" y="5448300"/>
          <p14:tracePt t="44982" x="2101850" y="5403850"/>
          <p14:tracePt t="44998" x="2101850" y="5391150"/>
          <p14:tracePt t="45014" x="2101850" y="5378450"/>
          <p14:tracePt t="45017" x="2101850" y="5372100"/>
          <p14:tracePt t="45033" x="2101850" y="5365750"/>
          <p14:tracePt t="45048" x="2101850" y="5359400"/>
          <p14:tracePt t="45064" x="2101850" y="5353050"/>
          <p14:tracePt t="45150" x="2095500" y="5353050"/>
          <p14:tracePt t="45173" x="2089150" y="5359400"/>
          <p14:tracePt t="45840" x="2108200" y="5365750"/>
          <p14:tracePt t="45854" x="2152650" y="5372100"/>
          <p14:tracePt t="45861" x="2197100" y="5391150"/>
          <p14:tracePt t="45867" x="2260600" y="5410200"/>
          <p14:tracePt t="45881" x="2317750" y="5435600"/>
          <p14:tracePt t="45895" x="2406650" y="5467350"/>
          <p14:tracePt t="45911" x="2571750" y="5524500"/>
          <p14:tracePt t="45928" x="2647950" y="5556250"/>
          <p14:tracePt t="45945" x="2813050" y="5638800"/>
          <p14:tracePt t="45961" x="2940050" y="5715000"/>
          <p14:tracePt t="45978" x="2971800" y="5746750"/>
          <p14:tracePt t="45994" x="3009900" y="5835650"/>
          <p14:tracePt t="46011" x="3022600" y="5880100"/>
          <p14:tracePt t="46028" x="3028950" y="5899150"/>
          <p14:tracePt t="46031" x="3028950" y="5918200"/>
          <p14:tracePt t="46045" x="3028950" y="5930900"/>
          <p14:tracePt t="46061" x="3028950" y="5969000"/>
          <p14:tracePt t="46079" x="3028950" y="5994400"/>
          <p14:tracePt t="46094" x="3028950" y="6007100"/>
          <p14:tracePt t="46110" x="3028950" y="6013450"/>
          <p14:tracePt t="46128" x="3022600" y="6026150"/>
          <p14:tracePt t="46164" x="3016250" y="6032500"/>
          <p14:tracePt t="46191" x="3009900" y="6032500"/>
          <p14:tracePt t="46198" x="3003550" y="6032500"/>
          <p14:tracePt t="46219" x="2997200" y="6032500"/>
          <p14:tracePt t="46233" x="2990850" y="6026150"/>
          <p14:tracePt t="46243" x="2984500" y="6019800"/>
          <p14:tracePt t="46261" x="2978150" y="6013450"/>
          <p14:tracePt t="46277" x="2965450" y="6000750"/>
          <p14:tracePt t="46293" x="2946400" y="5969000"/>
          <p14:tracePt t="46311" x="2927350" y="5937250"/>
          <p14:tracePt t="46327" x="2914650" y="5918200"/>
          <p14:tracePt t="46343" x="2901950" y="5880100"/>
          <p14:tracePt t="46360" x="2876550" y="5854700"/>
          <p14:tracePt t="46376" x="2876550" y="5848350"/>
          <p14:tracePt t="46393" x="2876550" y="5835650"/>
          <p14:tracePt t="46410" x="2870200" y="5816600"/>
          <p14:tracePt t="46445" x="2870200" y="5797550"/>
          <p14:tracePt t="46459" x="2870200" y="5791200"/>
          <p14:tracePt t="46476" x="2870200" y="5772150"/>
          <p14:tracePt t="46493" x="2876550" y="5765800"/>
          <p14:tracePt t="46509" x="2889250" y="5753100"/>
          <p14:tracePt t="46526" x="2921000" y="5715000"/>
          <p14:tracePt t="46543" x="2952750" y="5664200"/>
          <p14:tracePt t="46560" x="2990850" y="5632450"/>
          <p14:tracePt t="46577" x="3073400" y="5556250"/>
          <p14:tracePt t="46592" x="3168650" y="5505450"/>
          <p14:tracePt t="46609" x="3213100" y="5480050"/>
          <p14:tracePt t="46626" x="3302000" y="5448300"/>
          <p14:tracePt t="46642" x="3390900" y="5441950"/>
          <p14:tracePt t="46659" x="3435350" y="5435600"/>
          <p14:tracePt t="46676" x="3517900" y="5422900"/>
          <p14:tracePt t="46692" x="3606800" y="5416550"/>
          <p14:tracePt t="46709" x="3670300" y="5416550"/>
          <p14:tracePt t="46725" x="3797300" y="5416550"/>
          <p14:tracePt t="46742" x="3854450" y="5422900"/>
          <p14:tracePt t="46759" x="3968750" y="5429250"/>
          <p14:tracePt t="46776" x="4044950" y="5454650"/>
          <p14:tracePt t="46792" x="4070350" y="5454650"/>
          <p14:tracePt t="46809" x="4121150" y="5473700"/>
          <p14:tracePt t="46825" x="4171950" y="5492750"/>
          <p14:tracePt t="46841" x="4197350" y="5511800"/>
          <p14:tracePt t="46858" x="4229100" y="5549900"/>
          <p14:tracePt t="46875" x="4260850" y="5588000"/>
          <p14:tracePt t="46892" x="4260850" y="5619750"/>
          <p14:tracePt t="46908" x="4260850" y="5651500"/>
          <p14:tracePt t="46925" x="4254500" y="5683250"/>
          <p14:tracePt t="46942" x="4222750" y="5721350"/>
          <p14:tracePt t="46957" x="4210050" y="5740400"/>
          <p14:tracePt t="46974" x="4178300" y="5759450"/>
          <p14:tracePt t="46992" x="4133850" y="5784850"/>
          <p14:tracePt t="47008" x="4114800" y="5791200"/>
          <p14:tracePt t="47024" x="4089400" y="5803900"/>
          <p14:tracePt t="47041" x="3968750" y="5829300"/>
          <p14:tracePt t="47057" x="3911600" y="5848350"/>
          <p14:tracePt t="47074" x="3835400" y="5867400"/>
          <p14:tracePt t="47091" x="3670300" y="5924550"/>
          <p14:tracePt t="47107" x="3486150" y="5988050"/>
          <p14:tracePt t="47124" x="3384550" y="6019800"/>
          <p14:tracePt t="47140" x="3200400" y="6057900"/>
          <p14:tracePt t="47157" x="3086100" y="6070600"/>
          <p14:tracePt t="47175" x="3009900" y="6051550"/>
          <p14:tracePt t="47190" x="2984500" y="6032500"/>
          <p14:tracePt t="47207" x="2946400" y="6000750"/>
          <p14:tracePt t="47224" x="2933700" y="5969000"/>
          <p14:tracePt t="47240" x="2927350" y="5949950"/>
          <p14:tracePt t="47257" x="2914650" y="5924550"/>
          <p14:tracePt t="47273" x="2914650" y="5905500"/>
          <p14:tracePt t="47291" x="2914650" y="5899150"/>
          <p14:tracePt t="47309" x="2914650" y="5867400"/>
          <p14:tracePt t="47323" x="2908300" y="5842000"/>
          <p14:tracePt t="47340" x="2908300" y="5822950"/>
          <p14:tracePt t="47358" x="2908300" y="5784850"/>
          <p14:tracePt t="47373" x="2908300" y="5778500"/>
          <p14:tracePt t="47390" x="2908300" y="5734050"/>
          <p14:tracePt t="47407" x="2927350" y="5683250"/>
          <p14:tracePt t="47423" x="2952750" y="5651500"/>
          <p14:tracePt t="47441" x="3003550" y="5588000"/>
          <p14:tracePt t="47456" x="3048000" y="5530850"/>
          <p14:tracePt t="47473" x="3079750" y="5492750"/>
          <p14:tracePt t="47490" x="3149600" y="5435600"/>
          <p14:tracePt t="47506" x="3251200" y="5391150"/>
          <p14:tracePt t="47523" x="3308350" y="5365750"/>
          <p14:tracePt t="47539" x="3390900" y="5346700"/>
          <p14:tracePt t="47556" x="3467100" y="5346700"/>
          <p14:tracePt t="47572" x="3505200" y="5346700"/>
          <p14:tracePt t="47589" x="3562350" y="5346700"/>
          <p14:tracePt t="47605" x="3613150" y="5353050"/>
          <p14:tracePt t="47622" x="3625850" y="5353050"/>
          <p14:tracePt t="47639" x="3644900" y="5359400"/>
          <p14:tracePt t="47655" x="3651250" y="5359400"/>
          <p14:tracePt t="47673" x="3657600" y="5346700"/>
          <p14:tracePt t="47689" x="3651250" y="5334000"/>
          <p14:tracePt t="47705" x="3644900" y="5314950"/>
          <p14:tracePt t="47722" x="3619500" y="5270500"/>
          <p14:tracePt t="47738" x="3606800" y="5226050"/>
          <p14:tracePt t="47755" x="3549650" y="5016500"/>
          <p14:tracePt t="47772" x="3460750" y="4616450"/>
          <p14:tracePt t="47788" x="3409950" y="4343400"/>
          <p14:tracePt t="47805" x="3327400" y="3619500"/>
          <p14:tracePt t="47821" x="3314700" y="2794000"/>
          <p14:tracePt t="47838" x="3321050" y="2349500"/>
          <p14:tracePt t="47856" x="3371850" y="1536700"/>
          <p14:tracePt t="47872" x="3409950" y="1212850"/>
          <p14:tracePt t="47888" x="3511550" y="736600"/>
          <p14:tracePt t="47905" x="3530600" y="615950"/>
          <p14:tracePt t="47921" x="3562350" y="463550"/>
          <p14:tracePt t="47938" x="3587750" y="387350"/>
          <p14:tracePt t="47954" x="3600450" y="349250"/>
          <p14:tracePt t="47971" x="3606800" y="330200"/>
          <p14:tracePt t="47988" x="3625850" y="311150"/>
          <p14:tracePt t="48004" x="3632200" y="304800"/>
          <p14:tracePt t="48022" x="3638550" y="304800"/>
          <p14:tracePt t="48066" x="3632200" y="304800"/>
          <p14:tracePt t="48108" x="3625850" y="304800"/>
          <p14:tracePt t="48129" x="3625850" y="311150"/>
          <p14:tracePt t="48137" x="3625850" y="317500"/>
          <p14:tracePt t="48151" x="3625850" y="323850"/>
          <p14:tracePt t="48157" x="3625850" y="336550"/>
          <p14:tracePt t="48170" x="3625850" y="342900"/>
          <p14:tracePt t="48187" x="3625850" y="361950"/>
          <p14:tracePt t="48204" x="3625850" y="374650"/>
          <p14:tracePt t="48221" x="3644900" y="412750"/>
          <p14:tracePt t="48237" x="3683000" y="444500"/>
          <p14:tracePt t="48253" x="3727450" y="463550"/>
          <p14:tracePt t="48270" x="3835400" y="508000"/>
          <p14:tracePt t="48286" x="3905250" y="527050"/>
          <p14:tracePt t="48303" x="4070350" y="552450"/>
          <p14:tracePt t="48320" x="4260850" y="552450"/>
          <p14:tracePt t="48336" x="4387850" y="533400"/>
          <p14:tracePt t="48353" x="4660900" y="469900"/>
          <p14:tracePt t="48370" x="4940300" y="393700"/>
          <p14:tracePt t="48387" x="5099050" y="342900"/>
          <p14:tracePt t="48404" x="5378450" y="273050"/>
          <p14:tracePt t="48419" x="5575300" y="234950"/>
          <p14:tracePt t="48436" x="5626100" y="222250"/>
          <p14:tracePt t="48453" x="5683250" y="215900"/>
          <p14:tracePt t="48469" x="5702300" y="215900"/>
          <p14:tracePt t="48503" x="5702300" y="222250"/>
          <p14:tracePt t="48519" x="5702300" y="234950"/>
          <p14:tracePt t="48538" x="5702300" y="241300"/>
          <p14:tracePt t="48558" x="5702300" y="247650"/>
          <p14:tracePt t="48578" x="5695950" y="254000"/>
          <p14:tracePt t="48588" x="5689600" y="260350"/>
          <p14:tracePt t="48607" x="5676900" y="266700"/>
          <p14:tracePt t="48622" x="5670550" y="273050"/>
          <p14:tracePt t="48635" x="5657850" y="292100"/>
          <p14:tracePt t="48652" x="5645150" y="298450"/>
          <p14:tracePt t="48669" x="5626100" y="323850"/>
          <p14:tracePt t="48685" x="5556250" y="419100"/>
          <p14:tracePt t="48702" x="5397500" y="628650"/>
          <p14:tracePt t="48720" x="5086350" y="1035050"/>
          <p14:tracePt t="48735" x="4889500" y="1295400"/>
          <p14:tracePt t="48751" x="4451350" y="1943100"/>
          <p14:tracePt t="48769" x="4102100" y="2527300"/>
          <p14:tracePt t="48785" x="3962400" y="2755900"/>
          <p14:tracePt t="48801" x="3765550" y="3149600"/>
          <p14:tracePt t="48818" x="3638550" y="3403600"/>
          <p14:tracePt t="48835" x="3587750" y="3524250"/>
          <p14:tracePt t="48852" x="3543300" y="3638550"/>
          <p14:tracePt t="48868" x="3441700" y="3930650"/>
          <p14:tracePt t="48884" x="3429000" y="4006850"/>
          <p14:tracePt t="48901" x="3390900" y="4165600"/>
          <p14:tracePt t="48917" x="3384550" y="4241800"/>
          <p14:tracePt t="48934" x="3365500" y="4349750"/>
          <p14:tracePt t="48952" x="3352800" y="4406900"/>
          <p14:tracePt t="48968" x="3340100" y="4425950"/>
          <p14:tracePt t="48985" x="3327400" y="4451350"/>
          <p14:tracePt t="49001" x="3314700" y="4533900"/>
          <p14:tracePt t="49018" x="3308350" y="4559300"/>
          <p14:tracePt t="49034" x="3282950" y="4591050"/>
        </p14:tracePtLst>
      </p14:laserTraceLst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Fin():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</p:txBody>
      </p:sp>
    </p:spTree>
    <p:extLst>
      <p:ext uri="{BB962C8B-B14F-4D97-AF65-F5344CB8AC3E}">
        <p14:creationId xmlns:p14="http://schemas.microsoft.com/office/powerpoint/2010/main" val="317331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795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</p:txBody>
      </p:sp>
    </p:spTree>
    <p:extLst>
      <p:ext uri="{BB962C8B-B14F-4D97-AF65-F5344CB8AC3E}">
        <p14:creationId xmlns:p14="http://schemas.microsoft.com/office/powerpoint/2010/main" val="211376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899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327"/>
    </mc:Choice>
    <mc:Fallback xmlns="">
      <p:transition spd="slow" advTm="1033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946" x="3257550" y="4591050"/>
          <p14:tracePt t="4961" x="3219450" y="4584700"/>
          <p14:tracePt t="4967" x="3175000" y="4578350"/>
          <p14:tracePt t="4981" x="3136900" y="4572000"/>
          <p14:tracePt t="4996" x="3067050" y="4565650"/>
          <p14:tracePt t="5011" x="3022600" y="4552950"/>
          <p14:tracePt t="5028" x="3003550" y="4552950"/>
          <p14:tracePt t="5045" x="2946400" y="4559300"/>
          <p14:tracePt t="5061" x="2889250" y="4559300"/>
          <p14:tracePt t="5078" x="2863850" y="4565650"/>
          <p14:tracePt t="5094" x="2794000" y="4565650"/>
          <p14:tracePt t="5111" x="2736850" y="4565650"/>
          <p14:tracePt t="5127" x="2711450" y="4572000"/>
          <p14:tracePt t="5144" x="2641600" y="4572000"/>
          <p14:tracePt t="5161" x="2590800" y="4572000"/>
          <p14:tracePt t="5178" x="2546350" y="4572000"/>
          <p14:tracePt t="5194" x="2520950" y="4572000"/>
          <p14:tracePt t="5211" x="2470150" y="4552950"/>
          <p14:tracePt t="5227" x="2432050" y="4546600"/>
          <p14:tracePt t="5244" x="2419350" y="4540250"/>
          <p14:tracePt t="5261" x="2400300" y="4540250"/>
          <p14:tracePt t="5277" x="2362200" y="4533900"/>
          <p14:tracePt t="5294" x="2330450" y="4527550"/>
          <p14:tracePt t="5312" x="2305050" y="4521200"/>
          <p14:tracePt t="5327" x="2286000" y="4521200"/>
          <p14:tracePt t="5343" x="2273300" y="4514850"/>
          <p14:tracePt t="5361" x="2260600" y="4514850"/>
          <p14:tracePt t="5377" x="2254250" y="4514850"/>
          <p14:tracePt t="5393" x="2241550" y="4514850"/>
          <p14:tracePt t="5410" x="2222500" y="4514850"/>
          <p14:tracePt t="5426" x="2216150" y="4514850"/>
          <p14:tracePt t="5443" x="2203450" y="4508500"/>
          <p14:tracePt t="5460" x="2190750" y="4508500"/>
          <p14:tracePt t="5494" x="2184400" y="4508500"/>
          <p14:tracePt t="5557" x="2184400" y="4521200"/>
          <p14:tracePt t="5571" x="2184400" y="4527550"/>
          <p14:tracePt t="5579" x="2184400" y="4540250"/>
          <p14:tracePt t="5593" x="2184400" y="4559300"/>
          <p14:tracePt t="5609" x="2171700" y="4578350"/>
          <p14:tracePt t="5626" x="2171700" y="4648200"/>
          <p14:tracePt t="5643" x="2165350" y="4762500"/>
          <p14:tracePt t="5659" x="2165350" y="4819650"/>
          <p14:tracePt t="5676" x="2165350" y="4946650"/>
          <p14:tracePt t="5692" x="2165350" y="5035550"/>
          <p14:tracePt t="5709" x="2178050" y="5080000"/>
          <p14:tracePt t="5726" x="2178050" y="5124450"/>
          <p14:tracePt t="5742" x="2178050" y="5143500"/>
          <p14:tracePt t="5759" x="2184400" y="5149850"/>
          <p14:tracePt t="5776" x="2184400" y="5156200"/>
          <p14:tracePt t="5880" x="2190750" y="5149850"/>
          <p14:tracePt t="5901" x="2190750" y="5143500"/>
          <p14:tracePt t="5929" x="2197100" y="5137150"/>
          <p14:tracePt t="5943" x="2197100" y="5130800"/>
          <p14:tracePt t="5964" x="2197100" y="5124450"/>
          <p14:tracePt t="5971" x="2197100" y="5118100"/>
          <p14:tracePt t="5978" x="2203450" y="5111750"/>
          <p14:tracePt t="5994" x="2203450" y="5099050"/>
          <p14:tracePt t="6008" x="2203450" y="5092700"/>
          <p14:tracePt t="6024" x="2203450" y="5041900"/>
          <p14:tracePt t="6042" x="2209800" y="4953000"/>
          <p14:tracePt t="6058" x="2222500" y="4908550"/>
          <p14:tracePt t="6074" x="2228850" y="4781550"/>
          <p14:tracePt t="6091" x="2247900" y="4648200"/>
          <p14:tracePt t="6108" x="2247900" y="4597400"/>
          <p14:tracePt t="6124" x="2254250" y="4464050"/>
          <p14:tracePt t="6141" x="2266950" y="4375150"/>
          <p14:tracePt t="6157" x="2266950" y="4337050"/>
          <p14:tracePt t="6176" x="2266950" y="4292600"/>
          <p14:tracePt t="6191" x="2266950" y="4273550"/>
          <p14:tracePt t="6322" x="2266950" y="4279900"/>
          <p14:tracePt t="6350" x="2266950" y="4286250"/>
          <p14:tracePt t="6371" x="2266950" y="4292600"/>
          <p14:tracePt t="6385" x="2266950" y="4298950"/>
          <p14:tracePt t="6393" x="2273300" y="4298950"/>
          <p14:tracePt t="6407" x="2273300" y="4305300"/>
          <p14:tracePt t="6435" x="2273300" y="4311650"/>
          <p14:tracePt t="6443" x="2273300" y="4318000"/>
          <p14:tracePt t="6457" x="2273300" y="4330700"/>
          <p14:tracePt t="6473" x="2286000" y="4368800"/>
          <p14:tracePt t="6490" x="2292350" y="4400550"/>
          <p14:tracePt t="6506" x="2305050" y="4451350"/>
          <p14:tracePt t="6523" x="2311400" y="4489450"/>
          <p14:tracePt t="6541" x="2336800" y="4572000"/>
          <p14:tracePt t="6556" x="2343150" y="4597400"/>
          <p14:tracePt t="6573" x="2355850" y="4629150"/>
          <p14:tracePt t="6590" x="2368550" y="4673600"/>
          <p14:tracePt t="6606" x="2393950" y="4705350"/>
          <p14:tracePt t="6622" x="2400300" y="4730750"/>
          <p14:tracePt t="6639" x="2419350" y="4762500"/>
          <p14:tracePt t="6656" x="2438400" y="4787900"/>
          <p14:tracePt t="6672" x="2451100" y="4800600"/>
          <p14:tracePt t="6689" x="2463800" y="4813300"/>
          <p14:tracePt t="6705" x="2470150" y="4826000"/>
          <p14:tracePt t="6723" x="2476500" y="4838700"/>
          <p14:tracePt t="6739" x="2482850" y="4851400"/>
          <p14:tracePt t="6756" x="2482850" y="4870450"/>
          <p14:tracePt t="6773" x="2489200" y="4883150"/>
          <p14:tracePt t="9694" x="2476500" y="4883150"/>
          <p14:tracePt t="9701" x="2457450" y="4876800"/>
          <p14:tracePt t="9715" x="2432050" y="4857750"/>
          <p14:tracePt t="9728" x="2406650" y="4851400"/>
          <p14:tracePt t="9746" x="2374900" y="4838700"/>
          <p14:tracePt t="9762" x="2362200" y="4832350"/>
          <p14:tracePt t="9779" x="2317750" y="4819650"/>
          <p14:tracePt t="9795" x="2279650" y="4800600"/>
          <p14:tracePt t="9812" x="2247900" y="4794250"/>
          <p14:tracePt t="9828" x="2197100" y="4781550"/>
          <p14:tracePt t="9845" x="2139950" y="4768850"/>
          <p14:tracePt t="9861" x="2120900" y="4762500"/>
          <p14:tracePt t="9878" x="2051050" y="4743450"/>
          <p14:tracePt t="9895" x="1993900" y="4743450"/>
          <p14:tracePt t="9912" x="1955800" y="4743450"/>
          <p14:tracePt t="9928" x="1930400" y="4743450"/>
          <p14:tracePt t="9944" x="1860550" y="4737100"/>
          <p14:tracePt t="9962" x="1778000" y="4724400"/>
          <p14:tracePt t="9977" x="1708150" y="4705350"/>
          <p14:tracePt t="9994" x="1676400" y="4699000"/>
          <p14:tracePt t="10011" x="1625600" y="4686300"/>
          <p14:tracePt t="10027" x="1606550" y="4679950"/>
          <p14:tracePt t="10046" x="1587500" y="4679950"/>
          <p14:tracePt t="10060" x="1555750" y="4660900"/>
          <p14:tracePt t="10077" x="1530350" y="4660900"/>
          <p14:tracePt t="10095" x="1498600" y="4654550"/>
          <p14:tracePt t="10110" x="1485900" y="4654550"/>
          <p14:tracePt t="10127" x="1473200" y="4648200"/>
          <p14:tracePt t="10144" x="1441450" y="4648200"/>
          <p14:tracePt t="10160" x="1422400" y="4648200"/>
          <p14:tracePt t="10177" x="1403350" y="4641850"/>
          <p14:tracePt t="10194" x="1358900" y="4641850"/>
          <p14:tracePt t="10210" x="1339850" y="4635500"/>
          <p14:tracePt t="10228" x="1308100" y="4635500"/>
          <p14:tracePt t="10243" x="1295400" y="4629150"/>
          <p14:tracePt t="10260" x="1282700" y="4629150"/>
          <p14:tracePt t="10277" x="1250950" y="4622800"/>
          <p14:tracePt t="10293" x="1225550" y="4616450"/>
          <p14:tracePt t="10310" x="1206500" y="4610100"/>
          <p14:tracePt t="10327" x="1174750" y="4591050"/>
          <p14:tracePt t="10343" x="1149350" y="4578350"/>
          <p14:tracePt t="10360" x="1136650" y="4572000"/>
          <p14:tracePt t="10376" x="1123950" y="4572000"/>
          <p14:tracePt t="10393" x="1111250" y="4565650"/>
          <p14:tracePt t="10410" x="1104900" y="4565650"/>
          <p14:tracePt t="10426" x="1085850" y="4559300"/>
          <p14:tracePt t="10443" x="1073150" y="4552950"/>
          <p14:tracePt t="10460" x="1073150" y="4546600"/>
          <p14:tracePt t="10476" x="1066800" y="4540250"/>
          <p14:tracePt t="10536" x="1066800" y="4533900"/>
          <p14:tracePt t="10544" x="1066800" y="4527550"/>
          <p14:tracePt t="10586" x="1073150" y="4521200"/>
          <p14:tracePt t="10607" x="1079500" y="4514850"/>
          <p14:tracePt t="10614" x="1079500" y="4508500"/>
          <p14:tracePt t="10663" x="1085850" y="4502150"/>
          <p14:tracePt t="10684" x="1092200" y="4495800"/>
          <p14:tracePt t="10726" x="1098550" y="4495800"/>
          <p14:tracePt t="10733" x="1098550" y="4489450"/>
          <p14:tracePt t="10754" x="1104900" y="4489450"/>
          <p14:tracePt t="10776" x="1111250" y="4489450"/>
          <p14:tracePt t="10797" x="1117600" y="4483100"/>
          <p14:tracePt t="10804" x="1123950" y="4483100"/>
          <p14:tracePt t="10818" x="1130300" y="4476750"/>
          <p14:tracePt t="10846" x="1143000" y="4464050"/>
          <p14:tracePt t="10867" x="1149350" y="4451350"/>
          <p14:tracePt t="10875" x="1162050" y="4445000"/>
          <p14:tracePt t="10888" x="1174750" y="4432300"/>
          <p14:tracePt t="10895" x="1193800" y="4419600"/>
          <p14:tracePt t="10911" x="1212850" y="4406900"/>
          <p14:tracePt t="10925" x="1231900" y="4381500"/>
          <p14:tracePt t="10941" x="1270000" y="4356100"/>
          <p14:tracePt t="10958" x="1295400" y="4324350"/>
          <p14:tracePt t="10974" x="1308100" y="4311650"/>
          <p14:tracePt t="10990" x="1339850" y="4292600"/>
          <p14:tracePt t="11008" x="1371600" y="4273550"/>
          <p14:tracePt t="11024" x="1390650" y="4273550"/>
          <p14:tracePt t="11041" x="1441450" y="4267200"/>
          <p14:tracePt t="11057" x="1492250" y="4260850"/>
          <p14:tracePt t="11074" x="1530350" y="4248150"/>
          <p14:tracePt t="11090" x="1587500" y="4241800"/>
          <p14:tracePt t="11107" x="1670050" y="4235450"/>
          <p14:tracePt t="11123" x="1708150" y="4235450"/>
          <p14:tracePt t="11141" x="1778000" y="4235450"/>
          <p14:tracePt t="11157" x="1841500" y="4241800"/>
          <p14:tracePt t="11173" x="1873250" y="4241800"/>
          <p14:tracePt t="11191" x="1930400" y="4248150"/>
          <p14:tracePt t="11206" x="1962150" y="4260850"/>
          <p14:tracePt t="11223" x="2000250" y="4267200"/>
          <p14:tracePt t="11240" x="2044700" y="4273550"/>
          <p14:tracePt t="11256" x="2051050" y="4273550"/>
          <p14:tracePt t="11656" x="2063750" y="4292600"/>
          <p14:tracePt t="11670" x="2076450" y="4318000"/>
          <p14:tracePt t="11677" x="2089150" y="4337050"/>
          <p14:tracePt t="11692" x="2095500" y="4362450"/>
          <p14:tracePt t="11705" x="2108200" y="4387850"/>
          <p14:tracePt t="11722" x="2133600" y="4425950"/>
          <p14:tracePt t="11738" x="2146300" y="4451350"/>
          <p14:tracePt t="11755" x="2159000" y="4483100"/>
          <p14:tracePt t="11771" x="2171700" y="4521200"/>
          <p14:tracePt t="11788" x="2178050" y="4533900"/>
          <p14:tracePt t="11805" x="2184400" y="4559300"/>
          <p14:tracePt t="11821" x="2190750" y="4572000"/>
          <p14:tracePt t="11838" x="2190750" y="4578350"/>
          <p14:tracePt t="11854" x="2190750" y="4597400"/>
          <p14:tracePt t="11871" x="2190750" y="4610100"/>
          <p14:tracePt t="11889" x="2197100" y="4616450"/>
          <p14:tracePt t="11905" x="2197100" y="4622800"/>
          <p14:tracePt t="11921" x="2197100" y="4629150"/>
          <p14:tracePt t="11938" x="2197100" y="4641850"/>
          <p14:tracePt t="11954" x="2197100" y="4648200"/>
          <p14:tracePt t="11971" x="2197100" y="4654550"/>
          <p14:tracePt t="11987" x="2197100" y="4679950"/>
          <p14:tracePt t="12004" x="2197100" y="4699000"/>
          <p14:tracePt t="12021" x="2190750" y="4718050"/>
          <p14:tracePt t="12037" x="2184400" y="4749800"/>
          <p14:tracePt t="12054" x="2171700" y="4781550"/>
          <p14:tracePt t="12071" x="2159000" y="4826000"/>
          <p14:tracePt t="12087" x="2152650" y="4845050"/>
          <p14:tracePt t="12104" x="2139950" y="4864100"/>
          <p14:tracePt t="12120" x="2127250" y="4889500"/>
          <p14:tracePt t="12137" x="2101850" y="4940300"/>
          <p14:tracePt t="12153" x="2076450" y="4984750"/>
          <p14:tracePt t="12170" x="2051050" y="5060950"/>
          <p14:tracePt t="12186" x="2025650" y="5130800"/>
          <p14:tracePt t="12203" x="2019300" y="5162550"/>
          <p14:tracePt t="12220" x="2000250" y="5213350"/>
          <p14:tracePt t="12237" x="1993900" y="5232400"/>
          <p14:tracePt t="12253" x="1993900" y="5238750"/>
          <p14:tracePt t="12269" x="1987550" y="5251450"/>
          <p14:tracePt t="12286" x="1987550" y="5257800"/>
          <p14:tracePt t="12303" x="1987550" y="5264150"/>
          <p14:tracePt t="12471" x="1993900" y="5264150"/>
          <p14:tracePt t="12499" x="2000250" y="5264150"/>
          <p14:tracePt t="12520" x="2006600" y="5257800"/>
          <p14:tracePt t="12542" x="2012950" y="5257800"/>
          <p14:tracePt t="12563" x="2019300" y="5251450"/>
          <p14:tracePt t="12570" x="2019300" y="5245100"/>
          <p14:tracePt t="12584" x="2019300" y="5238750"/>
          <p14:tracePt t="12598" x="2025650" y="5226050"/>
          <p14:tracePt t="12605" x="2032000" y="5207000"/>
          <p14:tracePt t="12621" x="2051050" y="5175250"/>
          <p14:tracePt t="12635" x="2089150" y="5111750"/>
          <p14:tracePt t="12652" x="2114550" y="5067300"/>
          <p14:tracePt t="12668" x="2184400" y="4965700"/>
          <p14:tracePt t="12685" x="2247900" y="4851400"/>
          <p14:tracePt t="12702" x="2273300" y="4806950"/>
          <p14:tracePt t="12717" x="2330450" y="4705350"/>
          <p14:tracePt t="12734" x="2362200" y="4629150"/>
          <p14:tracePt t="12753" x="2381250" y="4578350"/>
          <p14:tracePt t="12768" x="2381250" y="4559300"/>
          <p14:tracePt t="12784" x="2387600" y="4540250"/>
          <p14:tracePt t="12802" x="2387600" y="4527550"/>
          <p14:tracePt t="12834" x="2381250" y="4521200"/>
          <p14:tracePt t="12851" x="2355850" y="4521200"/>
          <p14:tracePt t="12867" x="2349500" y="4521200"/>
          <p14:tracePt t="12884" x="2336800" y="4521200"/>
          <p14:tracePt t="12901" x="2317750" y="4521200"/>
          <p14:tracePt t="12917" x="2279650" y="4521200"/>
          <p14:tracePt t="12935" x="2254250" y="4521200"/>
          <p14:tracePt t="12950" x="2197100" y="4508500"/>
          <p14:tracePt t="12967" x="2165350" y="4508500"/>
          <p14:tracePt t="12984" x="2101850" y="4495800"/>
          <p14:tracePt t="13000" x="2032000" y="4489450"/>
          <p14:tracePt t="13017" x="1968500" y="4464050"/>
          <p14:tracePt t="13034" x="1930400" y="4457700"/>
          <p14:tracePt t="13050" x="1905000" y="4451350"/>
          <p14:tracePt t="13067" x="1873250" y="4445000"/>
          <p14:tracePt t="13083" x="1841500" y="4445000"/>
          <p14:tracePt t="13100" x="1822450" y="4438650"/>
          <p14:tracePt t="13118" x="1797050" y="4438650"/>
          <p14:tracePt t="13133" x="1778000" y="4438650"/>
          <p14:tracePt t="13150" x="1771650" y="4438650"/>
          <p14:tracePt t="13167" x="1758950" y="4445000"/>
          <p14:tracePt t="13183" x="1752600" y="4445000"/>
          <p14:tracePt t="13200" x="1733550" y="4451350"/>
          <p14:tracePt t="13217" x="1720850" y="4451350"/>
          <p14:tracePt t="13249" x="1714500" y="4451350"/>
          <p14:tracePt t="13266" x="1701800" y="4451350"/>
          <p14:tracePt t="13292" x="1695450" y="4451350"/>
          <p14:tracePt t="13314" x="1689100" y="4451350"/>
          <p14:tracePt t="13335" x="1682750" y="4457700"/>
          <p14:tracePt t="13363" x="1676400" y="4464050"/>
          <p14:tracePt t="13377" x="1670050" y="4470400"/>
          <p14:tracePt t="13385" x="1663700" y="4476750"/>
          <p14:tracePt t="13400" x="1651000" y="4489450"/>
          <p14:tracePt t="13416" x="1631950" y="4514850"/>
          <p14:tracePt t="13432" x="1612900" y="4527550"/>
          <p14:tracePt t="13449" x="1574800" y="4572000"/>
          <p14:tracePt t="13465" x="1555750" y="4591050"/>
          <p14:tracePt t="13484" x="1498600" y="4648200"/>
          <p14:tracePt t="13499" x="1473200" y="4660900"/>
          <p14:tracePt t="13515" x="1460500" y="4679950"/>
          <p14:tracePt t="13532" x="1435100" y="4692650"/>
          <p14:tracePt t="13548" x="1416050" y="4692650"/>
          <p14:tracePt t="13565" x="1403350" y="4692650"/>
          <p14:tracePt t="13582" x="1390650" y="4692650"/>
          <p14:tracePt t="13598" x="1365250" y="4679950"/>
          <p14:tracePt t="13615" x="1352550" y="4673600"/>
          <p14:tracePt t="13631" x="1320800" y="4648200"/>
          <p14:tracePt t="13648" x="1289050" y="4629150"/>
          <p14:tracePt t="13665" x="1250950" y="4597400"/>
          <p14:tracePt t="13681" x="1231900" y="4578350"/>
          <p14:tracePt t="13698" x="1187450" y="4552950"/>
          <p14:tracePt t="13715" x="1162050" y="4540250"/>
          <p14:tracePt t="13731" x="1149350" y="4540250"/>
          <p14:tracePt t="13748" x="1143000" y="4533900"/>
          <p14:tracePt t="13765" x="1130300" y="4527550"/>
          <p14:tracePt t="13798" x="1123950" y="4521200"/>
          <p14:tracePt t="13820" x="1117600" y="4514850"/>
          <p14:tracePt t="13918" x="1117600" y="4508500"/>
          <p14:tracePt t="13946" x="1117600" y="4502150"/>
          <p14:tracePt t="13967" x="1123950" y="4502150"/>
          <p14:tracePt t="13974" x="1123950" y="4495800"/>
          <p14:tracePt t="13995" x="1130300" y="4495800"/>
          <p14:tracePt t="35957" x="1136650" y="4502150"/>
          <p14:tracePt t="35964" x="1143000" y="4514850"/>
          <p14:tracePt t="35979" x="1143000" y="4521200"/>
          <p14:tracePt t="35987" x="1155700" y="4540250"/>
          <p14:tracePt t="36004" x="1174750" y="4565650"/>
          <p14:tracePt t="36021" x="1193800" y="4622800"/>
          <p14:tracePt t="36037" x="1219200" y="4673600"/>
          <p14:tracePt t="36054" x="1244600" y="4711700"/>
          <p14:tracePt t="36071" x="1282700" y="4756150"/>
          <p14:tracePt t="36087" x="1308100" y="4775200"/>
          <p14:tracePt t="36104" x="1327150" y="4794250"/>
          <p14:tracePt t="36120" x="1352550" y="4800600"/>
          <p14:tracePt t="36137" x="1365250" y="4806950"/>
          <p14:tracePt t="36154" x="1377950" y="4806950"/>
          <p14:tracePt t="36170" x="1397000" y="4813300"/>
          <p14:tracePt t="36187" x="1416050" y="4813300"/>
          <p14:tracePt t="36204" x="1435100" y="4819650"/>
          <p14:tracePt t="36221" x="1454150" y="4826000"/>
          <p14:tracePt t="36237" x="1473200" y="4832350"/>
          <p14:tracePt t="36253" x="1498600" y="4832350"/>
          <p14:tracePt t="36270" x="1524000" y="4838700"/>
          <p14:tracePt t="36287" x="1549400" y="4838700"/>
          <p14:tracePt t="36290" x="1562100" y="4838700"/>
          <p14:tracePt t="36303" x="1581150" y="4845050"/>
          <p14:tracePt t="36320" x="1606550" y="4845050"/>
          <p14:tracePt t="36337" x="1638300" y="4845050"/>
          <p14:tracePt t="36353" x="1663700" y="4838700"/>
          <p14:tracePt t="36369" x="1689100" y="4826000"/>
          <p14:tracePt t="36387" x="1727200" y="4806950"/>
          <p14:tracePt t="36403" x="1752600" y="4787900"/>
          <p14:tracePt t="36419" x="1765300" y="4781550"/>
          <p14:tracePt t="36436" x="1778000" y="4756150"/>
          <p14:tracePt t="36453" x="1784350" y="4749800"/>
          <p14:tracePt t="36470" x="1784350" y="4737100"/>
          <p14:tracePt t="36486" x="1790700" y="4724400"/>
          <p14:tracePt t="36502" x="1797050" y="4705350"/>
          <p14:tracePt t="36520" x="1809750" y="4673600"/>
          <p14:tracePt t="36536" x="1816100" y="4641850"/>
          <p14:tracePt t="36552" x="1828800" y="4603750"/>
          <p14:tracePt t="36569" x="1841500" y="4565650"/>
          <p14:tracePt t="36586" x="1847850" y="4540250"/>
          <p14:tracePt t="36602" x="1854200" y="4533900"/>
          <p14:tracePt t="36619" x="1854200" y="4514850"/>
          <p14:tracePt t="36639" x="1854200" y="4508500"/>
          <p14:tracePt t="36660" x="1854200" y="4502150"/>
          <p14:tracePt t="36723" x="1854200" y="4495800"/>
          <p14:tracePt t="36849" x="1866900" y="4495800"/>
          <p14:tracePt t="36856" x="1873250" y="4495800"/>
          <p14:tracePt t="36871" x="1885950" y="4495800"/>
          <p14:tracePt t="36885" x="1898650" y="4489450"/>
          <p14:tracePt t="36901" x="1924050" y="4483100"/>
          <p14:tracePt t="36918" x="1949450" y="4464050"/>
          <p14:tracePt t="36934" x="1968500" y="4457700"/>
          <p14:tracePt t="37682" x="1974850" y="4457700"/>
          <p14:tracePt t="37689" x="1987550" y="4457700"/>
          <p14:tracePt t="37698" x="2000250" y="4464050"/>
          <p14:tracePt t="37715" x="2019300" y="4476750"/>
          <p14:tracePt t="37732" x="2057400" y="4502150"/>
          <p14:tracePt t="37748" x="2095500" y="4540250"/>
          <p14:tracePt t="37766" x="2127250" y="4565650"/>
          <p14:tracePt t="37781" x="2178050" y="4610100"/>
          <p14:tracePt t="37798" x="2203450" y="4635500"/>
          <p14:tracePt t="37801" x="2216150" y="4648200"/>
          <p14:tracePt t="37815" x="2222500" y="4660900"/>
          <p14:tracePt t="37831" x="2260600" y="4711700"/>
          <p14:tracePt t="37847" x="2279650" y="4737100"/>
          <p14:tracePt t="37865" x="2286000" y="4756150"/>
          <p14:tracePt t="37881" x="2292350" y="4768850"/>
          <p14:tracePt t="37898" x="2292350" y="4781550"/>
          <p14:tracePt t="37915" x="2273300" y="4813300"/>
          <p14:tracePt t="37931" x="2254250" y="4832350"/>
          <p14:tracePt t="38457" x="2254250" y="4826000"/>
          <p14:tracePt t="38464" x="2247900" y="4819650"/>
          <p14:tracePt t="38470" x="2247900" y="4813300"/>
          <p14:tracePt t="38479" x="2241550" y="4806950"/>
          <p14:tracePt t="38496" x="2235200" y="4794250"/>
          <p14:tracePt t="38513" x="2222500" y="4775200"/>
          <p14:tracePt t="38529" x="2222500" y="4762500"/>
          <p14:tracePt t="38546" x="2216150" y="4749800"/>
          <p14:tracePt t="38563" x="2203450" y="4737100"/>
          <p14:tracePt t="38579" x="2197100" y="4718050"/>
          <p14:tracePt t="38595" x="2178050" y="4699000"/>
          <p14:tracePt t="38612" x="2146300" y="4648200"/>
          <p14:tracePt t="38628" x="2133600" y="4622800"/>
          <p14:tracePt t="38645" x="2101850" y="4584700"/>
          <p14:tracePt t="38662" x="2082800" y="4533900"/>
          <p14:tracePt t="38678" x="2063750" y="4502150"/>
          <p14:tracePt t="38695" x="2051050" y="4476750"/>
          <p14:tracePt t="38711" x="2038350" y="4470400"/>
          <p14:tracePt t="38728" x="2032000" y="4457700"/>
          <p14:tracePt t="38745" x="2006600" y="4445000"/>
          <p14:tracePt t="38761" x="1993900" y="4438650"/>
          <p14:tracePt t="38778" x="1981200" y="4425950"/>
          <p14:tracePt t="38795" x="1968500" y="4413250"/>
          <p14:tracePt t="38811" x="1955800" y="4413250"/>
          <p14:tracePt t="38815" x="1949450" y="4406900"/>
          <p14:tracePt t="38829" x="1936750" y="4400550"/>
          <p14:tracePt t="38844" x="1924050" y="4394200"/>
          <p14:tracePt t="38861" x="1898650" y="4387850"/>
          <p14:tracePt t="38878" x="1873250" y="4387850"/>
          <p14:tracePt t="38894" x="1822450" y="4387850"/>
          <p14:tracePt t="38911" x="1790700" y="4394200"/>
          <p14:tracePt t="38928" x="1727200" y="4406900"/>
          <p14:tracePt t="38944" x="1695450" y="4419600"/>
          <p14:tracePt t="38961" x="1663700" y="4432300"/>
          <p14:tracePt t="38977" x="1625600" y="4457700"/>
          <p14:tracePt t="38994" x="1600200" y="4464050"/>
          <p14:tracePt t="39011" x="1581150" y="4464050"/>
          <p14:tracePt t="39027" x="1543050" y="4476750"/>
          <p14:tracePt t="39044" x="1517650" y="4483100"/>
          <p14:tracePt t="39061" x="1485900" y="4483100"/>
          <p14:tracePt t="39077" x="1473200" y="4483100"/>
          <p14:tracePt t="39093" x="1454150" y="4483100"/>
          <p14:tracePt t="39110" x="1409700" y="4483100"/>
          <p14:tracePt t="39127" x="1377950" y="4483100"/>
          <p14:tracePt t="39143" x="1333500" y="4483100"/>
          <p14:tracePt t="39160" x="1289050" y="4476750"/>
          <p14:tracePt t="39177" x="1263650" y="4464050"/>
          <p14:tracePt t="39194" x="1225550" y="4451350"/>
          <p14:tracePt t="39210" x="1200150" y="4438650"/>
          <p14:tracePt t="39226" x="1181100" y="4425950"/>
          <p14:tracePt t="39243" x="1168400" y="4419600"/>
          <p14:tracePt t="39259" x="1162050" y="4419600"/>
          <p14:tracePt t="39276" x="1155700" y="4413250"/>
          <p14:tracePt t="39293" x="1155700" y="4406900"/>
          <p14:tracePt t="39309" x="1149350" y="4400550"/>
          <p14:tracePt t="39328" x="1149350" y="4394200"/>
          <p14:tracePt t="39355" x="1155700" y="4394200"/>
          <p14:tracePt t="39370" x="1162050" y="4394200"/>
          <p14:tracePt t="39390" x="1168400" y="4394200"/>
          <p14:tracePt t="39398" x="1174750" y="4394200"/>
          <p14:tracePt t="39412" x="1181100" y="4394200"/>
          <p14:tracePt t="39428" x="1187450" y="4394200"/>
          <p14:tracePt t="39442" x="1193800" y="4394200"/>
          <p14:tracePt t="39459" x="1206500" y="4400550"/>
          <p14:tracePt t="39476" x="1244600" y="4400550"/>
          <p14:tracePt t="39492" x="1289050" y="4406900"/>
          <p14:tracePt t="39509" x="1333500" y="4406900"/>
          <p14:tracePt t="39525" x="1422400" y="4406900"/>
          <p14:tracePt t="39542" x="1479550" y="4413250"/>
          <p14:tracePt t="39559" x="1549400" y="4413250"/>
          <p14:tracePt t="39575" x="1587500" y="4406900"/>
          <p14:tracePt t="39592" x="1619250" y="4406900"/>
          <p14:tracePt t="39609" x="1651000" y="4400550"/>
          <p14:tracePt t="39625" x="1670050" y="4394200"/>
          <p14:tracePt t="39641" x="1689100" y="4394200"/>
          <p14:tracePt t="39658" x="1701800" y="4387850"/>
          <p14:tracePt t="39675" x="1708150" y="4387850"/>
          <p14:tracePt t="39692" x="1714500" y="4387850"/>
          <p14:tracePt t="39707" x="1720850" y="4387850"/>
          <p14:tracePt t="39742" x="1727200" y="4387850"/>
          <p14:tracePt t="39791" x="1733550" y="4387850"/>
          <p14:tracePt t="39819" x="1733550" y="4394200"/>
          <p14:tracePt t="39826" x="1739900" y="4400550"/>
          <p14:tracePt t="39847" x="1746250" y="4406900"/>
          <p14:tracePt t="39861" x="1746250" y="4413250"/>
          <p14:tracePt t="39868" x="1746250" y="4419600"/>
          <p14:tracePt t="39882" x="1752600" y="4425950"/>
          <p14:tracePt t="39890" x="1752600" y="4438650"/>
          <p14:tracePt t="39907" x="1758950" y="4470400"/>
          <p14:tracePt t="39925" x="1771650" y="4540250"/>
          <p14:tracePt t="39940" x="1778000" y="4597400"/>
          <p14:tracePt t="39957" x="1784350" y="4667250"/>
          <p14:tracePt t="39974" x="1797050" y="4756150"/>
          <p14:tracePt t="39990" x="1797050" y="4813300"/>
          <p14:tracePt t="40007" x="1803400" y="4845050"/>
          <p14:tracePt t="40024" x="1803400" y="4883150"/>
          <p14:tracePt t="40040" x="1803400" y="4895850"/>
          <p14:tracePt t="40058" x="1803400" y="4908550"/>
          <p14:tracePt t="40121" x="1809750" y="4908550"/>
          <p14:tracePt t="40247" x="1809750" y="4914900"/>
          <p14:tracePt t="40268" x="1816100" y="4921250"/>
          <p14:tracePt t="40282" x="1816100" y="4927600"/>
          <p14:tracePt t="40292" x="1822450" y="4933950"/>
          <p14:tracePt t="40306" x="1822450" y="4940300"/>
          <p14:tracePt t="40323" x="1828800" y="4946650"/>
          <p14:tracePt t="40339" x="1835150" y="4965700"/>
          <p14:tracePt t="40355" x="1841500" y="4978400"/>
          <p14:tracePt t="40372" x="1841500" y="4984750"/>
          <p14:tracePt t="40389" x="1847850" y="4997450"/>
          <p14:tracePt t="40405" x="1847850" y="5010150"/>
          <p14:tracePt t="40423" x="1847850" y="5016500"/>
          <p14:tracePt t="40455" x="1854200" y="5029200"/>
          <p14:tracePt t="40500" x="1860550" y="5029200"/>
          <p14:tracePt t="40535" x="1866900" y="5035550"/>
          <p14:tracePt t="40563" x="1873250" y="5035550"/>
          <p14:tracePt t="40612" x="1873250" y="5029200"/>
          <p14:tracePt t="40619" x="1873250" y="5022850"/>
          <p14:tracePt t="40626" x="1873250" y="5016500"/>
          <p14:tracePt t="40641" x="1873250" y="5003800"/>
          <p14:tracePt t="40655" x="1866900" y="4997450"/>
          <p14:tracePt t="40671" x="1854200" y="4978400"/>
          <p14:tracePt t="40688" x="1854200" y="4946650"/>
          <p14:tracePt t="40704" x="1835150" y="4889500"/>
          <p14:tracePt t="40721" x="1828800" y="4851400"/>
          <p14:tracePt t="40738" x="1822450" y="4800600"/>
          <p14:tracePt t="40754" x="1803400" y="4679950"/>
          <p14:tracePt t="40771" x="1797050" y="4603750"/>
          <p14:tracePt t="40788" x="1790700" y="4514850"/>
          <p14:tracePt t="40805" x="1784350" y="4464050"/>
          <p14:tracePt t="40821" x="1784350" y="4432300"/>
          <p14:tracePt t="40838" x="1784350" y="4394200"/>
          <p14:tracePt t="40854" x="1784350" y="4375150"/>
          <p14:tracePt t="40871" x="1784350" y="4362450"/>
          <p14:tracePt t="40887" x="1784350" y="4337050"/>
          <p14:tracePt t="40904" x="1784350" y="4318000"/>
          <p14:tracePt t="40921" x="1778000" y="4311650"/>
          <p14:tracePt t="40972" x="1771650" y="4311650"/>
          <p14:tracePt t="40992" x="1765300" y="4311650"/>
          <p14:tracePt t="41026" x="1765300" y="4318000"/>
          <p14:tracePt t="41034" x="1765300" y="4330700"/>
          <p14:tracePt t="41041" x="1758950" y="4330700"/>
          <p14:tracePt t="41056" x="1758950" y="4343400"/>
          <p14:tracePt t="41070" x="1752600" y="4356100"/>
          <p14:tracePt t="41087" x="1739900" y="4362450"/>
          <p14:tracePt t="41104" x="1733550" y="4387850"/>
          <p14:tracePt t="41120" x="1720850" y="4406900"/>
          <p14:tracePt t="41136" x="1701800" y="4432300"/>
          <p14:tracePt t="41154" x="1689100" y="4457700"/>
          <p14:tracePt t="41170" x="1657350" y="4495800"/>
          <p14:tracePt t="41186" x="1638300" y="4527550"/>
          <p14:tracePt t="41203" x="1593850" y="4578350"/>
          <p14:tracePt t="41220" x="1568450" y="4622800"/>
          <p14:tracePt t="41238" x="1517650" y="4654550"/>
          <p14:tracePt t="41253" x="1492250" y="4660900"/>
          <p14:tracePt t="41269" x="1479550" y="4673600"/>
          <p14:tracePt t="41287" x="1454150" y="4673600"/>
          <p14:tracePt t="41302" x="1435100" y="4679950"/>
          <p14:tracePt t="41319" x="1416050" y="4667250"/>
          <p14:tracePt t="41337" x="1377950" y="4635500"/>
          <p14:tracePt t="41353" x="1333500" y="4622800"/>
          <p14:tracePt t="41356" x="1301750" y="4603750"/>
          <p14:tracePt t="41369" x="1257300" y="4578350"/>
          <p14:tracePt t="41386" x="1193800" y="4540250"/>
          <p14:tracePt t="41402" x="1162050" y="4514850"/>
          <p14:tracePt t="41418" x="1104900" y="4476750"/>
          <p14:tracePt t="41435" x="1085850" y="4464050"/>
          <p14:tracePt t="41453" x="1041400" y="4438650"/>
          <p14:tracePt t="41469" x="1028700" y="4425950"/>
          <p14:tracePt t="41485" x="1003300" y="4406900"/>
          <p14:tracePt t="41501" x="990600" y="4394200"/>
          <p14:tracePt t="41519" x="984250" y="4387850"/>
          <p14:tracePt t="41535" x="965200" y="4375150"/>
          <p14:tracePt t="41552" x="958850" y="4375150"/>
          <p14:tracePt t="41568" x="946150" y="4368800"/>
          <p14:tracePt t="41616" x="939800" y="4368800"/>
          <p14:tracePt t="41701" x="933450" y="4362450"/>
          <p14:tracePt t="41834" x="933450" y="4368800"/>
          <p14:tracePt t="41862" x="933450" y="4375150"/>
          <p14:tracePt t="41869" x="933450" y="4381500"/>
          <p14:tracePt t="41905" x="933450" y="4387850"/>
          <p14:tracePt t="41926" x="933450" y="4394200"/>
          <p14:tracePt t="41953" x="933450" y="4406900"/>
          <p14:tracePt t="41968" x="933450" y="4413250"/>
          <p14:tracePt t="41975" x="933450" y="4425950"/>
          <p14:tracePt t="41989" x="933450" y="4445000"/>
          <p14:tracePt t="42000" x="933450" y="4464050"/>
          <p14:tracePt t="42017" x="920750" y="4546600"/>
          <p14:tracePt t="42033" x="914400" y="4597400"/>
          <p14:tracePt t="42050" x="895350" y="4692650"/>
          <p14:tracePt t="42067" x="869950" y="4813300"/>
          <p14:tracePt t="42083" x="857250" y="4876800"/>
          <p14:tracePt t="42100" x="850900" y="4984750"/>
          <p14:tracePt t="42116" x="831850" y="5080000"/>
          <p14:tracePt t="42133" x="825500" y="5105400"/>
          <p14:tracePt t="42150" x="825500" y="5156200"/>
          <p14:tracePt t="42166" x="825500" y="5181600"/>
          <p14:tracePt t="42183" x="825500" y="5187950"/>
          <p14:tracePt t="42200" x="825500" y="5194300"/>
          <p14:tracePt t="42216" x="825500" y="5200650"/>
          <p14:tracePt t="42459" x="825500" y="5187950"/>
          <p14:tracePt t="42466" x="825500" y="5175250"/>
          <p14:tracePt t="42480" x="831850" y="5156200"/>
          <p14:tracePt t="42487" x="838200" y="5124450"/>
          <p14:tracePt t="42502" x="850900" y="5073650"/>
          <p14:tracePt t="42516" x="876300" y="4940300"/>
          <p14:tracePt t="42532" x="908050" y="4857750"/>
          <p14:tracePt t="42548" x="927100" y="4756150"/>
          <p14:tracePt t="42565" x="977900" y="4559300"/>
          <p14:tracePt t="42581" x="1028700" y="4387850"/>
          <p14:tracePt t="42598" x="1047750" y="4337050"/>
          <p14:tracePt t="42615" x="1073150" y="4248150"/>
          <p14:tracePt t="42631" x="1079500" y="4203700"/>
          <p14:tracePt t="42648" x="1085850" y="4197350"/>
          <p14:tracePt t="42664" x="1092200" y="4184650"/>
          <p14:tracePt t="43711" x="1098550" y="4184650"/>
          <p14:tracePt t="44049" x="1104900" y="4184650"/>
          <p14:tracePt t="44063" x="1111250" y="4184650"/>
          <p14:tracePt t="44070" x="1136650" y="4178300"/>
          <p14:tracePt t="44079" x="1174750" y="4159250"/>
          <p14:tracePt t="44092" x="1219200" y="4146550"/>
          <p14:tracePt t="44110" x="1339850" y="4089400"/>
          <p14:tracePt t="44127" x="1504950" y="3994150"/>
          <p14:tracePt t="44143" x="1587500" y="3956050"/>
          <p14:tracePt t="44159" x="1758950" y="3860800"/>
          <p14:tracePt t="44176" x="1898650" y="3784600"/>
          <p14:tracePt t="44192" x="1955800" y="3746500"/>
          <p14:tracePt t="44210" x="2032000" y="3714750"/>
          <p14:tracePt t="44226" x="2082800" y="3683000"/>
          <p14:tracePt t="44242" x="2095500" y="3676650"/>
          <p14:tracePt t="44259" x="2114550" y="3676650"/>
          <p14:tracePt t="44275" x="2133600" y="3670300"/>
          <p14:tracePt t="44292" x="2139950" y="3670300"/>
          <p14:tracePt t="44310" x="2146300" y="3670300"/>
          <p14:tracePt t="44326" x="2152650" y="3670300"/>
          <p14:tracePt t="44358" x="2159000" y="3670300"/>
          <p14:tracePt t="45118" x="2171700" y="3670300"/>
          <p14:tracePt t="45125" x="2197100" y="3670300"/>
          <p14:tracePt t="45140" x="2235200" y="3670300"/>
          <p14:tracePt t="45146" x="2266950" y="3670300"/>
          <p14:tracePt t="45160" x="2305050" y="3670300"/>
          <p14:tracePt t="45172" x="2330450" y="3670300"/>
          <p14:tracePt t="45189" x="2419350" y="3663950"/>
          <p14:tracePt t="45206" x="2463800" y="3663950"/>
          <p14:tracePt t="45223" x="2527300" y="3663950"/>
          <p14:tracePt t="45239" x="2616200" y="3663950"/>
          <p14:tracePt t="45255" x="2647950" y="3663950"/>
          <p14:tracePt t="45273" x="2724150" y="3651250"/>
          <p14:tracePt t="45289" x="2813050" y="3651250"/>
          <p14:tracePt t="45306" x="2857500" y="3651250"/>
          <p14:tracePt t="45322" x="2921000" y="3651250"/>
          <p14:tracePt t="45338" x="2990850" y="3651250"/>
          <p14:tracePt t="45355" x="3016250" y="3657600"/>
          <p14:tracePt t="45372" x="3060700" y="3657600"/>
          <p14:tracePt t="45388" x="3111500" y="3663950"/>
          <p14:tracePt t="45406" x="3149600" y="3663950"/>
          <p14:tracePt t="45422" x="3168650" y="3663950"/>
          <p14:tracePt t="45438" x="3187700" y="3663950"/>
          <p14:tracePt t="45456" x="3251200" y="3663950"/>
          <p14:tracePt t="45471" x="3270250" y="3663950"/>
          <p14:tracePt t="45488" x="3282950" y="3670300"/>
          <p14:tracePt t="45505" x="3321050" y="3676650"/>
          <p14:tracePt t="45521" x="3346450" y="3676650"/>
          <p14:tracePt t="46723" x="3359150" y="3676650"/>
          <p14:tracePt t="46730" x="3371850" y="3676650"/>
          <p14:tracePt t="46744" x="3384550" y="3676650"/>
          <p14:tracePt t="46753" x="3403600" y="3676650"/>
          <p14:tracePt t="46766" x="3416300" y="3676650"/>
          <p14:tracePt t="46784" x="3441700" y="3676650"/>
          <p14:tracePt t="46801" x="3473450" y="3683000"/>
          <p14:tracePt t="46817" x="3486150" y="3683000"/>
          <p14:tracePt t="46834" x="3524250" y="3689350"/>
          <p14:tracePt t="46850" x="3556000" y="3695700"/>
          <p14:tracePt t="46867" x="3568700" y="3702050"/>
          <p14:tracePt t="46883" x="3594100" y="3708400"/>
          <p14:tracePt t="46900" x="3619500" y="3714750"/>
          <p14:tracePt t="46916" x="3632200" y="3721100"/>
          <p14:tracePt t="46934" x="3657600" y="3721100"/>
          <p14:tracePt t="46949" x="3663950" y="3727450"/>
          <p14:tracePt t="46966" x="3676650" y="3727450"/>
          <p14:tracePt t="46983" x="3683000" y="3733800"/>
          <p14:tracePt t="46999" x="3689350" y="3733800"/>
          <p14:tracePt t="47016" x="3702050" y="3733800"/>
          <p14:tracePt t="47033" x="3708400" y="3733800"/>
          <p14:tracePt t="47049" x="3721100" y="3740150"/>
          <p14:tracePt t="49738" x="3714750" y="3746500"/>
          <p14:tracePt t="49752" x="3708400" y="3752850"/>
          <p14:tracePt t="49780" x="3695700" y="3759200"/>
          <p14:tracePt t="49787" x="3689350" y="3759200"/>
          <p14:tracePt t="49801" x="3683000" y="3759200"/>
          <p14:tracePt t="49809" x="3670300" y="3759200"/>
          <p14:tracePt t="49824" x="3657600" y="3759200"/>
          <p14:tracePt t="49840" x="3619500" y="3759200"/>
          <p14:tracePt t="49857" x="3587750" y="3759200"/>
          <p14:tracePt t="49873" x="3530600" y="3759200"/>
          <p14:tracePt t="49889" x="3505200" y="3752850"/>
          <p14:tracePt t="49908" x="3403600" y="3746500"/>
          <p14:tracePt t="49923" x="3384550" y="3740150"/>
          <p14:tracePt t="49940" x="3365500" y="3740150"/>
          <p14:tracePt t="49956" x="3327400" y="3740150"/>
          <p14:tracePt t="49973" x="3276600" y="3740150"/>
          <p14:tracePt t="49989" x="3244850" y="3740150"/>
          <p14:tracePt t="50006" x="3181350" y="3740150"/>
          <p14:tracePt t="50022" x="3105150" y="3740150"/>
          <p14:tracePt t="50040" x="3009900" y="3740150"/>
          <p14:tracePt t="50055" x="2971800" y="3740150"/>
          <p14:tracePt t="50072" x="2901950" y="3740150"/>
          <p14:tracePt t="50090" x="2825750" y="3740150"/>
          <p14:tracePt t="50105" x="2787650" y="3740150"/>
          <p14:tracePt t="50122" x="2711450" y="3740150"/>
          <p14:tracePt t="50139" x="2628900" y="3740150"/>
          <p14:tracePt t="50155" x="2578100" y="3740150"/>
          <p14:tracePt t="50172" x="2540000" y="3740150"/>
          <p14:tracePt t="50188" x="2451100" y="3733800"/>
          <p14:tracePt t="50205" x="2438400" y="3733800"/>
          <p14:tracePt t="50223" x="2406650" y="3733800"/>
          <p14:tracePt t="50238" x="2393950" y="3733800"/>
          <p14:tracePt t="50255" x="2381250" y="3733800"/>
          <p14:tracePt t="50272" x="2374900" y="3733800"/>
          <p14:tracePt t="51140" x="2381250" y="3733800"/>
          <p14:tracePt t="51168" x="2400300" y="3733800"/>
          <p14:tracePt t="51174" x="2413000" y="3733800"/>
          <p14:tracePt t="51185" x="2432050" y="3740150"/>
          <p14:tracePt t="51201" x="2444750" y="3740150"/>
          <p14:tracePt t="51218" x="2470150" y="3740150"/>
          <p14:tracePt t="51235" x="2508250" y="3740150"/>
          <p14:tracePt t="51252" x="2559050" y="3733800"/>
          <p14:tracePt t="51268" x="2578100" y="3727450"/>
          <p14:tracePt t="51285" x="2641600" y="3702050"/>
          <p14:tracePt t="51302" x="2692400" y="3689350"/>
          <p14:tracePt t="51318" x="2711450" y="3683000"/>
          <p14:tracePt t="51334" x="2724150" y="3676650"/>
          <p14:tracePt t="51352" x="2762250" y="3663950"/>
          <p14:tracePt t="51368" x="2768600" y="3663950"/>
          <p14:tracePt t="51385" x="2774950" y="3663950"/>
          <p14:tracePt t="51401" x="2794000" y="3663950"/>
          <p14:tracePt t="51417" x="2800350" y="3663950"/>
          <p14:tracePt t="51435" x="2813050" y="3663950"/>
          <p14:tracePt t="51451" x="2819400" y="3663950"/>
          <p14:tracePt t="51467" x="2825750" y="3663950"/>
          <p14:tracePt t="51540" x="2825750" y="3657600"/>
          <p14:tracePt t="52597" x="2844800" y="3657600"/>
          <p14:tracePt t="52604" x="2863850" y="3657600"/>
          <p14:tracePt t="52618" x="2889250" y="3657600"/>
          <p14:tracePt t="52629" x="2921000" y="3651250"/>
          <p14:tracePt t="52647" x="2978150" y="3638550"/>
          <p14:tracePt t="52663" x="3009900" y="3625850"/>
          <p14:tracePt t="52680" x="3079750" y="3619500"/>
          <p14:tracePt t="52697" x="3136900" y="3606800"/>
          <p14:tracePt t="52713" x="3181350" y="3587750"/>
          <p14:tracePt t="52731" x="3251200" y="3568700"/>
          <p14:tracePt t="52746" x="3308350" y="3549650"/>
          <p14:tracePt t="52763" x="3340100" y="3530600"/>
          <p14:tracePt t="52782" x="3403600" y="3517900"/>
          <p14:tracePt t="52796" x="3435350" y="3511550"/>
          <p14:tracePt t="52812" x="3454400" y="3505200"/>
          <p14:tracePt t="52830" x="3473450" y="3492500"/>
          <p14:tracePt t="52846" x="3492500" y="3486150"/>
          <p14:tracePt t="52885" x="3498850" y="3486150"/>
          <p14:tracePt t="52906" x="3505200" y="3486150"/>
          <p14:tracePt t="52927" x="3511550" y="3486150"/>
          <p14:tracePt t="52934" x="3517900" y="3486150"/>
          <p14:tracePt t="52945" x="3517900" y="3479800"/>
          <p14:tracePt t="53612" x="3536950" y="3479800"/>
          <p14:tracePt t="53619" x="3568700" y="3467100"/>
          <p14:tracePt t="53627" x="3587750" y="3460750"/>
          <p14:tracePt t="53643" x="3613150" y="3454400"/>
          <p14:tracePt t="53661" x="3644900" y="3441700"/>
          <p14:tracePt t="53676" x="3714750" y="3429000"/>
          <p14:tracePt t="53693" x="3746500" y="3422650"/>
          <p14:tracePt t="53711" x="3771900" y="3416300"/>
          <p14:tracePt t="53727" x="3790950" y="3416300"/>
          <p14:tracePt t="53743" x="3816350" y="3409950"/>
          <p14:tracePt t="53760" x="3841750" y="3397250"/>
          <p14:tracePt t="53776" x="3848100" y="3390900"/>
          <p14:tracePt t="53793" x="3867150" y="3384550"/>
          <p14:tracePt t="53810" x="3905250" y="3384550"/>
          <p14:tracePt t="53826" x="3917950" y="3378200"/>
          <p14:tracePt t="53843" x="3949700" y="3371850"/>
          <p14:tracePt t="53859" x="3975100" y="3371850"/>
          <p14:tracePt t="53876" x="3981450" y="3371850"/>
          <p14:tracePt t="53893" x="3994150" y="3365500"/>
          <p14:tracePt t="53909" x="4006850" y="3365500"/>
          <p14:tracePt t="53926" x="4013200" y="3365500"/>
          <p14:tracePt t="53959" x="4019550" y="3359150"/>
          <p14:tracePt t="54482" x="4006850" y="3359150"/>
          <p14:tracePt t="54489" x="3987800" y="3359150"/>
          <p14:tracePt t="54503" x="3956050" y="3371850"/>
          <p14:tracePt t="54510" x="3937000" y="3378200"/>
          <p14:tracePt t="54526" x="3892550" y="3397250"/>
          <p14:tracePt t="54540" x="3784600" y="3435350"/>
          <p14:tracePt t="54557" x="3702050" y="3460750"/>
          <p14:tracePt t="54574" x="3517900" y="3536950"/>
          <p14:tracePt t="54590" x="3416300" y="3575050"/>
          <p14:tracePt t="54607" x="3219450" y="3651250"/>
          <p14:tracePt t="54623" x="3035300" y="3721100"/>
          <p14:tracePt t="54640" x="2952750" y="3752850"/>
          <p14:tracePt t="54656" x="2806700" y="3790950"/>
          <p14:tracePt t="54673" x="2698750" y="3810000"/>
          <p14:tracePt t="54690" x="2660650" y="3816350"/>
          <p14:tracePt t="54707" x="2597150" y="3822700"/>
          <p14:tracePt t="54722" x="2546350" y="3822700"/>
          <p14:tracePt t="54739" x="2527300" y="3822700"/>
          <p14:tracePt t="54756" x="2501900" y="3822700"/>
          <p14:tracePt t="54772" x="2476500" y="3816350"/>
          <p14:tracePt t="54790" x="2470150" y="3816350"/>
          <p14:tracePt t="54823" x="2470150" y="3810000"/>
          <p14:tracePt t="54861" x="2470150" y="3803650"/>
          <p14:tracePt t="54952" x="2476500" y="3803650"/>
          <p14:tracePt t="55050" x="2482850" y="3803650"/>
          <p14:tracePt t="55092" x="2489200" y="3803650"/>
          <p14:tracePt t="55183" x="2495550" y="3810000"/>
          <p14:tracePt t="55226" x="2501900" y="3810000"/>
          <p14:tracePt t="55240" x="2508250" y="3816350"/>
          <p14:tracePt t="55261" x="2514600" y="3822700"/>
          <p14:tracePt t="55275" x="2520950" y="3829050"/>
          <p14:tracePt t="55296" x="2527300" y="3841750"/>
          <p14:tracePt t="55303" x="2540000" y="3848100"/>
          <p14:tracePt t="55310" x="2546350" y="3867150"/>
          <p14:tracePt t="55324" x="2559050" y="3886200"/>
          <p14:tracePt t="55337" x="2571750" y="3917950"/>
          <p14:tracePt t="55354" x="2616200" y="3994150"/>
          <p14:tracePt t="55371" x="2635250" y="4051300"/>
          <p14:tracePt t="55388" x="2667000" y="4146550"/>
          <p14:tracePt t="55404" x="2705100" y="4248150"/>
          <p14:tracePt t="55420" x="2711450" y="4286250"/>
          <p14:tracePt t="55437" x="2730500" y="4368800"/>
          <p14:tracePt t="55454" x="2736850" y="4438650"/>
          <p14:tracePt t="55470" x="2743200" y="4470400"/>
          <p14:tracePt t="55487" x="2755900" y="4527550"/>
          <p14:tracePt t="55503" x="2755900" y="4546600"/>
          <p14:tracePt t="55521" x="2755900" y="4578350"/>
          <p14:tracePt t="55537" x="2755900" y="4584700"/>
          <p14:tracePt t="55553" x="2755900" y="4591050"/>
          <p14:tracePt t="55586" x="2755900" y="4597400"/>
          <p14:tracePt t="55603" x="2749550" y="4597400"/>
          <p14:tracePt t="55620" x="2743200" y="4597400"/>
          <p14:tracePt t="55636" x="2736850" y="4597400"/>
          <p14:tracePt t="55653" x="2724150" y="4597400"/>
          <p14:tracePt t="55669" x="2711450" y="4603750"/>
          <p14:tracePt t="55686" x="2692400" y="4603750"/>
          <p14:tracePt t="55704" x="2660650" y="4616450"/>
          <p14:tracePt t="55719" x="2628900" y="4616450"/>
          <p14:tracePt t="55736" x="2571750" y="4629150"/>
          <p14:tracePt t="55753" x="2501900" y="4629150"/>
          <p14:tracePt t="55769" x="2476500" y="4635500"/>
          <p14:tracePt t="55786" x="2425700" y="4635500"/>
          <p14:tracePt t="55802" x="2266950" y="4635500"/>
          <p14:tracePt t="55819" x="2203450" y="4635500"/>
          <p14:tracePt t="55837" x="2146300" y="4635500"/>
          <p14:tracePt t="55852" x="1981200" y="4648200"/>
          <p14:tracePt t="55869" x="1803400" y="4654550"/>
          <p14:tracePt t="55887" x="1638300" y="4641850"/>
          <p14:tracePt t="55902" x="1555750" y="4635500"/>
          <p14:tracePt t="55919" x="1422400" y="4597400"/>
          <p14:tracePt t="55936" x="1339850" y="4559300"/>
          <p14:tracePt t="55952" x="1308100" y="4546600"/>
          <p14:tracePt t="55969" x="1276350" y="4521200"/>
          <p14:tracePt t="55986" x="1257300" y="4514850"/>
          <p14:tracePt t="56026" x="1257300" y="4508500"/>
          <p14:tracePt t="56035" x="1263650" y="4508500"/>
          <p14:tracePt t="56051" x="1270000" y="4508500"/>
          <p14:tracePt t="56076" x="1276350" y="4508500"/>
          <p14:tracePt t="56117" x="1282700" y="4508500"/>
          <p14:tracePt t="56138" x="1289050" y="4508500"/>
          <p14:tracePt t="56173" x="1295400" y="4508500"/>
          <p14:tracePt t="56222" x="1301750" y="4508500"/>
          <p14:tracePt t="56293" x="1301750" y="4514850"/>
          <p14:tracePt t="56314" x="1301750" y="4521200"/>
          <p14:tracePt t="56725" x="1327150" y="4521200"/>
          <p14:tracePt t="56739" x="1346200" y="4521200"/>
          <p14:tracePt t="56746" x="1397000" y="4521200"/>
          <p14:tracePt t="56760" x="1479550" y="4502150"/>
          <p14:tracePt t="56769" x="1555750" y="4489450"/>
          <p14:tracePt t="56782" x="1644650" y="4483100"/>
          <p14:tracePt t="56799" x="1835150" y="4470400"/>
          <p14:tracePt t="56816" x="1987550" y="4470400"/>
          <p14:tracePt t="56832" x="2051050" y="4470400"/>
          <p14:tracePt t="56848" x="2101850" y="4470400"/>
          <p14:tracePt t="56866" x="2127250" y="4470400"/>
          <p14:tracePt t="56882" x="2127250" y="4464050"/>
          <p14:tracePt t="56899" x="2133600" y="4464050"/>
          <p14:tracePt t="56964" x="2133600" y="4451350"/>
          <p14:tracePt t="57076" x="2127250" y="4451350"/>
          <p14:tracePt t="57083" x="2114550" y="4451350"/>
          <p14:tracePt t="57098" x="2108200" y="4451350"/>
          <p14:tracePt t="57111" x="2101850" y="4451350"/>
          <p14:tracePt t="57114" x="2089150" y="4445000"/>
          <p14:tracePt t="57136" x="2076450" y="4445000"/>
          <p14:tracePt t="57148" x="2063750" y="4438650"/>
          <p14:tracePt t="57166" x="2025650" y="4432300"/>
          <p14:tracePt t="57181" x="1955800" y="4413250"/>
          <p14:tracePt t="57198" x="1911350" y="4406900"/>
          <p14:tracePt t="57215" x="1778000" y="4394200"/>
          <p14:tracePt t="57231" x="1727200" y="4387850"/>
          <p14:tracePt t="57247" x="1612900" y="4375150"/>
          <p14:tracePt t="57264" x="1492250" y="4368800"/>
          <p14:tracePt t="57281" x="1441450" y="4368800"/>
          <p14:tracePt t="57297" x="1308100" y="4375150"/>
          <p14:tracePt t="57314" x="1193800" y="4381500"/>
          <p14:tracePt t="57330" x="1155700" y="4381500"/>
          <p14:tracePt t="57348" x="1073150" y="4381500"/>
          <p14:tracePt t="57363" x="1016000" y="4381500"/>
          <p14:tracePt t="57380" x="990600" y="4381500"/>
          <p14:tracePt t="57397" x="946150" y="4381500"/>
          <p14:tracePt t="57414" x="927100" y="4375150"/>
          <p14:tracePt t="57430" x="895350" y="4375150"/>
          <p14:tracePt t="57447" x="876300" y="4375150"/>
          <p14:tracePt t="57463" x="869950" y="4375150"/>
          <p14:tracePt t="57480" x="863600" y="4375150"/>
          <p14:tracePt t="57497" x="850900" y="4375150"/>
          <p14:tracePt t="57513" x="844550" y="4375150"/>
          <p14:tracePt t="57544" x="844550" y="4368800"/>
          <p14:tracePt t="57615" x="850900" y="4368800"/>
          <p14:tracePt t="57664" x="857250" y="4368800"/>
          <p14:tracePt t="57685" x="863600" y="4368800"/>
          <p14:tracePt t="57706" x="869950" y="4368800"/>
          <p14:tracePt t="57714" x="882650" y="4368800"/>
          <p14:tracePt t="57726" x="889000" y="4368800"/>
          <p14:tracePt t="57734" x="895350" y="4368800"/>
          <p14:tracePt t="57749" x="920750" y="4368800"/>
          <p14:tracePt t="57763" x="996950" y="4368800"/>
          <p14:tracePt t="57779" x="1047750" y="4368800"/>
          <p14:tracePt t="57796" x="1111250" y="4368800"/>
          <p14:tracePt t="57812" x="1250950" y="4368800"/>
          <p14:tracePt t="57829" x="1384300" y="4356100"/>
          <p14:tracePt t="57846" x="1473200" y="4349750"/>
          <p14:tracePt t="57862" x="1511300" y="4349750"/>
          <p14:tracePt t="57879" x="1562100" y="4349750"/>
          <p14:tracePt t="57896" x="1587500" y="4343400"/>
          <p14:tracePt t="57911" x="1593850" y="4343400"/>
          <p14:tracePt t="57928" x="1600200" y="4343400"/>
          <p14:tracePt t="57965" x="1600200" y="4337050"/>
          <p14:tracePt t="57987" x="1600200" y="4330700"/>
          <p14:tracePt t="58310" x="1593850" y="4330700"/>
          <p14:tracePt t="58316" x="1581150" y="4324350"/>
          <p14:tracePt t="58331" x="1568450" y="4318000"/>
          <p14:tracePt t="58343" x="1555750" y="4311650"/>
          <p14:tracePt t="58360" x="1530350" y="4292600"/>
          <p14:tracePt t="58377" x="1511300" y="4286250"/>
          <p14:tracePt t="58394" x="1473200" y="4267200"/>
          <p14:tracePt t="58410" x="1422400" y="4260850"/>
          <p14:tracePt t="58427" x="1397000" y="4254500"/>
          <p14:tracePt t="58444" x="1339850" y="4235450"/>
          <p14:tracePt t="58460" x="1282700" y="4235450"/>
          <p14:tracePt t="58476" x="1250950" y="4229100"/>
          <p14:tracePt t="58494" x="1193800" y="4229100"/>
          <p14:tracePt t="58510" x="1136650" y="4222750"/>
          <p14:tracePt t="58527" x="1085850" y="4222750"/>
          <p14:tracePt t="58543" x="1073150" y="4222750"/>
          <p14:tracePt t="58560" x="1041400" y="4216400"/>
          <p14:tracePt t="58577" x="1022350" y="4216400"/>
          <p14:tracePt t="58609" x="1009650" y="4216400"/>
          <p14:tracePt t="58626" x="990600" y="4210050"/>
          <p14:tracePt t="58659" x="984250" y="4210050"/>
          <p14:tracePt t="58717" x="990600" y="4210050"/>
          <p14:tracePt t="58738" x="996950" y="4210050"/>
          <p14:tracePt t="58752" x="1003300" y="4210050"/>
          <p14:tracePt t="58760" x="1009650" y="4210050"/>
          <p14:tracePt t="58780" x="1016000" y="4210050"/>
          <p14:tracePt t="58787" x="1016000" y="4216400"/>
          <p14:tracePt t="58801" x="1028700" y="4216400"/>
          <p14:tracePt t="58810" x="1054100" y="4222750"/>
          <p14:tracePt t="58825" x="1079500" y="4222750"/>
          <p14:tracePt t="58843" x="1181100" y="4229100"/>
          <p14:tracePt t="58858" x="1339850" y="4241800"/>
          <p14:tracePt t="58875" x="1441450" y="4241800"/>
          <p14:tracePt t="58893" x="1651000" y="4248150"/>
          <p14:tracePt t="58908" x="1841500" y="4248150"/>
          <p14:tracePt t="58942" x="1987550" y="4260850"/>
          <p14:tracePt t="58958" x="2038350" y="4260850"/>
          <p14:tracePt t="58975" x="2095500" y="4260850"/>
          <p14:tracePt t="58991" x="2120900" y="4260850"/>
          <p14:tracePt t="59008" x="2127250" y="4260850"/>
          <p14:tracePt t="59046" x="2120900" y="4260850"/>
          <p14:tracePt t="59061" x="2108200" y="4260850"/>
          <p14:tracePt t="59067" x="2095500" y="4260850"/>
          <p14:tracePt t="59082" x="2082800" y="4260850"/>
          <p14:tracePt t="59091" x="2063750" y="4254500"/>
          <p14:tracePt t="59107" x="2044700" y="4248150"/>
          <p14:tracePt t="59124" x="1974850" y="4248150"/>
          <p14:tracePt t="59141" x="1898650" y="4248150"/>
          <p14:tracePt t="59157" x="1841500" y="4254500"/>
          <p14:tracePt t="59174" x="1727200" y="4267200"/>
          <p14:tracePt t="59190" x="1568450" y="4292600"/>
          <p14:tracePt t="59208" x="1409700" y="4311650"/>
          <p14:tracePt t="59224" x="1333500" y="4324350"/>
          <p14:tracePt t="59241" x="1282700" y="4324350"/>
          <p14:tracePt t="59258" x="1136650" y="4343400"/>
          <p14:tracePt t="59273" x="1111250" y="4343400"/>
          <p14:tracePt t="59290" x="1079500" y="4343400"/>
          <p14:tracePt t="59307" x="1054100" y="4349750"/>
          <p14:tracePt t="59324" x="1035050" y="4349750"/>
          <p14:tracePt t="59340" x="1028700" y="4349750"/>
          <p14:tracePt t="59356" x="1016000" y="4356100"/>
          <p14:tracePt t="59373" x="1003300" y="4362450"/>
          <p14:tracePt t="59391" x="996950" y="4362450"/>
          <p14:tracePt t="59454" x="996950" y="4368800"/>
          <p14:tracePt t="59460" x="1003300" y="4368800"/>
          <p14:tracePt t="59473" x="1009650" y="4368800"/>
          <p14:tracePt t="59490" x="1016000" y="4368800"/>
          <p14:tracePt t="59506" x="1022350" y="4368800"/>
          <p14:tracePt t="59525" x="1028700" y="4368800"/>
          <p14:tracePt t="59539" x="1047750" y="4368800"/>
          <p14:tracePt t="59556" x="1060450" y="4368800"/>
          <p14:tracePt t="59574" x="1104900" y="4368800"/>
          <p14:tracePt t="59589" x="1143000" y="4368800"/>
          <p14:tracePt t="59606" x="1250950" y="4368800"/>
          <p14:tracePt t="59623" x="1403350" y="4362450"/>
          <p14:tracePt t="59639" x="1466850" y="4362450"/>
          <p14:tracePt t="59656" x="1606550" y="4349750"/>
          <p14:tracePt t="59673" x="1701800" y="4343400"/>
          <p14:tracePt t="59689" x="1752600" y="4337050"/>
          <p14:tracePt t="59706" x="1803400" y="4337050"/>
          <p14:tracePt t="59722" x="1822450" y="4337050"/>
          <p14:tracePt t="59756" x="1828800" y="4337050"/>
          <p14:tracePt t="59889" x="1822450" y="4337050"/>
          <p14:tracePt t="60255" x="1809750" y="4330700"/>
          <p14:tracePt t="60262" x="1797050" y="4324350"/>
          <p14:tracePt t="60272" x="1778000" y="4311650"/>
          <p14:tracePt t="60287" x="1752600" y="4305300"/>
          <p14:tracePt t="60303" x="1733550" y="4292600"/>
          <p14:tracePt t="60320" x="1689100" y="4279900"/>
          <p14:tracePt t="60337" x="1631950" y="4267200"/>
          <p14:tracePt t="60354" x="1562100" y="4254500"/>
          <p14:tracePt t="60370" x="1543050" y="4254500"/>
          <p14:tracePt t="60387" x="1473200" y="4254500"/>
          <p14:tracePt t="60404" x="1384300" y="4254500"/>
          <p14:tracePt t="60420" x="1320800" y="4267200"/>
          <p14:tracePt t="60437" x="1200150" y="4267200"/>
          <p14:tracePt t="60453" x="1073150" y="4267200"/>
          <p14:tracePt t="60470" x="1022350" y="4267200"/>
          <p14:tracePt t="60486" x="920750" y="4267200"/>
          <p14:tracePt t="60503" x="825500" y="4267200"/>
          <p14:tracePt t="60520" x="787400" y="4267200"/>
          <p14:tracePt t="60523" x="742950" y="4267200"/>
          <p14:tracePt t="60539" x="717550" y="4267200"/>
          <p14:tracePt t="60553" x="679450" y="4267200"/>
          <p14:tracePt t="60569" x="666750" y="4267200"/>
          <p14:tracePt t="60586" x="641350" y="4267200"/>
          <p14:tracePt t="60602" x="635000" y="4267200"/>
          <p14:tracePt t="60619" x="628650" y="4267200"/>
          <p14:tracePt t="60635" x="622300" y="4267200"/>
          <p14:tracePt t="60684" x="628650" y="4273550"/>
          <p14:tracePt t="60712" x="635000" y="4279900"/>
          <p14:tracePt t="60727" x="641350" y="4279900"/>
          <p14:tracePt t="60733" x="641350" y="4286250"/>
          <p14:tracePt t="60754" x="647700" y="4286250"/>
          <p14:tracePt t="60761" x="647700" y="4292600"/>
          <p14:tracePt t="60817" x="654050" y="4298950"/>
          <p14:tracePt t="60825" x="660400" y="4298950"/>
          <p14:tracePt t="60853" x="666750" y="4298950"/>
          <p14:tracePt t="60874" x="673100" y="4305300"/>
          <p14:tracePt t="60902" x="679450" y="4305300"/>
          <p14:tracePt t="60937" x="685800" y="4305300"/>
          <p14:tracePt t="60993" x="692150" y="4305300"/>
          <p14:tracePt t="61014" x="698500" y="4305300"/>
          <p14:tracePt t="61028" x="704850" y="4311650"/>
          <p14:tracePt t="61042" x="711200" y="4311650"/>
          <p14:tracePt t="61063" x="717550" y="4311650"/>
          <p14:tracePt t="61105" x="723900" y="4318000"/>
          <p14:tracePt t="61112" x="736600" y="4324350"/>
          <p14:tracePt t="61126" x="742950" y="4330700"/>
          <p14:tracePt t="61136" x="755650" y="4343400"/>
          <p14:tracePt t="61151" x="774700" y="4356100"/>
          <p14:tracePt t="61167" x="819150" y="4375150"/>
          <p14:tracePt t="61184" x="908050" y="4438650"/>
          <p14:tracePt t="61200" x="1047750" y="4514850"/>
          <p14:tracePt t="61218" x="1187450" y="4603750"/>
          <p14:tracePt t="61234" x="1250950" y="4635500"/>
          <p14:tracePt t="61250" x="1377950" y="4699000"/>
          <p14:tracePt t="61268" x="1466850" y="4743450"/>
          <p14:tracePt t="61284" x="1511300" y="4762500"/>
          <p14:tracePt t="61300" x="1562100" y="4775200"/>
          <p14:tracePt t="61317" x="1587500" y="4781550"/>
          <p14:tracePt t="61333" x="1593850" y="4781550"/>
          <p14:tracePt t="61350" x="1606550" y="4781550"/>
          <p14:tracePt t="61366" x="1619250" y="4781550"/>
          <p14:tracePt t="61383" x="1625600" y="4781550"/>
          <p14:tracePt t="61400" x="1638300" y="4781550"/>
          <p14:tracePt t="61417" x="1644650" y="4781550"/>
          <p14:tracePt t="61433" x="1651000" y="4781550"/>
          <p14:tracePt t="61450" x="1670050" y="4775200"/>
          <p14:tracePt t="61466" x="1682750" y="4775200"/>
          <p14:tracePt t="61483" x="1689100" y="4768850"/>
          <p14:tracePt t="61500" x="1701800" y="4768850"/>
          <p14:tracePt t="61516" x="1714500" y="4768850"/>
          <p14:tracePt t="61533" x="1727200" y="4768850"/>
          <p14:tracePt t="61549" x="1733550" y="4768850"/>
          <p14:tracePt t="61566" x="1746250" y="4762500"/>
          <p14:tracePt t="62155" x="1739900" y="4762500"/>
          <p14:tracePt t="62176" x="1733550" y="4762500"/>
          <p14:tracePt t="62191" x="1720850" y="4762500"/>
          <p14:tracePt t="62211" x="1708150" y="4762500"/>
          <p14:tracePt t="62219" x="1701800" y="4756150"/>
          <p14:tracePt t="62233" x="1682750" y="4749800"/>
          <p14:tracePt t="62247" x="1651000" y="4737100"/>
          <p14:tracePt t="62263" x="1619250" y="4730750"/>
          <p14:tracePt t="62281" x="1600200" y="4724400"/>
          <p14:tracePt t="62297" x="1479550" y="4705350"/>
          <p14:tracePt t="62313" x="1428750" y="4705350"/>
          <p14:tracePt t="62331" x="1346200" y="4686300"/>
          <p14:tracePt t="62346" x="1301750" y="4686300"/>
          <p14:tracePt t="62363" x="1231900" y="4679950"/>
          <p14:tracePt t="62381" x="1174750" y="4679950"/>
          <p14:tracePt t="62396" x="1155700" y="4679950"/>
          <p14:tracePt t="62413" x="1111250" y="4679950"/>
          <p14:tracePt t="62430" x="1060450" y="4679950"/>
          <p14:tracePt t="62446" x="1047750" y="4679950"/>
          <p14:tracePt t="62463" x="996950" y="4679950"/>
          <p14:tracePt t="62480" x="946150" y="4686300"/>
          <p14:tracePt t="62496" x="927100" y="4692650"/>
          <p14:tracePt t="62513" x="876300" y="4692650"/>
          <p14:tracePt t="62529" x="831850" y="4692650"/>
          <p14:tracePt t="62545" x="800100" y="4686300"/>
          <p14:tracePt t="62563" x="749300" y="4679950"/>
          <p14:tracePt t="62579" x="711200" y="4673600"/>
          <p14:tracePt t="62596" x="698500" y="4667250"/>
          <p14:tracePt t="62612" x="679450" y="4667250"/>
          <p14:tracePt t="62629" x="673100" y="4667250"/>
          <p14:tracePt t="62646" x="666750" y="4667250"/>
          <p14:tracePt t="62662" x="666750" y="4673600"/>
          <p14:tracePt t="62696" x="679450" y="4673600"/>
          <p14:tracePt t="62712" x="692150" y="4673600"/>
          <p14:tracePt t="62746" x="698500" y="4679950"/>
          <p14:tracePt t="62762" x="711200" y="4679950"/>
          <p14:tracePt t="62778" x="723900" y="4679950"/>
          <p14:tracePt t="62795" x="742950" y="4679950"/>
          <p14:tracePt t="62812" x="812800" y="4679950"/>
          <p14:tracePt t="62829" x="863600" y="4679950"/>
          <p14:tracePt t="62844" x="1016000" y="4692650"/>
          <p14:tracePt t="62861" x="1193800" y="4692650"/>
          <p14:tracePt t="62879" x="1384300" y="4699000"/>
          <p14:tracePt t="62894" x="1466850" y="4711700"/>
          <p14:tracePt t="62911" x="1593850" y="4730750"/>
          <p14:tracePt t="62928" x="1689100" y="4756150"/>
          <p14:tracePt t="62944" x="1720850" y="4762500"/>
          <p14:tracePt t="62961" x="1752600" y="4762500"/>
          <p14:tracePt t="62977" x="1778000" y="4775200"/>
          <p14:tracePt t="62994" x="1790700" y="4781550"/>
          <p14:tracePt t="63012" x="1797050" y="4794250"/>
          <p14:tracePt t="63027" x="1803400" y="4794250"/>
          <p14:tracePt t="63044" x="1809750" y="4794250"/>
          <p14:tracePt t="63061" x="1822450" y="4806950"/>
          <p14:tracePt t="63077" x="1828800" y="4806950"/>
          <p14:tracePt t="63094" x="1835150" y="4813300"/>
          <p14:tracePt t="63111" x="1841500" y="4819650"/>
          <p14:tracePt t="63127" x="1847850" y="4819650"/>
          <p14:tracePt t="63144" x="1854200" y="4832350"/>
          <p14:tracePt t="63160" x="1860550" y="4845050"/>
          <p14:tracePt t="63554" x="1854200" y="4845050"/>
          <p14:tracePt t="63561" x="1835150" y="4845050"/>
          <p14:tracePt t="63577" x="1809750" y="4845050"/>
          <p14:tracePt t="63582" x="1784350" y="4832350"/>
          <p14:tracePt t="63591" x="1746250" y="4832350"/>
          <p14:tracePt t="63609" x="1701800" y="4826000"/>
          <p14:tracePt t="63625" x="1612900" y="4826000"/>
          <p14:tracePt t="63642" x="1562100" y="4826000"/>
          <p14:tracePt t="63659" x="1352550" y="4819650"/>
          <p14:tracePt t="63676" x="1276350" y="4819650"/>
          <p14:tracePt t="63692" x="1212850" y="4819650"/>
          <p14:tracePt t="63709" x="1079500" y="4826000"/>
          <p14:tracePt t="63725" x="977900" y="4826000"/>
          <p14:tracePt t="63742" x="939800" y="4826000"/>
          <p14:tracePt t="63758" x="889000" y="4845050"/>
          <p14:tracePt t="63775" x="850900" y="4851400"/>
          <p14:tracePt t="63791" x="825500" y="4857750"/>
          <p14:tracePt t="63808" x="800100" y="4864100"/>
          <p14:tracePt t="63825" x="787400" y="4870450"/>
          <p14:tracePt t="63842" x="781050" y="4870450"/>
          <p14:tracePt t="63892" x="774700" y="4876800"/>
          <p14:tracePt t="63954" x="781050" y="4876800"/>
          <p14:tracePt t="63983" x="787400" y="4876800"/>
          <p14:tracePt t="63996" x="793750" y="4876800"/>
          <p14:tracePt t="64010" x="800100" y="4876800"/>
          <p14:tracePt t="64032" x="806450" y="4876800"/>
          <p14:tracePt t="64053" x="812800" y="4876800"/>
          <p14:tracePt t="64067" x="819150" y="4876800"/>
          <p14:tracePt t="64081" x="831850" y="4876800"/>
          <p14:tracePt t="64095" x="850900" y="4876800"/>
          <p14:tracePt t="64102" x="882650" y="4876800"/>
          <p14:tracePt t="64116" x="920750" y="4883150"/>
          <p14:tracePt t="64124" x="977900" y="4889500"/>
          <p14:tracePt t="64140" x="1041400" y="4902200"/>
          <p14:tracePt t="64158" x="1206500" y="4933950"/>
          <p14:tracePt t="64173" x="1390650" y="4959350"/>
          <p14:tracePt t="64190" x="1466850" y="4978400"/>
          <p14:tracePt t="64207" x="1651000" y="5029200"/>
          <p14:tracePt t="64223" x="1797050" y="5073650"/>
          <p14:tracePt t="64240" x="1854200" y="5086350"/>
          <p14:tracePt t="64256" x="1949450" y="5118100"/>
          <p14:tracePt t="64273" x="1968500" y="5130800"/>
          <p14:tracePt t="64290" x="2012950" y="5143500"/>
          <p14:tracePt t="64306" x="2038350" y="5149850"/>
          <p14:tracePt t="64323" x="2044700" y="5156200"/>
          <p14:tracePt t="64340" x="2051050" y="5156200"/>
          <p14:tracePt t="64356" x="2051050" y="5162550"/>
          <p14:tracePt t="64373" x="2057400" y="5162550"/>
          <p14:tracePt t="64390" x="2063750" y="5162550"/>
          <p14:tracePt t="64406" x="2063750" y="5168900"/>
          <p14:tracePt t="64426" x="2070100" y="5168900"/>
          <p14:tracePt t="64439" x="2076450" y="5168900"/>
          <p14:tracePt t="64565" x="2070100" y="5168900"/>
          <p14:tracePt t="64573" x="2063750" y="5168900"/>
          <p14:tracePt t="64586" x="2057400" y="5168900"/>
          <p14:tracePt t="64614" x="2044700" y="5162550"/>
          <p14:tracePt t="64628" x="2038350" y="5156200"/>
          <p14:tracePt t="64635" x="2032000" y="5143500"/>
          <p14:tracePt t="64642" x="2019300" y="5124450"/>
          <p14:tracePt t="64658" x="2006600" y="5111750"/>
          <p14:tracePt t="64671" x="1981200" y="5080000"/>
          <p14:tracePt t="64689" x="1943100" y="5016500"/>
          <p14:tracePt t="64706" x="1879600" y="4933950"/>
          <p14:tracePt t="64722" x="1854200" y="4889500"/>
          <p14:tracePt t="64738" x="1828800" y="4870450"/>
          <p14:tracePt t="64755" x="1758950" y="4775200"/>
          <p14:tracePt t="64771" x="1682750" y="4673600"/>
          <p14:tracePt t="64789" x="1631950" y="4603750"/>
          <p14:tracePt t="64805" x="1498600" y="4432300"/>
          <p14:tracePt t="64821" x="1447800" y="4381500"/>
          <p14:tracePt t="64840" x="1377950" y="4298950"/>
          <p14:tracePt t="64854" x="1314450" y="4241800"/>
          <p14:tracePt t="64871" x="1289050" y="4210050"/>
          <p14:tracePt t="64888" x="1244600" y="4178300"/>
          <p14:tracePt t="64904" x="1231900" y="4165600"/>
          <p14:tracePt t="64921" x="1206500" y="4146550"/>
          <p14:tracePt t="64938" x="1187450" y="4133850"/>
          <p14:tracePt t="64954" x="1168400" y="4121150"/>
          <p14:tracePt t="64970" x="1162050" y="4114800"/>
          <p14:tracePt t="64987" x="1136650" y="4108450"/>
          <p14:tracePt t="65004" x="1130300" y="4102100"/>
          <p14:tracePt t="65021" x="1111250" y="4102100"/>
          <p14:tracePt t="65037" x="1098550" y="4102100"/>
          <p14:tracePt t="65054" x="1092200" y="4102100"/>
          <p14:tracePt t="65057" x="1085850" y="4102100"/>
          <p14:tracePt t="65071" x="1079500" y="4102100"/>
          <p14:tracePt t="65087" x="1073150" y="4102100"/>
          <p14:tracePt t="65127" x="1066800" y="4102100"/>
          <p14:tracePt t="65133" x="1060450" y="4102100"/>
          <p14:tracePt t="65155" x="1054100" y="4102100"/>
          <p14:tracePt t="65196" x="1047750" y="4102100"/>
          <p14:tracePt t="65204" x="1041400" y="4102100"/>
          <p14:tracePt t="65225" x="1035050" y="4108450"/>
          <p14:tracePt t="65260" x="1035050" y="4114800"/>
          <p14:tracePt t="65267" x="1028700" y="4114800"/>
          <p14:tracePt t="65273" x="1022350" y="4114800"/>
          <p14:tracePt t="65290" x="1016000" y="4114800"/>
          <p14:tracePt t="65303" x="1009650" y="4114800"/>
          <p14:tracePt t="65320" x="984250" y="4121150"/>
          <p14:tracePt t="65338" x="952500" y="4140200"/>
          <p14:tracePt t="65353" x="939800" y="4146550"/>
          <p14:tracePt t="65369" x="908050" y="4159250"/>
          <p14:tracePt t="65387" x="869950" y="4165600"/>
          <p14:tracePt t="65403" x="857250" y="4178300"/>
          <p14:tracePt t="65420" x="831850" y="4191000"/>
          <p14:tracePt t="65436" x="819150" y="4197350"/>
          <p14:tracePt t="65452" x="819150" y="4203700"/>
          <p14:tracePt t="65469" x="812800" y="4203700"/>
          <p14:tracePt t="65485" x="806450" y="4203700"/>
          <p14:tracePt t="65502" x="806450" y="4210050"/>
          <p14:tracePt t="65519" x="800100" y="4216400"/>
          <p14:tracePt t="65536" x="787400" y="4222750"/>
          <p14:tracePt t="66041" x="800100" y="4222750"/>
          <p14:tracePt t="66048" x="831850" y="4222750"/>
          <p14:tracePt t="66062" x="869950" y="4222750"/>
          <p14:tracePt t="66070" x="895350" y="4222750"/>
          <p14:tracePt t="66084" x="946150" y="4222750"/>
          <p14:tracePt t="66100" x="1022350" y="4222750"/>
          <p14:tracePt t="66117" x="1066800" y="4222750"/>
          <p14:tracePt t="66133" x="1143000" y="4222750"/>
          <p14:tracePt t="66150" x="1193800" y="4216400"/>
          <p14:tracePt t="66168" x="1250950" y="4216400"/>
          <p14:tracePt t="66183" x="1270000" y="4222750"/>
          <p14:tracePt t="66200" x="1282700" y="4222750"/>
          <p14:tracePt t="66217" x="1301750" y="4222750"/>
          <p14:tracePt t="66266" x="1295400" y="4222750"/>
          <p14:tracePt t="66280" x="1282700" y="4229100"/>
          <p14:tracePt t="67134" x="1270000" y="4229100"/>
          <p14:tracePt t="67155" x="1257300" y="4229100"/>
          <p14:tracePt t="67162" x="1250950" y="4229100"/>
          <p14:tracePt t="67183" x="1244600" y="4229100"/>
          <p14:tracePt t="67190" x="1238250" y="4229100"/>
          <p14:tracePt t="67204" x="1225550" y="4229100"/>
          <p14:tracePt t="67213" x="1219200" y="4229100"/>
          <p14:tracePt t="67229" x="1206500" y="4229100"/>
          <p14:tracePt t="67246" x="1181100" y="4229100"/>
          <p14:tracePt t="67262" x="1143000" y="4229100"/>
          <p14:tracePt t="67279" x="1123950" y="4229100"/>
          <p14:tracePt t="67296" x="1066800" y="4235450"/>
          <p14:tracePt t="67312" x="1009650" y="4241800"/>
          <p14:tracePt t="67331" x="952500" y="4248150"/>
          <p14:tracePt t="67346" x="920750" y="4254500"/>
          <p14:tracePt t="67362" x="901700" y="4254500"/>
          <p14:tracePt t="67380" x="863600" y="4267200"/>
          <p14:tracePt t="67396" x="844550" y="4267200"/>
          <p14:tracePt t="67412" x="838200" y="4267200"/>
          <p14:tracePt t="67429" x="819150" y="4273550"/>
          <p14:tracePt t="67445" x="812800" y="4273550"/>
          <p14:tracePt t="67463" x="806450" y="4273550"/>
          <p14:tracePt t="67505" x="800100" y="4273550"/>
          <p14:tracePt t="67561" x="793750" y="4273550"/>
          <p14:tracePt t="67604" x="787400" y="4273550"/>
          <p14:tracePt t="67653" x="781050" y="4273550"/>
          <p14:tracePt t="67773" x="781050" y="4267200"/>
          <p14:tracePt t="67793" x="787400" y="4267200"/>
          <p14:tracePt t="67800" x="793750" y="4267200"/>
          <p14:tracePt t="67843" x="800100" y="4267200"/>
          <p14:tracePt t="67870" x="806450" y="4267200"/>
          <p14:tracePt t="67892" x="812800" y="4267200"/>
          <p14:tracePt t="67906" x="819150" y="4267200"/>
          <p14:tracePt t="67913" x="825500" y="4267200"/>
          <p14:tracePt t="67934" x="831850" y="4273550"/>
          <p14:tracePt t="67955" x="838200" y="4273550"/>
          <p14:tracePt t="67983" x="844550" y="4273550"/>
          <p14:tracePt t="68004" x="850900" y="4273550"/>
          <p14:tracePt t="68011" x="857250" y="4273550"/>
          <p14:tracePt t="68032" x="863600" y="4279900"/>
          <p14:tracePt t="68053" x="869950" y="4279900"/>
          <p14:tracePt t="68081" x="876300" y="4279900"/>
          <p14:tracePt t="68102" x="882650" y="4279900"/>
          <p14:tracePt t="68116" x="889000" y="4279900"/>
          <p14:tracePt t="68123" x="895350" y="4279900"/>
          <p14:tracePt t="68138" x="901700" y="4286250"/>
          <p14:tracePt t="68146" x="908050" y="4286250"/>
          <p14:tracePt t="68159" x="914400" y="4286250"/>
          <p14:tracePt t="68176" x="965200" y="4286250"/>
          <p14:tracePt t="68194" x="1035050" y="4286250"/>
          <p14:tracePt t="68210" x="1085850" y="4286250"/>
          <p14:tracePt t="68226" x="1200150" y="4286250"/>
          <p14:tracePt t="68243" x="1327150" y="4286250"/>
          <p14:tracePt t="68259" x="1397000" y="4273550"/>
          <p14:tracePt t="68276" x="1447800" y="4273550"/>
          <p14:tracePt t="68292" x="1593850" y="4260850"/>
          <p14:tracePt t="68309" x="1612900" y="4248150"/>
          <p14:tracePt t="68326" x="1644650" y="4241800"/>
          <p14:tracePt t="68342" x="1670050" y="4235450"/>
          <p14:tracePt t="68359" x="1676400" y="4229100"/>
          <p14:tracePt t="68376" x="1682750" y="4229100"/>
          <p14:tracePt t="68392" x="1689100" y="4229100"/>
          <p14:tracePt t="68657" x="1682750" y="4229100"/>
          <p14:tracePt t="68678" x="1676400" y="4229100"/>
          <p14:tracePt t="68699" x="1670050" y="4229100"/>
          <p14:tracePt t="68706" x="1663700" y="4229100"/>
          <p14:tracePt t="68713" x="1644650" y="4229100"/>
          <p14:tracePt t="68728" x="1631950" y="4229100"/>
          <p14:tracePt t="68741" x="1606550" y="4229100"/>
          <p14:tracePt t="68757" x="1555750" y="4222750"/>
          <p14:tracePt t="68774" x="1517650" y="4222750"/>
          <p14:tracePt t="68791" x="1435100" y="4222750"/>
          <p14:tracePt t="68807" x="1397000" y="4222750"/>
          <p14:tracePt t="68826" x="1231900" y="4222750"/>
          <p14:tracePt t="68840" x="1193800" y="4222750"/>
          <p14:tracePt t="68857" x="1098550" y="4216400"/>
          <p14:tracePt t="68875" x="1003300" y="4216400"/>
          <p14:tracePt t="68890" x="977900" y="4216400"/>
          <p14:tracePt t="68907" x="946150" y="4229100"/>
          <p14:tracePt t="68924" x="895350" y="4229100"/>
          <p14:tracePt t="68940" x="882650" y="4229100"/>
          <p14:tracePt t="68957" x="876300" y="4229100"/>
          <p14:tracePt t="68974" x="863600" y="4229100"/>
          <p14:tracePt t="69106" x="869950" y="4229100"/>
          <p14:tracePt t="69134" x="876300" y="4229100"/>
          <p14:tracePt t="69148" x="882650" y="4229100"/>
          <p14:tracePt t="69176" x="889000" y="4229100"/>
          <p14:tracePt t="69197" x="895350" y="4235450"/>
          <p14:tracePt t="69225" x="901700" y="4235450"/>
          <p14:tracePt t="69240" x="908050" y="4235450"/>
          <p14:tracePt t="69246" x="914400" y="4235450"/>
          <p14:tracePt t="69261" x="927100" y="4235450"/>
          <p14:tracePt t="69272" x="939800" y="4235450"/>
          <p14:tracePt t="69289" x="1016000" y="4235450"/>
          <p14:tracePt t="69306" x="1066800" y="4235450"/>
          <p14:tracePt t="69322" x="1231900" y="4235450"/>
          <p14:tracePt t="69339" x="1447800" y="4235450"/>
          <p14:tracePt t="69356" x="1536700" y="4222750"/>
          <p14:tracePt t="69373" x="1752600" y="4203700"/>
          <p14:tracePt t="69389" x="1930400" y="4191000"/>
          <p14:tracePt t="69405" x="2012950" y="4171950"/>
          <p14:tracePt t="69422" x="2114550" y="4165600"/>
          <p14:tracePt t="69438" x="2197100" y="4152900"/>
          <p14:tracePt t="69455" x="2216150" y="4152900"/>
          <p14:tracePt t="69472" x="2260600" y="4146550"/>
          <p14:tracePt t="69488" x="2279650" y="4146550"/>
          <p14:tracePt t="69507" x="2292350" y="4146550"/>
          <p14:tracePt t="69522" x="2298700" y="4146550"/>
          <p14:tracePt t="69538" x="2305050" y="4146550"/>
          <p14:tracePt t="69557" x="2317750" y="4152900"/>
          <p14:tracePt t="69571" x="2324100" y="4152900"/>
          <p14:tracePt t="69588" x="2324100" y="4159250"/>
          <p14:tracePt t="69605" x="2330450" y="4165600"/>
          <p14:tracePt t="69621" x="2336800" y="4165600"/>
          <p14:tracePt t="69638" x="2343150" y="4165600"/>
          <p14:tracePt t="69655" x="2355850" y="4171950"/>
          <p14:tracePt t="69671" x="2362200" y="4171950"/>
          <p14:tracePt t="69690" x="2374900" y="4178300"/>
          <p14:tracePt t="69704" x="2381250" y="4178300"/>
          <p14:tracePt t="69721" x="2393950" y="4184650"/>
          <p14:tracePt t="69738" x="2406650" y="4184650"/>
          <p14:tracePt t="69754" x="2419350" y="4184650"/>
          <p14:tracePt t="69771" x="2470150" y="4191000"/>
          <p14:tracePt t="69788" x="2559050" y="4191000"/>
          <p14:tracePt t="69804" x="2622550" y="4191000"/>
          <p14:tracePt t="69820" x="2698750" y="4191000"/>
          <p14:tracePt t="69837" x="2933700" y="4178300"/>
          <p14:tracePt t="69854" x="2997200" y="4171950"/>
          <p14:tracePt t="69871" x="3143250" y="4159250"/>
          <p14:tracePt t="69887" x="3194050" y="4159250"/>
          <p14:tracePt t="69904" x="3308350" y="4152900"/>
          <p14:tracePt t="69921" x="3390900" y="4140200"/>
          <p14:tracePt t="69937" x="3422650" y="4133850"/>
          <p14:tracePt t="69954" x="3454400" y="4133850"/>
          <p14:tracePt t="69971" x="3467100" y="4127500"/>
          <p14:tracePt t="69986" x="3473450" y="4127500"/>
          <p14:tracePt t="70004" x="3486150" y="4127500"/>
          <p14:tracePt t="70020" x="3486150" y="4121150"/>
          <p14:tracePt t="70055" x="3473450" y="4108450"/>
          <p14:tracePt t="70439" x="3530600" y="4108450"/>
          <p14:tracePt t="70446" x="3606800" y="4108450"/>
          <p14:tracePt t="70460" x="3683000" y="4108450"/>
          <p14:tracePt t="70468" x="3771900" y="4108450"/>
          <p14:tracePt t="70485" x="3854450" y="4114800"/>
          <p14:tracePt t="70502" x="3994150" y="4121150"/>
          <p14:tracePt t="70518" x="4102100" y="4127500"/>
          <p14:tracePt t="70535" x="4140200" y="4127500"/>
          <p14:tracePt t="70552" x="4197350" y="4127500"/>
          <p14:tracePt t="70568" x="4229100" y="4127500"/>
          <p14:tracePt t="70585" x="4241800" y="4127500"/>
          <p14:tracePt t="70601" x="4273550" y="4127500"/>
          <p14:tracePt t="70618" x="4292600" y="4133850"/>
          <p14:tracePt t="70635" x="4305300" y="4133850"/>
          <p14:tracePt t="70651" x="4318000" y="4140200"/>
          <p14:tracePt t="70668" x="4330700" y="4140200"/>
          <p14:tracePt t="70685" x="4381500" y="4152900"/>
          <p14:tracePt t="70701" x="4406900" y="4159250"/>
          <p14:tracePt t="70717" x="4438650" y="4178300"/>
          <p14:tracePt t="70734" x="4514850" y="4197350"/>
          <p14:tracePt t="70751" x="4597400" y="4216400"/>
          <p14:tracePt t="70767" x="4648200" y="4229100"/>
          <p14:tracePt t="70784" x="4730750" y="4241800"/>
          <p14:tracePt t="70800" x="4800600" y="4248150"/>
          <p14:tracePt t="70818" x="4857750" y="4273550"/>
          <p14:tracePt t="70834" x="4883150" y="4273550"/>
          <p14:tracePt t="70850" x="4914900" y="4279900"/>
          <p14:tracePt t="70868" x="4953000" y="4286250"/>
          <p14:tracePt t="70883" x="4978400" y="4286250"/>
          <p14:tracePt t="70900" x="4997450" y="4286250"/>
          <p14:tracePt t="70917" x="5035550" y="4286250"/>
          <p14:tracePt t="70933" x="5041900" y="4286250"/>
          <p14:tracePt t="70951" x="5080000" y="4286250"/>
          <p14:tracePt t="70966" x="5105400" y="4286250"/>
          <p14:tracePt t="70983" x="5124450" y="4286250"/>
          <p14:tracePt t="71001" x="5162550" y="4279900"/>
          <p14:tracePt t="71016" x="5187950" y="4279900"/>
          <p14:tracePt t="71033" x="5251450" y="4273550"/>
          <p14:tracePt t="71050" x="5365750" y="4273550"/>
          <p14:tracePt t="71066" x="5429250" y="4273550"/>
          <p14:tracePt t="71083" x="5575300" y="4260850"/>
          <p14:tracePt t="71099" x="5715000" y="4241800"/>
          <p14:tracePt t="71116" x="5784850" y="4235450"/>
          <p14:tracePt t="71134" x="5911850" y="4222750"/>
          <p14:tracePt t="71149" x="6019800" y="4216400"/>
          <p14:tracePt t="71166" x="6057900" y="4210050"/>
          <p14:tracePt t="71183" x="6102350" y="4197350"/>
          <p14:tracePt t="71199" x="6121400" y="4191000"/>
          <p14:tracePt t="71233" x="6121400" y="4178300"/>
          <p14:tracePt t="71249" x="6096000" y="4178300"/>
          <p14:tracePt t="71831" x="6076950" y="4178300"/>
          <p14:tracePt t="71838" x="6057900" y="4178300"/>
          <p14:tracePt t="71852" x="6019800" y="4184650"/>
          <p14:tracePt t="71863" x="5975350" y="4184650"/>
          <p14:tracePt t="71881" x="5848350" y="4203700"/>
          <p14:tracePt t="71896" x="5784850" y="4203700"/>
          <p14:tracePt t="71913" x="5626100" y="4235450"/>
          <p14:tracePt t="71930" x="5435600" y="4260850"/>
          <p14:tracePt t="71946" x="5314950" y="4286250"/>
          <p14:tracePt t="71963" x="5213350" y="4305300"/>
          <p14:tracePt t="71979" x="4895850" y="4362450"/>
          <p14:tracePt t="71996" x="4692650" y="4406900"/>
          <p14:tracePt t="72014" x="4235450" y="4508500"/>
          <p14:tracePt t="72029" x="3962400" y="4552950"/>
          <p14:tracePt t="72046" x="3581400" y="4641850"/>
          <p14:tracePt t="72063" x="3333750" y="4699000"/>
          <p14:tracePt t="72079" x="3232150" y="4718050"/>
          <p14:tracePt t="72096" x="3054350" y="4749800"/>
          <p14:tracePt t="72113" x="2908300" y="4756150"/>
          <p14:tracePt t="72129" x="2857500" y="4756150"/>
          <p14:tracePt t="72132" x="2819400" y="4768850"/>
          <p14:tracePt t="72146" x="2774950" y="4762500"/>
          <p14:tracePt t="72162" x="2717800" y="4762500"/>
          <p14:tracePt t="72179" x="2686050" y="4762500"/>
          <p14:tracePt t="72196" x="2641600" y="4762500"/>
          <p14:tracePt t="72212" x="2609850" y="4762500"/>
          <p14:tracePt t="72229" x="2584450" y="4762500"/>
          <p14:tracePt t="72246" x="2540000" y="4762500"/>
          <p14:tracePt t="72262" x="2495550" y="4762500"/>
          <p14:tracePt t="72279" x="2476500" y="4762500"/>
          <p14:tracePt t="72295" x="2425700" y="4749800"/>
          <p14:tracePt t="72312" x="2406650" y="4743450"/>
          <p14:tracePt t="72329" x="2324100" y="4724400"/>
          <p14:tracePt t="72345" x="2298700" y="4711700"/>
          <p14:tracePt t="72362" x="2273300" y="4705350"/>
          <p14:tracePt t="72379" x="2235200" y="4692650"/>
          <p14:tracePt t="72395" x="2216150" y="4686300"/>
          <p14:tracePt t="72412" x="2178050" y="4667250"/>
          <p14:tracePt t="72428" x="2165350" y="4660900"/>
          <p14:tracePt t="72445" x="2146300" y="4648200"/>
          <p14:tracePt t="72462" x="2120900" y="4629150"/>
          <p14:tracePt t="72478" x="2114550" y="4629150"/>
          <p14:tracePt t="72495" x="2082800" y="4616450"/>
          <p14:tracePt t="72512" x="2076450" y="4610100"/>
          <p14:tracePt t="72528" x="2070100" y="4603750"/>
          <p14:tracePt t="72544" x="2063750" y="4603750"/>
          <p14:tracePt t="73033" x="2051050" y="4603750"/>
          <p14:tracePt t="73041" x="2032000" y="4603750"/>
          <p14:tracePt t="73055" x="2019300" y="4603750"/>
          <p14:tracePt t="73062" x="2000250" y="4603750"/>
          <p14:tracePt t="73078" x="1974850" y="4603750"/>
          <p14:tracePt t="73092" x="1943100" y="4603750"/>
          <p14:tracePt t="73109" x="1873250" y="4603750"/>
          <p14:tracePt t="73126" x="1746250" y="4591050"/>
          <p14:tracePt t="73143" x="1670050" y="4591050"/>
          <p14:tracePt t="73159" x="1504950" y="4584700"/>
          <p14:tracePt t="73176" x="1358900" y="4565650"/>
          <p14:tracePt t="73192" x="1295400" y="4546600"/>
          <p14:tracePt t="73209" x="1174750" y="4533900"/>
          <p14:tracePt t="73225" x="1085850" y="4533900"/>
          <p14:tracePt t="73242" x="1047750" y="4533900"/>
          <p14:tracePt t="73259" x="977900" y="4527550"/>
          <p14:tracePt t="73275" x="920750" y="4521200"/>
          <p14:tracePt t="73292" x="895350" y="4521200"/>
          <p14:tracePt t="73309" x="863600" y="4514850"/>
          <p14:tracePt t="73326" x="857250" y="4502150"/>
          <p14:tracePt t="73342" x="850900" y="4502150"/>
          <p14:tracePt t="73358" x="838200" y="4495800"/>
          <p14:tracePt t="73434" x="844550" y="4495800"/>
          <p14:tracePt t="73448" x="857250" y="4502150"/>
          <p14:tracePt t="73462" x="869950" y="4508500"/>
          <p14:tracePt t="73476" x="876300" y="4514850"/>
          <p14:tracePt t="73483" x="882650" y="4514850"/>
          <p14:tracePt t="73497" x="901700" y="4521200"/>
          <p14:tracePt t="73507" x="920750" y="4527550"/>
          <p14:tracePt t="73526" x="1016000" y="4533900"/>
          <p14:tracePt t="73541" x="1092200" y="4533900"/>
          <p14:tracePt t="73558" x="1308100" y="4559300"/>
          <p14:tracePt t="73575" x="1568450" y="4559300"/>
          <p14:tracePt t="73591" x="1727200" y="4559300"/>
          <p14:tracePt t="73607" x="2019300" y="4559300"/>
          <p14:tracePt t="73624" x="2273300" y="4552950"/>
          <p14:tracePt t="73641" x="2368550" y="4552950"/>
          <p14:tracePt t="73657" x="2489200" y="4540250"/>
          <p14:tracePt t="73674" x="2730500" y="4533900"/>
          <p14:tracePt t="73691" x="2781300" y="4533900"/>
          <p14:tracePt t="73708" x="2863850" y="4533900"/>
          <p14:tracePt t="73724" x="2914650" y="4533900"/>
          <p14:tracePt t="73741" x="2984500" y="4546600"/>
          <p14:tracePt t="73757" x="3048000" y="4527550"/>
          <p14:tracePt t="73773" x="3073400" y="4502150"/>
          <p14:tracePt t="73790" x="3073400" y="4495800"/>
          <p14:tracePt t="74215" x="3111500" y="4495800"/>
          <p14:tracePt t="74229" x="3175000" y="4495800"/>
          <p14:tracePt t="74236" x="3263900" y="4495800"/>
          <p14:tracePt t="74250" x="3352800" y="4495800"/>
          <p14:tracePt t="74259" x="3441700" y="4495800"/>
          <p14:tracePt t="74272" x="3543300" y="4495800"/>
          <p14:tracePt t="74288" x="3683000" y="4483100"/>
          <p14:tracePt t="74305" x="3746500" y="4483100"/>
          <p14:tracePt t="74321" x="3810000" y="4483100"/>
          <p14:tracePt t="74338" x="3848100" y="4483100"/>
          <p14:tracePt t="74356" x="3873500" y="4483100"/>
          <p14:tracePt t="74372" x="3886200" y="4483100"/>
          <p14:tracePt t="74388" x="3892550" y="4483100"/>
          <p14:tracePt t="74406" x="3924300" y="4483100"/>
          <p14:tracePt t="74421" x="3937000" y="4483100"/>
          <p14:tracePt t="74438" x="3956050" y="4483100"/>
          <p14:tracePt t="74455" x="3994150" y="4483100"/>
          <p14:tracePt t="74471" x="4051300" y="4483100"/>
          <p14:tracePt t="74489" x="4083050" y="4483100"/>
          <p14:tracePt t="74504" x="4159250" y="4483100"/>
          <p14:tracePt t="74521" x="4260850" y="4483100"/>
          <p14:tracePt t="74538" x="4387850" y="4483100"/>
          <p14:tracePt t="74554" x="4476750" y="4483100"/>
          <p14:tracePt t="74571" x="4629150" y="4483100"/>
          <p14:tracePt t="74588" x="4762500" y="4495800"/>
          <p14:tracePt t="74604" x="4826000" y="4502150"/>
          <p14:tracePt t="74620" x="4933950" y="4527550"/>
          <p14:tracePt t="74637" x="5003800" y="4546600"/>
          <p14:tracePt t="74653" x="5035550" y="4552950"/>
          <p14:tracePt t="74671" x="5086350" y="4559300"/>
          <p14:tracePt t="74687" x="5130800" y="4565650"/>
          <p14:tracePt t="74704" x="5162550" y="4572000"/>
          <p14:tracePt t="74721" x="5207000" y="4591050"/>
          <p14:tracePt t="74737" x="5232400" y="4597400"/>
          <p14:tracePt t="74753" x="5264150" y="4597400"/>
          <p14:tracePt t="74770" x="5295900" y="4597400"/>
          <p14:tracePt t="74787" x="5308600" y="4597400"/>
          <p14:tracePt t="74803" x="5353050" y="4597400"/>
          <p14:tracePt t="74820" x="5397500" y="4597400"/>
          <p14:tracePt t="74836" x="5422900" y="4597400"/>
          <p14:tracePt t="74854" x="5467350" y="4597400"/>
          <p14:tracePt t="74870" x="5518150" y="4597400"/>
          <p14:tracePt t="74886" x="5549900" y="4597400"/>
          <p14:tracePt t="74903" x="5613400" y="4603750"/>
          <p14:tracePt t="74919" x="5676900" y="4610100"/>
          <p14:tracePt t="74936" x="5695950" y="4610100"/>
          <p14:tracePt t="74953" x="5753100" y="4610100"/>
          <p14:tracePt t="74969" x="5791200" y="4610100"/>
          <p14:tracePt t="74988" x="5835650" y="4610100"/>
          <p14:tracePt t="75003" x="5854700" y="4610100"/>
          <p14:tracePt t="75019" x="5911850" y="4610100"/>
          <p14:tracePt t="75037" x="5981700" y="4610100"/>
          <p14:tracePt t="75052" x="6007100" y="4603750"/>
          <p14:tracePt t="75069" x="6038850" y="4603750"/>
          <p14:tracePt t="75086" x="6134100" y="4584700"/>
          <p14:tracePt t="75102" x="6165850" y="4584700"/>
          <p14:tracePt t="75119" x="6191250" y="4578350"/>
          <p14:tracePt t="75136" x="6235700" y="4572000"/>
          <p14:tracePt t="75152" x="6261100" y="4565650"/>
          <p14:tracePt t="75170" x="6273800" y="4546600"/>
          <p14:tracePt t="75185" x="6273800" y="4540250"/>
          <p14:tracePt t="75202" x="6261100" y="4540250"/>
          <p14:tracePt t="75613" x="6305550" y="4540250"/>
          <p14:tracePt t="75620" x="6356350" y="4540250"/>
          <p14:tracePt t="75634" x="6407150" y="4540250"/>
          <p14:tracePt t="75641" x="6445250" y="4540250"/>
          <p14:tracePt t="75650" x="6496050" y="4540250"/>
          <p14:tracePt t="75667" x="6540500" y="4540250"/>
          <p14:tracePt t="75684" x="6629400" y="4540250"/>
          <p14:tracePt t="75700" x="6667500" y="4540250"/>
          <p14:tracePt t="75717" x="6724650" y="4540250"/>
          <p14:tracePt t="75733" x="6769100" y="4546600"/>
          <p14:tracePt t="75750" x="6788150" y="4546600"/>
          <p14:tracePt t="75767" x="6819900" y="4546600"/>
          <p14:tracePt t="75783" x="6858000" y="4546600"/>
          <p14:tracePt t="75800" x="6870700" y="4546600"/>
          <p14:tracePt t="75817" x="6902450" y="4546600"/>
          <p14:tracePt t="75833" x="6921500" y="4546600"/>
          <p14:tracePt t="75867" x="6927850" y="4546600"/>
          <p14:tracePt t="75883" x="6940550" y="4546600"/>
          <p14:tracePt t="75899" x="6946900" y="4546600"/>
          <p14:tracePt t="75916" x="6959600" y="4540250"/>
          <p14:tracePt t="76234" x="6953250" y="4540250"/>
          <p14:tracePt t="76240" x="6940550" y="4540250"/>
          <p14:tracePt t="76255" x="6915150" y="4540250"/>
          <p14:tracePt t="76264" x="6896100" y="4540250"/>
          <p14:tracePt t="76281" x="6870700" y="4540250"/>
          <p14:tracePt t="76298" x="6800850" y="4559300"/>
          <p14:tracePt t="76315" x="6692900" y="4578350"/>
          <p14:tracePt t="76332" x="6584950" y="4591050"/>
          <p14:tracePt t="76348" x="6521450" y="4591050"/>
          <p14:tracePt t="76365" x="6407150" y="4591050"/>
          <p14:tracePt t="76381" x="6273800" y="4591050"/>
          <p14:tracePt t="76398" x="6197600" y="4591050"/>
          <p14:tracePt t="76415" x="6096000" y="4603750"/>
          <p14:tracePt t="76431" x="5753100" y="4622800"/>
          <p14:tracePt t="76447" x="5638800" y="4635500"/>
          <p14:tracePt t="76465" x="5422900" y="4648200"/>
          <p14:tracePt t="76481" x="5295900" y="4654550"/>
          <p14:tracePt t="76497" x="5041900" y="4686300"/>
          <p14:tracePt t="76515" x="4749800" y="4711700"/>
          <p14:tracePt t="76530" x="4540250" y="4724400"/>
          <p14:tracePt t="76547" x="4057650" y="4756150"/>
          <p14:tracePt t="76564" x="3536950" y="4768850"/>
          <p14:tracePt t="76580" x="3352800" y="4768850"/>
          <p14:tracePt t="76597" x="3111500" y="4768850"/>
          <p14:tracePt t="76614" x="2933700" y="4787900"/>
          <p14:tracePt t="76630" x="2832100" y="4787900"/>
          <p14:tracePt t="76647" x="2686050" y="4800600"/>
          <p14:tracePt t="76663" x="2597150" y="4806950"/>
          <p14:tracePt t="76680" x="2565400" y="4813300"/>
          <p14:tracePt t="76697" x="2508250" y="4813300"/>
          <p14:tracePt t="76713" x="2476500" y="4819650"/>
          <p14:tracePt t="76730" x="2463800" y="4819650"/>
          <p14:tracePt t="76746" x="2438400" y="4826000"/>
          <p14:tracePt t="76763" x="2425700" y="4826000"/>
          <p14:tracePt t="76780" x="2406650" y="4832350"/>
          <p14:tracePt t="76797" x="2381250" y="4838700"/>
          <p14:tracePt t="76813" x="2374900" y="4838700"/>
          <p14:tracePt t="76831" x="2311400" y="4845050"/>
          <p14:tracePt t="76846" x="2254250" y="4857750"/>
          <p14:tracePt t="76862" x="2216150" y="4864100"/>
          <p14:tracePt t="76880" x="2159000" y="4870450"/>
          <p14:tracePt t="76896" x="2108200" y="4876800"/>
          <p14:tracePt t="76913" x="2089150" y="4876800"/>
          <p14:tracePt t="76930" x="2038350" y="4876800"/>
          <p14:tracePt t="76946" x="1993900" y="4876800"/>
          <p14:tracePt t="76963" x="1987550" y="4876800"/>
          <p14:tracePt t="76979" x="1962150" y="4876800"/>
          <p14:tracePt t="76996" x="1936750" y="4876800"/>
          <p14:tracePt t="77014" x="1924050" y="4876800"/>
          <p14:tracePt t="77048" x="1917700" y="4889500"/>
          <p14:tracePt t="77062" x="1905000" y="4908550"/>
          <p14:tracePt t="77079" x="1892300" y="4921250"/>
          <p14:tracePt t="77456" x="1879600" y="4921250"/>
          <p14:tracePt t="77463" x="1854200" y="4921250"/>
          <p14:tracePt t="77478" x="1803400" y="4921250"/>
          <p14:tracePt t="77484" x="1739900" y="4914900"/>
          <p14:tracePt t="77498" x="1663700" y="4914900"/>
          <p14:tracePt t="77511" x="1587500" y="4908550"/>
          <p14:tracePt t="77527" x="1416050" y="4870450"/>
          <p14:tracePt t="77544" x="1333500" y="4845050"/>
          <p14:tracePt t="77561" x="1193800" y="4826000"/>
          <p14:tracePt t="77577" x="1073150" y="4813300"/>
          <p14:tracePt t="77594" x="1009650" y="4813300"/>
          <p14:tracePt t="77611" x="939800" y="4800600"/>
          <p14:tracePt t="77627" x="901700" y="4794250"/>
          <p14:tracePt t="77660" x="895350" y="4794250"/>
          <p14:tracePt t="77688" x="908050" y="4794250"/>
          <p14:tracePt t="77696" x="920750" y="4794250"/>
          <p14:tracePt t="77711" x="927100" y="4794250"/>
          <p14:tracePt t="77726" x="939800" y="4800600"/>
          <p14:tracePt t="77744" x="977900" y="4806950"/>
          <p14:tracePt t="77760" x="1003300" y="4806950"/>
          <p14:tracePt t="77777" x="1041400" y="4806950"/>
          <p14:tracePt t="77793" x="1168400" y="4806950"/>
          <p14:tracePt t="77810" x="1365250" y="4794250"/>
          <p14:tracePt t="77827" x="1492250" y="4781550"/>
          <p14:tracePt t="77843" x="1733550" y="4762500"/>
          <p14:tracePt t="77859" x="2000250" y="4730750"/>
          <p14:tracePt t="77876" x="2146300" y="4699000"/>
          <p14:tracePt t="77892" x="2419350" y="4667250"/>
          <p14:tracePt t="77909" x="2660650" y="4635500"/>
          <p14:tracePt t="77927" x="2863850" y="4603750"/>
          <p14:tracePt t="77942" x="2952750" y="4591050"/>
          <p14:tracePt t="77959" x="3111500" y="4552950"/>
          <p14:tracePt t="77976" x="3219450" y="4533900"/>
          <p14:tracePt t="77992" x="3257550" y="4527550"/>
          <p14:tracePt t="78009" x="3314700" y="4495800"/>
          <p14:tracePt t="78026" x="3333750" y="4438650"/>
          <p14:tracePt t="78042" x="3340100" y="4425950"/>
          <p14:tracePt t="78059" x="3340100" y="4400550"/>
          <p14:tracePt t="78418" x="3416300" y="4425950"/>
          <p14:tracePt t="78425" x="3492500" y="4464050"/>
          <p14:tracePt t="78439" x="3613150" y="4495800"/>
          <p14:tracePt t="78447" x="3702050" y="4546600"/>
          <p14:tracePt t="78461" x="3797300" y="4591050"/>
          <p14:tracePt t="78474" x="3892550" y="4616450"/>
          <p14:tracePt t="78490" x="4038600" y="4686300"/>
          <p14:tracePt t="78507" x="4108450" y="4730750"/>
          <p14:tracePt t="78524" x="4229100" y="4787900"/>
          <p14:tracePt t="78540" x="4318000" y="4813300"/>
          <p14:tracePt t="78557" x="4362450" y="4826000"/>
          <p14:tracePt t="78574" x="4425950" y="4838700"/>
          <p14:tracePt t="78590" x="4483100" y="4845050"/>
          <p14:tracePt t="78607" x="4508500" y="4851400"/>
          <p14:tracePt t="78623" x="4546600" y="4857750"/>
          <p14:tracePt t="78640" x="4578350" y="4864100"/>
          <p14:tracePt t="78657" x="4629150" y="4870450"/>
          <p14:tracePt t="78673" x="4660900" y="4870450"/>
          <p14:tracePt t="78690" x="4686300" y="4870450"/>
          <p14:tracePt t="78707" x="4762500" y="4870450"/>
          <p14:tracePt t="78723" x="4794250" y="4870450"/>
          <p14:tracePt t="78740" x="4813300" y="4870450"/>
          <p14:tracePt t="78756" x="4864100" y="4870450"/>
          <p14:tracePt t="78773" x="4914900" y="4870450"/>
          <p14:tracePt t="78790" x="4946650" y="4870450"/>
          <p14:tracePt t="78806" x="4965700" y="4870450"/>
          <p14:tracePt t="78823" x="5003800" y="4883150"/>
          <p14:tracePt t="78840" x="5041900" y="4895850"/>
          <p14:tracePt t="78856" x="5060950" y="4895850"/>
          <p14:tracePt t="78873" x="5092700" y="4902200"/>
          <p14:tracePt t="78890" x="5137150" y="4902200"/>
          <p14:tracePt t="78906" x="5162550" y="4908550"/>
          <p14:tracePt t="78922" x="5232400" y="4908550"/>
          <p14:tracePt t="78939" x="5308600" y="4908550"/>
          <p14:tracePt t="78956" x="5346700" y="4908550"/>
          <p14:tracePt t="78974" x="5435600" y="4908550"/>
          <p14:tracePt t="78989" x="5505450" y="4908550"/>
          <p14:tracePt t="79005" x="5537200" y="4895850"/>
          <p14:tracePt t="79023" x="5613400" y="4889500"/>
          <p14:tracePt t="79039" x="5645150" y="4883150"/>
          <p14:tracePt t="79055" x="5683250" y="4876800"/>
          <p14:tracePt t="79072" x="5715000" y="4876800"/>
          <p14:tracePt t="79105" x="5721350" y="4864100"/>
          <p14:tracePt t="79138" x="5727700" y="4864100"/>
          <p14:tracePt t="79156" x="5721350" y="4851400"/>
          <p14:tracePt t="79663" x="5784850" y="4845050"/>
          <p14:tracePt t="79671" x="5886450" y="4832350"/>
          <p14:tracePt t="79684" x="6000750" y="4826000"/>
          <p14:tracePt t="79691" x="6115050" y="4800600"/>
          <p14:tracePt t="79706" x="6235700" y="4781550"/>
          <p14:tracePt t="79720" x="6477000" y="4749800"/>
          <p14:tracePt t="79736" x="6591300" y="4730750"/>
          <p14:tracePt t="79753" x="6692900" y="4718050"/>
          <p14:tracePt t="79769" x="6838950" y="4692650"/>
          <p14:tracePt t="79786" x="6940550" y="4692650"/>
          <p14:tracePt t="79804" x="7010400" y="4692650"/>
          <p14:tracePt t="79819" x="7023100" y="4692650"/>
          <p14:tracePt t="79836" x="7035800" y="4692650"/>
          <p14:tracePt t="79853" x="7048500" y="4692650"/>
          <p14:tracePt t="79886" x="7073900" y="4699000"/>
          <p14:tracePt t="79902" x="7112000" y="4705350"/>
          <p14:tracePt t="79919" x="7131050" y="4718050"/>
          <p14:tracePt t="79936" x="7156450" y="4724400"/>
          <p14:tracePt t="79952" x="7188200" y="4730750"/>
          <p14:tracePt t="79969" x="7213600" y="4737100"/>
          <p14:tracePt t="79986" x="7239000" y="4756150"/>
          <p14:tracePt t="80002" x="7251700" y="4756150"/>
          <p14:tracePt t="80456" x="7245350" y="4756150"/>
          <p14:tracePt t="80463" x="7213600" y="4756150"/>
          <p14:tracePt t="80477" x="7188200" y="4756150"/>
          <p14:tracePt t="80487" x="7169150" y="4756150"/>
          <p14:tracePt t="80500" x="7124700" y="4768850"/>
          <p14:tracePt t="80517" x="7054850" y="4794250"/>
          <p14:tracePt t="80534" x="6972300" y="4806950"/>
          <p14:tracePt t="80550" x="6934200" y="4813300"/>
          <p14:tracePt t="80568" x="6826250" y="4832350"/>
          <p14:tracePt t="80583" x="6731000" y="4851400"/>
          <p14:tracePt t="80600" x="6673850" y="4870450"/>
          <p14:tracePt t="80617" x="6623050" y="4876800"/>
          <p14:tracePt t="80633" x="6400800" y="4914900"/>
          <p14:tracePt t="80650" x="6299200" y="4927600"/>
          <p14:tracePt t="80667" x="6102350" y="4965700"/>
          <p14:tracePt t="80683" x="6013450" y="4991100"/>
          <p14:tracePt t="80699" x="5854700" y="5029200"/>
          <p14:tracePt t="80716" x="5708650" y="5054600"/>
          <p14:tracePt t="80733" x="5645150" y="5054600"/>
          <p14:tracePt t="80750" x="5549900" y="5073650"/>
          <p14:tracePt t="80766" x="5492750" y="5073650"/>
          <p14:tracePt t="80783" x="5473700" y="5073650"/>
          <p14:tracePt t="80800" x="5429250" y="5073650"/>
          <p14:tracePt t="80816" x="5416550" y="5073650"/>
          <p14:tracePt t="80832" x="5403850" y="5073650"/>
          <p14:tracePt t="80849" x="5384800" y="5067300"/>
          <p14:tracePt t="80866" x="5378450" y="5067300"/>
          <p14:tracePt t="80882" x="5372100" y="5067300"/>
          <p14:tracePt t="80899" x="5353050" y="5060950"/>
          <p14:tracePt t="80916" x="5340350" y="5054600"/>
          <p14:tracePt t="80934" x="5327650" y="5048250"/>
          <p14:tracePt t="80949" x="5289550" y="5041900"/>
          <p14:tracePt t="80966" x="5276850" y="5035550"/>
          <p14:tracePt t="80983" x="5232400" y="5016500"/>
          <p14:tracePt t="80998" x="5219700" y="5010150"/>
          <p14:tracePt t="81015" x="5207000" y="4991100"/>
          <p14:tracePt t="81032" x="5181600" y="4984750"/>
          <p14:tracePt t="81048" x="5149850" y="4972050"/>
          <p14:tracePt t="81065" x="5137150" y="4965700"/>
          <p14:tracePt t="81082" x="5099050" y="4953000"/>
          <p14:tracePt t="81099" x="5073650" y="4940300"/>
          <p14:tracePt t="81117" x="5054600" y="4927600"/>
          <p14:tracePt t="81131" x="5041900" y="4921250"/>
          <p14:tracePt t="81148" x="5035550" y="4914900"/>
          <p14:tracePt t="81166" x="5016500" y="4902200"/>
          <p14:tracePt t="81181" x="5003800" y="4902200"/>
          <p14:tracePt t="81198" x="4984750" y="4889500"/>
          <p14:tracePt t="81215" x="4972050" y="4876800"/>
          <p14:tracePt t="81231" x="4959350" y="4870450"/>
          <p14:tracePt t="81248" x="4953000" y="4864100"/>
          <p14:tracePt t="81265" x="4927600" y="4857750"/>
          <p14:tracePt t="81281" x="4921250" y="4857750"/>
          <p14:tracePt t="81299" x="4908550" y="4857750"/>
          <p14:tracePt t="81315" x="4902200" y="4857750"/>
          <p14:tracePt t="81331" x="4889500" y="4851400"/>
          <p14:tracePt t="81348" x="4876800" y="4851400"/>
          <p14:tracePt t="81380" x="4870450" y="4851400"/>
          <p14:tracePt t="81404" x="4864100" y="4851400"/>
          <p14:tracePt t="81727" x="4857750" y="4851400"/>
          <p14:tracePt t="81734" x="4851400" y="4857750"/>
          <p14:tracePt t="81746" x="4845050" y="4857750"/>
          <p14:tracePt t="81763" x="4838700" y="4857750"/>
          <p14:tracePt t="81779" x="4826000" y="4857750"/>
          <p14:tracePt t="81796" x="4781550" y="4864100"/>
          <p14:tracePt t="81812" x="4705350" y="4870450"/>
          <p14:tracePt t="81829" x="4552950" y="4889500"/>
          <p14:tracePt t="81846" x="4343400" y="4914900"/>
          <p14:tracePt t="81862" x="4216400" y="4921250"/>
          <p14:tracePt t="81879" x="4089400" y="4946650"/>
          <p14:tracePt t="81896" x="3619500" y="4991100"/>
          <p14:tracePt t="81912" x="3473450" y="5010150"/>
          <p14:tracePt t="81929" x="3327400" y="5035550"/>
          <p14:tracePt t="81946" x="3073400" y="5067300"/>
          <p14:tracePt t="81962" x="2832100" y="5111750"/>
          <p14:tracePt t="81979" x="2730500" y="5118100"/>
          <p14:tracePt t="81995" x="2546350" y="5149850"/>
          <p14:tracePt t="82012" x="2425700" y="5168900"/>
          <p14:tracePt t="82029" x="2374900" y="5175250"/>
          <p14:tracePt t="82045" x="2317750" y="5187950"/>
          <p14:tracePt t="82061" x="2235200" y="5200650"/>
          <p14:tracePt t="82078" x="2197100" y="5213350"/>
          <p14:tracePt t="82095" x="2165350" y="5219700"/>
          <p14:tracePt t="82111" x="2152650" y="5219700"/>
          <p14:tracePt t="82128" x="2146300" y="5219700"/>
          <p14:tracePt t="82260" x="2146300" y="5213350"/>
          <p14:tracePt t="82295" x="2146300" y="5207000"/>
          <p14:tracePt t="82799" x="2133600" y="5207000"/>
          <p14:tracePt t="82813" x="2114550" y="5200650"/>
          <p14:tracePt t="82820" x="2082800" y="5194300"/>
          <p14:tracePt t="82834" x="2051050" y="5175250"/>
          <p14:tracePt t="82842" x="2025650" y="5168900"/>
          <p14:tracePt t="82858" x="1981200" y="5149850"/>
          <p14:tracePt t="82876" x="1898650" y="5124450"/>
          <p14:tracePt t="82892" x="1797050" y="5099050"/>
          <p14:tracePt t="82909" x="1746250" y="5092700"/>
          <p14:tracePt t="82925" x="1638300" y="5086350"/>
          <p14:tracePt t="82942" x="1511300" y="5086350"/>
          <p14:tracePt t="82959" x="1460500" y="5086350"/>
          <p14:tracePt t="82975" x="1371600" y="5086350"/>
          <p14:tracePt t="82992" x="1276350" y="5086350"/>
          <p14:tracePt t="83010" x="1238250" y="5086350"/>
          <p14:tracePt t="83025" x="1187450" y="5073650"/>
          <p14:tracePt t="83041" x="1162050" y="5073650"/>
          <p14:tracePt t="83059" x="1104900" y="5073650"/>
          <p14:tracePt t="83074" x="1098550" y="5073650"/>
          <p14:tracePt t="83091" x="1079500" y="5080000"/>
          <p14:tracePt t="83108" x="1060450" y="5080000"/>
          <p14:tracePt t="83124" x="1035050" y="5086350"/>
          <p14:tracePt t="83141" x="1028700" y="5086350"/>
          <p14:tracePt t="83158" x="1009650" y="5086350"/>
          <p14:tracePt t="83174" x="984250" y="5086350"/>
          <p14:tracePt t="83192" x="977900" y="5092700"/>
          <p14:tracePt t="83207" x="965200" y="5092700"/>
          <p14:tracePt t="83224" x="946150" y="5092700"/>
          <p14:tracePt t="83241" x="933450" y="5092700"/>
          <p14:tracePt t="83257" x="927100" y="5092700"/>
          <p14:tracePt t="83274" x="914400" y="5092700"/>
          <p14:tracePt t="83291" x="901700" y="5092700"/>
          <p14:tracePt t="83430" x="908050" y="5092700"/>
          <p14:tracePt t="83466" x="914400" y="5092700"/>
          <p14:tracePt t="83479" x="920750" y="5086350"/>
          <p14:tracePt t="83522" x="927100" y="5086350"/>
          <p14:tracePt t="83536" x="933450" y="5086350"/>
          <p14:tracePt t="83550" x="939800" y="5086350"/>
          <p14:tracePt t="83564" x="946150" y="5086350"/>
          <p14:tracePt t="83572" x="958850" y="5086350"/>
          <p14:tracePt t="83590" x="977900" y="5086350"/>
          <p14:tracePt t="83607" x="1066800" y="5080000"/>
          <p14:tracePt t="83623" x="1136650" y="5073650"/>
          <p14:tracePt t="83640" x="1327150" y="5048250"/>
          <p14:tracePt t="83656" x="1606550" y="5029200"/>
          <p14:tracePt t="83673" x="1765300" y="5003800"/>
          <p14:tracePt t="83690" x="2317750" y="4953000"/>
          <p14:tracePt t="83706" x="2501900" y="4946650"/>
          <p14:tracePt t="83722" x="2667000" y="4933950"/>
          <p14:tracePt t="83739" x="2971800" y="4908550"/>
          <p14:tracePt t="83756" x="3200400" y="4889500"/>
          <p14:tracePt t="83772" x="3302000" y="4876800"/>
          <p14:tracePt t="83789" x="3435350" y="4870450"/>
          <p14:tracePt t="83806" x="3511550" y="4857750"/>
          <p14:tracePt t="83822" x="3524250" y="4857750"/>
          <p14:tracePt t="83839" x="3549650" y="4857750"/>
          <p14:tracePt t="83856" x="3562350" y="4857750"/>
          <p14:tracePt t="83873" x="3568700" y="4857750"/>
          <p14:tracePt t="84288" x="3625850" y="4864100"/>
          <p14:tracePt t="84294" x="3714750" y="4883150"/>
          <p14:tracePt t="84303" x="3835400" y="4902200"/>
          <p14:tracePt t="84320" x="3975100" y="4927600"/>
          <p14:tracePt t="84337" x="4273550" y="4984750"/>
          <p14:tracePt t="84354" x="4400550" y="5003800"/>
          <p14:tracePt t="84370" x="4660900" y="5035550"/>
          <p14:tracePt t="84387" x="4851400" y="5067300"/>
          <p14:tracePt t="84403" x="4933950" y="5073650"/>
          <p14:tracePt t="84420" x="4997450" y="5073650"/>
          <p14:tracePt t="84436" x="5029200" y="5073650"/>
          <p14:tracePt t="84453" x="5041900" y="5080000"/>
          <p14:tracePt t="84470" x="5048250" y="5080000"/>
          <p14:tracePt t="84487" x="5054600" y="5080000"/>
          <p14:tracePt t="84519" x="5060950" y="5080000"/>
          <p14:tracePt t="84548" x="5067300" y="5086350"/>
          <p14:tracePt t="84556" x="5073650" y="5086350"/>
          <p14:tracePt t="84576" x="5086350" y="5092700"/>
          <p14:tracePt t="84585" x="5111750" y="5092700"/>
          <p14:tracePt t="84604" x="5175250" y="5099050"/>
          <p14:tracePt t="84620" x="5219700" y="5111750"/>
          <p14:tracePt t="84635" x="5270500" y="5130800"/>
          <p14:tracePt t="84653" x="5422900" y="5156200"/>
          <p14:tracePt t="84669" x="5473700" y="5162550"/>
          <p14:tracePt t="84686" x="5530850" y="5175250"/>
          <p14:tracePt t="84703" x="5619750" y="5181600"/>
          <p14:tracePt t="84720" x="5689600" y="5187950"/>
          <p14:tracePt t="84736" x="5708650" y="5187950"/>
          <p14:tracePt t="84753" x="5753100" y="5187950"/>
          <p14:tracePt t="84769" x="5778500" y="5187950"/>
          <p14:tracePt t="84787" x="5791200" y="5181600"/>
          <p14:tracePt t="84802" x="5797550" y="5181600"/>
          <p14:tracePt t="84819" x="5810250" y="5175250"/>
          <p14:tracePt t="84836" x="5816600" y="5175250"/>
          <p14:tracePt t="84852" x="5822950" y="5175250"/>
          <p14:tracePt t="84868" x="5835650" y="5175250"/>
          <p14:tracePt t="84885" x="5854700" y="5175250"/>
          <p14:tracePt t="84901" x="5867400" y="5175250"/>
          <p14:tracePt t="84919" x="5892800" y="5168900"/>
          <p14:tracePt t="84935" x="5949950" y="5168900"/>
          <p14:tracePt t="84951" x="5975350" y="5168900"/>
          <p14:tracePt t="84969" x="6051550" y="5168900"/>
          <p14:tracePt t="84985" x="6146800" y="5162550"/>
          <p14:tracePt t="85001" x="6197600" y="5162550"/>
          <p14:tracePt t="85019" x="6305550" y="5156200"/>
          <p14:tracePt t="85035" x="6356350" y="5143500"/>
          <p14:tracePt t="85051" x="6426200" y="5137150"/>
          <p14:tracePt t="85068" x="6464300" y="5130800"/>
          <p14:tracePt t="85084" x="6477000" y="5124450"/>
          <p14:tracePt t="85102" x="6508750" y="5118100"/>
          <p14:tracePt t="85118" x="6515100" y="5118100"/>
          <p14:tracePt t="85134" x="6521450" y="5111750"/>
          <p14:tracePt t="85151" x="6546850" y="5105400"/>
          <p14:tracePt t="85168" x="6559550" y="5099050"/>
          <p14:tracePt t="85184" x="6565900" y="5092700"/>
          <p14:tracePt t="85201" x="6572250" y="5086350"/>
          <p14:tracePt t="85217" x="6572250" y="5080000"/>
          <p14:tracePt t="85692" x="6559550" y="5086350"/>
          <p14:tracePt t="85699" x="6546850" y="5092700"/>
          <p14:tracePt t="85705" x="6534150" y="5105400"/>
          <p14:tracePt t="85720" x="6521450" y="5105400"/>
          <p14:tracePt t="85732" x="6515100" y="5111750"/>
          <p14:tracePt t="85749" x="6508750" y="5118100"/>
          <p14:tracePt t="85765" x="6502400" y="5118100"/>
          <p14:tracePt t="85783" x="6489700" y="5118100"/>
          <p14:tracePt t="85798" x="6470650" y="5118100"/>
          <p14:tracePt t="85832" x="6457950" y="5118100"/>
          <p14:tracePt t="85848" x="6445250" y="5124450"/>
          <p14:tracePt t="85865" x="6432550" y="5124450"/>
          <p14:tracePt t="85882" x="6419850" y="5124450"/>
          <p14:tracePt t="85898" x="6413500" y="5130800"/>
          <p14:tracePt t="85915" x="6388100" y="5130800"/>
          <p14:tracePt t="85931" x="6362700" y="5130800"/>
          <p14:tracePt t="85948" x="6350000" y="5130800"/>
          <p14:tracePt t="85965" x="6318250" y="5137150"/>
          <p14:tracePt t="85981" x="6280150" y="5137150"/>
          <p14:tracePt t="85998" x="6254750" y="5137150"/>
          <p14:tracePt t="86015" x="6197600" y="5130800"/>
          <p14:tracePt t="86031" x="6140450" y="5124450"/>
          <p14:tracePt t="86047" x="6115050" y="5124450"/>
          <p14:tracePt t="86064" x="6064250" y="5118100"/>
          <p14:tracePt t="86081" x="6013450" y="5118100"/>
          <p14:tracePt t="86099" x="5988050" y="5118100"/>
          <p14:tracePt t="86114" x="5937250" y="5124450"/>
          <p14:tracePt t="86131" x="5880100" y="5130800"/>
          <p14:tracePt t="86148" x="5822950" y="5137150"/>
          <p14:tracePt t="86164" x="5791200" y="5137150"/>
          <p14:tracePt t="86181" x="5765800" y="5143500"/>
          <p14:tracePt t="86198" x="5632450" y="5156200"/>
          <p14:tracePt t="86214" x="5581650" y="5156200"/>
          <p14:tracePt t="86231" x="5543550" y="5156200"/>
          <p14:tracePt t="86247" x="5410200" y="5156200"/>
          <p14:tracePt t="86264" x="5308600" y="5156200"/>
          <p14:tracePt t="86281" x="5232400" y="5156200"/>
          <p14:tracePt t="86297" x="5200650" y="5156200"/>
          <p14:tracePt t="86313" x="5143500" y="5156200"/>
          <p14:tracePt t="86330" x="5105400" y="5143500"/>
          <p14:tracePt t="86333" x="5086350" y="5143500"/>
          <p14:tracePt t="86347" x="5054600" y="5137150"/>
          <p14:tracePt t="86363" x="4997450" y="5130800"/>
          <p14:tracePt t="86380" x="4946650" y="5130800"/>
          <p14:tracePt t="86396" x="4921250" y="5130800"/>
          <p14:tracePt t="86413" x="4870450" y="5130800"/>
          <p14:tracePt t="86430" x="4819650" y="5130800"/>
          <p14:tracePt t="86446" x="4800600" y="5130800"/>
          <p14:tracePt t="86464" x="4781550" y="5130800"/>
          <p14:tracePt t="86479" x="4718050" y="5130800"/>
          <p14:tracePt t="86496" x="4699000" y="5130800"/>
          <p14:tracePt t="86514" x="4667250" y="5130800"/>
          <p14:tracePt t="86529" x="4648200" y="5137150"/>
          <p14:tracePt t="86546" x="4610100" y="5143500"/>
          <p14:tracePt t="86563" x="4578350" y="5149850"/>
          <p14:tracePt t="86579" x="4559300" y="5162550"/>
          <p14:tracePt t="86596" x="4533900" y="5162550"/>
          <p14:tracePt t="86612" x="4514850" y="5162550"/>
          <p14:tracePt t="86629" x="4502150" y="5162550"/>
          <p14:tracePt t="86646" x="4483100" y="5162550"/>
          <p14:tracePt t="86662" x="4464050" y="5162550"/>
          <p14:tracePt t="86679" x="4451350" y="5162550"/>
          <p14:tracePt t="86696" x="4425950" y="5162550"/>
          <p14:tracePt t="86712" x="4387850" y="5149850"/>
          <p14:tracePt t="86729" x="4356100" y="5143500"/>
          <p14:tracePt t="86746" x="4305300" y="5143500"/>
          <p14:tracePt t="86762" x="4254500" y="5137150"/>
          <p14:tracePt t="86779" x="4229100" y="5137150"/>
          <p14:tracePt t="86795" x="4178300" y="5137150"/>
          <p14:tracePt t="86812" x="4159250" y="5137150"/>
          <p14:tracePt t="86830" x="4108450" y="5137150"/>
          <p14:tracePt t="86845" x="4095750" y="5137150"/>
          <p14:tracePt t="86861" x="4076700" y="5137150"/>
          <p14:tracePt t="86878" x="4038600" y="5137150"/>
          <p14:tracePt t="86895" x="4006850" y="5130800"/>
          <p14:tracePt t="86911" x="3994150" y="5130800"/>
          <p14:tracePt t="86928" x="3968750" y="5124450"/>
          <p14:tracePt t="86945" x="3937000" y="5118100"/>
          <p14:tracePt t="86962" x="3911600" y="5111750"/>
          <p14:tracePt t="86978" x="3898900" y="5111750"/>
          <p14:tracePt t="86995" x="3879850" y="5105400"/>
          <p14:tracePt t="87011" x="3873500" y="5105400"/>
          <p14:tracePt t="87044" x="3867150" y="5105400"/>
          <p14:tracePt t="87081" x="3860800" y="5111750"/>
          <p14:tracePt t="87815" x="3854450" y="5111750"/>
          <p14:tracePt t="87822" x="3848100" y="5111750"/>
          <p14:tracePt t="87836" x="3841750" y="5111750"/>
          <p14:tracePt t="87844" x="3835400" y="5111750"/>
          <p14:tracePt t="87864" x="3829050" y="5111750"/>
          <p14:tracePt t="87878" x="3816350" y="5111750"/>
          <p14:tracePt t="87892" x="3797300" y="5118100"/>
          <p14:tracePt t="87908" x="3784600" y="5118100"/>
          <p14:tracePt t="87925" x="3778250" y="5118100"/>
          <p14:tracePt t="87941" x="3759200" y="5118100"/>
          <p14:tracePt t="87958" x="3714750" y="5118100"/>
          <p14:tracePt t="87975" x="3702050" y="5118100"/>
          <p14:tracePt t="87991" x="3670300" y="5124450"/>
          <p14:tracePt t="88008" x="3638550" y="5124450"/>
          <p14:tracePt t="88026" x="3613150" y="5124450"/>
          <p14:tracePt t="88041" x="3600450" y="5124450"/>
          <p14:tracePt t="88057" x="3575050" y="5124450"/>
          <p14:tracePt t="88075" x="3562350" y="5124450"/>
          <p14:tracePt t="88091" x="3556000" y="5124450"/>
          <p14:tracePt t="88107" x="3543300" y="5124450"/>
          <p14:tracePt t="88124" x="3536950" y="5124450"/>
          <p14:tracePt t="88140" x="3536950" y="5130800"/>
          <p14:tracePt t="88174" x="3530600" y="5130800"/>
          <p14:tracePt t="88194" x="3524250" y="5137150"/>
          <p14:tracePt t="88229" x="3517900" y="5137150"/>
          <p14:tracePt t="88243" x="3511550" y="5137150"/>
          <p14:tracePt t="88278" x="3505200" y="5137150"/>
          <p14:tracePt t="88306" x="3505200" y="5143500"/>
          <p14:tracePt t="88376" x="3511550" y="5149850"/>
          <p14:tracePt t="88888" x="3556000" y="5149850"/>
          <p14:tracePt t="88894" x="3632200" y="5149850"/>
          <p14:tracePt t="88908" x="3721100" y="5137150"/>
          <p14:tracePt t="88921" x="3810000" y="5137150"/>
          <p14:tracePt t="88937" x="4013200" y="5124450"/>
          <p14:tracePt t="88954" x="4114800" y="5105400"/>
          <p14:tracePt t="88973" x="4318000" y="5086350"/>
          <p14:tracePt t="88988" x="4476750" y="5067300"/>
          <p14:tracePt t="89004" x="4533900" y="5048250"/>
          <p14:tracePt t="89021" x="4572000" y="5041900"/>
          <p14:tracePt t="89037" x="4584700" y="5035550"/>
          <p14:tracePt t="89054" x="4584700" y="5029200"/>
          <p14:tracePt t="89071" x="4591050" y="5029200"/>
          <p14:tracePt t="89133" x="4584700" y="5029200"/>
          <p14:tracePt t="89168" x="4578350" y="5029200"/>
          <p14:tracePt t="89195" x="4572000" y="5029200"/>
          <p14:tracePt t="89224" x="4565650" y="5029200"/>
          <p14:tracePt t="89252" x="4552950" y="5029200"/>
          <p14:tracePt t="89266" x="4546600" y="5029200"/>
          <p14:tracePt t="89273" x="4540250" y="5029200"/>
          <p14:tracePt t="89288" x="4533900" y="5029200"/>
          <p14:tracePt t="89304" x="4508500" y="5029200"/>
          <p14:tracePt t="89320" x="4495800" y="5029200"/>
          <p14:tracePt t="89337" x="4476750" y="5022850"/>
          <p14:tracePt t="89353" x="4464050" y="5022850"/>
          <p14:tracePt t="89370" x="4451350" y="5022850"/>
          <p14:tracePt t="89373" x="4438650" y="5022850"/>
          <p14:tracePt t="89386" x="4406900" y="5022850"/>
          <p14:tracePt t="89403" x="4387850" y="5022850"/>
          <p14:tracePt t="89421" x="4337050" y="5029200"/>
          <p14:tracePt t="89436" x="4318000" y="5029200"/>
          <p14:tracePt t="89452" x="4279900" y="5041900"/>
          <p14:tracePt t="89470" x="4254500" y="5048250"/>
          <p14:tracePt t="89486" x="4241800" y="5054600"/>
          <p14:tracePt t="89502" x="4235450" y="5060950"/>
          <p14:tracePt t="89520" x="4229100" y="5060950"/>
          <p14:tracePt t="89589" x="4235450" y="5060950"/>
          <p14:tracePt t="89617" x="4235450" y="5067300"/>
          <p14:tracePt t="89638" x="4241800" y="5067300"/>
          <p14:tracePt t="89659" x="4248150" y="5067300"/>
          <p14:tracePt t="89666" x="4254500" y="5067300"/>
          <p14:tracePt t="89687" x="4260850" y="5067300"/>
          <p14:tracePt t="89702" x="4260850" y="5073650"/>
          <p14:tracePt t="89708" x="4260850" y="5080000"/>
          <p14:tracePt t="89718" x="4267200" y="5086350"/>
          <p14:tracePt t="90190" x="4286250" y="5099050"/>
          <p14:tracePt t="90197" x="4305300" y="5105400"/>
          <p14:tracePt t="90211" x="4324350" y="5118100"/>
          <p14:tracePt t="90220" x="4349750" y="5130800"/>
          <p14:tracePt t="90234" x="4362450" y="5137150"/>
          <p14:tracePt t="90250" x="4381500" y="5143500"/>
          <p14:tracePt t="90266" x="4406900" y="5162550"/>
          <p14:tracePt t="90283" x="4438650" y="5168900"/>
          <p14:tracePt t="90300" x="4451350" y="5175250"/>
          <p14:tracePt t="90317" x="4476750" y="5181600"/>
          <p14:tracePt t="90333" x="4514850" y="5187950"/>
          <p14:tracePt t="90349" x="4527550" y="5187950"/>
          <p14:tracePt t="90367" x="4610100" y="5143500"/>
          <p14:tracePt t="90383" x="4635500" y="5099050"/>
          <p14:tracePt t="92590" x="4629150" y="5099050"/>
          <p14:tracePt t="92597" x="4610100" y="5099050"/>
          <p14:tracePt t="92608" x="4584700" y="5099050"/>
          <p14:tracePt t="92625" x="4540250" y="5099050"/>
          <p14:tracePt t="92642" x="4508500" y="5105400"/>
          <p14:tracePt t="92658" x="4476750" y="5111750"/>
          <p14:tracePt t="92675" x="4286250" y="5213350"/>
          <p14:tracePt t="92692" x="4203700" y="5251450"/>
          <p14:tracePt t="92709" x="3975100" y="5391150"/>
          <p14:tracePt t="92725" x="3797300" y="5486400"/>
          <p14:tracePt t="92741" x="3530600" y="5626100"/>
          <p14:tracePt t="92758" x="3409950" y="5683250"/>
          <p14:tracePt t="92774" x="3295650" y="5721350"/>
          <p14:tracePt t="92791" x="3048000" y="5784850"/>
          <p14:tracePt t="92808" x="2946400" y="5797550"/>
          <p14:tracePt t="92825" x="2794000" y="5810250"/>
          <p14:tracePt t="92841" x="2743200" y="5816600"/>
          <p14:tracePt t="92857" x="2698750" y="5816600"/>
          <p14:tracePt t="92874" x="2660650" y="5829300"/>
          <p14:tracePt t="92892" x="2641600" y="5835650"/>
          <p14:tracePt t="92907" x="2635250" y="5842000"/>
          <p14:tracePt t="92924" x="2622550" y="5848350"/>
          <p14:tracePt t="92942" x="2603500" y="5861050"/>
          <p14:tracePt t="92957" x="2590800" y="5861050"/>
          <p14:tracePt t="92974" x="2559050" y="5873750"/>
          <p14:tracePt t="92990" x="2520950" y="5886450"/>
          <p14:tracePt t="93007" x="2501900" y="5892800"/>
          <p14:tracePt t="93026" x="2432050" y="5899150"/>
          <p14:tracePt t="93041" x="2413000" y="5905500"/>
          <p14:tracePt t="93057" x="2387600" y="5905500"/>
          <p14:tracePt t="93074" x="2355850" y="5905500"/>
          <p14:tracePt t="93090" x="2324100" y="5905500"/>
          <p14:tracePt t="93106" x="2311400" y="5905500"/>
          <p14:tracePt t="93124" x="2292350" y="5905500"/>
          <p14:tracePt t="93140" x="2279650" y="5905500"/>
          <p14:tracePt t="93156" x="2273300" y="5905500"/>
          <p14:tracePt t="93173" x="2260600" y="5905500"/>
          <p14:tracePt t="93190" x="2254250" y="5905500"/>
          <p14:tracePt t="93208" x="2247900" y="5905500"/>
          <p14:tracePt t="93223" x="2241550" y="5905500"/>
          <p14:tracePt t="93257" x="2228850" y="5905500"/>
          <p14:tracePt t="93273" x="2222500" y="5905500"/>
          <p14:tracePt t="93306" x="2216150" y="5905500"/>
          <p14:tracePt t="93326" x="2209800" y="5905500"/>
          <p14:tracePt t="93342" x="2203450" y="5905500"/>
          <p14:tracePt t="93356" x="2197100" y="5911850"/>
          <p14:tracePt t="93372" x="2184400" y="5918200"/>
          <p14:tracePt t="93389" x="2159000" y="5924550"/>
          <p14:tracePt t="93406" x="2146300" y="5930900"/>
          <p14:tracePt t="93422" x="2114550" y="5949950"/>
          <p14:tracePt t="93440" x="2076450" y="5962650"/>
          <p14:tracePt t="93455" x="2063750" y="5969000"/>
          <p14:tracePt t="93472" x="2044700" y="5988050"/>
          <p14:tracePt t="93489" x="2038350" y="5994400"/>
          <p14:tracePt t="93521" x="2038350" y="6000750"/>
          <p14:tracePt t="93538" x="2044700" y="6013450"/>
          <p14:tracePt t="93555" x="2051050" y="6026150"/>
          <p14:tracePt t="93573" x="2070100" y="6045200"/>
          <p14:tracePt t="93588" x="2095500" y="6096000"/>
          <p14:tracePt t="93605" x="2120900" y="6127750"/>
          <p14:tracePt t="93622" x="2184400" y="6203950"/>
          <p14:tracePt t="93638" x="2209800" y="6242050"/>
          <p14:tracePt t="93655" x="2254250" y="6324600"/>
          <p14:tracePt t="93671" x="2286000" y="6400800"/>
          <p14:tracePt t="93687" x="2298700" y="6432550"/>
          <p14:tracePt t="93705" x="2311400" y="6457950"/>
          <p14:tracePt t="93721" x="2317750" y="6464300"/>
          <p14:tracePt t="93738" x="2317750" y="6470650"/>
          <p14:tracePt t="93770" x="2324100" y="6470650"/>
          <p14:tracePt t="93791" x="2324100" y="6457950"/>
          <p14:tracePt t="93804" x="2324100" y="6451600"/>
          <p14:tracePt t="93821" x="2324100" y="6419850"/>
          <p14:tracePt t="93837" x="2324100" y="6400800"/>
          <p14:tracePt t="93854" x="2330450" y="6330950"/>
          <p14:tracePt t="93871" x="2343150" y="6178550"/>
          <p14:tracePt t="93888" x="2362200" y="6076950"/>
          <p14:tracePt t="93904" x="2393950" y="5829300"/>
          <p14:tracePt t="93920" x="2406650" y="5702300"/>
          <p14:tracePt t="93938" x="2470150" y="5289550"/>
          <p14:tracePt t="93953" x="2495550" y="5162550"/>
          <p14:tracePt t="93970" x="2501900" y="5060950"/>
          <p14:tracePt t="93987" x="2540000" y="4889500"/>
          <p14:tracePt t="94003" x="2571750" y="4756150"/>
          <p14:tracePt t="94021" x="2597150" y="4705350"/>
          <p14:tracePt t="94036" x="2622550" y="4641850"/>
          <p14:tracePt t="94053" x="2635250" y="4610100"/>
          <p14:tracePt t="94071" x="2641600" y="4603750"/>
          <p14:tracePt t="94087" x="2641600" y="4597400"/>
          <p14:tracePt t="94122" x="2647950" y="4597400"/>
          <p14:tracePt t="94141" x="2647950" y="4603750"/>
          <p14:tracePt t="94211" x="2654300" y="4610100"/>
          <p14:tracePt t="94253" x="2654300" y="4616450"/>
          <p14:tracePt t="94323" x="2660650" y="4616450"/>
          <p14:tracePt t="94330" x="2667000" y="4616450"/>
          <p14:tracePt t="94344" x="2673350" y="4616450"/>
          <p14:tracePt t="94352" x="2679700" y="4616450"/>
          <p14:tracePt t="94369" x="2692400" y="4616450"/>
          <p14:tracePt t="94386" x="2730500" y="4616450"/>
          <p14:tracePt t="94402" x="2806700" y="4616450"/>
          <p14:tracePt t="94419" x="2857500" y="4616450"/>
          <p14:tracePt t="94436" x="3016250" y="4603750"/>
          <p14:tracePt t="94452" x="3219450" y="4565650"/>
          <p14:tracePt t="94468" x="3352800" y="4533900"/>
          <p14:tracePt t="94485" x="3638550" y="4489450"/>
          <p14:tracePt t="94501" x="3740150" y="4464050"/>
          <p14:tracePt t="96404" x="3721100" y="4464050"/>
          <p14:tracePt t="96418" x="3689350" y="4464050"/>
          <p14:tracePt t="96425" x="3632200" y="4457700"/>
          <p14:tracePt t="96438" x="3556000" y="4445000"/>
          <p14:tracePt t="96448" x="3492500" y="4445000"/>
          <p14:tracePt t="96461" x="3409950" y="4438650"/>
          <p14:tracePt t="96478" x="3244850" y="4419600"/>
          <p14:tracePt t="96495" x="3067050" y="4400550"/>
          <p14:tracePt t="96511" x="2965450" y="4387850"/>
          <p14:tracePt t="96528" x="2857500" y="4375150"/>
          <p14:tracePt t="96545" x="2578100" y="4356100"/>
          <p14:tracePt t="96561" x="2501900" y="4349750"/>
          <p14:tracePt t="96578" x="2413000" y="4337050"/>
          <p14:tracePt t="96595" x="2235200" y="4337050"/>
          <p14:tracePt t="96611" x="2070100" y="4343400"/>
          <p14:tracePt t="96628" x="1962150" y="4343400"/>
          <p14:tracePt t="96644" x="1924050" y="4343400"/>
          <p14:tracePt t="96661" x="1885950" y="4343400"/>
          <p14:tracePt t="96678" x="1860550" y="4349750"/>
          <p14:tracePt t="96694" x="1847850" y="4349750"/>
          <p14:tracePt t="96711" x="1841500" y="4349750"/>
          <p14:tracePt t="96727" x="1841500" y="4362450"/>
          <p14:tracePt t="96744" x="1847850" y="4362450"/>
          <p14:tracePt t="96761" x="1854200" y="4375150"/>
          <p14:tracePt t="96777" x="1854200" y="4387850"/>
          <p14:tracePt t="96794" x="1854200" y="4394200"/>
          <p14:tracePt t="96811" x="1854200" y="4400550"/>
          <p14:tracePt t="96827" x="1854200" y="4425950"/>
          <p14:tracePt t="96843" x="1847850" y="4457700"/>
          <p14:tracePt t="96860" x="1822450" y="4565650"/>
          <p14:tracePt t="96877" x="1816100" y="4616450"/>
          <p14:tracePt t="96895" x="1797050" y="4749800"/>
          <p14:tracePt t="96910" x="1778000" y="4883150"/>
          <p14:tracePt t="96927" x="1778000" y="4933950"/>
          <p14:tracePt t="96944" x="1765300" y="4991100"/>
          <p14:tracePt t="96960" x="1765300" y="5016500"/>
          <p14:tracePt t="96977" x="1765300" y="5022850"/>
          <p14:tracePt t="97056" x="1771650" y="5022850"/>
          <p14:tracePt t="97098" x="1778000" y="5022850"/>
          <p14:tracePt t="97106" x="1784350" y="5022850"/>
          <p14:tracePt t="97147" x="1790700" y="5016500"/>
          <p14:tracePt t="97169" x="1797050" y="5016500"/>
          <p14:tracePt t="97190" x="1809750" y="5016500"/>
          <p14:tracePt t="97196" x="1816100" y="5010150"/>
          <p14:tracePt t="97212" x="1835150" y="5003800"/>
          <p14:tracePt t="97225" x="1885950" y="4978400"/>
          <p14:tracePt t="97242" x="1917700" y="4959350"/>
        </p14:tracePtLst>
      </p14:laserTraceLst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785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18"/>
    </mc:Choice>
    <mc:Fallback xmlns="">
      <p:transition spd="slow" advTm="117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888" x="1924050" y="4959350"/>
          <p14:tracePt t="2895" x="1930400" y="4959350"/>
          <p14:tracePt t="2903" x="1936750" y="4959350"/>
          <p14:tracePt t="2917" x="1949450" y="4959350"/>
          <p14:tracePt t="2933" x="1962150" y="4959350"/>
          <p14:tracePt t="2950" x="1974850" y="4965700"/>
          <p14:tracePt t="2967" x="2006600" y="4991100"/>
          <p14:tracePt t="2983" x="2025650" y="5003800"/>
          <p14:tracePt t="3000" x="2063750" y="5016500"/>
          <p14:tracePt t="3016" x="2089150" y="5029200"/>
          <p14:tracePt t="3033" x="2114550" y="5041900"/>
          <p14:tracePt t="3050" x="2159000" y="5067300"/>
          <p14:tracePt t="3067" x="2184400" y="5080000"/>
          <p14:tracePt t="3083" x="2209800" y="5105400"/>
          <p14:tracePt t="3099" x="2260600" y="5130800"/>
          <p14:tracePt t="3116" x="2305050" y="5149850"/>
          <p14:tracePt t="3133" x="2355850" y="5187950"/>
          <p14:tracePt t="3149" x="2406650" y="5207000"/>
          <p14:tracePt t="3166" x="2451100" y="5238750"/>
          <p14:tracePt t="3184" x="2514600" y="5276850"/>
          <p14:tracePt t="3199" x="2559050" y="5308600"/>
          <p14:tracePt t="3215" x="2597150" y="5334000"/>
          <p14:tracePt t="3232" x="2641600" y="5378450"/>
          <p14:tracePt t="3249" x="2667000" y="5397500"/>
          <p14:tracePt t="3265" x="2705100" y="5429250"/>
          <p14:tracePt t="3282" x="2736850" y="5473700"/>
          <p14:tracePt t="3298" x="2755900" y="5499100"/>
          <p14:tracePt t="3316" x="2787650" y="5543550"/>
          <p14:tracePt t="3332" x="2806700" y="5575300"/>
          <p14:tracePt t="3348" x="2825750" y="5594350"/>
          <p14:tracePt t="3365" x="2844800" y="5619750"/>
          <p14:tracePt t="3382" x="2863850" y="5645150"/>
          <p14:tracePt t="3398" x="2882900" y="5670550"/>
          <p14:tracePt t="3415" x="2901950" y="5708650"/>
          <p14:tracePt t="3431" x="2921000" y="5740400"/>
          <p14:tracePt t="3448" x="2933700" y="5784850"/>
          <p14:tracePt t="3464" x="2933700" y="5835650"/>
          <p14:tracePt t="3481" x="2933700" y="5880100"/>
          <p14:tracePt t="3499" x="2921000" y="5975350"/>
          <p14:tracePt t="3515" x="2908300" y="6007100"/>
          <p14:tracePt t="4055" x="2908300" y="6019800"/>
          <p14:tracePt t="4063" x="2908300" y="6038850"/>
          <p14:tracePt t="4069" x="2914650" y="6051550"/>
          <p14:tracePt t="4079" x="2921000" y="6064250"/>
          <p14:tracePt t="4096" x="2927350" y="6096000"/>
          <p14:tracePt t="4112" x="2933700" y="6134100"/>
          <p14:tracePt t="4129" x="2946400" y="6172200"/>
          <p14:tracePt t="4147" x="2952750" y="6223000"/>
          <p14:tracePt t="4162" x="2952750" y="6273800"/>
          <p14:tracePt t="4178" x="2952750" y="6330950"/>
          <p14:tracePt t="4196" x="2952750" y="6400800"/>
          <p14:tracePt t="4212" x="2946400" y="6432550"/>
          <p14:tracePt t="4229" x="2946400" y="6445250"/>
          <p14:tracePt t="4245" x="2940050" y="6445250"/>
          <p14:tracePt t="4261" x="2940050" y="6457950"/>
          <p14:tracePt t="4279" x="2940050" y="6464300"/>
          <p14:tracePt t="4295" x="2940050" y="6483350"/>
          <p14:tracePt t="4315" x="2940050" y="6489700"/>
          <p14:tracePt t="4329" x="2940050" y="6502400"/>
          <p14:tracePt t="4345" x="2940050" y="6508750"/>
          <p14:tracePt t="4361" x="2940050" y="6521450"/>
          <p14:tracePt t="4395" x="2940050" y="6527800"/>
          <p14:tracePt t="4411" x="2946400" y="6534150"/>
          <p14:tracePt t="4448" x="2946400" y="6540500"/>
          <p14:tracePt t="4511" x="2946400" y="6546850"/>
          <p14:tracePt t="4518" x="2946400" y="6553200"/>
          <p14:tracePt t="4527" x="2946400" y="6559550"/>
          <p14:tracePt t="4561" x="2946400" y="6565900"/>
          <p14:tracePt t="4568" x="2946400" y="6572250"/>
          <p14:tracePt t="4616" x="2946400" y="6578600"/>
          <p14:tracePt t="4638" x="2946400" y="6584950"/>
          <p14:tracePt t="4673" x="2946400" y="6591300"/>
          <p14:tracePt t="4687" x="2952750" y="6597650"/>
          <p14:tracePt t="4722" x="2959100" y="6597650"/>
          <p14:tracePt t="4750" x="2965450" y="6604000"/>
          <p14:tracePt t="4778" x="2971800" y="6610350"/>
          <p14:tracePt t="4799" x="2978150" y="6610350"/>
          <p14:tracePt t="4820" x="2978150" y="6616700"/>
          <p14:tracePt t="4828" x="2990850" y="6616700"/>
          <p14:tracePt t="4848" x="3016250" y="6616700"/>
          <p14:tracePt t="4862" x="3022600" y="6616700"/>
          <p14:tracePt t="4869" x="3048000" y="6623050"/>
          <p14:tracePt t="4883" x="3073400" y="6623050"/>
          <p14:tracePt t="4893" x="3092450" y="6623050"/>
          <p14:tracePt t="4909" x="3136900" y="6629400"/>
          <p14:tracePt t="4926" x="3213100" y="6642100"/>
          <p14:tracePt t="4943" x="3295650" y="6642100"/>
          <p14:tracePt t="4960" x="3371850" y="6648450"/>
          <p14:tracePt t="4976" x="3403600" y="6648450"/>
          <p14:tracePt t="4993" x="3454400" y="6648450"/>
          <p14:tracePt t="5010" x="3486150" y="6648450"/>
          <p14:tracePt t="5026" x="3505200" y="6648450"/>
          <p14:tracePt t="5043" x="3524250" y="6654800"/>
          <p14:tracePt t="5060" x="3530600" y="6654800"/>
          <p14:tracePt t="5092" x="3536950" y="6654800"/>
          <p14:tracePt t="5109" x="3543300" y="6654800"/>
          <p14:tracePt t="5129" x="3549650" y="6654800"/>
          <p14:tracePt t="7287" x="3536950" y="6642100"/>
          <p14:tracePt t="7294" x="3524250" y="6610350"/>
          <p14:tracePt t="7307" x="3486150" y="6578600"/>
          <p14:tracePt t="7318" x="3460750" y="6546850"/>
          <p14:tracePt t="7334" x="3435350" y="6502400"/>
          <p14:tracePt t="7352" x="3352800" y="6407150"/>
          <p14:tracePt t="7368" x="3257550" y="6292850"/>
          <p14:tracePt t="7385" x="3136900" y="6172200"/>
          <p14:tracePt t="7401" x="3079750" y="6102350"/>
          <p14:tracePt t="7418" x="3016250" y="6019800"/>
          <p14:tracePt t="7435" x="2901950" y="5867400"/>
          <p14:tracePt t="7452" x="2851150" y="5784850"/>
          <p14:tracePt t="7467" x="2743200" y="5562600"/>
          <p14:tracePt t="7484" x="2635250" y="5321300"/>
          <p14:tracePt t="7501" x="2584450" y="5213350"/>
          <p14:tracePt t="7518" x="2520950" y="5022850"/>
          <p14:tracePt t="7534" x="2463800" y="4870450"/>
          <p14:tracePt t="7551" x="2438400" y="4787900"/>
          <p14:tracePt t="7568" x="2425700" y="4762500"/>
          <p14:tracePt t="7584" x="2425700" y="4749800"/>
          <p14:tracePt t="7600" x="2419350" y="4743450"/>
          <p14:tracePt t="7617" x="2406650" y="4724400"/>
          <p14:tracePt t="7650" x="2400300" y="4711700"/>
          <p14:tracePt t="7667" x="2400300" y="4699000"/>
          <p14:tracePt t="7684" x="2393950" y="4692650"/>
          <p14:tracePt t="7701" x="2393950" y="4686300"/>
          <p14:tracePt t="7806" x="2393950" y="4692650"/>
          <p14:tracePt t="7820" x="2393950" y="4699000"/>
          <p14:tracePt t="7841" x="2393950" y="4705350"/>
          <p14:tracePt t="7848" x="2400300" y="4711700"/>
          <p14:tracePt t="7855" x="2400300" y="4718050"/>
          <p14:tracePt t="7877" x="2406650" y="4724400"/>
          <p14:tracePt t="7897" x="2406650" y="4730750"/>
          <p14:tracePt t="7918" x="2413000" y="4737100"/>
          <p14:tracePt t="7947" x="2419350" y="4743450"/>
          <p14:tracePt t="7989" x="2419350" y="4749800"/>
          <p14:tracePt t="7995" x="2425700" y="4756150"/>
          <p14:tracePt t="8052" x="2432050" y="4756150"/>
          <p14:tracePt t="8080" x="2438400" y="4768850"/>
          <p14:tracePt t="8108" x="2438400" y="4775200"/>
          <p14:tracePt t="8129" x="2444750" y="4781550"/>
          <p14:tracePt t="8136" x="2451100" y="4781550"/>
          <p14:tracePt t="8151" x="2457450" y="4787900"/>
          <p14:tracePt t="8165" x="2463800" y="4787900"/>
          <p14:tracePt t="8182" x="2495550" y="4806950"/>
          <p14:tracePt t="8199" x="2565400" y="4832350"/>
          <p14:tracePt t="8215" x="2609850" y="4838700"/>
          <p14:tracePt t="8231" x="2717800" y="4864100"/>
          <p14:tracePt t="8249" x="2857500" y="4883150"/>
          <p14:tracePt t="8265" x="2927350" y="4895850"/>
          <p14:tracePt t="8281" x="3079750" y="4902200"/>
          <p14:tracePt t="8298" x="3194050" y="4902200"/>
          <p14:tracePt t="8314" x="3244850" y="4902200"/>
          <p14:tracePt t="8331" x="3289300" y="4902200"/>
          <p14:tracePt t="8348" x="3365500" y="4902200"/>
          <p14:tracePt t="8364" x="3378200" y="4902200"/>
          <p14:tracePt t="8367" x="3378200" y="4908550"/>
          <p14:tracePt t="8383" x="3397250" y="4908550"/>
          <p14:tracePt t="8398" x="3403600" y="4908550"/>
          <p14:tracePt t="8415" x="3422650" y="4908550"/>
          <p14:tracePt t="8432" x="3435350" y="4914900"/>
          <p14:tracePt t="8447" x="3435350" y="4921250"/>
          <p14:tracePt t="8464" x="3454400" y="4921250"/>
          <p14:tracePt t="8481" x="3467100" y="4933950"/>
          <p14:tracePt t="8973" x="3505200" y="4933950"/>
          <p14:tracePt t="8982" x="3587750" y="4927600"/>
          <p14:tracePt t="8995" x="3663950" y="4927600"/>
          <p14:tracePt t="9001" x="3727450" y="4927600"/>
          <p14:tracePt t="9012" x="3803650" y="4914900"/>
          <p14:tracePt t="9030" x="3905250" y="4914900"/>
          <p14:tracePt t="9046" x="3949700" y="4914900"/>
          <p14:tracePt t="9062" x="3975100" y="4914900"/>
          <p14:tracePt t="9080" x="4044950" y="4921250"/>
          <p14:tracePt t="9096" x="4064000" y="4921250"/>
          <p14:tracePt t="9112" x="4083050" y="4927600"/>
          <p14:tracePt t="9128" x="4121150" y="4927600"/>
          <p14:tracePt t="9145" x="4140200" y="4927600"/>
          <p14:tracePt t="9162" x="4152900" y="4927600"/>
          <p14:tracePt t="9178" x="4171950" y="4933950"/>
          <p14:tracePt t="9195" x="4191000" y="4933950"/>
          <p14:tracePt t="9213" x="4203700" y="4940300"/>
          <p14:tracePt t="9228" x="4210050" y="4940300"/>
          <p14:tracePt t="9245" x="4229100" y="4946650"/>
          <p14:tracePt t="9262" x="4248150" y="4946650"/>
          <p14:tracePt t="9278" x="4254500" y="4946650"/>
          <p14:tracePt t="9295" x="4260850" y="4946650"/>
          <p14:tracePt t="9311" x="4273550" y="4946650"/>
          <p14:tracePt t="9328" x="4279900" y="4946650"/>
          <p14:tracePt t="9345" x="4286250" y="4946650"/>
          <p14:tracePt t="9361" x="4292600" y="4946650"/>
          <p14:tracePt t="9423" x="4298950" y="4946650"/>
          <p14:tracePt t="9429" x="4305300" y="4946650"/>
          <p14:tracePt t="9465" x="4311650" y="4946650"/>
          <p14:tracePt t="9542" x="4318000" y="4953000"/>
          <p14:tracePt t="10103" x="4324350" y="4953000"/>
          <p14:tracePt t="10117" x="4324350" y="4959350"/>
          <p14:tracePt t="10126" x="4324350" y="4965700"/>
          <p14:tracePt t="10132" x="4330700" y="4972050"/>
          <p14:tracePt t="10146" x="4337050" y="4978400"/>
          <p14:tracePt t="10158" x="4349750" y="4978400"/>
          <p14:tracePt t="10175" x="4375150" y="5010150"/>
          <p14:tracePt t="10191" x="4394200" y="5022850"/>
          <p14:tracePt t="10209" x="4432300" y="5060950"/>
          <p14:tracePt t="10225" x="4502150" y="5105400"/>
          <p14:tracePt t="10242" x="4533900" y="5130800"/>
          <p14:tracePt t="10259" x="4610100" y="5181600"/>
          <p14:tracePt t="10274" x="4699000" y="5226050"/>
          <p14:tracePt t="10291" x="4743450" y="5245100"/>
          <p14:tracePt t="10308" x="4838700" y="5276850"/>
          <p14:tracePt t="10324" x="4965700" y="5276850"/>
          <p14:tracePt t="10341" x="5048250" y="5257800"/>
          <p14:tracePt t="10357" x="5181600" y="5207000"/>
          <p14:tracePt t="10374" x="5251450" y="5187950"/>
        </p14:tracePtLst>
      </p14:laserTraceLst>
    </p:ext>
  </p:extLs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</p:txBody>
      </p:sp>
    </p:spTree>
    <p:extLst>
      <p:ext uri="{BB962C8B-B14F-4D97-AF65-F5344CB8AC3E}">
        <p14:creationId xmlns:p14="http://schemas.microsoft.com/office/powerpoint/2010/main" val="396160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</p:txBody>
      </p:sp>
    </p:spTree>
    <p:extLst>
      <p:ext uri="{BB962C8B-B14F-4D97-AF65-F5344CB8AC3E}">
        <p14:creationId xmlns:p14="http://schemas.microsoft.com/office/powerpoint/2010/main" val="14417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</p:txBody>
      </p:sp>
    </p:spTree>
    <p:extLst>
      <p:ext uri="{BB962C8B-B14F-4D97-AF65-F5344CB8AC3E}">
        <p14:creationId xmlns:p14="http://schemas.microsoft.com/office/powerpoint/2010/main" val="73794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116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97"/>
    </mc:Choice>
    <mc:Fallback xmlns="">
      <p:transition spd="slow" advTm="217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08842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077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27"/>
    </mc:Choice>
    <mc:Fallback xmlns="">
      <p:transition spd="slow" advTm="170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</p:txBody>
      </p:sp>
    </p:spTree>
    <p:extLst>
      <p:ext uri="{BB962C8B-B14F-4D97-AF65-F5344CB8AC3E}">
        <p14:creationId xmlns:p14="http://schemas.microsoft.com/office/powerpoint/2010/main" val="326383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endParaRPr lang="en-US" kern="0" spc="-6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423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683"/>
    </mc:Choice>
    <mc:Fallback xmlns="">
      <p:transition spd="slow" advTm="866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16" x="1047750" y="6051550"/>
          <p14:tracePt t="948" x="984250" y="6070600"/>
          <p14:tracePt t="980" x="933450" y="6096000"/>
          <p14:tracePt t="1013" x="882650" y="6115050"/>
          <p14:tracePt t="1046" x="844550" y="6134100"/>
          <p14:tracePt t="1096" x="825500" y="6140450"/>
          <p14:tracePt t="1162" x="819150" y="6140450"/>
          <p14:tracePt t="1262" x="838200" y="6140450"/>
          <p14:tracePt t="1295" x="850900" y="6140450"/>
          <p14:tracePt t="1331" x="927100" y="6146800"/>
          <p14:tracePt t="1347" x="958850" y="6146800"/>
          <p14:tracePt t="1378" x="1016000" y="6146800"/>
          <p14:tracePt t="1411" x="1066800" y="6146800"/>
          <p14:tracePt t="1448" x="1085850" y="6146800"/>
          <p14:tracePt t="1511" x="1073150" y="6146800"/>
          <p14:tracePt t="1547" x="1003300" y="6153150"/>
          <p14:tracePt t="1578" x="933450" y="6159500"/>
          <p14:tracePt t="1611" x="876300" y="6172200"/>
          <p14:tracePt t="1633" x="844550" y="6178550"/>
          <p14:tracePt t="1677" x="838200" y="6184900"/>
          <p14:tracePt t="1717" x="850900" y="6184900"/>
          <p14:tracePt t="1749" x="901700" y="6191250"/>
          <p14:tracePt t="1780" x="984250" y="6191250"/>
          <p14:tracePt t="1810" x="1104900" y="6191250"/>
          <p14:tracePt t="1849" x="1244600" y="6159500"/>
          <p14:tracePt t="1878" x="1320800" y="6146800"/>
          <p14:tracePt t="1910" x="1365250" y="6140450"/>
          <p14:tracePt t="1933" x="1377950" y="6134100"/>
          <p14:tracePt t="1964" x="1390650" y="6127750"/>
          <p14:tracePt t="2048" x="1377950" y="6127750"/>
          <p14:tracePt t="2081" x="1352550" y="6134100"/>
          <p14:tracePt t="2112" x="1320800" y="6146800"/>
          <p14:tracePt t="2132" x="1308100" y="6146800"/>
          <p14:tracePt t="2163" x="1289050" y="6153150"/>
          <p14:tracePt t="2195" x="1276350" y="6159500"/>
          <p14:tracePt t="2264" x="1276350" y="6165850"/>
          <p14:tracePt t="2296" x="1289050" y="6178550"/>
          <p14:tracePt t="2341" x="1320800" y="6184900"/>
          <p14:tracePt t="2365" x="1365250" y="6191250"/>
          <p14:tracePt t="2396" x="1460500" y="6197600"/>
          <p14:tracePt t="2424" x="1549400" y="6203950"/>
          <p14:tracePt t="2448" x="1600200" y="6203950"/>
          <p14:tracePt t="2481" x="1625600" y="6203950"/>
          <p14:tracePt t="2512" x="1631950" y="6203950"/>
          <p14:tracePt t="2557" x="1638300" y="6203950"/>
          <p14:tracePt t="2581" x="1644650" y="6203950"/>
          <p14:tracePt t="2641" x="1651000" y="6203950"/>
          <p14:tracePt t="2712" x="1657350" y="6203950"/>
          <p14:tracePt t="2757" x="1670050" y="6203950"/>
          <p14:tracePt t="2806" x="1689100" y="6203950"/>
          <p14:tracePt t="2840" x="1701800" y="6210300"/>
          <p14:tracePt t="2858" x="1708150" y="6210300"/>
          <p14:tracePt t="2923" x="1714500" y="6210300"/>
          <p14:tracePt t="2956" x="1720850" y="6210300"/>
          <p14:tracePt t="2989" x="1733550" y="6210300"/>
          <p14:tracePt t="5846" x="1733550" y="6197600"/>
          <p14:tracePt t="5867" x="1733550" y="6184900"/>
          <p14:tracePt t="5899" x="1746250" y="6127750"/>
          <p14:tracePt t="5946" x="1797050" y="5962650"/>
          <p14:tracePt t="5984" x="1847850" y="5822950"/>
          <p14:tracePt t="6014" x="1892300" y="5702300"/>
          <p14:tracePt t="6062" x="1930400" y="5568950"/>
          <p14:tracePt t="6083" x="1955800" y="5511800"/>
          <p14:tracePt t="6115" x="1993900" y="5416550"/>
          <p14:tracePt t="6136" x="2012950" y="5372100"/>
          <p14:tracePt t="6168" x="2057400" y="5302250"/>
          <p14:tracePt t="6199" x="2114550" y="5194300"/>
          <p14:tracePt t="6245" x="2190750" y="5041900"/>
          <p14:tracePt t="6268" x="2235200" y="4940300"/>
          <p14:tracePt t="6299" x="2279650" y="4806950"/>
          <p14:tracePt t="6328" x="2336800" y="4635500"/>
          <p14:tracePt t="6361" x="2406650" y="4381500"/>
          <p14:tracePt t="6394" x="2520950" y="4000500"/>
          <p14:tracePt t="6428" x="2590800" y="3816350"/>
          <p14:tracePt t="6446" x="2686050" y="3530600"/>
          <p14:tracePt t="6494" x="2768600" y="3276600"/>
          <p14:tracePt t="6975" x="2768600" y="3232150"/>
          <p14:tracePt t="7009" x="2774950" y="3136900"/>
          <p14:tracePt t="7042" x="2774950" y="3067050"/>
          <p14:tracePt t="7075" x="2774950" y="2990850"/>
          <p14:tracePt t="7108" x="2774950" y="2851150"/>
          <p14:tracePt t="7142" x="2762250" y="2736850"/>
          <p14:tracePt t="7175" x="2736850" y="2679700"/>
          <p14:tracePt t="7208" x="2724150" y="2647950"/>
          <p14:tracePt t="7227" x="2711450" y="2622550"/>
          <p14:tracePt t="7258" x="2698750" y="2603500"/>
          <p14:tracePt t="7293" x="2692400" y="2578100"/>
          <p14:tracePt t="7324" x="2679700" y="2565400"/>
          <p14:tracePt t="7358" x="2667000" y="2552700"/>
          <p14:tracePt t="7392" x="2660650" y="2540000"/>
          <p14:tracePt t="7440" x="2660650" y="2533650"/>
          <p14:tracePt t="7474" x="2660650" y="2527300"/>
          <p14:tracePt t="7507" x="2654300" y="2520950"/>
          <p14:tracePt t="7540" x="2647950" y="2508250"/>
          <p14:tracePt t="7590" x="2641600" y="2501900"/>
          <p14:tracePt t="7623" x="2641600" y="2495550"/>
          <p14:tracePt t="7673" x="2635250" y="2495550"/>
          <p14:tracePt t="7906" x="2654300" y="2495550"/>
          <p14:tracePt t="7942" x="2679700" y="2482850"/>
          <p14:tracePt t="7972" x="2755900" y="2457450"/>
          <p14:tracePt t="8005" x="2876550" y="2444750"/>
          <p14:tracePt t="8026" x="2984500" y="2425700"/>
          <p14:tracePt t="8058" x="3124200" y="2419350"/>
          <p14:tracePt t="8088" x="3251200" y="2419350"/>
          <p14:tracePt t="8122" x="3302000" y="2419350"/>
          <p14:tracePt t="8158" x="3346450" y="2425700"/>
          <p14:tracePt t="8188" x="3359150" y="2432050"/>
          <p14:tracePt t="8221" x="3365500" y="2444750"/>
          <p14:tracePt t="8858" x="3416300" y="2457450"/>
          <p14:tracePt t="8890" x="3511550" y="2463800"/>
          <p14:tracePt t="8921" x="3587750" y="2476500"/>
          <p14:tracePt t="8942" x="3632200" y="2482850"/>
          <p14:tracePt t="8973" x="3759200" y="2508250"/>
          <p14:tracePt t="9004" x="3829050" y="2514600"/>
          <p14:tracePt t="9026" x="3949700" y="2533650"/>
          <p14:tracePt t="9059" x="4051300" y="2546350"/>
          <p14:tracePt t="9089" x="4121150" y="2559050"/>
          <p14:tracePt t="9121" x="4184650" y="2590800"/>
          <p14:tracePt t="9168" x="4241800" y="2622550"/>
          <p14:tracePt t="9206" x="4248150" y="2622550"/>
          <p14:tracePt t="9223" x="4254500" y="2622550"/>
          <p14:tracePt t="9284" x="4254500" y="2641600"/>
          <p14:tracePt t="9799" x="4387850" y="2603500"/>
          <p14:tracePt t="9823" x="4483100" y="2578100"/>
          <p14:tracePt t="9865" x="4667250" y="2540000"/>
          <p14:tracePt t="9899" x="4762500" y="2540000"/>
          <p14:tracePt t="9922" x="4813300" y="2540000"/>
          <p14:tracePt t="9951" x="4876800" y="2533650"/>
          <p14:tracePt t="9982" x="4933950" y="2527300"/>
          <p14:tracePt t="10015" x="4997450" y="2520950"/>
          <p14:tracePt t="10049" x="5054600" y="2520950"/>
          <p14:tracePt t="10081" x="5086350" y="2520950"/>
          <p14:tracePt t="10115" x="5118100" y="2520950"/>
          <p14:tracePt t="10148" x="5149850" y="2520950"/>
          <p14:tracePt t="10181" x="5156200" y="2520950"/>
          <p14:tracePt t="10214" x="5162550" y="2520950"/>
          <p14:tracePt t="10713" x="5314950" y="2508250"/>
          <p14:tracePt t="10732" x="5492750" y="2476500"/>
          <p14:tracePt t="10764" x="5753100" y="2457450"/>
          <p14:tracePt t="10796" x="5969000" y="2457450"/>
          <p14:tracePt t="10829" x="6165850" y="2470150"/>
          <p14:tracePt t="10863" x="6248400" y="2489200"/>
          <p14:tracePt t="10895" x="6299200" y="2495550"/>
          <p14:tracePt t="10928" x="6330950" y="2508250"/>
          <p14:tracePt t="10962" x="6343650" y="2514600"/>
          <p14:tracePt t="10995" x="6356350" y="2527300"/>
          <p14:tracePt t="11048" x="6369050" y="2527300"/>
          <p14:tracePt t="11078" x="6381750" y="2533650"/>
          <p14:tracePt t="11111" x="6394450" y="2540000"/>
          <p14:tracePt t="11147" x="6407150" y="2546350"/>
          <p14:tracePt t="11177" x="6407150" y="2552700"/>
          <p14:tracePt t="11859" x="6432550" y="2552700"/>
          <p14:tracePt t="11897" x="6457950" y="2552700"/>
          <p14:tracePt t="11927" x="6496050" y="2552700"/>
          <p14:tracePt t="11948" x="6508750" y="2540000"/>
          <p14:tracePt t="11979" x="6559550" y="2527300"/>
          <p14:tracePt t="12012" x="6572250" y="2514600"/>
          <p14:tracePt t="12058" x="6578600" y="2514600"/>
          <p14:tracePt t="12081" x="6584950" y="2514600"/>
          <p14:tracePt t="12141" x="6584950" y="2501900"/>
          <p14:tracePt t="12165" x="6584950" y="2495550"/>
          <p14:tracePt t="12198" x="6565900" y="2489200"/>
          <p14:tracePt t="12228" x="6553200" y="2489200"/>
          <p14:tracePt t="12258" x="6515100" y="2476500"/>
          <p14:tracePt t="12280" x="6457950" y="2463800"/>
          <p14:tracePt t="12311" x="6375400" y="2444750"/>
          <p14:tracePt t="12340" x="6305550" y="2438400"/>
          <p14:tracePt t="12373" x="6184900" y="2419350"/>
          <p14:tracePt t="12397" x="6121400" y="2413000"/>
          <p14:tracePt t="12430" x="6045200" y="2413000"/>
          <p14:tracePt t="12473" x="5892800" y="2413000"/>
          <p14:tracePt t="12523" x="5683250" y="2413000"/>
          <p14:tracePt t="12573" x="5530850" y="2413000"/>
          <p14:tracePt t="12597" x="5372100" y="2419350"/>
          <p14:tracePt t="12630" x="5226050" y="2419350"/>
          <p14:tracePt t="12658" x="5067300" y="2432050"/>
          <p14:tracePt t="12689" x="4940300" y="2444750"/>
          <p14:tracePt t="12713" x="4845050" y="2444750"/>
          <p14:tracePt t="12755" x="4559300" y="2438400"/>
          <p14:tracePt t="12790" x="4406900" y="2438400"/>
          <p14:tracePt t="12822" x="4248150" y="2425700"/>
          <p14:tracePt t="12855" x="4165600" y="2425700"/>
          <p14:tracePt t="12888" x="4070350" y="2425700"/>
          <p14:tracePt t="12922" x="4000500" y="2425700"/>
          <p14:tracePt t="12955" x="3917950" y="2425700"/>
          <p14:tracePt t="12978" x="3879850" y="2413000"/>
          <p14:tracePt t="13011" x="3778250" y="2400300"/>
          <p14:tracePt t="13042" x="3727450" y="2387600"/>
          <p14:tracePt t="13076" x="3663950" y="2374900"/>
          <p14:tracePt t="13106" x="3625850" y="2362200"/>
          <p14:tracePt t="13138" x="3600450" y="2355850"/>
          <p14:tracePt t="13171" x="3594100" y="2355850"/>
          <p14:tracePt t="13271" x="3600450" y="2355850"/>
          <p14:tracePt t="13307" x="3638550" y="2355850"/>
          <p14:tracePt t="13342" x="3752850" y="2349500"/>
          <p14:tracePt t="13372" x="3981450" y="2330450"/>
          <p14:tracePt t="13404" x="4413250" y="2311400"/>
          <p14:tracePt t="13437" x="4743450" y="2298700"/>
          <p14:tracePt t="13470" x="5086350" y="2292350"/>
          <p14:tracePt t="13503" x="5568950" y="2273300"/>
          <p14:tracePt t="13553" x="5981700" y="2273300"/>
          <p14:tracePt t="13587" x="6299200" y="2324100"/>
          <p14:tracePt t="13620" x="6457950" y="2362200"/>
          <p14:tracePt t="13653" x="6534150" y="2374900"/>
          <p14:tracePt t="13686" x="6559550" y="2381250"/>
          <p14:tracePt t="13719" x="6572250" y="2393950"/>
          <p14:tracePt t="13758" x="6578600" y="2393950"/>
          <p14:tracePt t="14018" x="6565900" y="2425700"/>
          <p14:tracePt t="14057" x="6470650" y="2533650"/>
          <p14:tracePt t="14089" x="6362700" y="2635250"/>
          <p14:tracePt t="14121" x="6032500" y="3009900"/>
          <p14:tracePt t="14154" x="5702300" y="3365500"/>
          <p14:tracePt t="14170" x="5511800" y="3530600"/>
          <p14:tracePt t="14200" x="5207000" y="3784600"/>
          <p14:tracePt t="14235" x="4959350" y="3968750"/>
          <p14:tracePt t="14268" x="4641850" y="4216400"/>
          <p14:tracePt t="14286" x="4584700" y="4273550"/>
          <p14:tracePt t="14302" x="4394200" y="4375150"/>
          <p14:tracePt t="14337" x="4102100" y="4565650"/>
          <p14:tracePt t="14370" x="3956050" y="4679950"/>
          <p14:tracePt t="14400" x="3867150" y="4794250"/>
          <p14:tracePt t="14433" x="3784600" y="4870450"/>
          <p14:tracePt t="15187" x="3873500" y="4914900"/>
          <p14:tracePt t="15203" x="3905250" y="4921250"/>
          <p14:tracePt t="15233" x="3994150" y="4940300"/>
          <p14:tracePt t="15264" x="4064000" y="4965700"/>
          <p14:tracePt t="15290" x="4102100" y="4978400"/>
          <p14:tracePt t="15322" x="4197350" y="5010150"/>
          <p14:tracePt t="15354" x="4260850" y="5029200"/>
          <p14:tracePt t="15388" x="4298950" y="5054600"/>
          <p14:tracePt t="15421" x="4330700" y="5073650"/>
          <p14:tracePt t="15463" x="4343400" y="5092700"/>
          <p14:tracePt t="15496" x="4356100" y="5099050"/>
          <p14:tracePt t="15530" x="4362450" y="5118100"/>
          <p14:tracePt t="15563" x="4368800" y="5137150"/>
          <p14:tracePt t="15596" x="4368800" y="5162550"/>
          <p14:tracePt t="15629" x="4356100" y="5219700"/>
          <p14:tracePt t="15669" x="4318000" y="5257800"/>
          <p14:tracePt t="15701" x="4248150" y="5314950"/>
          <p14:tracePt t="15732" x="4184650" y="5359400"/>
          <p14:tracePt t="15763" x="4121150" y="5410200"/>
          <p14:tracePt t="15795" x="4076700" y="5429250"/>
          <p14:tracePt t="15814" x="4019550" y="5435600"/>
          <p14:tracePt t="15847" x="3911600" y="5467350"/>
          <p14:tracePt t="15878" x="3835400" y="5473700"/>
          <p14:tracePt t="15903" x="3765550" y="5480050"/>
          <p14:tracePt t="15936" x="3714750" y="5486400"/>
          <p14:tracePt t="15963" x="3683000" y="5492750"/>
          <p14:tracePt t="15995" x="3663950" y="5499100"/>
          <p14:tracePt t="16028" x="3657600" y="5505450"/>
          <p14:tracePt t="16094" x="3657600" y="5511800"/>
          <p14:tracePt t="16147" x="3670300" y="5511800"/>
          <p14:tracePt t="16183" x="3676650" y="5511800"/>
          <p14:tracePt t="16230" x="3683000" y="5511800"/>
          <p14:tracePt t="16261" x="3695700" y="5524500"/>
          <p14:tracePt t="16310" x="3714750" y="5556250"/>
          <p14:tracePt t="16344" x="3746500" y="5581650"/>
          <p14:tracePt t="16377" x="3829050" y="5645150"/>
          <p14:tracePt t="16416" x="3956050" y="5746750"/>
          <p14:tracePt t="16448" x="4057650" y="5797550"/>
          <p14:tracePt t="16482" x="4114800" y="5848350"/>
          <p14:tracePt t="16514" x="4133850" y="5867400"/>
          <p14:tracePt t="16543" x="4140200" y="5867400"/>
          <p14:tracePt t="16576" x="4146550" y="5867400"/>
          <p14:tracePt t="16698" x="4159250" y="5867400"/>
          <p14:tracePt t="16730" x="4165600" y="5867400"/>
          <p14:tracePt t="16764" x="4184650" y="5867400"/>
          <p14:tracePt t="16794" x="4222750" y="5867400"/>
          <p14:tracePt t="16810" x="4235450" y="5867400"/>
          <p14:tracePt t="16828" x="4260850" y="5867400"/>
          <p14:tracePt t="16860" x="4292600" y="5867400"/>
          <p14:tracePt t="16891" x="4298950" y="5867400"/>
          <p14:tracePt t="16913" x="4305300" y="5861050"/>
          <p14:tracePt t="17027" x="4305300" y="5873750"/>
          <p14:tracePt t="17058" x="4292600" y="5880100"/>
          <p14:tracePt t="17091" x="4273550" y="5886450"/>
          <p14:tracePt t="17124" x="4241800" y="5892800"/>
          <p14:tracePt t="17157" x="4171950" y="5899150"/>
          <p14:tracePt t="17197" x="4025900" y="5892800"/>
          <p14:tracePt t="17229" x="3917950" y="5880100"/>
          <p14:tracePt t="17263" x="3790950" y="5854700"/>
          <p14:tracePt t="17296" x="3695700" y="5842000"/>
          <p14:tracePt t="17326" x="3651250" y="5835650"/>
          <p14:tracePt t="17342" x="3594100" y="5822950"/>
          <p14:tracePt t="17390" x="3549650" y="5822950"/>
          <p14:tracePt t="17423" x="3517900" y="5822950"/>
          <p14:tracePt t="17447" x="3498850" y="5822950"/>
          <p14:tracePt t="17480" x="3467100" y="5829300"/>
          <p14:tracePt t="17511" x="3441700" y="5842000"/>
          <p14:tracePt t="17545" x="3397250" y="5854700"/>
          <p14:tracePt t="17577" x="3371850" y="5861050"/>
          <p14:tracePt t="17606" x="3365500" y="5867400"/>
          <p14:tracePt t="17689" x="3378200" y="5861050"/>
          <p14:tracePt t="17738" x="3460750" y="5791200"/>
          <p14:tracePt t="17763" x="3657600" y="5575300"/>
          <p14:tracePt t="17796" x="4019550" y="5181600"/>
          <p14:tracePt t="17823" x="4572000" y="4610100"/>
          <p14:tracePt t="17855" x="5251450" y="3987800"/>
          <p14:tracePt t="17890" x="5588000" y="3714750"/>
          <p14:tracePt t="17921" x="5861050" y="3524250"/>
          <p14:tracePt t="17954" x="6076950" y="3346450"/>
          <p14:tracePt t="17976" x="6216650" y="3213100"/>
          <p14:tracePt t="18007" x="6273800" y="3155950"/>
          <p14:tracePt t="18043" x="6337300" y="3130550"/>
          <p14:tracePt t="18075" x="6350000" y="3130550"/>
          <p14:tracePt t="18121" x="6356350" y="3130550"/>
          <p14:tracePt t="18187" x="6350000" y="3117850"/>
          <p14:tracePt t="18220" x="6356350" y="3105150"/>
          <p14:tracePt t="18242" x="6362700" y="3079750"/>
          <p14:tracePt t="18273" x="6375400" y="3048000"/>
          <p14:tracePt t="18306" x="6394450" y="2978150"/>
          <p14:tracePt t="18342" x="6432550" y="2876550"/>
          <p14:tracePt t="18372" x="6451600" y="2813050"/>
          <p14:tracePt t="18403" x="6464300" y="2762250"/>
          <p14:tracePt t="18437" x="6489700" y="2692400"/>
          <p14:tracePt t="18469" x="6508750" y="2660650"/>
          <p14:tracePt t="18503" x="6515100" y="2635250"/>
          <p14:tracePt t="18536" x="6521450" y="2628900"/>
          <p14:tracePt t="18669" x="6515100" y="2628900"/>
          <p14:tracePt t="19574" x="6496050" y="2635250"/>
          <p14:tracePt t="19615" x="6381750" y="2724150"/>
          <p14:tracePt t="19634" x="6280150" y="2787650"/>
          <p14:tracePt t="19665" x="6108700" y="2914650"/>
          <p14:tracePt t="19699" x="5937250" y="3060700"/>
          <p14:tracePt t="19732" x="5702300" y="3244850"/>
          <p14:tracePt t="19765" x="5549900" y="3365500"/>
          <p14:tracePt t="19798" x="5429250" y="3454400"/>
          <p14:tracePt t="19819" x="5365750" y="3505200"/>
          <p14:tracePt t="19851" x="5232400" y="3651250"/>
          <p14:tracePt t="19884" x="5099050" y="3803650"/>
          <p14:tracePt t="19901" x="5003800" y="3905250"/>
          <p14:tracePt t="19933" x="4921250" y="3987800"/>
          <p14:tracePt t="19964" x="4819650" y="4102100"/>
          <p14:tracePt t="19998" x="4724400" y="4203700"/>
          <p14:tracePt t="20030" x="4629150" y="4318000"/>
          <p14:tracePt t="20064" x="4521200" y="4438650"/>
          <p14:tracePt t="20086" x="4483100" y="4483100"/>
          <p14:tracePt t="20119" x="4425950" y="4552950"/>
          <p14:tracePt t="20152" x="4337050" y="4692650"/>
          <p14:tracePt t="20186" x="4254500" y="4851400"/>
          <p14:tracePt t="20215" x="4171950" y="5035550"/>
          <p14:tracePt t="21150" x="4140200" y="5035550"/>
          <p14:tracePt t="21181" x="4095750" y="5060950"/>
          <p14:tracePt t="21213" x="4013200" y="5111750"/>
          <p14:tracePt t="21249" x="3917950" y="5175250"/>
          <p14:tracePt t="21278" x="3790950" y="5270500"/>
          <p14:tracePt t="21310" x="3638550" y="5410200"/>
          <p14:tracePt t="21343" x="3479800" y="5549900"/>
          <p14:tracePt t="21376" x="3365500" y="5632450"/>
          <p14:tracePt t="21409" x="3289300" y="5670550"/>
          <p14:tracePt t="21431" x="3257550" y="5689600"/>
          <p14:tracePt t="21465" x="3206750" y="5715000"/>
          <p14:tracePt t="21497" x="3162300" y="5734050"/>
          <p14:tracePt t="21529" x="3136900" y="5753100"/>
          <p14:tracePt t="21559" x="3111500" y="5765800"/>
          <p14:tracePt t="21592" x="3079750" y="5784850"/>
          <p14:tracePt t="21625" x="3067050" y="5791200"/>
          <p14:tracePt t="21649" x="3035300" y="5797550"/>
          <p14:tracePt t="21683" x="3009900" y="5810250"/>
          <p14:tracePt t="21715" x="2990850" y="5810250"/>
          <p14:tracePt t="21746" x="2971800" y="5810250"/>
          <p14:tracePt t="21781" x="2959100" y="5810250"/>
          <p14:tracePt t="21841" x="2952750" y="5810250"/>
          <p14:tracePt t="21891" x="2946400" y="5810250"/>
          <p14:tracePt t="21924" x="2940050" y="5810250"/>
          <p14:tracePt t="22196" x="2940050" y="5816600"/>
          <p14:tracePt t="22245" x="2952750" y="5816600"/>
          <p14:tracePt t="22294" x="2971800" y="5835650"/>
          <p14:tracePt t="22325" x="2984500" y="5842000"/>
          <p14:tracePt t="22356" x="3054350" y="5911850"/>
          <p14:tracePt t="22374" x="3067050" y="5937250"/>
          <p14:tracePt t="22406" x="3130550" y="5994400"/>
          <p14:tracePt t="22439" x="3155950" y="6019800"/>
          <p14:tracePt t="22458" x="3175000" y="6026150"/>
          <p14:tracePt t="22505" x="3213100" y="6045200"/>
          <p14:tracePt t="22542" x="3238500" y="6057900"/>
          <p14:tracePt t="22575" x="3263900" y="6057900"/>
          <p14:tracePt t="22605" x="3270250" y="6057900"/>
          <p14:tracePt t="23242" x="3276600" y="6045200"/>
          <p14:tracePt t="23274" x="3282950" y="6032500"/>
          <p14:tracePt t="23310" x="3289300" y="6019800"/>
          <p14:tracePt t="23340" x="3289300" y="5975350"/>
          <p14:tracePt t="23372" x="3289300" y="5924550"/>
          <p14:tracePt t="23403" x="3289300" y="5854700"/>
          <p14:tracePt t="23435" x="3282950" y="5784850"/>
          <p14:tracePt t="23469" x="3282950" y="5715000"/>
          <p14:tracePt t="23502" x="3289300" y="5651500"/>
          <p14:tracePt t="23524" x="3289300" y="5632450"/>
          <p14:tracePt t="23558" x="3289300" y="5600700"/>
          <p14:tracePt t="23638" x="3289300" y="5594350"/>
          <p14:tracePt t="23734" x="3295650" y="5594350"/>
          <p14:tracePt t="23887" x="3276600" y="5600700"/>
          <p14:tracePt t="23920" x="3257550" y="5600700"/>
          <p14:tracePt t="23951" x="3219450" y="5594350"/>
          <p14:tracePt t="23970" x="3187700" y="5588000"/>
          <p14:tracePt t="24002" x="3060700" y="5568950"/>
          <p14:tracePt t="24034" x="2933700" y="5543550"/>
          <p14:tracePt t="24055" x="2863850" y="5524500"/>
          <p14:tracePt t="24089" x="2686050" y="5480050"/>
          <p14:tracePt t="24105" x="2647950" y="5480050"/>
          <p14:tracePt t="24138" x="2489200" y="5467350"/>
          <p14:tracePt t="24167" x="2336800" y="5435600"/>
          <p14:tracePt t="24200" x="2228850" y="5429250"/>
          <p14:tracePt t="24233" x="2127250" y="5422900"/>
          <p14:tracePt t="24266" x="2051050" y="5422900"/>
          <p14:tracePt t="24299" x="1987550" y="5422900"/>
          <p14:tracePt t="24332" x="1905000" y="5422900"/>
          <p14:tracePt t="24382" x="1860550" y="5422900"/>
          <p14:tracePt t="24416" x="1822450" y="5429250"/>
          <p14:tracePt t="24449" x="1809750" y="5429250"/>
          <p14:tracePt t="24588" x="1816100" y="5429250"/>
          <p14:tracePt t="24619" x="1828800" y="5435600"/>
          <p14:tracePt t="24652" x="1917700" y="5429250"/>
          <p14:tracePt t="24685" x="2108200" y="5429250"/>
          <p14:tracePt t="24715" x="2374900" y="5422900"/>
          <p14:tracePt t="24748" x="2622550" y="5435600"/>
          <p14:tracePt t="24781" x="2781300" y="5454650"/>
          <p14:tracePt t="24814" x="2844800" y="5461000"/>
          <p14:tracePt t="24847" x="2863850" y="5467350"/>
          <p14:tracePt t="24897" x="2870200" y="5480050"/>
          <p14:tracePt t="24916" x="2882900" y="5480050"/>
          <p14:tracePt t="24947" x="2901950" y="5492750"/>
          <p14:tracePt t="24980" x="2965450" y="5505450"/>
          <p14:tracePt t="24999" x="3022600" y="5511800"/>
          <p14:tracePt t="25030" x="3244850" y="5537200"/>
          <p14:tracePt t="25063" x="3416300" y="5543550"/>
          <p14:tracePt t="25084" x="3594100" y="5568950"/>
          <p14:tracePt t="25119" x="3924300" y="5588000"/>
          <p14:tracePt t="25151" x="4083050" y="5594350"/>
          <p14:tracePt t="25185" x="4191000" y="5607050"/>
          <p14:tracePt t="25217" x="4222750" y="5607050"/>
          <p14:tracePt t="25263" x="4235450" y="5607050"/>
          <p14:tracePt t="25312" x="4254500" y="5607050"/>
          <p14:tracePt t="25346" x="4267200" y="5607050"/>
          <p14:tracePt t="25367" x="4286250" y="5607050"/>
          <p14:tracePt t="25399" x="4311650" y="5607050"/>
          <p14:tracePt t="25431" x="4337050" y="5600700"/>
          <p14:tracePt t="25462" x="4362450" y="5594350"/>
          <p14:tracePt t="25481" x="4375150" y="5594350"/>
          <p14:tracePt t="25512" x="4406900" y="5594350"/>
          <p14:tracePt t="25545" x="4438650" y="5588000"/>
          <p14:tracePt t="25578" x="4470400" y="5575300"/>
          <p14:tracePt t="25611" x="4527550" y="5562600"/>
          <p14:tracePt t="25645" x="4584700" y="5549900"/>
          <p14:tracePt t="25678" x="4660900" y="5518150"/>
          <p14:tracePt t="25711" x="4692650" y="5505450"/>
          <p14:tracePt t="25744" x="4711700" y="5499100"/>
          <p14:tracePt t="25777" x="4724400" y="5499100"/>
          <p14:tracePt t="25811" x="4737100" y="5505450"/>
          <p14:tracePt t="25866" x="4749800" y="5505450"/>
          <p14:tracePt t="25913" x="4762500" y="5505450"/>
          <p14:tracePt t="25949" x="4832350" y="5505450"/>
          <p14:tracePt t="25982" x="4965700" y="5486400"/>
          <p14:tracePt t="26012" x="5137150" y="5480050"/>
          <p14:tracePt t="26043" x="5264150" y="5480050"/>
          <p14:tracePt t="26077" x="5365750" y="5473700"/>
          <p14:tracePt t="26110" x="5391150" y="5473700"/>
          <p14:tracePt t="26132" x="5397500" y="5467350"/>
          <p14:tracePt t="26165" x="5410200" y="5461000"/>
          <p14:tracePt t="26259" x="5416550" y="5454650"/>
          <p14:tracePt t="26325" x="5403850" y="5454650"/>
          <p14:tracePt t="26359" x="5384800" y="5454650"/>
          <p14:tracePt t="26392" x="5372100" y="5454650"/>
          <p14:tracePt t="26414" x="5359400" y="5454650"/>
          <p14:tracePt t="26445" x="5334000" y="5454650"/>
          <p14:tracePt t="26478" x="5238750" y="5441950"/>
          <p14:tracePt t="26511" x="5156200" y="5435600"/>
          <p14:tracePt t="26544" x="5073650" y="5429250"/>
          <p14:tracePt t="26575" x="5022850" y="5429250"/>
          <p14:tracePt t="26609" x="4997450" y="5422900"/>
          <p14:tracePt t="26626" x="4984750" y="5422900"/>
          <p14:tracePt t="26646" x="4972050" y="5397500"/>
          <p14:tracePt t="26680" x="4940300" y="5359400"/>
          <p14:tracePt t="26712" x="4883150" y="5251450"/>
          <p14:tracePt t="26744" x="4787900" y="5054600"/>
          <p14:tracePt t="26778" x="4686300" y="4724400"/>
          <p14:tracePt t="26810" x="4648200" y="4457700"/>
          <p14:tracePt t="26841" x="4648200" y="4064000"/>
          <p14:tracePt t="26874" x="4679950" y="3683000"/>
          <p14:tracePt t="26907" x="4730750" y="3390900"/>
          <p14:tracePt t="26940" x="4787900" y="3168650"/>
          <p14:tracePt t="26974" x="4794250" y="3092450"/>
          <p14:tracePt t="26982" x="4794250" y="3079750"/>
          <p14:tracePt t="27009" x="4794250" y="3035300"/>
          <p14:tracePt t="27025" x="4794250" y="3022600"/>
          <p14:tracePt t="27056" x="4787900" y="2990850"/>
          <p14:tracePt t="27090" x="4768850" y="2933700"/>
          <p14:tracePt t="27123" x="4749800" y="2901950"/>
          <p14:tracePt t="27147" x="4743450" y="2889250"/>
          <p14:tracePt t="27180" x="4730750" y="2882900"/>
          <p14:tracePt t="27211" x="4711700" y="2863850"/>
          <p14:tracePt t="27244" x="4699000" y="2844800"/>
          <p14:tracePt t="27277" x="4660900" y="2794000"/>
          <p14:tracePt t="27311" x="4610100" y="2717800"/>
          <p14:tracePt t="27340" x="4565650" y="2647950"/>
          <p14:tracePt t="27372" x="4533900" y="2597150"/>
          <p14:tracePt t="27405" x="4508500" y="2559050"/>
          <p14:tracePt t="27438" x="4489450" y="2533650"/>
          <p14:tracePt t="27526" x="4495800" y="2533650"/>
          <p14:tracePt t="27560" x="4495800" y="2540000"/>
          <p14:tracePt t="28236" x="4457700" y="2501900"/>
          <p14:tracePt t="28269" x="4413250" y="2470150"/>
          <p14:tracePt t="28290" x="4381500" y="2444750"/>
          <p14:tracePt t="28322" x="4337050" y="2419350"/>
          <p14:tracePt t="28355" x="4324350" y="2413000"/>
          <p14:tracePt t="28406" x="4318000" y="2413000"/>
          <p14:tracePt t="28651" x="4318000" y="2419350"/>
          <p14:tracePt t="28701" x="4318000" y="2432050"/>
          <p14:tracePt t="28750" x="4318000" y="2438400"/>
          <p14:tracePt t="28784" x="4318000" y="2444750"/>
          <p14:tracePt t="28817" x="4324350" y="2451100"/>
          <p14:tracePt t="28857" x="4330700" y="2457450"/>
          <p14:tracePt t="28885" x="4343400" y="2470150"/>
          <p14:tracePt t="28917" x="4362450" y="2489200"/>
          <p14:tracePt t="28950" x="4419600" y="2514600"/>
          <p14:tracePt t="28983" x="4495800" y="2552700"/>
          <p14:tracePt t="29017" x="4546600" y="2584450"/>
          <p14:tracePt t="29035" x="4552950" y="2584450"/>
          <p14:tracePt t="29055" x="4559300" y="2590800"/>
          <p14:tracePt t="29182" x="4559300" y="2578100"/>
          <p14:tracePt t="29217" x="4552950" y="2571750"/>
          <p14:tracePt t="29703" x="4559300" y="2673350"/>
          <p14:tracePt t="29732" x="4591050" y="2895600"/>
          <p14:tracePt t="29764" x="4629150" y="3244850"/>
          <p14:tracePt t="29797" x="4641850" y="3435350"/>
          <p14:tracePt t="29830" x="4641850" y="3841750"/>
          <p14:tracePt t="29852" x="4629150" y="3994150"/>
          <p14:tracePt t="29883" x="4546600" y="4349750"/>
          <p14:tracePt t="29918" x="4546600" y="4540250"/>
          <p14:tracePt t="29947" x="4559300" y="4648200"/>
          <p14:tracePt t="29980" x="4578350" y="4730750"/>
          <p14:tracePt t="30013" x="4591050" y="4794250"/>
          <p14:tracePt t="30046" x="4629150" y="4857750"/>
          <p14:tracePt t="30085" x="4641850" y="4908550"/>
          <p14:tracePt t="30117" x="4654550" y="4972050"/>
          <p14:tracePt t="30151" x="4667250" y="5003800"/>
          <p14:tracePt t="30183" x="4673600" y="5022850"/>
          <p14:tracePt t="30215" x="4679950" y="5054600"/>
          <p14:tracePt t="30248" x="4699000" y="5080000"/>
          <p14:tracePt t="30278" x="4718050" y="5099050"/>
          <p14:tracePt t="30312" x="4724400" y="5111750"/>
          <p14:tracePt t="30378" x="4730750" y="5130800"/>
          <p14:tracePt t="30810" x="4800600" y="5175250"/>
          <p14:tracePt t="30843" x="4876800" y="5226050"/>
          <p14:tracePt t="30876" x="4940300" y="5283200"/>
          <p14:tracePt t="30898" x="4953000" y="5302250"/>
          <p14:tracePt t="30929" x="4965700" y="5308600"/>
          <p14:tracePt t="30963" x="4965700" y="5327650"/>
          <p14:tracePt t="30995" x="4965700" y="5334000"/>
          <p14:tracePt t="31826" x="4940300" y="5334000"/>
          <p14:tracePt t="31857" x="4908550" y="5334000"/>
          <p14:tracePt t="31890" x="4876800" y="5334000"/>
          <p14:tracePt t="31914" x="4794250" y="5346700"/>
          <p14:tracePt t="31947" x="4603750" y="5391150"/>
          <p14:tracePt t="31964" x="4552950" y="5397500"/>
          <p14:tracePt t="31995" x="4375150" y="5448300"/>
          <p14:tracePt t="32026" x="4203700" y="5473700"/>
          <p14:tracePt t="32044" x="4083050" y="5492750"/>
          <p14:tracePt t="32075" x="3898900" y="5511800"/>
          <p14:tracePt t="32109" x="3733800" y="5530850"/>
          <p14:tracePt t="32139" x="3536950" y="5556250"/>
          <p14:tracePt t="32163" x="3352800" y="5581650"/>
          <p14:tracePt t="32196" x="3175000" y="5613400"/>
          <p14:tracePt t="32229" x="2978150" y="5651500"/>
          <p14:tracePt t="32260" x="2876550" y="5651500"/>
          <p14:tracePt t="32294" x="2736850" y="5651500"/>
          <p14:tracePt t="32327" x="2673350" y="5645150"/>
          <p14:tracePt t="32355" x="2654300" y="5645150"/>
          <p14:tracePt t="32388" x="2647950" y="5645150"/>
          <p14:tracePt t="32421" x="2641600" y="5645150"/>
          <p14:tracePt t="32454" x="2628900" y="5645150"/>
          <p14:tracePt t="32476" x="2622550" y="5645150"/>
          <p14:tracePt t="32703" x="2628900" y="5645150"/>
          <p14:tracePt t="33185" x="2749550" y="5664200"/>
          <p14:tracePt t="33219" x="2901950" y="5708650"/>
          <p14:tracePt t="33252" x="3086100" y="5715000"/>
          <p14:tracePt t="33276" x="3302000" y="5734050"/>
          <p14:tracePt t="33309" x="3536950" y="5715000"/>
          <p14:tracePt t="33342" x="3752850" y="5632450"/>
          <p14:tracePt t="33373" x="3962400" y="5422900"/>
          <p14:tracePt t="33418" x="4152900" y="5207000"/>
          <p14:tracePt t="33451" x="4235450" y="5118100"/>
          <p14:tracePt t="33484" x="4305300" y="5060950"/>
          <p14:tracePt t="33502" x="4330700" y="5054600"/>
          <p14:tracePt t="33522" x="4349750" y="5048250"/>
          <p14:tracePt t="33556" x="4362450" y="5035550"/>
          <p14:tracePt t="33573" x="4362450" y="5029200"/>
          <p14:tracePt t="33605" x="4362450" y="4984750"/>
          <p14:tracePt t="33639" x="4368800" y="4921250"/>
          <p14:tracePt t="33668" x="4394200" y="4832350"/>
          <p14:tracePt t="33700" x="4451350" y="4718050"/>
          <p14:tracePt t="33733" x="4559300" y="4591050"/>
          <p14:tracePt t="33757" x="4654550" y="4514850"/>
          <p14:tracePt t="33788" x="4768850" y="4400550"/>
          <p14:tracePt t="33822" x="4813300" y="4343400"/>
          <p14:tracePt t="33866" x="4832350" y="4165600"/>
          <p14:tracePt t="33899" x="4845050" y="3981450"/>
          <p14:tracePt t="33932" x="4857750" y="3848100"/>
          <p14:tracePt t="33966" x="4864100" y="3816350"/>
          <p14:tracePt t="33999" x="4857750" y="3822700"/>
          <p14:tracePt t="34032" x="4838700" y="3860800"/>
          <p14:tracePt t="34066" x="4781550" y="3924300"/>
          <p14:tracePt t="34099" x="4495800" y="4260850"/>
          <p14:tracePt t="34132" x="3994150" y="4902200"/>
          <p14:tracePt t="34165" x="3409950" y="5803900"/>
          <p14:tracePt t="34198" x="3194050" y="6203950"/>
          <p14:tracePt t="34232" x="3092450" y="6350000"/>
          <p14:tracePt t="34265" x="3054350" y="6388100"/>
          <p14:tracePt t="34298" x="3028950" y="6394450"/>
          <p14:tracePt t="34316" x="3016250" y="6394450"/>
          <p14:tracePt t="34348" x="2946400" y="6394450"/>
          <p14:tracePt t="34381" x="2889250" y="6394450"/>
          <p14:tracePt t="34414" x="2844800" y="6407150"/>
          <p14:tracePt t="34447" x="2768600" y="6400800"/>
          <p14:tracePt t="34481" x="2667000" y="6369050"/>
          <p14:tracePt t="34514" x="2622550" y="6330950"/>
          <p14:tracePt t="34547" x="2590800" y="6248400"/>
          <p14:tracePt t="34567" x="2584450" y="6216650"/>
          <p14:tracePt t="34599" x="2584450" y="6191250"/>
          <p14:tracePt t="34630" x="2584450" y="6140450"/>
          <p14:tracePt t="34652" x="2578100" y="6108700"/>
          <p14:tracePt t="34683" x="2578100" y="6038850"/>
          <p14:tracePt t="34713" x="2571750" y="5918200"/>
          <p14:tracePt t="34747" x="2584450" y="5784850"/>
          <p14:tracePt t="34765" x="2590800" y="5715000"/>
          <p14:tracePt t="34797" x="2616200" y="5657850"/>
          <p14:tracePt t="34815" x="2622550" y="5645150"/>
          <p14:tracePt t="34846" x="2647950" y="5619750"/>
          <p14:tracePt t="34882" x="2679700" y="5594350"/>
          <p14:tracePt t="34913" x="2717800" y="5581650"/>
          <p14:tracePt t="34946" x="2762250" y="5575300"/>
          <p14:tracePt t="34982" x="2819400" y="5575300"/>
          <p14:tracePt t="35016" x="2863850" y="5568950"/>
          <p14:tracePt t="35045" x="2914650" y="5568950"/>
          <p14:tracePt t="35067" x="2959100" y="5568950"/>
          <p14:tracePt t="35099" x="3079750" y="5619750"/>
          <p14:tracePt t="35129" x="3187700" y="5664200"/>
          <p14:tracePt t="35151" x="3238500" y="5689600"/>
          <p14:tracePt t="35185" x="3302000" y="5702300"/>
          <p14:tracePt t="35213" x="3384550" y="5683250"/>
          <p14:tracePt t="35245" x="3505200" y="5607050"/>
          <p14:tracePt t="35284" x="3771900" y="5321300"/>
          <p14:tracePt t="35316" x="4457700" y="4451350"/>
          <p14:tracePt t="35361" x="5473700" y="3225800"/>
          <p14:tracePt t="35382" x="5956300" y="2641600"/>
          <p14:tracePt t="35414" x="6616700" y="1924050"/>
          <p14:tracePt t="35429" x="6711950" y="1828800"/>
          <p14:tracePt t="35477" x="6781800" y="1778000"/>
          <p14:tracePt t="35859" x="6781800" y="1828800"/>
          <p14:tracePt t="35884" x="6750050" y="1955800"/>
          <p14:tracePt t="35917" x="6692900" y="2063750"/>
          <p14:tracePt t="35947" x="6629400" y="2184400"/>
          <p14:tracePt t="35992" x="6540500" y="2368550"/>
          <p14:tracePt t="36031" x="6515100" y="2444750"/>
          <p14:tracePt t="36060" x="6502400" y="2470150"/>
          <p14:tracePt t="36225" x="6502400" y="2463800"/>
          <p14:tracePt t="36640" x="6343650" y="2673350"/>
          <p14:tracePt t="36690" x="5759450" y="3308350"/>
          <p14:tracePt t="36723" x="5473700" y="3619500"/>
          <p14:tracePt t="36756" x="5092700" y="4013200"/>
          <p14:tracePt t="36790" x="4902200" y="4203700"/>
          <p14:tracePt t="36823" x="4730750" y="4343400"/>
          <p14:tracePt t="36841" x="4699000" y="4368800"/>
          <p14:tracePt t="36858" x="4654550" y="4394200"/>
          <p14:tracePt t="36889" x="4597400" y="4438650"/>
          <p14:tracePt t="36922" x="4540250" y="4508500"/>
          <p14:tracePt t="36955" x="4451350" y="4610100"/>
          <p14:tracePt t="36989" x="4210050" y="4883150"/>
          <p14:tracePt t="37022" x="4044950" y="5035550"/>
          <p14:tracePt t="37055" x="3930650" y="5124450"/>
          <p14:tracePt t="37088" x="3917950" y="5149850"/>
          <p14:tracePt t="37155" x="3917950" y="5162550"/>
          <p14:tracePt t="37188" x="3905250" y="5207000"/>
          <p14:tracePt t="37222" x="3879850" y="5289550"/>
          <p14:tracePt t="37254" x="3816350" y="5403850"/>
          <p14:tracePt t="37288" x="3771900" y="5467350"/>
          <p14:tracePt t="37321" x="3759200" y="5518150"/>
          <p14:tracePt t="37757" x="3759200" y="5524500"/>
          <p14:tracePt t="37789" x="3702050" y="5588000"/>
          <p14:tracePt t="37819" x="3543300" y="5797550"/>
          <p14:tracePt t="37852" x="3321050" y="6096000"/>
          <p14:tracePt t="37889" x="3130550" y="6299200"/>
          <p14:tracePt t="37919" x="3073400" y="6330950"/>
          <p14:tracePt t="37952" x="3067050" y="6330950"/>
          <p14:tracePt t="38074" x="3067050" y="6324600"/>
          <p14:tracePt t="38106" x="3067050" y="6311900"/>
          <p14:tracePt t="38152" x="3060700" y="6305550"/>
          <p14:tracePt t="38190" x="3048000" y="6280150"/>
          <p14:tracePt t="38220" x="3035300" y="6267450"/>
          <p14:tracePt t="38258" x="3035300" y="6248400"/>
          <p14:tracePt t="38290" x="3022600" y="6216650"/>
          <p14:tracePt t="38321" x="3003550" y="6146800"/>
          <p14:tracePt t="38354" x="2978150" y="6076950"/>
          <p14:tracePt t="38390" x="2971800" y="5994400"/>
          <p14:tracePt t="38422" x="2965450" y="5962650"/>
          <p14:tracePt t="38453" x="2965450" y="5956300"/>
          <p14:tracePt t="38489" x="2965450" y="5949950"/>
          <p14:tracePt t="38521" x="2965450" y="5943600"/>
          <p14:tracePt t="38606" x="2971800" y="5949950"/>
          <p14:tracePt t="38622" x="2978150" y="5949950"/>
          <p14:tracePt t="38683" x="3162300" y="5943600"/>
          <p14:tracePt t="38707" x="3492500" y="5899150"/>
          <p14:tracePt t="38740" x="3892550" y="5848350"/>
          <p14:tracePt t="38758" x="4127500" y="5835650"/>
          <p14:tracePt t="38790" x="4311650" y="5835650"/>
          <p14:tracePt t="40214" x="4216400" y="5835650"/>
          <p14:tracePt t="40244" x="4083050" y="5829300"/>
          <p14:tracePt t="40283" x="3854450" y="5816600"/>
          <p14:tracePt t="40312" x="3594100" y="5791200"/>
          <p14:tracePt t="40344" x="3365500" y="5791200"/>
          <p14:tracePt t="40363" x="3289300" y="5778500"/>
          <p14:tracePt t="40382" x="3054350" y="5759450"/>
          <p14:tracePt t="40413" x="2870200" y="5753100"/>
          <p14:tracePt t="40444" x="2762250" y="5759450"/>
          <p14:tracePt t="40483" x="2667000" y="5759450"/>
          <p14:tracePt t="40515" x="2628900" y="5759450"/>
          <p14:tracePt t="40546" x="2609850" y="5759450"/>
          <p14:tracePt t="40582" x="2590800" y="5765800"/>
          <p14:tracePt t="40614" x="2552700" y="5772150"/>
          <p14:tracePt t="40647" x="2540000" y="5772150"/>
          <p14:tracePt t="40667" x="2527300" y="5778500"/>
          <p14:tracePt t="40697" x="2508250" y="5791200"/>
          <p14:tracePt t="40729" x="2495550" y="5797550"/>
          <p14:tracePt t="40762" x="2476500" y="5803900"/>
          <p14:tracePt t="40798" x="2451100" y="5803900"/>
          <p14:tracePt t="40845" x="2406650" y="5810250"/>
          <p14:tracePt t="40867" x="2374900" y="5810250"/>
          <p14:tracePt t="40900" x="2298700" y="5810250"/>
          <p14:tracePt t="40930" x="2273300" y="5810250"/>
          <p14:tracePt t="40961" x="2228850" y="5810250"/>
          <p14:tracePt t="41008" x="2190750" y="5810250"/>
          <p14:tracePt t="41029" x="2171700" y="5810250"/>
          <p14:tracePt t="41061" x="2152650" y="5810250"/>
          <p14:tracePt t="41108" x="2139950" y="5816600"/>
          <p14:tracePt t="41132" x="2133600" y="5816600"/>
          <p14:tracePt t="41208" x="2139950" y="5835650"/>
          <p14:tracePt t="41246" x="2152650" y="5835650"/>
          <p14:tracePt t="41290" x="2184400" y="5842000"/>
          <p14:tracePt t="41315" x="2235200" y="5873750"/>
          <p14:tracePt t="41348" x="2317750" y="5892800"/>
          <p14:tracePt t="41375" x="2387600" y="5918200"/>
          <p14:tracePt t="41400" x="2501900" y="5943600"/>
          <p14:tracePt t="41432" x="2641600" y="5975350"/>
          <p14:tracePt t="41464" x="2705100" y="5994400"/>
          <p14:tracePt t="41506" x="2755900" y="6000750"/>
          <p14:tracePt t="41540" x="2787650" y="6007100"/>
          <p14:tracePt t="41563" x="2800350" y="6013450"/>
          <p14:tracePt t="41591" x="2832100" y="6013450"/>
          <p14:tracePt t="41623" x="2870200" y="6026150"/>
          <p14:tracePt t="41647" x="2895600" y="6032500"/>
          <p14:tracePt t="41689" x="2940050" y="6032500"/>
          <p14:tracePt t="41722" x="2984500" y="6038850"/>
          <p14:tracePt t="41755" x="3041650" y="6038850"/>
          <p14:tracePt t="41805" x="3067050" y="6038850"/>
          <p14:tracePt t="41839" x="3086100" y="6038850"/>
          <p14:tracePt t="41857" x="3092450" y="6038850"/>
          <p14:tracePt t="41873" x="3105150" y="6038850"/>
          <p14:tracePt t="41921" x="3111500" y="6038850"/>
          <p14:tracePt t="42303" x="3238500" y="6038850"/>
          <p14:tracePt t="42337" x="3314700" y="6038850"/>
          <p14:tracePt t="42370" x="3498850" y="6038850"/>
          <p14:tracePt t="42404" x="3638550" y="6038850"/>
          <p14:tracePt t="42437" x="3860800" y="6038850"/>
          <p14:tracePt t="42470" x="3962400" y="6038850"/>
          <p14:tracePt t="42503" x="4032250" y="6038850"/>
          <p14:tracePt t="42536" x="4102100" y="6038850"/>
          <p14:tracePt t="42570" x="4165600" y="6038850"/>
          <p14:tracePt t="42602" x="4235450" y="6038850"/>
          <p14:tracePt t="42636" x="4318000" y="6038850"/>
          <p14:tracePt t="42669" x="4502150" y="6032500"/>
          <p14:tracePt t="42704" x="4673600" y="6032500"/>
          <p14:tracePt t="42735" x="4889500" y="6032500"/>
          <p14:tracePt t="42769" x="5073650" y="6032500"/>
          <p14:tracePt t="42802" x="5130800" y="6032500"/>
          <p14:tracePt t="42835" x="5162550" y="6032500"/>
          <p14:tracePt t="42872" x="5156200" y="6019800"/>
          <p14:tracePt t="42902" x="5149850" y="6013450"/>
          <p14:tracePt t="43387" x="5213350" y="6013450"/>
          <p14:tracePt t="43420" x="5321300" y="6013450"/>
          <p14:tracePt t="43450" x="5365750" y="6013450"/>
          <p14:tracePt t="43489" x="5467350" y="6019800"/>
          <p14:tracePt t="43518" x="5505450" y="6019800"/>
          <p14:tracePt t="43549" x="5524500" y="6019800"/>
          <p14:tracePt t="43571" x="5537200" y="6026150"/>
          <p14:tracePt t="43605" x="5543550" y="6026150"/>
          <p14:tracePt t="43637" x="5549900" y="6026150"/>
          <p14:tracePt t="43720" x="5562600" y="6032500"/>
          <p14:tracePt t="43768" x="5575300" y="6032500"/>
          <p14:tracePt t="43818" x="5588000" y="6032500"/>
          <p14:tracePt t="43865" x="5607050" y="6038850"/>
          <p14:tracePt t="43904" x="5638800" y="6045200"/>
          <p14:tracePt t="43936" x="5695950" y="6051550"/>
          <p14:tracePt t="43968" x="5784850" y="6070600"/>
          <p14:tracePt t="44003" x="5873750" y="6076950"/>
          <p14:tracePt t="44036" x="5911850" y="6076950"/>
          <p14:tracePt t="44067" x="5918200" y="6076950"/>
          <p14:tracePt t="44646" x="5873750" y="6064250"/>
          <p14:tracePt t="44670" x="5848350" y="6064250"/>
          <p14:tracePt t="44712" x="5784850" y="6057900"/>
          <p14:tracePt t="44747" x="5715000" y="6057900"/>
          <p14:tracePt t="44769" x="5676900" y="6057900"/>
          <p14:tracePt t="44797" x="5607050" y="6057900"/>
          <p14:tracePt t="44828" x="5518150" y="6070600"/>
          <p14:tracePt t="44852" x="5461000" y="6070600"/>
          <p14:tracePt t="44895" x="5308600" y="6070600"/>
          <p14:tracePt t="44928" x="5207000" y="6070600"/>
          <p14:tracePt t="44961" x="5092700" y="6070600"/>
          <p14:tracePt t="44994" x="5035550" y="6070600"/>
          <p14:tracePt t="45028" x="4972050" y="6070600"/>
          <p14:tracePt t="45061" x="4940300" y="6070600"/>
          <p14:tracePt t="45095" x="4933950" y="6076950"/>
          <p14:tracePt t="45127" x="4940300" y="6076950"/>
          <p14:tracePt t="45160" x="4940300" y="6083300"/>
          <p14:tracePt t="48333" x="5016500" y="6083300"/>
          <p14:tracePt t="48366" x="5187950" y="6083300"/>
          <p14:tracePt t="48400" x="5340350" y="6115050"/>
          <p14:tracePt t="48432" x="5403850" y="6121400"/>
          <p14:tracePt t="48466" x="5524500" y="6153150"/>
          <p14:tracePt t="48484" x="5581650" y="6159500"/>
          <p14:tracePt t="48515" x="5651500" y="6159500"/>
          <p14:tracePt t="48549" x="5727700" y="6165850"/>
          <p14:tracePt t="48582" x="5848350" y="6178550"/>
          <p14:tracePt t="48615" x="5911850" y="6178550"/>
          <p14:tracePt t="48648" x="5930900" y="6178550"/>
          <p14:tracePt t="48682" x="5937250" y="6178550"/>
          <p14:tracePt t="48748" x="5930900" y="6172200"/>
          <p14:tracePt t="48831" x="5924550" y="6172200"/>
          <p14:tracePt t="48864" x="5911850" y="6165850"/>
          <p14:tracePt t="48898" x="5892800" y="6159500"/>
          <p14:tracePt t="48964" x="5880100" y="6159500"/>
          <p14:tracePt t="48998" x="5861050" y="6159500"/>
          <p14:tracePt t="49030" x="5829300" y="6159500"/>
          <p14:tracePt t="49063" x="5759450" y="6159500"/>
          <p14:tracePt t="49097" x="5645150" y="6165850"/>
          <p14:tracePt t="49119" x="5575300" y="6165850"/>
          <p14:tracePt t="49150" x="5499100" y="6153150"/>
          <p14:tracePt t="49183" x="5467350" y="6153150"/>
          <p14:tracePt t="49213" x="5429250" y="6140450"/>
          <p14:tracePt t="49246" x="5410200" y="6140450"/>
          <p14:tracePt t="49362" x="5403850" y="6127750"/>
          <p14:tracePt t="49399" x="5403850" y="6121400"/>
          <p14:tracePt t="49430" x="5416550" y="6115050"/>
          <p14:tracePt t="49479" x="5429250" y="6108700"/>
          <p14:tracePt t="49562" x="5448300" y="6108700"/>
          <p14:tracePt t="49615" x="5454650" y="6108700"/>
          <p14:tracePt t="49645" x="5467350" y="6102350"/>
          <p14:tracePt t="49678" x="5480050" y="6102350"/>
          <p14:tracePt t="49745" x="5492750" y="6102350"/>
          <p14:tracePt t="49798" x="5505450" y="6102350"/>
          <p14:tracePt t="49831" x="5511800" y="6102350"/>
          <p14:tracePt t="49861" x="5524500" y="6102350"/>
          <p14:tracePt t="49914" x="5537200" y="6096000"/>
          <p14:tracePt t="49944" x="5556250" y="6083300"/>
          <p14:tracePt t="49978" x="5568950" y="6070600"/>
          <p14:tracePt t="50014" x="5645150" y="6038850"/>
          <p14:tracePt t="50047" x="5670550" y="6019800"/>
          <p14:tracePt t="50077" x="5721350" y="5988050"/>
          <p14:tracePt t="50116" x="5753100" y="5975350"/>
          <p14:tracePt t="50145" x="5791200" y="5956300"/>
          <p14:tracePt t="50176" x="5848350" y="5937250"/>
          <p14:tracePt t="50215" x="5892800" y="5911850"/>
          <p14:tracePt t="50248" x="5924550" y="5899150"/>
          <p14:tracePt t="50276" x="5943600" y="5886450"/>
          <p14:tracePt t="50332" x="5949950" y="5886450"/>
          <p14:tracePt t="50361" x="5956300" y="5886450"/>
          <p14:tracePt t="50383" x="5969000" y="5886450"/>
          <p14:tracePt t="50425" x="5975350" y="5886450"/>
          <p14:tracePt t="50459" x="5988050" y="5886450"/>
          <p14:tracePt t="50482" x="6000750" y="5886450"/>
          <p14:tracePt t="50516" x="6013450" y="5886450"/>
          <p14:tracePt t="50547" x="6057900" y="5899150"/>
          <p14:tracePt t="50578" x="6108700" y="5924550"/>
          <p14:tracePt t="50625" x="6172200" y="5956300"/>
          <p14:tracePt t="50649" x="6184900" y="5969000"/>
          <p14:tracePt t="50680" x="6184900" y="5981700"/>
          <p14:tracePt t="50724" x="6165850" y="5988050"/>
          <p14:tracePt t="50764" x="6146800" y="5988050"/>
          <p14:tracePt t="50800" x="6076950" y="5949950"/>
          <p14:tracePt t="50832" x="5956300" y="5886450"/>
          <p14:tracePt t="50862" x="5816600" y="5822950"/>
          <p14:tracePt t="50891" x="5670550" y="5765800"/>
          <p14:tracePt t="50924" x="5562600" y="5740400"/>
          <p14:tracePt t="50948" x="5480050" y="5715000"/>
          <p14:tracePt t="50979" x="5422900" y="5708650"/>
          <p14:tracePt t="51024" x="5365750" y="5702300"/>
          <p14:tracePt t="51048" x="5340350" y="5702300"/>
          <p14:tracePt t="51106" x="5340350" y="5708650"/>
          <p14:tracePt t="51140" x="5353050" y="5715000"/>
          <p14:tracePt t="51178" x="5372100" y="5721350"/>
          <p14:tracePt t="51223" x="5403850" y="5727700"/>
          <p14:tracePt t="51256" x="5486400" y="5778500"/>
          <p14:tracePt t="51280" x="5556250" y="5822950"/>
          <p14:tracePt t="51322" x="5683250" y="5899150"/>
          <p14:tracePt t="51355" x="5759450" y="5937250"/>
          <p14:tracePt t="51380" x="5797550" y="5949950"/>
          <p14:tracePt t="51407" x="5822950" y="5969000"/>
          <p14:tracePt t="51439" x="5829300" y="5969000"/>
          <p14:tracePt t="51472" x="5842000" y="5975350"/>
          <p14:tracePt t="51522" x="5810250" y="5975350"/>
          <p14:tracePt t="51555" x="5772150" y="5975350"/>
          <p14:tracePt t="51579" x="5664200" y="5975350"/>
          <p14:tracePt t="51621" x="5473700" y="5962650"/>
          <p14:tracePt t="51655" x="5207000" y="5962650"/>
          <p14:tracePt t="51688" x="4984750" y="5975350"/>
          <p14:tracePt t="51721" x="4902200" y="5975350"/>
          <p14:tracePt t="51754" x="4870450" y="5975350"/>
          <p14:tracePt t="51787" x="4864100" y="5969000"/>
          <p14:tracePt t="51822" x="4870450" y="5969000"/>
          <p14:tracePt t="51854" x="4876800" y="5969000"/>
          <p14:tracePt t="51920" x="4883150" y="5969000"/>
          <p14:tracePt t="52020" x="4889500" y="5962650"/>
          <p14:tracePt t="52053" x="4895850" y="5956300"/>
          <p14:tracePt t="52086" x="4902200" y="5949950"/>
          <p14:tracePt t="52551" x="4883150" y="5930900"/>
          <p14:tracePt t="52585" x="4787900" y="5899150"/>
          <p14:tracePt t="52618" x="4648200" y="5835650"/>
          <p14:tracePt t="52651" x="4419600" y="5753100"/>
          <p14:tracePt t="52684" x="4064000" y="5613400"/>
          <p14:tracePt t="52718" x="3359150" y="5410200"/>
          <p14:tracePt t="52751" x="2546350" y="5289550"/>
          <p14:tracePt t="52784" x="2247900" y="5289550"/>
          <p14:tracePt t="52804" x="1911350" y="5238750"/>
          <p14:tracePt t="52836" x="1778000" y="5200650"/>
          <p14:tracePt t="52867" x="1727200" y="5187950"/>
          <p14:tracePt t="52889" x="1714500" y="5187950"/>
          <p14:tracePt t="52950" x="1714500" y="5194300"/>
          <p14:tracePt t="53019" x="1714500" y="5200650"/>
          <p14:tracePt t="53083" x="1714500" y="5213350"/>
          <p14:tracePt t="53119" x="1714500" y="5219700"/>
          <p14:tracePt t="53166" x="1714500" y="5226050"/>
          <p14:tracePt t="53282" x="1714500" y="5232400"/>
          <p14:tracePt t="53352" x="1708150" y="5232400"/>
          <p14:tracePt t="53404" x="1708150" y="5226050"/>
          <p14:tracePt t="53436" x="1708150" y="5219700"/>
          <p14:tracePt t="53620" x="1720850" y="5213350"/>
          <p14:tracePt t="53653" x="1733550" y="5213350"/>
          <p14:tracePt t="53684" x="1752600" y="5213350"/>
          <p14:tracePt t="53720" x="1816100" y="5213350"/>
          <p14:tracePt t="53753" x="1911350" y="5232400"/>
          <p14:tracePt t="53784" x="2070100" y="5238750"/>
          <p14:tracePt t="53805" x="2152650" y="5245100"/>
          <p14:tracePt t="53838" x="2254250" y="5245100"/>
          <p14:tracePt t="53868" x="2362200" y="5245100"/>
          <p14:tracePt t="53913" x="2482850" y="5226050"/>
          <p14:tracePt t="53936" x="2552700" y="5187950"/>
          <p14:tracePt t="53969" x="2597150" y="5143500"/>
          <p14:tracePt t="54013" x="2698750" y="4864100"/>
          <p14:tracePt t="54021" x="2717800" y="4762500"/>
          <p14:tracePt t="54054" x="2838450" y="4279900"/>
          <p14:tracePt t="54084" x="3016250" y="3670300"/>
          <p14:tracePt t="54113" x="3073400" y="3530600"/>
          <p14:tracePt t="54137" x="3098800" y="3429000"/>
          <p14:tracePt t="54170" x="3105150" y="3416300"/>
          <p14:tracePt t="54285" x="3117850" y="3409950"/>
          <p14:tracePt t="54315" x="3155950" y="3397250"/>
          <p14:tracePt t="54345" x="3308350" y="3295650"/>
          <p14:tracePt t="54395" x="3556000" y="3194050"/>
          <p14:tracePt t="54429" x="3771900" y="3117850"/>
          <p14:tracePt t="54461" x="3924300" y="3067050"/>
          <p14:tracePt t="54486" x="4114800" y="3009900"/>
          <p14:tracePt t="54528" x="4470400" y="2895600"/>
          <p14:tracePt t="54561" x="4819650" y="2787650"/>
          <p14:tracePt t="54594" x="5226050" y="2641600"/>
          <p14:tracePt t="54628" x="5664200" y="2540000"/>
          <p14:tracePt t="54661" x="5937250" y="2489200"/>
          <p14:tracePt t="54685" x="6051550" y="2482850"/>
          <p14:tracePt t="54727" x="6216650" y="2476500"/>
          <p14:tracePt t="54761" x="6337300" y="2501900"/>
          <p14:tracePt t="54794" x="6388100" y="2520950"/>
          <p14:tracePt t="54815" x="6451600" y="2546350"/>
          <p14:tracePt t="54860" x="6534150" y="2571750"/>
          <p14:tracePt t="54893" x="6616700" y="2584450"/>
          <p14:tracePt t="54927" x="6711950" y="2603500"/>
          <p14:tracePt t="54961" x="6826250" y="2616200"/>
          <p14:tracePt t="54986" x="6921500" y="2622550"/>
          <p14:tracePt t="55026" x="6934200" y="2622550"/>
          <p14:tracePt t="55624" x="7194550" y="2616200"/>
          <p14:tracePt t="55658" x="7531100" y="2597150"/>
          <p14:tracePt t="55691" x="7664450" y="2571750"/>
          <p14:tracePt t="55709" x="7696200" y="2571750"/>
          <p14:tracePt t="55741" x="7778750" y="2552700"/>
          <p14:tracePt t="55774" x="7823200" y="2546350"/>
          <p14:tracePt t="55810" x="7867650" y="2546350"/>
          <p14:tracePt t="56109" x="7791450" y="2514600"/>
          <p14:tracePt t="56140" x="7696200" y="2470150"/>
          <p14:tracePt t="56158" x="7645400" y="2444750"/>
          <p14:tracePt t="56189" x="7594600" y="2432050"/>
          <p14:tracePt t="56211" x="7588250" y="2432050"/>
          <p14:tracePt t="56239" x="7581900" y="2438400"/>
          <p14:tracePt t="56272" x="7581900" y="2444750"/>
          <p14:tracePt t="56293" x="7600950" y="2457450"/>
          <p14:tracePt t="56325" x="7620000" y="2457450"/>
          <p14:tracePt t="56355" x="7645400" y="2457450"/>
          <p14:tracePt t="56388" x="7689850" y="2463800"/>
          <p14:tracePt t="56424" x="7797800" y="2476500"/>
          <p14:tracePt t="56458" x="7880350" y="2482850"/>
          <p14:tracePt t="56488" x="7943850" y="2489200"/>
          <p14:tracePt t="56509" x="7962900" y="2495550"/>
          <p14:tracePt t="56541" x="7969250" y="2501900"/>
          <p14:tracePt t="56574" x="7943850" y="2508250"/>
          <p14:tracePt t="56610" x="7880350" y="2508250"/>
          <p14:tracePt t="56642" x="7804150" y="2501900"/>
          <p14:tracePt t="56674" x="7708900" y="2495550"/>
          <p14:tracePt t="56695" x="7620000" y="2476500"/>
          <p14:tracePt t="56725" x="7531100" y="2463800"/>
          <p14:tracePt t="56756" x="7486650" y="2451100"/>
          <p14:tracePt t="56790" x="7448550" y="2451100"/>
          <p14:tracePt t="56826" x="7416800" y="2451100"/>
          <p14:tracePt t="56858" x="7404100" y="2451100"/>
          <p14:tracePt t="56888" x="7391400" y="2451100"/>
          <p14:tracePt t="56936" x="7378700" y="2444750"/>
          <p14:tracePt t="56989" x="7372350" y="2444750"/>
          <p14:tracePt t="57011" x="7372350" y="2438400"/>
          <p14:tracePt t="57060" x="7366000" y="2419350"/>
          <p14:tracePt t="57091" x="7366000" y="2413000"/>
          <p14:tracePt t="57401" x="7302500" y="2419350"/>
          <p14:tracePt t="57435" x="7092950" y="2444750"/>
          <p14:tracePt t="57459" x="6965950" y="2457450"/>
          <p14:tracePt t="57492" x="6756400" y="2457450"/>
          <p14:tracePt t="57534" x="6584950" y="2444750"/>
          <p14:tracePt t="57567" x="6521450" y="2432050"/>
          <p14:tracePt t="57592" x="6489700" y="2432050"/>
          <p14:tracePt t="57634" x="6426200" y="2432050"/>
          <p14:tracePt t="57667" x="6381750" y="2432050"/>
          <p14:tracePt t="57691" x="6362700" y="2438400"/>
          <p14:tracePt t="57719" x="6356350" y="2451100"/>
          <p14:tracePt t="57750" x="6343650" y="2457450"/>
          <p14:tracePt t="57784" x="6337300" y="2470150"/>
          <p14:tracePt t="57850" x="6337300" y="2476500"/>
          <p14:tracePt t="57901" x="6337300" y="2482850"/>
          <p14:tracePt t="58016" x="6356350" y="2482850"/>
          <p14:tracePt t="58049" x="6362700" y="2482850"/>
          <p14:tracePt t="58082" x="6375400" y="2482850"/>
          <p14:tracePt t="58116" x="6426200" y="2482850"/>
          <p14:tracePt t="58149" x="6489700" y="2476500"/>
          <p14:tracePt t="58182" x="6565900" y="2470150"/>
          <p14:tracePt t="58215" x="6654800" y="2470150"/>
          <p14:tracePt t="58248" x="6699250" y="2470150"/>
          <p14:tracePt t="58282" x="6724650" y="2463800"/>
          <p14:tracePt t="58398" x="6705600" y="2463800"/>
          <p14:tracePt t="58431" x="6673850" y="2463800"/>
          <p14:tracePt t="58465" x="6565900" y="2463800"/>
          <p14:tracePt t="58498" x="6451600" y="2463800"/>
          <p14:tracePt t="58531" x="6324600" y="2463800"/>
          <p14:tracePt t="58564" x="6254750" y="2463800"/>
          <p14:tracePt t="58597" x="6242050" y="2463800"/>
          <p14:tracePt t="58630" x="6235700" y="2463800"/>
          <p14:tracePt t="58747" x="6261100" y="2463800"/>
          <p14:tracePt t="58797" x="6273800" y="2463800"/>
          <p14:tracePt t="58830" x="6286500" y="2463800"/>
          <p14:tracePt t="58864" x="6311900" y="2463800"/>
          <p14:tracePt t="58898" x="6381750" y="2470150"/>
          <p14:tracePt t="58932" x="6489700" y="2476500"/>
          <p14:tracePt t="58963" x="6553200" y="2482850"/>
          <p14:tracePt t="58996" x="6572250" y="2489200"/>
          <p14:tracePt t="59032" x="6578600" y="2495550"/>
          <p14:tracePt t="59063" x="6572250" y="2501900"/>
          <p14:tracePt t="59096" x="6546850" y="2501900"/>
          <p14:tracePt t="59117" x="6521450" y="2501900"/>
          <p14:tracePt t="59149" x="6432550" y="2501900"/>
          <p14:tracePt t="59179" x="6369050" y="2501900"/>
          <p14:tracePt t="59200" x="6261100" y="2495550"/>
          <p14:tracePt t="59231" x="6140450" y="2495550"/>
          <p14:tracePt t="59262" x="6045200" y="2476500"/>
          <p14:tracePt t="59295" x="5943600" y="2463800"/>
          <p14:tracePt t="59331" x="5829300" y="2463800"/>
          <p14:tracePt t="59365" x="5759450" y="2457450"/>
          <p14:tracePt t="59385" x="5721350" y="2457450"/>
          <p14:tracePt t="59419" x="5651500" y="2457450"/>
          <p14:tracePt t="59461" x="5588000" y="2463800"/>
          <p14:tracePt t="59479" x="5575300" y="2463800"/>
          <p14:tracePt t="59501" x="5543550" y="2463800"/>
          <p14:tracePt t="59532" x="5530850" y="2470150"/>
          <p14:tracePt t="59564" x="5518150" y="2470150"/>
          <p14:tracePt t="59597" x="5511800" y="2470150"/>
          <p14:tracePt t="59618" x="5511800" y="2476500"/>
          <p14:tracePt t="59666" x="5511800" y="2482850"/>
          <p14:tracePt t="59695" x="5518150" y="2495550"/>
          <p14:tracePt t="59760" x="5524500" y="2501900"/>
          <p14:tracePt t="59832" x="5511800" y="2501900"/>
          <p14:tracePt t="59865" x="5499100" y="2501900"/>
          <p14:tracePt t="59897" x="5429250" y="2495550"/>
          <p14:tracePt t="59917" x="5372100" y="2489200"/>
          <p14:tracePt t="59950" x="5295900" y="2476500"/>
          <p14:tracePt t="59981" x="5054600" y="2451100"/>
          <p14:tracePt t="60026" x="4819650" y="2425700"/>
          <p14:tracePt t="60050" x="4686300" y="2413000"/>
          <p14:tracePt t="60066" x="4648200" y="2406650"/>
          <p14:tracePt t="60097" x="4578350" y="2400300"/>
          <p14:tracePt t="60125" x="4508500" y="2381250"/>
          <p14:tracePt t="60149" x="4419600" y="2368550"/>
          <p14:tracePt t="60180" x="4349750" y="2362200"/>
          <p14:tracePt t="60225" x="4273550" y="2368550"/>
          <p14:tracePt t="60557" x="4216400" y="2368550"/>
          <p14:tracePt t="60582" x="4102100" y="2393950"/>
          <p14:tracePt t="60609" x="3994150" y="2419350"/>
          <p14:tracePt t="60640" x="3771900" y="2470150"/>
          <p14:tracePt t="60673" x="3435350" y="2520950"/>
          <p14:tracePt t="60697" x="3302000" y="2540000"/>
          <p14:tracePt t="60740" x="3124200" y="2565400"/>
          <p14:tracePt t="60773" x="3041650" y="2571750"/>
          <p14:tracePt t="60797" x="3028950" y="2571750"/>
          <p14:tracePt t="60825" x="3016250" y="2565400"/>
          <p14:tracePt t="60857" x="3009900" y="2559050"/>
          <p14:tracePt t="60906" x="3009900" y="2552700"/>
          <p14:tracePt t="60939" x="3016250" y="2546350"/>
          <p14:tracePt t="60972" x="3022600" y="2540000"/>
          <p14:tracePt t="61022" x="3041650" y="2540000"/>
          <p14:tracePt t="61055" x="3054350" y="2540000"/>
          <p14:tracePt t="61089" x="3073400" y="2540000"/>
          <p14:tracePt t="61122" x="3244850" y="2546350"/>
          <p14:tracePt t="61155" x="3549650" y="2552700"/>
          <p14:tracePt t="61188" x="3956050" y="2565400"/>
          <p14:tracePt t="61222" x="4476750" y="2571750"/>
          <p14:tracePt t="61255" x="4813300" y="2571750"/>
          <p14:tracePt t="61288" x="5156200" y="2559050"/>
          <p14:tracePt t="61321" x="5435600" y="2552700"/>
          <p14:tracePt t="61354" x="5803900" y="2540000"/>
          <p14:tracePt t="61388" x="6000750" y="2540000"/>
          <p14:tracePt t="61421" x="6146800" y="2552700"/>
          <p14:tracePt t="61454" x="6242050" y="2559050"/>
          <p14:tracePt t="61487" x="6292850" y="2559050"/>
          <p14:tracePt t="61524" x="6356350" y="2552700"/>
          <p14:tracePt t="61553" x="6400800" y="2546350"/>
          <p14:tracePt t="61587" x="6438900" y="2540000"/>
          <p14:tracePt t="61623" x="6489700" y="2527300"/>
          <p14:tracePt t="61653" x="6527800" y="2508250"/>
          <p14:tracePt t="62069" x="6489700" y="2508250"/>
          <p14:tracePt t="62105" x="6369050" y="2520950"/>
          <p14:tracePt t="62138" x="6235700" y="2540000"/>
          <p14:tracePt t="62169" x="6051550" y="2565400"/>
          <p14:tracePt t="62201" x="5746750" y="2597150"/>
          <p14:tracePt t="62238" x="5238750" y="2597150"/>
          <p14:tracePt t="62253" x="5111750" y="2597150"/>
          <p14:tracePt t="62286" x="4762500" y="2590800"/>
          <p14:tracePt t="62307" x="4559300" y="2584450"/>
          <p14:tracePt t="62338" x="4260850" y="2552700"/>
          <p14:tracePt t="62371" x="4114800" y="2546350"/>
          <p14:tracePt t="62387" x="4057650" y="2546350"/>
          <p14:tracePt t="62424" x="3968750" y="2546350"/>
          <p14:tracePt t="62456" x="3848100" y="2546350"/>
          <p14:tracePt t="62469" x="3816350" y="2546350"/>
          <p14:tracePt t="62501" x="3746500" y="2559050"/>
          <p14:tracePt t="62524" x="3708400" y="2559050"/>
          <p14:tracePt t="62555" x="3632200" y="2565400"/>
          <p14:tracePt t="62586" x="3594100" y="2565400"/>
          <p14:tracePt t="62622" x="3517900" y="2565400"/>
          <p14:tracePt t="62655" x="3467100" y="2552700"/>
          <p14:tracePt t="62686" x="3441700" y="2546350"/>
          <p14:tracePt t="62733" x="3429000" y="2546350"/>
          <p14:tracePt t="62754" x="3422650" y="2546350"/>
          <p14:tracePt t="62988" x="3435350" y="2546350"/>
          <p14:tracePt t="63017" x="3517900" y="2552700"/>
          <p14:tracePt t="63026" x="3581400" y="2552700"/>
          <p14:tracePt t="63056" x="3759200" y="2565400"/>
          <p14:tracePt t="63086" x="4152900" y="2571750"/>
          <p14:tracePt t="63131" x="4851400" y="2597150"/>
          <p14:tracePt t="63155" x="5092700" y="2597150"/>
          <p14:tracePt t="63186" x="5473700" y="2603500"/>
          <p14:tracePt t="63215" x="5626100" y="2616200"/>
          <p14:tracePt t="63248" x="5848350" y="2622550"/>
          <p14:tracePt t="63272" x="6019800" y="2641600"/>
          <p14:tracePt t="63302" x="6146800" y="2641600"/>
          <p14:tracePt t="63348" x="6381750" y="2641600"/>
          <p14:tracePt t="63397" x="6591300" y="2641600"/>
          <p14:tracePt t="63447" x="6667500" y="2641600"/>
          <p14:tracePt t="63597" x="6661150" y="2622550"/>
          <p14:tracePt t="67566" x="6521450" y="2787650"/>
          <p14:tracePt t="67599" x="6413500" y="2908300"/>
          <p14:tracePt t="67633" x="6210300" y="3130550"/>
          <p14:tracePt t="67666" x="5873750" y="3441700"/>
          <p14:tracePt t="67699" x="5422900" y="3765550"/>
          <p14:tracePt t="67733" x="5137150" y="3943350"/>
          <p14:tracePt t="67766" x="4921250" y="4064000"/>
          <p14:tracePt t="67784" x="4889500" y="4083050"/>
          <p14:tracePt t="67816" x="4730750" y="4203700"/>
          <p14:tracePt t="67849" x="4533900" y="4375150"/>
          <p14:tracePt t="67882" x="4292600" y="4616450"/>
          <p14:tracePt t="67915" x="3968750" y="4933950"/>
          <p14:tracePt t="67949" x="3708400" y="5111750"/>
          <p14:tracePt t="67983" x="3492500" y="5295900"/>
          <p14:tracePt t="68000" x="3429000" y="5346700"/>
          <p14:tracePt t="68034" x="3270250" y="5486400"/>
          <p14:tracePt t="68065" x="3206750" y="5537200"/>
          <p14:tracePt t="68098" x="3098800" y="5581650"/>
          <p14:tracePt t="68134" x="3060700" y="5594350"/>
          <p14:tracePt t="68164" x="3035300" y="5600700"/>
          <p14:tracePt t="68197" x="2990850" y="5613400"/>
          <p14:tracePt t="68234" x="2921000" y="5657850"/>
          <p14:tracePt t="68265" x="2832100" y="5702300"/>
          <p14:tracePt t="68835" x="2832100" y="5664200"/>
          <p14:tracePt t="68863" x="2832100" y="5632450"/>
          <p14:tracePt t="68895" x="2832100" y="5613400"/>
          <p14:tracePt t="68917" x="2832100" y="5588000"/>
          <p14:tracePt t="68964" x="2832100" y="5568950"/>
          <p14:tracePt t="68981" x="2832100" y="5556250"/>
          <p14:tracePt t="69013" x="2832100" y="5505450"/>
          <p14:tracePt t="69050" x="2819400" y="5359400"/>
          <p14:tracePt t="69079" x="2806700" y="5238750"/>
          <p14:tracePt t="69111" x="2806700" y="5130800"/>
          <p14:tracePt t="69133" x="2813050" y="4953000"/>
          <p14:tracePt t="69164" x="2813050" y="4749800"/>
          <p14:tracePt t="69197" x="2819400" y="4451350"/>
          <p14:tracePt t="69233" x="2851150" y="4235450"/>
          <p14:tracePt t="69265" x="2984500" y="3873500"/>
          <p14:tracePt t="69297" x="3219450" y="3467100"/>
          <p14:tracePt t="69333" x="3429000" y="3302000"/>
          <p14:tracePt t="69365" x="3606800" y="3225800"/>
          <p14:tracePt t="69410" x="4019550" y="3086100"/>
          <p14:tracePt t="69460" x="4438650" y="2952750"/>
          <p14:tracePt t="69493" x="4908550" y="2857500"/>
          <p14:tracePt t="69512" x="5130800" y="2825750"/>
          <p14:tracePt t="69544" x="5422900" y="2787650"/>
          <p14:tracePt t="69567" x="5588000" y="2774950"/>
          <p14:tracePt t="69602" x="5746750" y="2774950"/>
          <p14:tracePt t="69642" x="5886450" y="2743200"/>
          <p14:tracePt t="69676" x="6045200" y="2717800"/>
          <p14:tracePt t="69699" x="6178550" y="2692400"/>
          <p14:tracePt t="69742" x="6394450" y="2622550"/>
          <p14:tracePt t="69775" x="6496050" y="2609850"/>
          <p14:tracePt t="69799" x="6546850" y="2597150"/>
          <p14:tracePt t="69816" x="6559550" y="2597150"/>
          <p14:tracePt t="69843" x="6584950" y="2597150"/>
          <p14:tracePt t="69891" x="6604000" y="2597150"/>
          <p14:tracePt t="69958" x="6604000" y="2590800"/>
          <p14:tracePt t="69991" x="6597650" y="2584450"/>
          <p14:tracePt t="70016" x="6591300" y="2578100"/>
          <p14:tracePt t="70043" x="6572250" y="2578100"/>
          <p14:tracePt t="70074" x="6553200" y="2578100"/>
          <p14:tracePt t="70107" x="6502400" y="2565400"/>
          <p14:tracePt t="70141" x="6432550" y="2559050"/>
          <p14:tracePt t="70163" x="6381750" y="2546350"/>
          <p14:tracePt t="70196" x="6267450" y="2520950"/>
          <p14:tracePt t="70240" x="6159500" y="2489200"/>
          <p14:tracePt t="70274" x="6064250" y="2457450"/>
          <p14:tracePt t="70307" x="5981700" y="2451100"/>
          <p14:tracePt t="70341" x="5797550" y="2438400"/>
          <p14:tracePt t="70373" x="5657850" y="2425700"/>
          <p14:tracePt t="70406" x="5441950" y="2419350"/>
          <p14:tracePt t="70440" x="5194300" y="2406650"/>
          <p14:tracePt t="70473" x="5041900" y="2413000"/>
          <p14:tracePt t="70506" x="4984750" y="2413000"/>
          <p14:tracePt t="70526" x="4959350" y="2413000"/>
          <p14:tracePt t="70558" x="4927600" y="2413000"/>
          <p14:tracePt t="70589" x="4902200" y="2419350"/>
          <p14:tracePt t="70622" x="4826000" y="2425700"/>
          <p14:tracePt t="70656" x="4749800" y="2438400"/>
          <p14:tracePt t="70689" x="4622800" y="2463800"/>
          <p14:tracePt t="70722" x="4502150" y="2463800"/>
          <p14:tracePt t="70755" x="4330700" y="2451100"/>
          <p14:tracePt t="70789" x="4140200" y="2444750"/>
          <p14:tracePt t="70822" x="3956050" y="2432050"/>
          <p14:tracePt t="70840" x="3867150" y="2432050"/>
          <p14:tracePt t="70871" x="3746500" y="2432050"/>
          <p14:tracePt t="70905" x="3619500" y="2432050"/>
          <p14:tracePt t="70941" x="3530600" y="2432050"/>
          <p14:tracePt t="70971" x="3435350" y="2444750"/>
          <p14:tracePt t="71004" x="3403600" y="2451100"/>
          <p14:tracePt t="71023" x="3365500" y="2457450"/>
          <p14:tracePt t="71057" x="3327400" y="2476500"/>
          <p14:tracePt t="71087" x="3314700" y="2482850"/>
          <p14:tracePt t="71121" x="3302000" y="2482850"/>
          <p14:tracePt t="71220" x="3302000" y="2476500"/>
          <p14:tracePt t="71287" x="3302000" y="2470150"/>
          <p14:tracePt t="71325" x="3308350" y="2470150"/>
          <p14:tracePt t="71355" x="3321050" y="2470150"/>
          <p14:tracePt t="71387" x="3441700" y="2489200"/>
          <p14:tracePt t="71420" x="3651250" y="2508250"/>
          <p14:tracePt t="71456" x="4108450" y="2540000"/>
          <p14:tracePt t="71487" x="4521200" y="2559050"/>
          <p14:tracePt t="71519" x="4953000" y="2578100"/>
          <p14:tracePt t="71541" x="5251450" y="2603500"/>
          <p14:tracePt t="71572" x="5607050" y="2603500"/>
          <p14:tracePt t="71602" x="5873750" y="2603500"/>
          <p14:tracePt t="71641" x="6127750" y="2609850"/>
          <p14:tracePt t="71674" x="6311900" y="2622550"/>
          <p14:tracePt t="71702" x="6375400" y="2628900"/>
          <p14:tracePt t="71725" x="6445250" y="2628900"/>
          <p14:tracePt t="71757" x="6521450" y="2635250"/>
          <p14:tracePt t="71790" x="6578600" y="2641600"/>
          <p14:tracePt t="71818" x="6610350" y="2647950"/>
          <p14:tracePt t="71858" x="6623050" y="2647950"/>
          <p14:tracePt t="71892" x="6629400" y="2647950"/>
          <p14:tracePt t="71951" x="6623050" y="2628900"/>
          <p14:tracePt t="71972" x="6616700" y="2622550"/>
          <p14:tracePt t="72004" x="6553200" y="2603500"/>
          <p14:tracePt t="72020" x="6534150" y="2597150"/>
          <p14:tracePt t="72042" x="6483350" y="2584450"/>
          <p14:tracePt t="72072" x="6318250" y="2565400"/>
          <p14:tracePt t="72106" x="6045200" y="2533650"/>
          <p14:tracePt t="72141" x="5543550" y="2501900"/>
          <p14:tracePt t="72174" x="5137150" y="2501900"/>
          <p14:tracePt t="72205" x="4756150" y="2501900"/>
          <p14:tracePt t="72233" x="4476750" y="2514600"/>
          <p14:tracePt t="72258" x="4267200" y="2552700"/>
          <p14:tracePt t="72288" x="4146550" y="2571750"/>
          <p14:tracePt t="72320" x="4057650" y="2578100"/>
          <p14:tracePt t="72366" x="3956050" y="2578100"/>
          <p14:tracePt t="72390" x="3873500" y="2578100"/>
          <p14:tracePt t="72421" x="3784600" y="2571750"/>
          <p14:tracePt t="72466" x="3676650" y="2552700"/>
          <p14:tracePt t="72505" x="3638550" y="2546350"/>
          <p14:tracePt t="72522" x="3625850" y="2546350"/>
          <p14:tracePt t="72542" x="3613150" y="2546350"/>
          <p14:tracePt t="72573" x="3606800" y="2546350"/>
          <p14:tracePt t="72621" x="3600450" y="2546350"/>
          <p14:tracePt t="72665" x="3594100" y="2546350"/>
          <p14:tracePt t="72765" x="3587750" y="2546350"/>
          <p14:tracePt t="72815" x="3600450" y="2546350"/>
          <p14:tracePt t="72864" x="3702050" y="2546350"/>
          <p14:tracePt t="72898" x="4019550" y="2546350"/>
          <p14:tracePt t="72934" x="4978400" y="2540000"/>
          <p14:tracePt t="72964" x="5905500" y="2476500"/>
          <p14:tracePt t="72997" x="6743700" y="2444750"/>
          <p14:tracePt t="73031" x="7302500" y="2438400"/>
          <p14:tracePt t="73052" x="7442200" y="2463800"/>
          <p14:tracePt t="73098" x="7562850" y="2508250"/>
          <p14:tracePt t="73136" x="7581900" y="2520950"/>
          <p14:tracePt t="73165" x="7594600" y="2540000"/>
          <p14:tracePt t="73197" x="7620000" y="2552700"/>
          <p14:tracePt t="73230" x="7626350" y="2565400"/>
          <p14:tracePt t="73263" x="7626350" y="2578100"/>
          <p14:tracePt t="73287" x="7626350" y="2584450"/>
          <p14:tracePt t="73320" x="7607300" y="2590800"/>
          <p14:tracePt t="73351" x="7543800" y="2597150"/>
          <p14:tracePt t="73385" x="7385050" y="2571750"/>
          <p14:tracePt t="73418" x="7118350" y="2533650"/>
          <p14:tracePt t="73452" x="6616700" y="2476500"/>
          <p14:tracePt t="73484" x="6248400" y="2438400"/>
          <p14:tracePt t="73513" x="5861050" y="2413000"/>
          <p14:tracePt t="73546" x="5492750" y="2419350"/>
          <p14:tracePt t="73564" x="5251450" y="2432050"/>
          <p14:tracePt t="73595" x="4972050" y="2451100"/>
          <p14:tracePt t="73617" x="4762500" y="2457450"/>
          <p14:tracePt t="73634" x="4699000" y="2457450"/>
          <p14:tracePt t="73667" x="4546600" y="2470150"/>
          <p14:tracePt t="73700" x="4445000" y="2463800"/>
          <p14:tracePt t="73731" x="4343400" y="2476500"/>
          <p14:tracePt t="73764" x="4222750" y="2520950"/>
          <p14:tracePt t="73795" x="4191000" y="2546350"/>
          <p14:tracePt t="74343" x="4140200" y="2533650"/>
          <p14:tracePt t="74376" x="4044950" y="2520950"/>
          <p14:tracePt t="74398" x="3962400" y="2501900"/>
          <p14:tracePt t="74431" x="3867150" y="2489200"/>
          <p14:tracePt t="74464" x="3657600" y="2451100"/>
          <p14:tracePt t="74495" x="3530600" y="2432050"/>
          <p14:tracePt t="74528" x="3397250" y="2419350"/>
          <p14:tracePt t="74562" x="3327400" y="2419350"/>
          <p14:tracePt t="74593" x="3302000" y="2419350"/>
          <p14:tracePt t="74625" x="3295650" y="2419350"/>
          <p14:tracePt t="74742" x="3302000" y="2419350"/>
          <p14:tracePt t="74791" x="3314700" y="2419350"/>
          <p14:tracePt t="74842" x="3321050" y="2419350"/>
          <p14:tracePt t="74875" x="3346450" y="2419350"/>
          <p14:tracePt t="74907" x="3492500" y="2432050"/>
          <p14:tracePt t="74932" x="3816350" y="2444750"/>
          <p14:tracePt t="74980" x="4832350" y="2457450"/>
          <p14:tracePt t="75012" x="6051550" y="2495550"/>
          <p14:tracePt t="75044" x="6756400" y="2495550"/>
          <p14:tracePt t="75076" x="7048500" y="2476500"/>
          <p14:tracePt t="75107" x="7226300" y="2463800"/>
          <p14:tracePt t="75140" x="7270750" y="2463800"/>
          <p14:tracePt t="75164" x="7289800" y="2457450"/>
          <p14:tracePt t="75212" x="7277100" y="2444750"/>
          <p14:tracePt t="75247" x="7258050" y="2413000"/>
          <p14:tracePt t="75760" x="7143750" y="2425700"/>
          <p14:tracePt t="75792" x="6953250" y="2470150"/>
          <p14:tracePt t="75827" x="6591300" y="2552700"/>
          <p14:tracePt t="75856" x="6057900" y="2692400"/>
          <p14:tracePt t="75888" x="5461000" y="2851150"/>
          <p14:tracePt t="75922" x="4298950" y="3187700"/>
          <p14:tracePt t="75954" x="3740150" y="3321050"/>
          <p14:tracePt t="75976" x="3473450" y="3340100"/>
          <p14:tracePt t="76010" x="3238500" y="3333750"/>
          <p14:tracePt t="76042" x="3105150" y="3302000"/>
          <p14:tracePt t="76073" x="3041650" y="3282950"/>
          <p14:tracePt t="76107" x="2997200" y="3270250"/>
          <p14:tracePt t="76140" x="2965450" y="3251200"/>
          <p14:tracePt t="76170" x="2927350" y="3219450"/>
          <p14:tracePt t="76194" x="2889250" y="3187700"/>
          <p14:tracePt t="76227" x="2806700" y="3092450"/>
          <p14:tracePt t="76258" x="2787650" y="3054350"/>
          <p14:tracePt t="76308" x="2794000" y="3073400"/>
          <p14:tracePt t="76341" x="2819400" y="3136900"/>
          <p14:tracePt t="76369" x="2921000" y="3536950"/>
          <p14:tracePt t="76402" x="2984500" y="4019550"/>
          <p14:tracePt t="76435" x="2978150" y="4425950"/>
          <p14:tracePt t="76469" x="2914650" y="4876800"/>
          <p14:tracePt t="76502" x="2895600" y="5073650"/>
          <p14:tracePt t="76523" x="2889250" y="5175250"/>
          <p14:tracePt t="76557" x="2889250" y="5327650"/>
          <p14:tracePt t="76574" x="2889250" y="5340350"/>
          <p14:tracePt t="76604" x="2889250" y="5353050"/>
          <p14:tracePt t="76701" x="2901950" y="5353050"/>
          <p14:tracePt t="76837" x="2908300" y="5365750"/>
          <p14:tracePt t="76884" x="2895600" y="5372100"/>
          <p14:tracePt t="76934" x="2882900" y="5372100"/>
          <p14:tracePt t="76967" x="2870200" y="5378450"/>
          <p14:tracePt t="77001" x="2825750" y="5391150"/>
          <p14:tracePt t="77034" x="2755900" y="5403850"/>
          <p14:tracePt t="77055" x="2686050" y="5429250"/>
          <p14:tracePt t="77072" x="2616200" y="5448300"/>
          <p14:tracePt t="77106" x="2501900" y="5473700"/>
          <p14:tracePt t="77138" x="2425700" y="5499100"/>
          <p14:tracePt t="77169" x="2381250" y="5499100"/>
          <p14:tracePt t="77249" x="2393950" y="5492750"/>
          <p14:tracePt t="77283" x="2425700" y="5486400"/>
          <p14:tracePt t="77321" x="2520950" y="5467350"/>
          <p14:tracePt t="77354" x="2724150" y="5416550"/>
          <p14:tracePt t="77385" x="2971800" y="5334000"/>
          <p14:tracePt t="77418" x="3175000" y="5251450"/>
          <p14:tracePt t="77452" x="3486150" y="4991100"/>
          <p14:tracePt t="77482" x="3778250" y="4572000"/>
          <p14:tracePt t="77515" x="4159250" y="3937000"/>
          <p14:tracePt t="77548" x="4533900" y="3276600"/>
          <p14:tracePt t="77582" x="4832350" y="2857500"/>
          <p14:tracePt t="77619" x="4991100" y="2635250"/>
          <p14:tracePt t="77654" x="5099050" y="2578100"/>
          <p14:tracePt t="77683" x="5194300" y="2559050"/>
          <p14:tracePt t="77715" x="5353050" y="2520950"/>
          <p14:tracePt t="77748" x="5486400" y="2495550"/>
          <p14:tracePt t="77781" x="5568950" y="2489200"/>
          <p14:tracePt t="77814" x="5651500" y="2489200"/>
          <p14:tracePt t="77847" x="5721350" y="2489200"/>
          <p14:tracePt t="77872" x="5803900" y="2495550"/>
          <p14:tracePt t="77904" x="5905500" y="2520950"/>
          <p14:tracePt t="77932" x="5969000" y="2540000"/>
          <p14:tracePt t="77964" x="6038850" y="2546350"/>
          <p14:tracePt t="77997" x="6096000" y="2552700"/>
          <p14:tracePt t="78030" x="6178550" y="2559050"/>
          <p14:tracePt t="78063" x="6229350" y="2565400"/>
          <p14:tracePt t="78082" x="6305550" y="2578100"/>
          <p14:tracePt t="78130" x="6407150" y="2584450"/>
          <p14:tracePt t="78154" x="6445250" y="2597150"/>
          <p14:tracePt t="78187" x="6470650" y="2603500"/>
          <p14:tracePt t="78214" x="6470650" y="2609850"/>
          <p14:tracePt t="78246" x="6477000" y="2609850"/>
          <p14:tracePt t="79758" x="6381750" y="2559050"/>
          <p14:tracePt t="79791" x="6235700" y="2508250"/>
          <p14:tracePt t="79824" x="6076950" y="2463800"/>
          <p14:tracePt t="79857" x="5759450" y="2400300"/>
          <p14:tracePt t="79891" x="5568950" y="2381250"/>
          <p14:tracePt t="79899" x="5391150" y="2362200"/>
          <p14:tracePt t="79931" x="5130800" y="2324100"/>
          <p14:tracePt t="79962" x="4946650" y="2273300"/>
          <p14:tracePt t="79995" x="4819650" y="2247900"/>
          <p14:tracePt t="80028" x="4737100" y="2241550"/>
          <p14:tracePt t="80059" x="4660900" y="2241550"/>
          <p14:tracePt t="80075" x="4635500" y="2241550"/>
          <p14:tracePt t="80092" x="4591050" y="2247900"/>
          <p14:tracePt t="80123" x="4502150" y="2260600"/>
          <p14:tracePt t="80155" x="4432300" y="2260600"/>
          <p14:tracePt t="80180" x="4387850" y="2266950"/>
          <p14:tracePt t="80213" x="4349750" y="2286000"/>
          <p14:tracePt t="80247" x="4324350" y="2298700"/>
          <p14:tracePt t="80277" x="4305300" y="2311400"/>
          <p14:tracePt t="80325" x="4305300" y="2317750"/>
          <p14:tracePt t="80358" x="4305300" y="2330450"/>
          <p14:tracePt t="80389" x="4305300" y="2336800"/>
          <p14:tracePt t="80439" x="4305300" y="2349500"/>
          <p14:tracePt t="80527" x="4305300" y="2355850"/>
          <p14:tracePt t="80604" x="4298950" y="2355850"/>
          <p14:tracePt t="80687" x="4292600" y="2355850"/>
          <p14:tracePt t="80920" x="4292600" y="2374900"/>
          <p14:tracePt t="80953" x="4298950" y="2425700"/>
          <p14:tracePt t="80986" x="4298950" y="2527300"/>
          <p14:tracePt t="81020" x="4292600" y="2749550"/>
          <p14:tracePt t="81044" x="4292600" y="3003550"/>
          <p14:tracePt t="81079" x="4286250" y="3321050"/>
          <p14:tracePt t="81106" x="4286250" y="3460750"/>
          <p14:tracePt t="81137" x="4298950" y="3657600"/>
          <p14:tracePt t="81170" x="4311650" y="3854450"/>
          <p14:tracePt t="81202" x="4324350" y="3937000"/>
          <p14:tracePt t="81235" x="4337050" y="4083050"/>
          <p14:tracePt t="81257" x="4343400" y="4121150"/>
          <p14:tracePt t="81291" x="4343400" y="4178300"/>
          <p14:tracePt t="81323" x="4356100" y="4229100"/>
          <p14:tracePt t="81355" x="4381500" y="4298950"/>
          <p14:tracePt t="81391" x="4394200" y="4368800"/>
          <p14:tracePt t="81420" x="4394200" y="4438650"/>
          <p14:tracePt t="81451" x="4375150" y="4502150"/>
          <p14:tracePt t="81485" x="4343400" y="4533900"/>
          <p14:tracePt t="81518" x="4292600" y="4559300"/>
          <p14:tracePt t="81539" x="4241800" y="4591050"/>
          <p14:tracePt t="81571" x="4057650" y="4743450"/>
          <p14:tracePt t="81606" x="3956050" y="4838700"/>
          <p14:tracePt t="81623" x="3943350" y="4851400"/>
          <p14:tracePt t="81655" x="3917950" y="4889500"/>
          <p14:tracePt t="81687" x="3911600" y="4902200"/>
          <p14:tracePt t="81717" x="3911600" y="4914900"/>
          <p14:tracePt t="81757" x="3911600" y="4933950"/>
          <p14:tracePt t="81791" x="3917950" y="4946650"/>
          <p14:tracePt t="81822" x="3930650" y="4965700"/>
          <p14:tracePt t="81853" x="3949700" y="4997450"/>
          <p14:tracePt t="81886" x="3994150" y="5060950"/>
          <p14:tracePt t="81916" x="4044950" y="5124450"/>
          <p14:tracePt t="81950" x="4095750" y="5181600"/>
          <p14:tracePt t="81983" x="4210050" y="5251450"/>
          <p14:tracePt t="82016" x="4311650" y="5276850"/>
          <p14:tracePt t="82038" x="4394200" y="5283200"/>
          <p14:tracePt t="82072" x="4521200" y="5289550"/>
          <p14:tracePt t="82104" x="4718050" y="5289550"/>
          <p14:tracePt t="82121" x="4775200" y="5289550"/>
          <p14:tracePt t="82155" x="4914900" y="5314950"/>
          <p14:tracePt t="82185" x="4972050" y="5321300"/>
          <p14:tracePt t="82216" x="5003800" y="5334000"/>
          <p14:tracePt t="82248" x="5029200" y="5340350"/>
          <p14:tracePt t="82282" x="5041900" y="5359400"/>
          <p14:tracePt t="82315" x="5067300" y="5378450"/>
        </p14:tracePtLst>
      </p14:laserTraceLst>
    </p:ext>
  </p:extLs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Mouth():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__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__(self): return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+"!"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eat(self):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Gill():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breatheWater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Lung():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breatheAir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Fin():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% 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38504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  <p:sp>
        <p:nvSpPr>
          <p:cNvPr id="8" name="Trapezoid 7"/>
          <p:cNvSpPr>
            <a:spLocks noChangeAspect="1"/>
          </p:cNvSpPr>
          <p:nvPr/>
        </p:nvSpPr>
        <p:spPr bwMode="auto">
          <a:xfrm rot="2700000" flipH="1">
            <a:off x="6959651" y="244061"/>
            <a:ext cx="2945498" cy="935078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Recall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lang="en-US" sz="2800" b="0" dirty="0">
                <a:latin typeface="Arial" charset="0"/>
                <a:ea typeface="新細明體" charset="-120"/>
              </a:rPr>
              <a:t>this</a:t>
            </a:r>
          </a:p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earlier slide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506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17917">
        <p14:ripple/>
      </p:transition>
    </mc:Choice>
    <mc:Fallback xmlns="">
      <p:transition spd="slow" advTm="1791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45" x="2711450" y="742950"/>
          <p14:tracePt t="268" x="2730500" y="742950"/>
          <p14:tracePt t="299" x="2800350" y="742950"/>
          <p14:tracePt t="344" x="2978150" y="717550"/>
          <p14:tracePt t="382" x="3098800" y="711200"/>
          <p14:tracePt t="415" x="3244850" y="704850"/>
          <p14:tracePt t="461" x="3340100" y="711200"/>
          <p14:tracePt t="494" x="3422650" y="730250"/>
          <p14:tracePt t="529" x="3498850" y="749300"/>
          <p14:tracePt t="560" x="3556000" y="774700"/>
          <p14:tracePt t="598" x="3638550" y="800100"/>
          <p14:tracePt t="643" x="3740150" y="831850"/>
          <p14:tracePt t="676" x="3860800" y="844550"/>
          <p14:tracePt t="714" x="3911600" y="857250"/>
          <p14:tracePt t="745" x="3924300" y="857250"/>
          <p14:tracePt t="793" x="3892550" y="876300"/>
          <p14:tracePt t="816" x="3860800" y="895350"/>
          <p14:tracePt t="859" x="3663950" y="965200"/>
          <p14:tracePt t="892" x="3441700" y="1028700"/>
          <p14:tracePt t="916" x="3302000" y="1079500"/>
          <p14:tracePt t="944" x="3136900" y="1143000"/>
          <p14:tracePt t="976" x="3041650" y="1181100"/>
          <p14:tracePt t="1000" x="3028950" y="1200150"/>
          <p14:tracePt t="1042" x="3028950" y="1219200"/>
          <p14:tracePt t="1889" x="3194050" y="1187450"/>
          <p14:tracePt t="1922" x="3384550" y="1130300"/>
          <p14:tracePt t="1955" x="3562350" y="1073150"/>
          <p14:tracePt t="1989" x="3689350" y="1041400"/>
          <p14:tracePt t="2022" x="3790950" y="1003300"/>
          <p14:tracePt t="2055" x="3867150" y="977900"/>
          <p14:tracePt t="2088" x="3924300" y="965200"/>
          <p14:tracePt t="2121" x="3943350" y="965200"/>
          <p14:tracePt t="2238" x="3937000" y="965200"/>
          <p14:tracePt t="2287" x="3937000" y="971550"/>
          <p14:tracePt t="3616" x="3784600" y="971550"/>
          <p14:tracePt t="3637" x="3644900" y="971550"/>
          <p14:tracePt t="3671" x="3403600" y="1022350"/>
          <p14:tracePt t="3704" x="3181350" y="1098550"/>
          <p14:tracePt t="3735" x="2990850" y="1187450"/>
          <p14:tracePt t="3766" x="2940050" y="1212850"/>
          <p14:tracePt t="3799" x="2882900" y="1244600"/>
          <p14:tracePt t="3832" x="2844800" y="1263650"/>
          <p14:tracePt t="3865" x="2794000" y="1289050"/>
          <p14:tracePt t="3889" x="2755900" y="1320800"/>
          <p14:tracePt t="3922" x="2730500" y="1339850"/>
          <p14:tracePt t="3954" x="2717800" y="1352550"/>
          <p14:tracePt t="4978" x="2749550" y="1352550"/>
          <p14:tracePt t="5012" x="2889250" y="1409700"/>
          <p14:tracePt t="5045" x="3009900" y="1485900"/>
          <p14:tracePt t="5064" x="3060700" y="1536700"/>
          <p14:tracePt t="5095" x="3117850" y="1606550"/>
          <p14:tracePt t="5128" x="3162300" y="1720850"/>
          <p14:tracePt t="5146" x="3168650" y="1758950"/>
          <p14:tracePt t="5178" x="3194050" y="1898650"/>
          <p14:tracePt t="5211" x="3206750" y="1993900"/>
          <p14:tracePt t="5232" x="3206750" y="2070100"/>
          <p14:tracePt t="5263" x="3238500" y="2228850"/>
          <p14:tracePt t="5297" x="3276600" y="2317750"/>
          <p14:tracePt t="5330" x="3302000" y="2400300"/>
          <p14:tracePt t="5361" x="3340100" y="2546350"/>
          <p14:tracePt t="5393" x="3352800" y="2660650"/>
          <p14:tracePt t="5427" x="3359150" y="2755900"/>
          <p14:tracePt t="5460" x="3359150" y="2882900"/>
          <p14:tracePt t="5510" x="3270250" y="3225800"/>
          <p14:tracePt t="5548" x="3187700" y="3467100"/>
          <p14:tracePt t="5565" x="3136900" y="3568700"/>
          <p14:tracePt t="5597" x="3092450" y="3638550"/>
          <p14:tracePt t="5626" x="3054350" y="3657600"/>
          <p14:tracePt t="5659" x="3016250" y="3657600"/>
          <p14:tracePt t="5693" x="2946400" y="3638550"/>
          <p14:tracePt t="5726" x="2889250" y="3587750"/>
          <p14:tracePt t="5749" x="2857500" y="3568700"/>
          <p14:tracePt t="5782" x="2768600" y="3492500"/>
          <p14:tracePt t="5813" x="2717800" y="3441700"/>
          <p14:tracePt t="5847" x="2546350" y="3181350"/>
          <p14:tracePt t="5880" x="2349500" y="2832100"/>
          <p14:tracePt t="5894" x="2317750" y="2768600"/>
          <p14:tracePt t="5910" x="2292350" y="2711450"/>
          <p14:tracePt t="5942" x="2266950" y="2571750"/>
          <p14:tracePt t="5975" x="2260600" y="2470150"/>
          <p14:tracePt t="6008" x="2279650" y="2419350"/>
          <p14:tracePt t="6031" x="2292350" y="2413000"/>
          <p14:tracePt t="6065" x="2317750" y="2413000"/>
          <p14:tracePt t="6082" x="2324100" y="2413000"/>
          <p14:tracePt t="6112" x="2374900" y="2393950"/>
          <p14:tracePt t="6141" x="2514600" y="2286000"/>
          <p14:tracePt t="6175" x="2882900" y="2032000"/>
          <p14:tracePt t="6193" x="2990850" y="1955800"/>
          <p14:tracePt t="6224" x="3416300" y="1765300"/>
          <p14:tracePt t="6257" x="3689350" y="1790700"/>
          <p14:tracePt t="6290" x="3937000" y="2019300"/>
          <p14:tracePt t="6326" x="4108450" y="2463800"/>
          <p14:tracePt t="6362" x="4057650" y="2832100"/>
          <p14:tracePt t="6395" x="3886200" y="3181350"/>
          <p14:tracePt t="6423" x="3816350" y="3232150"/>
          <p14:tracePt t="6938" x="3771900" y="3244850"/>
          <p14:tracePt t="6972" x="3632200" y="3308350"/>
          <p14:tracePt t="7005" x="3486150" y="3390900"/>
          <p14:tracePt t="7038" x="3314700" y="3505200"/>
          <p14:tracePt t="7061" x="3213100" y="3587750"/>
          <p14:tracePt t="7092" x="3009900" y="3708400"/>
          <p14:tracePt t="7110" x="2978150" y="3727450"/>
          <p14:tracePt t="7140" x="2882900" y="3746500"/>
          <p14:tracePt t="7187" x="2819400" y="3746500"/>
          <p14:tracePt t="7220" x="2717800" y="3727450"/>
          <p14:tracePt t="7254" x="2635250" y="3695700"/>
          <p14:tracePt t="7287" x="2520950" y="3676650"/>
          <p14:tracePt t="7305" x="2489200" y="3676650"/>
          <p14:tracePt t="7337" x="2425700" y="3689350"/>
          <p14:tracePt t="7370" x="2393950" y="3714750"/>
          <p14:tracePt t="7420" x="2349500" y="3746500"/>
          <p14:tracePt t="7968" x="2324100" y="3746500"/>
          <p14:tracePt t="8001" x="2266950" y="3746500"/>
          <p14:tracePt t="8034" x="2209800" y="3740150"/>
          <p14:tracePt t="8068" x="2139950" y="3708400"/>
          <p14:tracePt t="8101" x="2101850" y="3695700"/>
          <p14:tracePt t="8124" x="2101850" y="3689350"/>
          <p14:tracePt t="8155" x="2089150" y="3683000"/>
          <p14:tracePt t="8189" x="2076450" y="3670300"/>
          <p14:tracePt t="8221" x="2070100" y="3670300"/>
          <p14:tracePt t="8616" x="2076450" y="3676650"/>
          <p14:tracePt t="8688" x="2082800" y="3683000"/>
          <p14:tracePt t="8719" x="2089150" y="3689350"/>
          <p14:tracePt t="8768" x="2095500" y="3695700"/>
          <p14:tracePt t="8801" x="2120900" y="3702050"/>
          <p14:tracePt t="8832" x="2184400" y="3746500"/>
          <p14:tracePt t="8865" x="2279650" y="3771900"/>
          <p14:tracePt t="8888" x="2406650" y="3829050"/>
          <p14:tracePt t="8923" x="2565400" y="3898900"/>
          <p14:tracePt t="8955" x="2686050" y="3975100"/>
          <p14:tracePt t="8985" x="2755900" y="4013200"/>
          <p14:tracePt t="9019" x="2806700" y="4038600"/>
          <p14:tracePt t="9031" x="2832100" y="4044950"/>
          <p14:tracePt t="9064" x="2851150" y="4044950"/>
          <p14:tracePt t="10941" x="2819400" y="4032250"/>
          <p14:tracePt t="10974" x="2774950" y="4000500"/>
          <p14:tracePt t="11007" x="2698750" y="3956050"/>
          <p14:tracePt t="11040" x="2628900" y="3898900"/>
          <p14:tracePt t="11074" x="2527300" y="3822700"/>
          <p14:tracePt t="11107" x="2482850" y="3797300"/>
          <p14:tracePt t="11140" x="2413000" y="3752850"/>
          <p14:tracePt t="11174" x="2374900" y="3721100"/>
          <p14:tracePt t="11207" x="2324100" y="3695700"/>
          <p14:tracePt t="11240" x="2298700" y="3689350"/>
          <p14:tracePt t="11273" x="2286000" y="3683000"/>
          <p14:tracePt t="11356" x="2279650" y="3683000"/>
          <p14:tracePt t="11473" x="2298700" y="3689350"/>
          <p14:tracePt t="11506" x="2330450" y="3695700"/>
          <p14:tracePt t="11539" x="2457450" y="3721100"/>
          <p14:tracePt t="11577" x="2622550" y="3746500"/>
          <p14:tracePt t="11610" x="2901950" y="3752850"/>
          <p14:tracePt t="11641" x="3098800" y="3765550"/>
          <p14:tracePt t="11658" x="3251200" y="3759200"/>
          <p14:tracePt t="11693" x="3492500" y="3759200"/>
          <p14:tracePt t="11724" x="3708400" y="3752850"/>
          <p14:tracePt t="11755" x="3867150" y="3733800"/>
          <p14:tracePt t="11779" x="3975100" y="3746500"/>
          <p14:tracePt t="11821" x="3987800" y="3752850"/>
          <p14:tracePt t="12157" x="4044950" y="3759200"/>
          <p14:tracePt t="12187" x="4133850" y="3790950"/>
          <p14:tracePt t="12220" x="4248150" y="3835400"/>
          <p14:tracePt t="12253" x="4311650" y="3860800"/>
          <p14:tracePt t="12271" x="4324350" y="3873500"/>
          <p14:tracePt t="12303" x="4349750" y="3905250"/>
          <p14:tracePt t="12336" x="4349750" y="3924300"/>
          <p14:tracePt t="12359" x="4330700" y="3937000"/>
          <p14:tracePt t="12390" x="4273550" y="3943350"/>
          <p14:tracePt t="12425" x="4070350" y="3911600"/>
          <p14:tracePt t="12458" x="3835400" y="3860800"/>
          <p14:tracePt t="12488" x="3549650" y="3778250"/>
          <p14:tracePt t="12519" x="3289300" y="3727450"/>
          <p14:tracePt t="12552" x="2940050" y="3721100"/>
          <p14:tracePt t="12585" x="2762250" y="3733800"/>
          <p14:tracePt t="12608" x="2679700" y="3733800"/>
          <p14:tracePt t="12642" x="2514600" y="3740150"/>
          <p14:tracePt t="12675" x="2368550" y="3740150"/>
          <p14:tracePt t="12708" x="2279650" y="3740150"/>
          <p14:tracePt t="12739" x="2216150" y="3740150"/>
          <p14:tracePt t="12768" x="2152650" y="3740150"/>
          <p14:tracePt t="12802" x="2095500" y="3752850"/>
          <p14:tracePt t="12819" x="2076450" y="3759200"/>
          <p14:tracePt t="12851" x="2032000" y="3784600"/>
          <p14:tracePt t="12901" x="1987550" y="3810000"/>
          <p14:tracePt t="12924" x="1968500" y="3822700"/>
          <p14:tracePt t="12957" x="1955800" y="3829050"/>
          <p14:tracePt t="12988" x="1949450" y="3835400"/>
          <p14:tracePt t="13034" x="1936750" y="3835400"/>
          <p14:tracePt t="13067" x="1949450" y="3829050"/>
          <p14:tracePt t="13100" x="2038350" y="3829050"/>
          <p14:tracePt t="13125" x="2209800" y="3835400"/>
          <p14:tracePt t="13157" x="2425700" y="3860800"/>
          <p14:tracePt t="13174" x="2584450" y="3886200"/>
          <p14:tracePt t="13206" x="2781300" y="3917950"/>
          <p14:tracePt t="13240" x="2965450" y="3930650"/>
          <p14:tracePt t="13268" x="3136900" y="3924300"/>
          <p14:tracePt t="13300" x="3327400" y="3848100"/>
          <p14:tracePt t="13333" x="3581400" y="3689350"/>
          <p14:tracePt t="13366" x="3663950" y="3638550"/>
          <p14:tracePt t="14581" x="3632200" y="3581400"/>
          <p14:tracePt t="14611" x="3587750" y="3511550"/>
          <p14:tracePt t="14645" x="3543300" y="3454400"/>
          <p14:tracePt t="14678" x="3479800" y="3378200"/>
          <p14:tracePt t="14697" x="3467100" y="3352800"/>
          <p14:tracePt t="14730" x="3403600" y="3276600"/>
          <p14:tracePt t="14778" x="3346450" y="3175000"/>
          <p14:tracePt t="14801" x="3257550" y="3048000"/>
          <p14:tracePt t="14829" x="3206750" y="2971800"/>
          <p14:tracePt t="14861" x="3105150" y="2794000"/>
          <p14:tracePt t="14894" x="3067050" y="2698750"/>
          <p14:tracePt t="14927" x="3048000" y="2647950"/>
          <p14:tracePt t="14961" x="3035300" y="2597150"/>
          <p14:tracePt t="14998" x="3022600" y="2571750"/>
          <p14:tracePt t="15031" x="3009900" y="2565400"/>
          <p14:tracePt t="15077" x="3009900" y="2559050"/>
          <p14:tracePt t="15725" x="3003550" y="2552700"/>
          <p14:tracePt t="15791" x="3003550" y="2546350"/>
          <p14:tracePt t="15895" x="3003550" y="2540000"/>
          <p14:tracePt t="15940" x="3022600" y="2520950"/>
          <p14:tracePt t="15974" x="3028950" y="2495550"/>
          <p14:tracePt t="16007" x="3054350" y="2457450"/>
          <p14:tracePt t="16040" x="3079750" y="2425700"/>
          <p14:tracePt t="16063" x="3086100" y="2413000"/>
          <p14:tracePt t="16111" x="3092450" y="2406650"/>
          <p14:tracePt t="16156" x="3105150" y="2400300"/>
          <p14:tracePt t="16189" x="3111500" y="2400300"/>
          <p14:tracePt t="16223" x="3117850" y="2387600"/>
          <p14:tracePt t="16256" x="3124200" y="2381250"/>
          <p14:tracePt t="16289" x="3155950" y="2336800"/>
          <p14:tracePt t="16312" x="3168650" y="2311400"/>
          <p14:tracePt t="16345" x="3200400" y="2260600"/>
          <p14:tracePt t="16376" x="3206750" y="2247900"/>
          <p14:tracePt t="16405" x="3213100" y="2241550"/>
          <p14:tracePt t="16439" x="3219450" y="2241550"/>
          <p14:tracePt t="16472" x="3232150" y="2228850"/>
        </p14:tracePtLst>
      </p14:laserTraceLst>
    </p:ext>
  </p:extLs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6959651" y="244061"/>
            <a:ext cx="2945498" cy="935078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Recall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lang="en-US" sz="2800" b="0" dirty="0">
                <a:latin typeface="Arial" charset="0"/>
                <a:ea typeface="新細明體" charset="-120"/>
              </a:rPr>
              <a:t>this</a:t>
            </a:r>
          </a:p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earlier slide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class Mouth():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__</a:t>
            </a:r>
            <a:r>
              <a:rPr lang="en-US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str</a:t>
            </a:r>
            <a:r>
              <a:rPr lang="en-US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__(self): return </a:t>
            </a:r>
            <a:r>
              <a:rPr lang="en-US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self.sound</a:t>
            </a:r>
            <a:r>
              <a:rPr lang="en-US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+"!"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eat(self):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Gill():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breatheWater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Lung():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breatheAir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Fin():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swim(self):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Leg():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run(self):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Wing():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fly(self):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Scale():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Feather():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prene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Fur():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shed(self): 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% 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38504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998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9333"/>
    </mc:Choice>
    <mc:Fallback xmlns="">
      <p:transition advTm="593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96" x="3213100" y="2228850"/>
          <p14:tracePt t="1030" x="3149600" y="2228850"/>
          <p14:tracePt t="1053" x="3092450" y="2203450"/>
          <p14:tracePt t="1084" x="2908300" y="2139950"/>
          <p14:tracePt t="1118" x="2768600" y="2089150"/>
          <p14:tracePt t="1134" x="2667000" y="2044700"/>
          <p14:tracePt t="1164" x="2508250" y="1943100"/>
          <p14:tracePt t="1198" x="2305050" y="1809750"/>
          <p14:tracePt t="1229" x="2241550" y="1765300"/>
          <p14:tracePt t="1262" x="2120900" y="1695450"/>
          <p14:tracePt t="1295" x="2038350" y="1638300"/>
          <p14:tracePt t="1318" x="1930400" y="1562100"/>
          <p14:tracePt t="1350" x="1803400" y="1466850"/>
          <p14:tracePt t="1381" x="1638300" y="1333500"/>
          <p14:tracePt t="1414" x="1466850" y="1174750"/>
          <p14:tracePt t="1445" x="1320800" y="1054100"/>
          <p14:tracePt t="1478" x="1123950" y="882650"/>
          <p14:tracePt t="1512" x="1035050" y="806450"/>
          <p14:tracePt t="1535" x="1028700" y="800100"/>
          <p14:tracePt t="1616" x="1041400" y="806450"/>
          <p14:tracePt t="1661" x="1047750" y="812800"/>
          <p14:tracePt t="1694" x="1060450" y="819150"/>
          <p14:tracePt t="1727" x="1066800" y="825500"/>
          <p14:tracePt t="1760" x="1098550" y="838200"/>
          <p14:tracePt t="1794" x="1130300" y="850900"/>
          <p14:tracePt t="1814" x="1149350" y="857250"/>
          <p14:tracePt t="1832" x="1187450" y="863600"/>
          <p14:tracePt t="1864" x="1257300" y="882650"/>
          <p14:tracePt t="1896" x="1314450" y="889000"/>
          <p14:tracePt t="1930" x="1435100" y="895350"/>
          <p14:tracePt t="1961" x="1606550" y="901700"/>
          <p14:tracePt t="1993" x="1701800" y="901700"/>
          <p14:tracePt t="2027" x="1771650" y="901700"/>
          <p14:tracePt t="2059" x="1860550" y="889000"/>
          <p14:tracePt t="2084" x="1898650" y="876300"/>
          <p14:tracePt t="2117" x="1905000" y="863600"/>
          <p14:tracePt t="2608" x="1968500" y="895350"/>
          <p14:tracePt t="2641" x="2082800" y="958850"/>
          <p14:tracePt t="2677" x="2292350" y="1035050"/>
          <p14:tracePt t="2710" x="2508250" y="1117600"/>
          <p14:tracePt t="2743" x="2724150" y="1193800"/>
          <p14:tracePt t="2777" x="3035300" y="1333500"/>
          <p14:tracePt t="2807" x="3213100" y="1409700"/>
          <p14:tracePt t="2831" x="3302000" y="1460500"/>
          <p14:tracePt t="2847" x="3346450" y="1492250"/>
          <p14:tracePt t="2880" x="3371850" y="1530350"/>
          <p14:tracePt t="3642" x="3403600" y="1530350"/>
          <p14:tracePt t="3677" x="3517900" y="1530350"/>
          <p14:tracePt t="3710" x="3625850" y="1530350"/>
          <p14:tracePt t="3743" x="3746500" y="1543050"/>
          <p14:tracePt t="3774" x="3892550" y="1562100"/>
          <p14:tracePt t="3803" x="3975100" y="1568450"/>
          <p14:tracePt t="3837" x="4095750" y="1574800"/>
          <p14:tracePt t="3855" x="4216400" y="1600200"/>
          <p14:tracePt t="3903" x="4229100" y="1600200"/>
          <p14:tracePt t="4353" x="4197350" y="1593850"/>
          <p14:tracePt t="4386" x="4076700" y="1587500"/>
          <p14:tracePt t="4418" x="3810000" y="1587500"/>
          <p14:tracePt t="4451" x="3517900" y="1600200"/>
          <p14:tracePt t="4487" x="3143250" y="1568450"/>
          <p14:tracePt t="4520" x="2959100" y="1530350"/>
          <p14:tracePt t="4536" x="2901950" y="1511300"/>
          <p14:tracePt t="4570" x="2813050" y="1504950"/>
          <p14:tracePt t="4601" x="2768600" y="1498600"/>
          <p14:tracePt t="4634" x="2705100" y="1492250"/>
          <p14:tracePt t="4667" x="2635250" y="1466850"/>
          <p14:tracePt t="4690" x="2552700" y="1454150"/>
          <p14:tracePt t="4725" x="2470150" y="1447800"/>
          <p14:tracePt t="4757" x="2343150" y="1409700"/>
          <p14:tracePt t="4790" x="2254250" y="1377950"/>
          <p14:tracePt t="4823" x="2222500" y="1365250"/>
          <p14:tracePt t="4851" x="2209800" y="1358900"/>
          <p14:tracePt t="4869" x="2203450" y="1358900"/>
          <p14:tracePt t="4949" x="2216150" y="1358900"/>
          <p14:tracePt t="5021" x="2247900" y="1358900"/>
          <p14:tracePt t="5053" x="2317750" y="1358900"/>
          <p14:tracePt t="5083" x="2470150" y="1358900"/>
          <p14:tracePt t="5103" x="2603500" y="1358900"/>
          <p14:tracePt t="5118" x="2717800" y="1358900"/>
          <p14:tracePt t="5134" x="2781300" y="1358900"/>
          <p14:tracePt t="5165" x="2921000" y="1358900"/>
          <p14:tracePt t="5198" x="3009900" y="1365250"/>
          <p14:tracePt t="5232" x="3060700" y="1365250"/>
          <p14:tracePt t="5265" x="3092450" y="1365250"/>
          <p14:tracePt t="5298" x="3105150" y="1371600"/>
          <p14:tracePt t="5832" x="3124200" y="1371600"/>
          <p14:tracePt t="5866" x="3187700" y="1371600"/>
          <p14:tracePt t="5882" x="3200400" y="1377950"/>
          <p14:tracePt t="5917" x="3270250" y="1384300"/>
          <p14:tracePt t="5948" x="3321050" y="1390650"/>
          <p14:tracePt t="5979" x="3378200" y="1397000"/>
          <p14:tracePt t="6003" x="3403600" y="1409700"/>
          <p14:tracePt t="6017" x="3416300" y="1409700"/>
          <p14:tracePt t="6050" x="3441700" y="1416050"/>
          <p14:tracePt t="7409" x="3435350" y="1409700"/>
          <p14:tracePt t="7457" x="3384550" y="1384300"/>
          <p14:tracePt t="7491" x="3251200" y="1339850"/>
          <p14:tracePt t="7524" x="3022600" y="1282700"/>
          <p14:tracePt t="7557" x="2774950" y="1231900"/>
          <p14:tracePt t="7590" x="2457450" y="1193800"/>
          <p14:tracePt t="7624" x="2311400" y="1174750"/>
          <p14:tracePt t="7657" x="2228850" y="1174750"/>
          <p14:tracePt t="7690" x="2203450" y="1174750"/>
          <p14:tracePt t="7723" x="2190750" y="1174750"/>
          <p14:tracePt t="7789" x="2184400" y="1181100"/>
          <p14:tracePt t="7856" x="2197100" y="1187450"/>
          <p14:tracePt t="7922" x="2197100" y="1193800"/>
          <p14:tracePt t="9154" x="2222500" y="1231900"/>
          <p14:tracePt t="9185" x="2273300" y="1270000"/>
          <p14:tracePt t="9206" x="2298700" y="1289050"/>
          <p14:tracePt t="9238" x="2336800" y="1301750"/>
          <p14:tracePt t="9270" x="2381250" y="1314450"/>
          <p14:tracePt t="9301" x="2413000" y="1327150"/>
          <p14:tracePt t="9337" x="2444750" y="1333500"/>
          <p14:tracePt t="9370" x="2482850" y="1333500"/>
          <p14:tracePt t="9401" x="2520950" y="1333500"/>
          <p14:tracePt t="9423" x="2559050" y="1333500"/>
          <p14:tracePt t="9455" x="2571750" y="1333500"/>
          <p14:tracePt t="9487" x="2578100" y="1333500"/>
          <p14:tracePt t="9522" x="2578100" y="1339850"/>
          <p14:tracePt t="9554" x="2571750" y="1339850"/>
          <p14:tracePt t="9586" x="2546350" y="1339850"/>
          <p14:tracePt t="9622" x="2495550" y="1333500"/>
          <p14:tracePt t="9654" x="2343150" y="1301750"/>
          <p14:tracePt t="9671" x="2305050" y="1295400"/>
          <p14:tracePt t="9702" x="2152650" y="1276350"/>
          <p14:tracePt t="9723" x="2095500" y="1257300"/>
          <p14:tracePt t="9754" x="2044700" y="1257300"/>
          <p14:tracePt t="9832" x="2057400" y="1263650"/>
          <p14:tracePt t="9856" x="2076450" y="1263650"/>
          <p14:tracePt t="9887" x="2082800" y="1263650"/>
          <p14:tracePt t="9916" x="2101850" y="1263650"/>
          <p14:tracePt t="9934" x="2114550" y="1263650"/>
          <p14:tracePt t="9955" x="2139950" y="1263650"/>
          <p14:tracePt t="9987" x="2254250" y="1257300"/>
          <p14:tracePt t="10032" x="2457450" y="1231900"/>
          <p14:tracePt t="10070" x="2698750" y="1181100"/>
          <p14:tracePt t="10103" x="2844800" y="1168400"/>
          <p14:tracePt t="10148" x="2921000" y="1149350"/>
          <p14:tracePt t="10186" x="2933700" y="1149350"/>
          <p14:tracePt t="10217" x="2952750" y="1136650"/>
          <p14:tracePt t="13010" x="2927350" y="1174750"/>
          <p14:tracePt t="13045" x="2882900" y="1238250"/>
          <p14:tracePt t="13076" x="2806700" y="1333500"/>
          <p14:tracePt t="13107" x="2686050" y="1479550"/>
          <p14:tracePt t="13138" x="2622550" y="1568450"/>
          <p14:tracePt t="13161" x="2552700" y="1663700"/>
          <p14:tracePt t="13192" x="2438400" y="1885950"/>
          <p14:tracePt t="13237" x="2336800" y="2108200"/>
          <p14:tracePt t="13287" x="2184400" y="2425700"/>
          <p14:tracePt t="13309" x="2139950" y="2527300"/>
          <p14:tracePt t="13339" x="2089150" y="2660650"/>
          <p14:tracePt t="13370" x="2044700" y="2806700"/>
          <p14:tracePt t="13394" x="1981200" y="2965450"/>
          <p14:tracePt t="13437" x="1936750" y="3117850"/>
          <p14:tracePt t="13470" x="1905000" y="3232150"/>
          <p14:tracePt t="13494" x="1841500" y="3371850"/>
          <p14:tracePt t="13536" x="1828800" y="3397250"/>
          <p14:tracePt t="14483" x="1847850" y="3422650"/>
          <p14:tracePt t="14517" x="1898650" y="3467100"/>
          <p14:tracePt t="14536" x="1911350" y="3498850"/>
          <p14:tracePt t="14568" x="1924050" y="3511550"/>
          <p14:tracePt t="14599" x="1924050" y="3524250"/>
          <p14:tracePt t="14633" x="1943100" y="3536950"/>
          <p14:tracePt t="14683" x="1949450" y="3549650"/>
          <p14:tracePt t="14732" x="1955800" y="3562350"/>
          <p14:tracePt t="14765" x="1955800" y="3568700"/>
          <p14:tracePt t="15035" x="1955800" y="3549650"/>
          <p14:tracePt t="15065" x="1955800" y="3536950"/>
          <p14:tracePt t="15098" x="1949450" y="3479800"/>
          <p14:tracePt t="15134" x="1936750" y="3422650"/>
          <p14:tracePt t="15164" x="1917700" y="3352800"/>
          <p14:tracePt t="15198" x="1911350" y="3289300"/>
          <p14:tracePt t="15233" x="1911350" y="3251200"/>
          <p14:tracePt t="15264" x="1911350" y="3225800"/>
          <p14:tracePt t="15297" x="1911350" y="3206750"/>
          <p14:tracePt t="15333" x="1911350" y="3200400"/>
          <p14:tracePt t="15364" x="1911350" y="3194050"/>
          <p14:tracePt t="15413" x="1911350" y="3181350"/>
          <p14:tracePt t="15463" x="1911350" y="3168650"/>
          <p14:tracePt t="15496" x="1911350" y="3149600"/>
          <p14:tracePt t="15533" x="1911350" y="3117850"/>
          <p14:tracePt t="15549" x="1911350" y="3105150"/>
          <p14:tracePt t="15581" x="1917700" y="3092450"/>
          <p14:tracePt t="15632" x="1924050" y="3092450"/>
          <p14:tracePt t="15665" x="1930400" y="3092450"/>
          <p14:tracePt t="15696" x="1936750" y="3111500"/>
          <p14:tracePt t="15734" x="1968500" y="3168650"/>
          <p14:tracePt t="15764" x="2012950" y="3276600"/>
          <p14:tracePt t="15795" x="2063750" y="3390900"/>
          <p14:tracePt t="15816" x="2076450" y="3435350"/>
          <p14:tracePt t="15851" x="2095500" y="3486150"/>
          <p14:tracePt t="15880" x="2108200" y="3498850"/>
          <p14:tracePt t="15950" x="2114550" y="3498850"/>
          <p14:tracePt t="16011" x="2114550" y="3486150"/>
          <p14:tracePt t="16034" x="2114550" y="3473450"/>
          <p14:tracePt t="16049" x="2114550" y="3467100"/>
          <p14:tracePt t="16079" x="2114550" y="3409950"/>
          <p14:tracePt t="16111" x="2133600" y="3251200"/>
          <p14:tracePt t="16149" x="2171700" y="3067050"/>
          <p14:tracePt t="16182" x="2235200" y="2838450"/>
          <p14:tracePt t="16213" x="2260600" y="2711450"/>
          <p14:tracePt t="16260" x="2286000" y="2616200"/>
          <p14:tracePt t="16281" x="2298700" y="2584450"/>
          <p14:tracePt t="16313" x="2298700" y="2578100"/>
          <p14:tracePt t="16460" x="2298700" y="2584450"/>
          <p14:tracePt t="16512" x="2298700" y="2590800"/>
          <p14:tracePt t="16611" x="2298700" y="2597150"/>
          <p14:tracePt t="16659" x="2298700" y="2603500"/>
          <p14:tracePt t="16682" x="2298700" y="2609850"/>
          <p14:tracePt t="16742" x="2298700" y="2635250"/>
          <p14:tracePt t="16775" x="2305050" y="2705100"/>
          <p14:tracePt t="16813" x="2355850" y="2978150"/>
          <p14:tracePt t="16858" x="2406650" y="3352800"/>
          <p14:tracePt t="16882" x="2438400" y="3644900"/>
          <p14:tracePt t="16915" x="2457450" y="3917950"/>
          <p14:tracePt t="16958" x="2476500" y="4191000"/>
          <p14:tracePt t="16991" x="2495550" y="4368800"/>
          <p14:tracePt t="17015" x="2520950" y="4533900"/>
          <p14:tracePt t="17024" x="2520950" y="4584700"/>
          <p14:tracePt t="17058" x="2559050" y="4743450"/>
          <p14:tracePt t="17091" x="2565400" y="4876800"/>
          <p14:tracePt t="17114" x="2565400" y="5010150"/>
          <p14:tracePt t="17157" x="2565400" y="5156200"/>
          <p14:tracePt t="17191" x="2565400" y="5213350"/>
          <p14:tracePt t="17257" x="2565400" y="5219700"/>
          <p14:tracePt t="17324" x="2571750" y="5238750"/>
          <p14:tracePt t="17342" x="2571750" y="5245100"/>
          <p14:tracePt t="17373" x="2578100" y="5270500"/>
          <p14:tracePt t="17406" x="2584450" y="5334000"/>
          <p14:tracePt t="17456" x="2603500" y="5473700"/>
          <p14:tracePt t="17489" x="2628900" y="5556250"/>
          <p14:tracePt t="17523" x="2635250" y="5588000"/>
          <p14:tracePt t="17556" x="2647950" y="5613400"/>
          <p14:tracePt t="17589" x="2654300" y="5632450"/>
          <p14:tracePt t="17624" x="2667000" y="5638800"/>
          <p14:tracePt t="17655" x="2667000" y="5651500"/>
          <p14:tracePt t="18220" x="2667000" y="5664200"/>
          <p14:tracePt t="18254" x="2667000" y="5721350"/>
          <p14:tracePt t="18287" x="2660650" y="5759450"/>
          <p14:tracePt t="18320" x="2628900" y="5861050"/>
          <p14:tracePt t="18353" x="2616200" y="5943600"/>
          <p14:tracePt t="18386" x="2616200" y="6019800"/>
          <p14:tracePt t="18419" x="2609850" y="6083300"/>
          <p14:tracePt t="18453" x="2609850" y="6127750"/>
          <p14:tracePt t="18486" x="2609850" y="6159500"/>
          <p14:tracePt t="18522" x="2609850" y="6172200"/>
          <p14:tracePt t="18602" x="2609850" y="6165850"/>
          <p14:tracePt t="18968" x="2603500" y="5969000"/>
          <p14:tracePt t="19001" x="2597150" y="5549900"/>
          <p14:tracePt t="19023" x="2609850" y="5283200"/>
          <p14:tracePt t="19054" x="2641600" y="4851400"/>
          <p14:tracePt t="19084" x="2698750" y="4464050"/>
          <p14:tracePt t="19117" x="2730500" y="4006850"/>
          <p14:tracePt t="19139" x="2749550" y="3778250"/>
          <p14:tracePt t="19170" x="2768600" y="3511550"/>
          <p14:tracePt t="19200" x="2851150" y="3111500"/>
          <p14:tracePt t="19222" x="2882900" y="2978150"/>
          <p14:tracePt t="19253" x="2889250" y="2870200"/>
          <p14:tracePt t="19286" x="2895600" y="2819400"/>
          <p14:tracePt t="19316" x="2895600" y="2800350"/>
          <p14:tracePt t="19355" x="2889250" y="2768600"/>
          <p14:tracePt t="19390" x="2863850" y="2711450"/>
          <p14:tracePt t="19421" x="2825750" y="2647950"/>
          <p14:tracePt t="19454" x="2787650" y="2520950"/>
          <p14:tracePt t="19484" x="2743200" y="2381250"/>
          <p14:tracePt t="19516" x="2698750" y="2197100"/>
          <p14:tracePt t="19539" x="2660650" y="2076450"/>
          <p14:tracePt t="19570" x="2635250" y="1968500"/>
          <p14:tracePt t="19602" x="2597150" y="1790700"/>
          <p14:tracePt t="19649" x="2571750" y="1581150"/>
          <p14:tracePt t="19657" x="2571750" y="1498600"/>
          <p14:tracePt t="19686" x="2571750" y="1447800"/>
          <p14:tracePt t="19718" x="2584450" y="1409700"/>
          <p14:tracePt t="19739" x="2584450" y="1390650"/>
          <p14:tracePt t="19772" x="2590800" y="1365250"/>
          <p14:tracePt t="19803" x="2590800" y="1346200"/>
          <p14:tracePt t="19917" x="2590800" y="1339850"/>
          <p14:tracePt t="20695" x="2660650" y="1352550"/>
          <p14:tracePt t="20719" x="2794000" y="1358900"/>
          <p14:tracePt t="20747" x="2927350" y="1365250"/>
          <p14:tracePt t="20778" x="2984500" y="1358900"/>
          <p14:tracePt t="20811" x="3041650" y="1346200"/>
          <p14:tracePt t="20845" x="3067050" y="1339850"/>
          <p14:tracePt t="20878" x="3079750" y="1339850"/>
          <p14:tracePt t="20911" x="3092450" y="1333500"/>
          <p14:tracePt t="20944" x="3098800" y="1333500"/>
          <p14:tracePt t="21011" x="3098800" y="1339850"/>
          <p14:tracePt t="21066" x="3079750" y="1339850"/>
          <p14:tracePt t="21111" x="3009900" y="1339850"/>
          <p14:tracePt t="21129" x="2959100" y="1333500"/>
          <p14:tracePt t="21147" x="2838450" y="1320800"/>
          <p14:tracePt t="21177" x="2590800" y="1289050"/>
          <p14:tracePt t="21210" x="2355850" y="1231900"/>
          <p14:tracePt t="21244" x="2171700" y="1181100"/>
          <p14:tracePt t="21277" x="2057400" y="1155700"/>
          <p14:tracePt t="21310" x="1987550" y="1130300"/>
          <p14:tracePt t="21343" x="1968500" y="1123950"/>
          <p14:tracePt t="21376" x="1962150" y="1117600"/>
          <p14:tracePt t="21459" x="1981200" y="1123950"/>
          <p14:tracePt t="21493" x="1993900" y="1130300"/>
          <p14:tracePt t="21546" x="2025650" y="1136650"/>
          <p14:tracePt t="21576" x="2152650" y="1174750"/>
          <p14:tracePt t="21609" x="2286000" y="1200150"/>
          <p14:tracePt t="21645" x="2603500" y="1289050"/>
          <p14:tracePt t="21677" x="2838450" y="1339850"/>
          <p14:tracePt t="21709" x="3041650" y="1384300"/>
          <p14:tracePt t="21745" x="3111500" y="1390650"/>
          <p14:tracePt t="21775" x="3155950" y="1403350"/>
          <p14:tracePt t="21808" x="3187700" y="1403350"/>
          <p14:tracePt t="21874" x="3194050" y="1397000"/>
          <p14:tracePt t="21908" x="3194050" y="1384300"/>
          <p14:tracePt t="22245" x="3117850" y="1327150"/>
          <p14:tracePt t="22277" x="3003550" y="1238250"/>
          <p14:tracePt t="22307" x="2876550" y="1155700"/>
          <p14:tracePt t="22345" x="2755900" y="1066800"/>
          <p14:tracePt t="22377" x="2667000" y="1003300"/>
          <p14:tracePt t="22409" x="2622550" y="933450"/>
          <p14:tracePt t="22430" x="2590800" y="895350"/>
          <p14:tracePt t="22460" x="2559050" y="844550"/>
          <p14:tracePt t="22492" x="2552700" y="825500"/>
          <p14:tracePt t="22522" x="2552700" y="819150"/>
          <p14:tracePt t="22561" x="2552700" y="825500"/>
          <p14:tracePt t="22593" x="2559050" y="831850"/>
          <p14:tracePt t="22622" x="2559050" y="838200"/>
          <p14:tracePt t="22661" x="2565400" y="844550"/>
          <p14:tracePt t="22678" x="2571750" y="844550"/>
          <p14:tracePt t="22707" x="2571750" y="857250"/>
          <p14:tracePt t="22755" x="2584450" y="863600"/>
          <p14:tracePt t="22775" x="2590800" y="869950"/>
          <p14:tracePt t="22807" x="2597150" y="882650"/>
          <p14:tracePt t="22854" x="2654300" y="958850"/>
          <p14:tracePt t="22878" x="2711450" y="1028700"/>
          <p14:tracePt t="22909" x="2857500" y="1174750"/>
          <p14:tracePt t="22938" x="3022600" y="1352550"/>
          <p14:tracePt t="22961" x="3130550" y="1485900"/>
          <p14:tracePt t="22992" x="3333750" y="1758950"/>
          <p14:tracePt t="23023" x="3613150" y="2298700"/>
          <p14:tracePt t="23070" x="3829050" y="3054350"/>
          <p14:tracePt t="23109" x="3867150" y="3308350"/>
          <p14:tracePt t="23138" x="3867150" y="3352800"/>
          <p14:tracePt t="23524" x="3822700" y="3232150"/>
          <p14:tracePt t="23568" x="3689350" y="2901950"/>
          <p14:tracePt t="23602" x="3587750" y="2660650"/>
          <p14:tracePt t="23626" x="3517900" y="2501900"/>
          <p14:tracePt t="23653" x="3365500" y="2279650"/>
          <p14:tracePt t="23685" x="3168650" y="2012950"/>
          <p14:tracePt t="23704" x="3130550" y="1955800"/>
          <p14:tracePt t="23725" x="3048000" y="1778000"/>
          <p14:tracePt t="23768" x="2908300" y="1454150"/>
          <p14:tracePt t="23801" x="2787650" y="1244600"/>
          <p14:tracePt t="23834" x="2736850" y="1162050"/>
          <p14:tracePt t="23868" x="2692400" y="1092200"/>
          <p14:tracePt t="23901" x="2667000" y="1047750"/>
          <p14:tracePt t="23934" x="2635250" y="1035050"/>
          <p14:tracePt t="23967" x="2609850" y="1028700"/>
          <p14:tracePt t="24001" x="2571750" y="1028700"/>
          <p14:tracePt t="24033" x="2533650" y="1028700"/>
          <p14:tracePt t="24067" x="2501900" y="1041400"/>
          <p14:tracePt t="24100" x="2495550" y="1054100"/>
          <p14:tracePt t="24133" x="2489200" y="1073150"/>
          <p14:tracePt t="24166" x="2470150" y="1111250"/>
          <p14:tracePt t="24199" x="2432050" y="1200150"/>
          <p14:tracePt t="24219" x="2400300" y="1263650"/>
          <p14:tracePt t="24250" x="2381250" y="1314450"/>
          <p14:tracePt t="24283" x="2368550" y="1358900"/>
          <p14:tracePt t="24333" x="2381250" y="1358900"/>
          <p14:tracePt t="24366" x="2393950" y="1358900"/>
          <p14:tracePt t="24399" x="2425700" y="1352550"/>
          <p14:tracePt t="24432" x="2508250" y="1320800"/>
          <p14:tracePt t="24465" x="2635250" y="1295400"/>
          <p14:tracePt t="24499" x="2813050" y="1270000"/>
          <p14:tracePt t="24517" x="2832100" y="1263650"/>
          <p14:tracePt t="24551" x="2889250" y="1263650"/>
          <p14:tracePt t="24581" x="2895600" y="1263650"/>
          <p14:tracePt t="24631" x="2876550" y="1257300"/>
          <p14:tracePt t="24664" x="2851150" y="1250950"/>
          <p14:tracePt t="24698" x="2781300" y="1231900"/>
          <p14:tracePt t="24718" x="2724150" y="1212850"/>
          <p14:tracePt t="24749" x="2635250" y="1174750"/>
          <p14:tracePt t="24781" x="2463800" y="1085850"/>
          <p14:tracePt t="24814" x="2374900" y="1041400"/>
          <p14:tracePt t="24835" x="2349500" y="1028700"/>
          <p14:tracePt t="24867" x="2336800" y="1016000"/>
          <p14:tracePt t="24930" x="2336800" y="1009650"/>
          <p14:tracePt t="24997" x="2343150" y="1009650"/>
          <p14:tracePt t="25030" x="2349500" y="1009650"/>
          <p14:tracePt t="25052" x="2362200" y="1009650"/>
          <p14:tracePt t="25082" x="2374900" y="1009650"/>
          <p14:tracePt t="25113" x="2444750" y="1028700"/>
          <p14:tracePt t="25149" x="2622550" y="1054100"/>
          <p14:tracePt t="25182" x="2933700" y="1130300"/>
          <p14:tracePt t="25213" x="3143250" y="1174750"/>
          <p14:tracePt t="25232" x="3194050" y="1174750"/>
          <p14:tracePt t="26132" x="3321050" y="1212850"/>
          <p14:tracePt t="26176" x="3721100" y="1352550"/>
          <p14:tracePt t="26200" x="3917950" y="1416050"/>
          <p14:tracePt t="26231" x="4216400" y="1485900"/>
          <p14:tracePt t="26260" x="4552950" y="1549400"/>
          <p14:tracePt t="26292" x="4883150" y="1593850"/>
          <p14:tracePt t="26316" x="5232400" y="1657350"/>
          <p14:tracePt t="26359" x="5632450" y="1727200"/>
          <p14:tracePt t="26392" x="5918200" y="1790700"/>
          <p14:tracePt t="26416" x="6057900" y="1841500"/>
          <p14:tracePt t="26458" x="6083300" y="1892300"/>
          <p14:tracePt t="26890" x="6134100" y="1841500"/>
          <p14:tracePt t="26923" x="6223000" y="1778000"/>
          <p14:tracePt t="26957" x="6318250" y="1701800"/>
          <p14:tracePt t="26990" x="6419850" y="1612900"/>
          <p14:tracePt t="27023" x="6483350" y="1555750"/>
          <p14:tracePt t="27057" x="6534150" y="1498600"/>
          <p14:tracePt t="27090" x="6597650" y="1441450"/>
          <p14:tracePt t="27123" x="6642100" y="1409700"/>
          <p14:tracePt t="27157" x="6692900" y="1371600"/>
          <p14:tracePt t="27175" x="6705600" y="1358900"/>
          <p14:tracePt t="27197" x="6724650" y="1358900"/>
          <p14:tracePt t="27230" x="6756400" y="1346200"/>
          <p14:tracePt t="27273" x="6769100" y="1339850"/>
          <p14:tracePt t="27292" x="6788150" y="1339850"/>
          <p14:tracePt t="27322" x="6800850" y="1346200"/>
          <p14:tracePt t="28156" x="6858000" y="1346200"/>
          <p14:tracePt t="28186" x="6921500" y="1346200"/>
          <p14:tracePt t="28219" x="7029450" y="1346200"/>
          <p14:tracePt t="28240" x="7099300" y="1346200"/>
          <p14:tracePt t="28272" x="7219950" y="1346200"/>
          <p14:tracePt t="28288" x="7251700" y="1346200"/>
          <p14:tracePt t="28319" x="7308850" y="1346200"/>
          <p14:tracePt t="28355" x="7385050" y="1346200"/>
          <p14:tracePt t="28385" x="7423150" y="1346200"/>
          <p14:tracePt t="28435" x="7467600" y="1365250"/>
          <p14:tracePt t="29204" x="7435850" y="1358900"/>
          <p14:tracePt t="29237" x="7302500" y="1314450"/>
          <p14:tracePt t="29266" x="7175500" y="1270000"/>
          <p14:tracePt t="29304" x="7061200" y="1238250"/>
          <p14:tracePt t="29336" x="6946900" y="1219200"/>
          <p14:tracePt t="29382" x="6819900" y="1219200"/>
          <p14:tracePt t="29406" x="6750050" y="1231900"/>
          <p14:tracePt t="29436" x="6699250" y="1231900"/>
          <p14:tracePt t="29465" x="6635750" y="1238250"/>
          <p14:tracePt t="29489" x="6604000" y="1238250"/>
          <p14:tracePt t="29522" x="6578600" y="1244600"/>
          <p14:tracePt t="29564" x="6559550" y="1250950"/>
          <p14:tracePt t="29647" x="6565900" y="1257300"/>
          <p14:tracePt t="29681" x="6572250" y="1257300"/>
          <p14:tracePt t="29714" x="6584950" y="1257300"/>
          <p14:tracePt t="29747" x="6597650" y="1263650"/>
          <p14:tracePt t="29780" x="6629400" y="1276350"/>
          <p14:tracePt t="29814" x="6756400" y="1308100"/>
          <p14:tracePt t="29837" x="6877050" y="1333500"/>
          <p14:tracePt t="29880" x="7213600" y="1371600"/>
          <p14:tracePt t="29913" x="7346950" y="1384300"/>
          <p14:tracePt t="29938" x="7410450" y="1384300"/>
          <p14:tracePt t="29965" x="7423150" y="1384300"/>
          <p14:tracePt t="29996" x="7442200" y="1390650"/>
          <p14:tracePt t="30029" x="7448550" y="1409700"/>
          <p14:tracePt t="30843" x="7410450" y="1409700"/>
          <p14:tracePt t="30877" x="7391400" y="1397000"/>
          <p14:tracePt t="30910" x="7391400" y="1390650"/>
          <p14:tracePt t="30943" x="7416800" y="1384300"/>
          <p14:tracePt t="30977" x="7435850" y="1384300"/>
          <p14:tracePt t="31010" x="7461250" y="1397000"/>
          <p14:tracePt t="31060" x="7562850" y="1409700"/>
          <p14:tracePt t="31109" x="7727950" y="1428750"/>
          <p14:tracePt t="31142" x="7874000" y="1441450"/>
          <p14:tracePt t="31163" x="7994650" y="1460500"/>
          <p14:tracePt t="31195" x="8166100" y="1460500"/>
          <p14:tracePt t="31225" x="8223250" y="1460500"/>
          <p14:tracePt t="31265" x="8280400" y="1460500"/>
          <p14:tracePt t="31294" x="8305800" y="1454150"/>
          <p14:tracePt t="31325" x="8312150" y="1454150"/>
          <p14:tracePt t="31344" x="8318500" y="1454150"/>
          <p14:tracePt t="31379" x="8324850" y="1447800"/>
          <p14:tracePt t="31411" x="8331200" y="1435100"/>
          <p14:tracePt t="31494" x="8343900" y="1435100"/>
          <p14:tracePt t="31541" x="8356600" y="1435100"/>
          <p14:tracePt t="31580" x="8394700" y="1416050"/>
          <p14:tracePt t="31609" x="8464550" y="1397000"/>
          <p14:tracePt t="31641" x="8540750" y="1365250"/>
          <p14:tracePt t="31664" x="8623300" y="1346200"/>
          <p14:tracePt t="31695" x="8680450" y="1327150"/>
          <p14:tracePt t="31727" x="8705850" y="1314450"/>
          <p14:tracePt t="31773" x="8718550" y="1314450"/>
          <p14:tracePt t="33003" x="8674100" y="1314450"/>
          <p14:tracePt t="33036" x="8604250" y="1308100"/>
          <p14:tracePt t="33070" x="8496300" y="1308100"/>
          <p14:tracePt t="33102" x="8420100" y="1320800"/>
          <p14:tracePt t="33135" x="8350250" y="1333500"/>
          <p14:tracePt t="33169" x="8261350" y="1346200"/>
          <p14:tracePt t="33202" x="8102600" y="1352550"/>
          <p14:tracePt t="33236" x="7956550" y="1352550"/>
          <p14:tracePt t="33268" x="7791450" y="1352550"/>
          <p14:tracePt t="33302" x="7556500" y="1352550"/>
          <p14:tracePt t="33335" x="7404100" y="1352550"/>
          <p14:tracePt t="33368" x="7270750" y="1333500"/>
          <p14:tracePt t="33387" x="7194550" y="1327150"/>
          <p14:tracePt t="33418" x="7042150" y="1301750"/>
          <p14:tracePt t="33451" x="6965950" y="1276350"/>
          <p14:tracePt t="33485" x="6864350" y="1244600"/>
          <p14:tracePt t="33518" x="6813550" y="1231900"/>
          <p14:tracePt t="33551" x="6775450" y="1219200"/>
          <p14:tracePt t="33569" x="6762750" y="1219200"/>
          <p14:tracePt t="33601" x="6731000" y="1219200"/>
          <p14:tracePt t="33634" x="6718300" y="1225550"/>
          <p14:tracePt t="34215" x="6648450" y="1225550"/>
          <p14:tracePt t="34248" x="6553200" y="1225550"/>
          <p14:tracePt t="34270" x="6496050" y="1225550"/>
          <p14:tracePt t="34301" x="6426200" y="1225550"/>
          <p14:tracePt t="34332" x="6362700" y="1225550"/>
          <p14:tracePt t="34370" x="6337300" y="1231900"/>
          <p14:tracePt t="34402" x="6318250" y="1244600"/>
          <p14:tracePt t="34433" x="6311900" y="1250950"/>
          <p14:tracePt t="34470" x="6311900" y="1270000"/>
          <p14:tracePt t="34502" x="6330950" y="1282700"/>
          <p14:tracePt t="34534" x="6350000" y="1289050"/>
          <p14:tracePt t="34569" x="6375400" y="1295400"/>
          <p14:tracePt t="34601" x="6413500" y="1308100"/>
          <p14:tracePt t="34633" x="6515100" y="1308100"/>
          <p14:tracePt t="34669" x="6654800" y="1308100"/>
          <p14:tracePt t="34702" x="6845300" y="1314450"/>
          <p14:tracePt t="34733" x="6991350" y="1314450"/>
          <p14:tracePt t="34754" x="7061200" y="1320800"/>
          <p14:tracePt t="34787" x="7086600" y="1320800"/>
          <p14:tracePt t="34832" x="7086600" y="1333500"/>
          <p14:tracePt t="34879" x="7092950" y="1339850"/>
          <p14:tracePt t="35311" x="7194550" y="1320800"/>
          <p14:tracePt t="35335" x="7289800" y="1301750"/>
          <p14:tracePt t="35378" x="7467600" y="1301750"/>
          <p14:tracePt t="35402" x="7626350" y="1301750"/>
          <p14:tracePt t="35419" x="7727950" y="1301750"/>
          <p14:tracePt t="35449" x="7835900" y="1295400"/>
          <p14:tracePt t="35478" x="7924800" y="1282700"/>
          <p14:tracePt t="35511" x="7975600" y="1282700"/>
          <p14:tracePt t="35549" x="7988300" y="1282700"/>
          <p14:tracePt t="35594" x="8001000" y="1282700"/>
          <p14:tracePt t="35677" x="7994650" y="1282700"/>
          <p14:tracePt t="36225" x="7937500" y="1276350"/>
          <p14:tracePt t="36258" x="7613650" y="1212850"/>
          <p14:tracePt t="36291" x="7270750" y="1149350"/>
          <p14:tracePt t="36324" x="6223000" y="984250"/>
          <p14:tracePt t="36358" x="5283200" y="889000"/>
          <p14:tracePt t="36391" x="4267200" y="895350"/>
          <p14:tracePt t="36424" x="3784600" y="908050"/>
          <p14:tracePt t="36443" x="3581400" y="901700"/>
          <p14:tracePt t="36476" x="3403600" y="876300"/>
          <p14:tracePt t="36507" x="3346450" y="857250"/>
          <p14:tracePt t="36540" x="3251200" y="825500"/>
          <p14:tracePt t="36574" x="3162300" y="755650"/>
          <p14:tracePt t="37055" x="3225800" y="838200"/>
          <p14:tracePt t="37089" x="3327400" y="920750"/>
          <p14:tracePt t="37122" x="3441700" y="990600"/>
          <p14:tracePt t="37155" x="3657600" y="1073150"/>
          <p14:tracePt t="37188" x="3835400" y="1123950"/>
          <p14:tracePt t="37222" x="4006850" y="1193800"/>
          <p14:tracePt t="37240" x="4038600" y="1206500"/>
          <p14:tracePt t="37257" x="4108450" y="1212850"/>
          <p14:tracePt t="37290" x="4216400" y="1225550"/>
          <p14:tracePt t="37321" x="4419600" y="1250950"/>
          <p14:tracePt t="37354" x="4514850" y="1257300"/>
          <p14:tracePt t="37957" x="4743450" y="1238250"/>
          <p14:tracePt t="37990" x="4997450" y="1193800"/>
          <p14:tracePt t="38022" x="5556250" y="1168400"/>
          <p14:tracePt t="38052" x="5930900" y="1143000"/>
          <p14:tracePt t="38090" x="6483350" y="1136650"/>
          <p14:tracePt t="38106" x="6597650" y="1123950"/>
          <p14:tracePt t="38137" x="6673850" y="1117600"/>
          <p14:tracePt t="38159" x="6737350" y="1117600"/>
          <p14:tracePt t="38189" x="6781800" y="1117600"/>
          <p14:tracePt t="38238" x="6826250" y="1117600"/>
          <p14:tracePt t="38253" x="6832600" y="1117600"/>
          <p14:tracePt t="38291" x="6858000" y="1123950"/>
          <p14:tracePt t="38322" x="6902450" y="1123950"/>
          <p14:tracePt t="38354" x="6908800" y="1104900"/>
          <p14:tracePt t="38738" x="6838950" y="1117600"/>
          <p14:tracePt t="38783" x="6546850" y="1206500"/>
          <p14:tracePt t="38816" x="6388100" y="1257300"/>
          <p14:tracePt t="38840" x="6292850" y="1270000"/>
          <p14:tracePt t="38882" x="6261100" y="1276350"/>
          <p14:tracePt t="38932" x="6248400" y="1282700"/>
          <p14:tracePt t="38982" x="6248400" y="1289050"/>
          <p14:tracePt t="39032" x="6254750" y="1289050"/>
          <p14:tracePt t="39081" x="6254750" y="1295400"/>
          <p14:tracePt t="39131" x="6261100" y="1295400"/>
          <p14:tracePt t="39155" x="6267450" y="1295400"/>
          <p14:tracePt t="39183" x="6280150" y="1295400"/>
          <p14:tracePt t="39215" x="6292850" y="1295400"/>
          <p14:tracePt t="39248" x="6324600" y="1295400"/>
          <p14:tracePt t="39281" x="6388100" y="1295400"/>
          <p14:tracePt t="39314" x="6521450" y="1308100"/>
          <p14:tracePt t="39348" x="6648450" y="1327150"/>
          <p14:tracePt t="39366" x="6750050" y="1327150"/>
          <p14:tracePt t="39397" x="6838950" y="1308100"/>
          <p14:tracePt t="41180" x="6838950" y="1320800"/>
          <p14:tracePt t="41214" x="6826250" y="1333500"/>
          <p14:tracePt t="41241" x="6819900" y="1339850"/>
          <p14:tracePt t="41274" x="6807200" y="1352550"/>
          <p14:tracePt t="41310" x="6800850" y="1358900"/>
          <p14:tracePt t="41407" x="6794500" y="1365250"/>
          <p14:tracePt t="41673" x="6794500" y="1352550"/>
          <p14:tracePt t="41706" x="6794500" y="1346200"/>
          <p14:tracePt t="41789" x="6762750" y="1339850"/>
          <p14:tracePt t="41822" x="6750050" y="1333500"/>
          <p14:tracePt t="41855" x="6737350" y="1333500"/>
          <p14:tracePt t="41889" x="6648450" y="1301750"/>
          <p14:tracePt t="41922" x="6534150" y="1263650"/>
          <p14:tracePt t="41955" x="6426200" y="1231900"/>
          <p14:tracePt t="41974" x="6356350" y="1225550"/>
          <p14:tracePt t="42005" x="6248400" y="1212850"/>
          <p14:tracePt t="42038" x="6178550" y="1200150"/>
          <p14:tracePt t="42071" x="6108700" y="1193800"/>
          <p14:tracePt t="42105" x="6102350" y="1193800"/>
          <p14:tracePt t="42171" x="6102350" y="1219200"/>
          <p14:tracePt t="42204" x="6102350" y="1231900"/>
          <p14:tracePt t="42819" x="6070600" y="1250950"/>
          <p14:tracePt t="42852" x="6000750" y="1263650"/>
          <p14:tracePt t="42888" x="5899150" y="1327150"/>
          <p14:tracePt t="42921" x="5765800" y="1397000"/>
          <p14:tracePt t="42952" x="5486400" y="1492250"/>
          <p14:tracePt t="42970" x="5403850" y="1524000"/>
          <p14:tracePt t="42989" x="5270500" y="1574800"/>
          <p14:tracePt t="43021" x="5080000" y="1638300"/>
          <p14:tracePt t="43052" x="4832350" y="1733550"/>
          <p14:tracePt t="43090" x="4648200" y="1790700"/>
          <p14:tracePt t="43122" x="4483100" y="1822450"/>
          <p14:tracePt t="43151" x="4425950" y="1828800"/>
          <p14:tracePt t="43175" x="4343400" y="1847850"/>
          <p14:tracePt t="43206" x="4197350" y="1898650"/>
          <p14:tracePt t="43237" x="4121150" y="1936750"/>
          <p14:tracePt t="43267" x="4006850" y="2032000"/>
          <p14:tracePt t="43306" x="3746500" y="2273300"/>
          <p14:tracePt t="43338" x="3397250" y="2590800"/>
          <p14:tracePt t="43352" x="3302000" y="2667000"/>
          <p14:tracePt t="43400" x="3048000" y="2863850"/>
          <p14:tracePt t="43915" x="2984500" y="2800350"/>
          <p14:tracePt t="43954" x="2876550" y="2686050"/>
          <p14:tracePt t="43970" x="2755900" y="2578100"/>
          <p14:tracePt t="44000" x="2559050" y="2400300"/>
          <p14:tracePt t="44031" x="2393950" y="2235200"/>
          <p14:tracePt t="44055" x="2241550" y="2101850"/>
          <p14:tracePt t="44071" x="2209800" y="2063750"/>
          <p14:tracePt t="44114" x="2120900" y="1968500"/>
          <p14:tracePt t="44138" x="2089150" y="1924050"/>
          <p14:tracePt t="44171" x="2012950" y="1797050"/>
          <p14:tracePt t="44199" x="1974850" y="1695450"/>
          <p14:tracePt t="44231" x="1936750" y="1612900"/>
          <p14:tracePt t="44264" x="1898650" y="1517650"/>
          <p14:tracePt t="44297" x="1879600" y="1454150"/>
          <p14:tracePt t="44330" x="1847850" y="1390650"/>
          <p14:tracePt t="44364" x="1835150" y="1346200"/>
          <p14:tracePt t="44396" x="1828800" y="1320800"/>
          <p14:tracePt t="44430" x="1822450" y="1301750"/>
          <p14:tracePt t="44464" x="1809750" y="1295400"/>
          <p14:tracePt t="44514" x="1803400" y="1282700"/>
          <p14:tracePt t="44552" x="1803400" y="1276350"/>
          <p14:tracePt t="44584" x="1797050" y="1263650"/>
          <p14:tracePt t="44615" x="1797050" y="1250950"/>
          <p14:tracePt t="44648" x="1790700" y="1238250"/>
          <p14:tracePt t="44679" x="1784350" y="1219200"/>
          <p14:tracePt t="44712" x="1765300" y="1174750"/>
          <p14:tracePt t="44745" x="1746250" y="1143000"/>
          <p14:tracePt t="44769" x="1739900" y="1130300"/>
          <p14:tracePt t="44800" x="1727200" y="1123950"/>
          <p14:tracePt t="44831" x="1720850" y="1123950"/>
          <p14:tracePt t="45033" x="1720850" y="1130300"/>
          <p14:tracePt t="45066" x="1739900" y="1136650"/>
          <p14:tracePt t="45097" x="1752600" y="1143000"/>
          <p14:tracePt t="45130" x="1860550" y="1187450"/>
          <p14:tracePt t="45161" x="2032000" y="1238250"/>
          <p14:tracePt t="45194" x="2235200" y="1308100"/>
          <p14:tracePt t="45227" x="2393950" y="1371600"/>
          <p14:tracePt t="45261" x="2495550" y="1409700"/>
          <p14:tracePt t="45293" x="2533650" y="1441450"/>
          <p14:tracePt t="45346" x="2540000" y="1441450"/>
          <p14:tracePt t="45396" x="2546350" y="1441450"/>
          <p14:tracePt t="45477" x="2546350" y="1435100"/>
          <p14:tracePt t="45526" x="2565400" y="1435100"/>
          <p14:tracePt t="45559" x="2584450" y="1435100"/>
          <p14:tracePt t="45581" x="2609850" y="1435100"/>
          <p14:tracePt t="45612" x="2660650" y="1416050"/>
          <p14:tracePt t="45648" x="2863850" y="1371600"/>
          <p14:tracePt t="45682" x="3073400" y="1333500"/>
          <p14:tracePt t="45710" x="3327400" y="1314450"/>
          <p14:tracePt t="45742" x="3587750" y="1295400"/>
          <p14:tracePt t="45775" x="3683000" y="1295400"/>
          <p14:tracePt t="45808" x="3797300" y="1289050"/>
          <p14:tracePt t="45842" x="3867150" y="1282700"/>
          <p14:tracePt t="45862" x="3911600" y="1282700"/>
          <p14:tracePt t="45897" x="3943350" y="1282700"/>
          <p14:tracePt t="45931" x="3962400" y="1289050"/>
          <p14:tracePt t="45991" x="3962400" y="1295400"/>
          <p14:tracePt t="46041" x="3962400" y="1301750"/>
          <p14:tracePt t="46129" x="3943350" y="1301750"/>
          <p14:tracePt t="46164" x="3835400" y="1276350"/>
          <p14:tracePt t="46195" x="3702050" y="1250950"/>
          <p14:tracePt t="46223" x="3403600" y="1174750"/>
          <p14:tracePt t="46257" x="2940050" y="1060450"/>
          <p14:tracePt t="46290" x="2667000" y="996950"/>
          <p14:tracePt t="46323" x="2457450" y="977900"/>
          <p14:tracePt t="46356" x="2298700" y="977900"/>
          <p14:tracePt t="46395" x="2203450" y="977900"/>
          <p14:tracePt t="46427" x="2146300" y="977900"/>
          <p14:tracePt t="46461" x="2108200" y="984250"/>
          <p14:tracePt t="46478" x="2095500" y="984250"/>
          <p14:tracePt t="46508" x="2063750" y="996950"/>
          <p14:tracePt t="46539" x="2044700" y="1003300"/>
          <p14:tracePt t="46572" x="2038350" y="1016000"/>
          <p14:tracePt t="46639" x="2025650" y="1028700"/>
          <p14:tracePt t="46661" x="2025650" y="1035050"/>
          <p14:tracePt t="46691" x="2025650" y="1041400"/>
          <p14:tracePt t="46725" x="2019300" y="1060450"/>
          <p14:tracePt t="46771" x="2019300" y="1066800"/>
          <p14:tracePt t="46805" x="2019300" y="1079500"/>
          <p14:tracePt t="46838" x="2019300" y="1104900"/>
          <p14:tracePt t="46888" x="2032000" y="1155700"/>
          <p14:tracePt t="46926" x="2038350" y="1193800"/>
          <p14:tracePt t="46959" x="2057400" y="1219200"/>
          <p14:tracePt t="46993" x="2063750" y="1225550"/>
          <p14:tracePt t="47022" x="2082800" y="1250950"/>
          <p14:tracePt t="47054" x="2127250" y="1276350"/>
          <p14:tracePt t="47087" x="2171700" y="1308100"/>
          <p14:tracePt t="49102" x="2387600" y="1358900"/>
          <p14:tracePt t="49134" x="2749550" y="1409700"/>
          <p14:tracePt t="49163" x="2914650" y="1409700"/>
          <p14:tracePt t="49197" x="3244850" y="1416050"/>
          <p14:tracePt t="49215" x="3302000" y="1416050"/>
          <p14:tracePt t="49246" x="3505200" y="1403350"/>
          <p14:tracePt t="49280" x="3676650" y="1409700"/>
          <p14:tracePt t="49330" x="3835400" y="1416050"/>
          <p14:tracePt t="49353" x="3873500" y="1416050"/>
          <p14:tracePt t="49387" x="3905250" y="1416050"/>
          <p14:tracePt t="49414" x="3911600" y="1416050"/>
          <p14:tracePt t="49513" x="3905250" y="1409700"/>
          <p14:tracePt t="49547" x="3892550" y="1397000"/>
          <p14:tracePt t="49579" x="3854450" y="1365250"/>
          <p14:tracePt t="49612" x="3784600" y="1346200"/>
          <p14:tracePt t="49645" x="3606800" y="1289050"/>
          <p14:tracePt t="49678" x="3257550" y="1219200"/>
          <p14:tracePt t="49712" x="2927350" y="1168400"/>
          <p14:tracePt t="49745" x="2667000" y="1136650"/>
          <p14:tracePt t="49763" x="2546350" y="1117600"/>
          <p14:tracePt t="49794" x="2425700" y="1111250"/>
          <p14:tracePt t="49816" x="2381250" y="1111250"/>
          <p14:tracePt t="49866" x="2374900" y="1123950"/>
          <p14:tracePt t="49911" x="2374900" y="1130300"/>
          <p14:tracePt t="49994" x="2368550" y="1130300"/>
          <p14:tracePt t="50013" x="2355850" y="1123950"/>
          <p14:tracePt t="50043" x="2349500" y="1117600"/>
          <p14:tracePt t="50065" x="2343150" y="1111250"/>
          <p14:tracePt t="50096" x="2330450" y="1111250"/>
          <p14:tracePt t="50146" x="2317750" y="1104900"/>
          <p14:tracePt t="50194" x="2311400" y="1098550"/>
          <p14:tracePt t="50226" x="2305050" y="1098550"/>
          <p14:tracePt t="50259" x="2298700" y="1098550"/>
          <p14:tracePt t="50309" x="2286000" y="1092200"/>
          <p14:tracePt t="50348" x="2279650" y="1092200"/>
          <p14:tracePt t="50398" x="2279650" y="1085850"/>
          <p14:tracePt t="50433" x="2279650" y="1073150"/>
          <p14:tracePt t="50460" x="2273300" y="1060450"/>
          <p14:tracePt t="50492" x="2260600" y="1047750"/>
          <p14:tracePt t="50526" x="2254250" y="1041400"/>
          <p14:tracePt t="50560" x="2241550" y="1022350"/>
          <p14:tracePt t="50597" x="2228850" y="1009650"/>
          <p14:tracePt t="50629" x="2197100" y="984250"/>
          <p14:tracePt t="50661" x="2178050" y="958850"/>
          <p14:tracePt t="50696" x="2171700" y="958850"/>
          <p14:tracePt t="50726" x="2165350" y="958850"/>
          <p14:tracePt t="50758" x="2159000" y="952500"/>
          <p14:tracePt t="50791" x="2152650" y="946150"/>
          <p14:tracePt t="50824" x="2139950" y="939800"/>
          <p14:tracePt t="51007" x="2139950" y="946150"/>
          <p14:tracePt t="51026" x="2139950" y="952500"/>
          <p14:tracePt t="51090" x="2139950" y="965200"/>
          <p14:tracePt t="51140" x="2146300" y="971550"/>
          <p14:tracePt t="51176" x="2159000" y="984250"/>
          <p14:tracePt t="51225" x="2171700" y="990600"/>
          <p14:tracePt t="51289" x="2178050" y="996950"/>
          <p14:tracePt t="51322" x="2190750" y="1009650"/>
          <p14:tracePt t="51372" x="2203450" y="1028700"/>
          <p14:tracePt t="51406" x="2203450" y="1041400"/>
          <p14:tracePt t="52684" x="2254250" y="1073150"/>
          <p14:tracePt t="52706" x="2317750" y="1098550"/>
          <p14:tracePt t="52737" x="2470150" y="1187450"/>
          <p14:tracePt t="52773" x="2635250" y="1263650"/>
          <p14:tracePt t="52808" x="2971800" y="1377950"/>
          <p14:tracePt t="52850" x="3333750" y="1479550"/>
          <p14:tracePt t="52884" x="3632200" y="1536700"/>
          <p14:tracePt t="52917" x="3956050" y="1574800"/>
          <p14:tracePt t="52950" x="4324350" y="1606550"/>
          <p14:tracePt t="52984" x="4565650" y="1606550"/>
          <p14:tracePt t="53017" x="4806950" y="1606550"/>
          <p14:tracePt t="53036" x="4864100" y="1606550"/>
          <p14:tracePt t="53067" x="4972050" y="1612900"/>
          <p14:tracePt t="53100" x="5080000" y="1612900"/>
          <p14:tracePt t="53133" x="5162550" y="1587500"/>
          <p14:tracePt t="53166" x="5175250" y="1562100"/>
          <p14:tracePt t="53199" x="5162550" y="1562100"/>
          <p14:tracePt t="53538" x="5302250" y="1549400"/>
          <p14:tracePt t="53569" x="5588000" y="1479550"/>
          <p14:tracePt t="53603" x="5949950" y="1422400"/>
          <p14:tracePt t="53633" x="6121400" y="1377950"/>
          <p14:tracePt t="53664" x="6356350" y="1358900"/>
          <p14:tracePt t="53698" x="6432550" y="1346200"/>
          <p14:tracePt t="53721" x="6502400" y="1346200"/>
          <p14:tracePt t="53755" x="6546850" y="1346200"/>
          <p14:tracePt t="53788" x="6597650" y="1346200"/>
          <p14:tracePt t="53821" x="6680200" y="1346200"/>
          <p14:tracePt t="53854" x="6756400" y="1327150"/>
          <p14:tracePt t="53882" x="6781800" y="1301750"/>
          <p14:tracePt t="53914" x="6800850" y="1295400"/>
          <p14:tracePt t="53947" x="6819900" y="1276350"/>
          <p14:tracePt t="54013" x="6819900" y="1270000"/>
          <p14:tracePt t="54268" x="6896100" y="1276350"/>
          <p14:tracePt t="54300" x="7016750" y="1276350"/>
          <p14:tracePt t="54331" x="7143750" y="1282700"/>
          <p14:tracePt t="54367" x="7289800" y="1282700"/>
          <p14:tracePt t="54400" x="7378700" y="1295400"/>
          <p14:tracePt t="54431" x="7442200" y="1314450"/>
          <p14:tracePt t="54464" x="7480300" y="1320800"/>
          <p14:tracePt t="54511" x="7499350" y="1320800"/>
          <p14:tracePt t="54545" x="7505700" y="1327150"/>
          <p14:tracePt t="54910" x="7486650" y="1327150"/>
          <p14:tracePt t="54943" x="7416800" y="1327150"/>
          <p14:tracePt t="54977" x="7308850" y="1314450"/>
          <p14:tracePt t="55010" x="7118350" y="1295400"/>
          <p14:tracePt t="55043" x="6953250" y="1289050"/>
          <p14:tracePt t="55062" x="6838950" y="1289050"/>
          <p14:tracePt t="55081" x="6731000" y="1289050"/>
          <p14:tracePt t="55115" x="6572250" y="1295400"/>
          <p14:tracePt t="55144" x="6464300" y="1308100"/>
          <p14:tracePt t="55179" x="6394450" y="1308100"/>
          <p14:tracePt t="55209" x="6375400" y="1308100"/>
          <p14:tracePt t="55541" x="6388100" y="1308100"/>
          <p14:tracePt t="55608" x="6400800" y="1308100"/>
          <p14:tracePt t="55629" x="6413500" y="1308100"/>
          <p14:tracePt t="55663" x="6426200" y="1308100"/>
          <p14:tracePt t="55713" x="6457950" y="1308100"/>
          <p14:tracePt t="55742" x="6515100" y="1308100"/>
          <p14:tracePt t="55774" x="6591300" y="1314450"/>
          <p14:tracePt t="55807" x="6673850" y="1314450"/>
          <p14:tracePt t="55840" x="6718300" y="1314450"/>
          <p14:tracePt t="55873" x="6724650" y="1314450"/>
          <p14:tracePt t="55894" x="6731000" y="1314450"/>
          <p14:tracePt t="55928" x="6737350" y="1314450"/>
          <p14:tracePt t="55973" x="6743700" y="1314450"/>
          <p14:tracePt t="56089" x="6750050" y="1314450"/>
          <p14:tracePt t="56113" x="6756400" y="1314450"/>
          <p14:tracePt t="56146" x="6788150" y="1320800"/>
          <p14:tracePt t="56177" x="6896100" y="1327150"/>
          <p14:tracePt t="56211" x="7226300" y="1327150"/>
          <p14:tracePt t="56241" x="7429500" y="1327150"/>
          <p14:tracePt t="56272" x="7702550" y="1308100"/>
          <p14:tracePt t="56290" x="7740650" y="1295400"/>
          <p14:tracePt t="56322" x="7816850" y="1276350"/>
          <p14:tracePt t="56355" x="7835900" y="1276350"/>
          <p14:tracePt t="56493" x="7848600" y="1276350"/>
          <p14:tracePt t="56526" x="7854950" y="1276350"/>
        </p14:tracePtLst>
      </p14:laserTraceLst>
    </p:ext>
  </p:extLs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cat vertebrates.py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54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60952">
        <p14:ripple/>
      </p:transition>
    </mc:Choice>
    <mc:Fallback xmlns="">
      <p:transition spd="slow" advTm="6095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60" x="7829550" y="1301750"/>
          <p14:tracePt t="594" x="7639050" y="1416050"/>
          <p14:tracePt t="612" x="7556500" y="1466850"/>
          <p14:tracePt t="634" x="7340600" y="1600200"/>
          <p14:tracePt t="665" x="6800850" y="1943100"/>
          <p14:tracePt t="699" x="6292850" y="2254250"/>
          <p14:tracePt t="731" x="5854700" y="2520950"/>
          <p14:tracePt t="760" x="5416550" y="2813050"/>
          <p14:tracePt t="793" x="4565650" y="3365500"/>
          <p14:tracePt t="826" x="4229100" y="3562350"/>
          <p14:tracePt t="859" x="4006850" y="3702050"/>
          <p14:tracePt t="892" x="3822700" y="3848100"/>
          <p14:tracePt t="914" x="3670300" y="3937000"/>
          <p14:tracePt t="945" x="3371850" y="4191000"/>
          <p14:tracePt t="981" x="3136900" y="4419600"/>
          <p14:tracePt t="1013" x="2908300" y="4660900"/>
          <p14:tracePt t="1042" x="2698750" y="4908550"/>
          <p14:tracePt t="1075" x="2470150" y="5226050"/>
          <p14:tracePt t="1109" x="2324100" y="5499100"/>
          <p14:tracePt t="1142" x="2292350" y="5607050"/>
          <p14:tracePt t="1160" x="2292350" y="5613400"/>
          <p14:tracePt t="1524" x="2260600" y="5626100"/>
          <p14:tracePt t="1557" x="2241550" y="5645150"/>
          <p14:tracePt t="1590" x="2184400" y="5676900"/>
          <p14:tracePt t="1623" x="2108200" y="5740400"/>
          <p14:tracePt t="1657" x="2019300" y="5772150"/>
          <p14:tracePt t="1678" x="1974850" y="5784850"/>
          <p14:tracePt t="1712" x="1911350" y="5810250"/>
          <p14:tracePt t="1728" x="1879600" y="5822950"/>
          <p14:tracePt t="1761" x="1847850" y="5842000"/>
          <p14:tracePt t="1794" x="1835150" y="5861050"/>
          <p14:tracePt t="1825" x="1828800" y="5873750"/>
          <p14:tracePt t="1939" x="1847850" y="5873750"/>
          <p14:tracePt t="1978" x="1854200" y="5886450"/>
          <p14:tracePt t="2010" x="1860550" y="5899150"/>
          <p14:tracePt t="2044" x="1873250" y="5905500"/>
          <p14:tracePt t="2073" x="1892300" y="5911850"/>
          <p14:tracePt t="2105" x="1930400" y="5949950"/>
          <p14:tracePt t="2138" x="1993900" y="5975350"/>
          <p14:tracePt t="2171" x="2057400" y="6000750"/>
          <p14:tracePt t="2205" x="2120900" y="6038850"/>
          <p14:tracePt t="2226" x="2159000" y="6057900"/>
          <p14:tracePt t="2260" x="2222500" y="6108700"/>
          <p14:tracePt t="2295" x="2273300" y="6159500"/>
          <p14:tracePt t="2328" x="2292350" y="6191250"/>
          <p14:tracePt t="2356" x="2298700" y="6203950"/>
          <p14:tracePt t="2387" x="2273300" y="6229350"/>
          <p14:tracePt t="2839" x="2203450" y="6197600"/>
          <p14:tracePt t="2872" x="2101850" y="6165850"/>
          <p14:tracePt t="2888" x="2051050" y="6153150"/>
          <p14:tracePt t="2919" x="1981200" y="6140450"/>
          <p14:tracePt t="2952" x="1930400" y="6134100"/>
          <p14:tracePt t="2976" x="1841500" y="6140450"/>
          <p14:tracePt t="3009" x="1765300" y="6146800"/>
          <p14:tracePt t="3042" x="1695450" y="6146800"/>
          <p14:tracePt t="3073" x="1612900" y="6134100"/>
          <p14:tracePt t="3090" x="1600200" y="6134100"/>
          <p14:tracePt t="3121" x="1568450" y="6127750"/>
          <p14:tracePt t="3154" x="1549400" y="6121400"/>
          <p14:tracePt t="3235" x="1568450" y="6121400"/>
          <p14:tracePt t="3284" x="1574800" y="6121400"/>
          <p14:tracePt t="3320" x="1587500" y="6121400"/>
          <p14:tracePt t="3353" x="1612900" y="6121400"/>
          <p14:tracePt t="3387" x="1727200" y="6115050"/>
          <p14:tracePt t="3419" x="1892300" y="6102350"/>
          <p14:tracePt t="3450" x="2120900" y="6102350"/>
          <p14:tracePt t="3484" x="2343150" y="6108700"/>
          <p14:tracePt t="3507" x="2444750" y="6115050"/>
          <p14:tracePt t="3540" x="2597150" y="6115050"/>
          <p14:tracePt t="3575" x="2628900" y="6115050"/>
          <p14:tracePt t="3607" x="2660650" y="6121400"/>
          <p14:tracePt t="3655" x="2667000" y="6121400"/>
          <p14:tracePt t="3766" x="2667000" y="6127750"/>
          <p14:tracePt t="4153" x="3054350" y="6115050"/>
          <p14:tracePt t="4183" x="3289300" y="6115050"/>
          <p14:tracePt t="4214" x="3454400" y="6115050"/>
          <p14:tracePt t="4248" x="3556000" y="6115050"/>
          <p14:tracePt t="4281" x="3625850" y="6115050"/>
          <p14:tracePt t="4314" x="3657600" y="6115050"/>
          <p14:tracePt t="4335" x="3689350" y="6115050"/>
          <p14:tracePt t="4369" x="3759200" y="6115050"/>
          <p14:tracePt t="4401" x="3835400" y="6115050"/>
          <p14:tracePt t="4422" x="3860800" y="6115050"/>
          <p14:tracePt t="4451" x="3873500" y="6108700"/>
          <p14:tracePt t="4480" x="3886200" y="6108700"/>
          <p14:tracePt t="4852" x="3879850" y="6108700"/>
          <p14:tracePt t="4883" x="3848100" y="6102350"/>
          <p14:tracePt t="4915" x="3778250" y="6096000"/>
          <p14:tracePt t="4945" x="3702050" y="6089650"/>
          <p14:tracePt t="4981" x="3441700" y="6070600"/>
          <p14:tracePt t="5015" x="3194050" y="6038850"/>
          <p14:tracePt t="5045" x="3079750" y="6019800"/>
          <p14:tracePt t="5084" x="3016250" y="6013450"/>
          <p14:tracePt t="5113" x="2984500" y="6013450"/>
          <p14:tracePt t="5145" x="2946400" y="6007100"/>
          <p14:tracePt t="5152" x="2933700" y="6007100"/>
          <p14:tracePt t="5182" x="2876550" y="6007100"/>
          <p14:tracePt t="5214" x="2813050" y="6000750"/>
          <p14:tracePt t="5244" x="2641600" y="5962650"/>
          <p14:tracePt t="5283" x="2495550" y="5937250"/>
          <p14:tracePt t="5315" x="2330450" y="5911850"/>
          <p14:tracePt t="5347" x="2241550" y="5905500"/>
          <p14:tracePt t="5368" x="2197100" y="5899150"/>
          <p14:tracePt t="5398" x="2120900" y="5892800"/>
          <p14:tracePt t="5430" x="2057400" y="5892800"/>
          <p14:tracePt t="5467" x="1993900" y="5911850"/>
          <p14:tracePt t="5500" x="1974850" y="5924550"/>
          <p14:tracePt t="5531" x="1949450" y="5924550"/>
          <p14:tracePt t="5548" x="1943100" y="5924550"/>
          <p14:tracePt t="6008" x="1866900" y="5924550"/>
          <p14:tracePt t="6047" x="1790700" y="5924550"/>
          <p14:tracePt t="6077" x="1670050" y="5918200"/>
          <p14:tracePt t="6108" x="1492250" y="5943600"/>
          <p14:tracePt t="6147" x="1397000" y="5962650"/>
          <p14:tracePt t="6176" x="1346200" y="5975350"/>
          <p14:tracePt t="6207" x="1333500" y="5994400"/>
          <p14:tracePt t="6231" x="1320800" y="5994400"/>
          <p14:tracePt t="6274" x="1301750" y="6000750"/>
          <p14:tracePt t="6340" x="1295400" y="6000750"/>
          <p14:tracePt t="6358" x="1295400" y="6007100"/>
          <p14:tracePt t="6423" x="1295400" y="6013450"/>
          <p14:tracePt t="6447" x="1301750" y="6019800"/>
          <p14:tracePt t="6490" x="1320800" y="6019800"/>
          <p14:tracePt t="6523" x="1327150" y="6019800"/>
          <p14:tracePt t="6556" x="1339850" y="6019800"/>
          <p14:tracePt t="6590" x="1428750" y="6026150"/>
          <p14:tracePt t="6623" x="1504950" y="6032500"/>
          <p14:tracePt t="6656" x="1701800" y="6064250"/>
          <p14:tracePt t="6690" x="1911350" y="6083300"/>
          <p14:tracePt t="6723" x="2108200" y="6083300"/>
          <p14:tracePt t="6741" x="2165350" y="6083300"/>
          <p14:tracePt t="6773" x="2209800" y="6089650"/>
          <p14:tracePt t="6806" x="2228850" y="6089650"/>
          <p14:tracePt t="6839" x="2254250" y="6089650"/>
          <p14:tracePt t="6872" x="2254250" y="6076950"/>
          <p14:tracePt t="7237" x="2171700" y="6057900"/>
          <p14:tracePt t="7273" x="1981200" y="6007100"/>
          <p14:tracePt t="7304" x="1809750" y="5962650"/>
          <p14:tracePt t="7337" x="1663700" y="5937250"/>
          <p14:tracePt t="7373" x="1498600" y="5918200"/>
          <p14:tracePt t="7403" x="1428750" y="5918200"/>
          <p14:tracePt t="7437" x="1384300" y="5924550"/>
          <p14:tracePt t="7473" x="1358900" y="5930900"/>
          <p14:tracePt t="7488" x="1346200" y="5937250"/>
          <p14:tracePt t="7521" x="1339850" y="5937250"/>
          <p14:tracePt t="7553" x="1320800" y="5937250"/>
          <p14:tracePt t="7603" x="1314450" y="5943600"/>
          <p14:tracePt t="7636" x="1301750" y="5943600"/>
          <p14:tracePt t="7688" x="1295400" y="5943600"/>
          <p14:tracePt t="7719" x="1289050" y="5943600"/>
          <p14:tracePt t="7752" x="1282700" y="5943600"/>
          <p14:tracePt t="7888" x="1289050" y="5943600"/>
          <p14:tracePt t="7951" x="1295400" y="5943600"/>
          <p14:tracePt t="8754" x="1358900" y="5956300"/>
          <p14:tracePt t="8784" x="1543050" y="5994400"/>
          <p14:tracePt t="8807" x="1778000" y="6038850"/>
          <p14:tracePt t="8837" x="1962150" y="6070600"/>
          <p14:tracePt t="8881" x="2343150" y="6178550"/>
          <p14:tracePt t="8915" x="2584450" y="6229350"/>
          <p14:tracePt t="8938" x="2711450" y="6235700"/>
          <p14:tracePt t="8966" x="2857500" y="6242050"/>
          <p14:tracePt t="8998" x="3022600" y="6223000"/>
          <p14:tracePt t="9017" x="3105150" y="6184900"/>
          <p14:tracePt t="9038" x="3149600" y="6140450"/>
          <p14:tracePt t="9081" x="3155950" y="6121400"/>
          <p14:tracePt t="9795" x="3397250" y="6140450"/>
          <p14:tracePt t="9828" x="3790950" y="6178550"/>
          <p14:tracePt t="9862" x="4318000" y="6203950"/>
          <p14:tracePt t="9895" x="4711700" y="6178550"/>
          <p14:tracePt t="9928" x="4959350" y="6146800"/>
          <p14:tracePt t="17967" x="4940300" y="6146800"/>
          <p14:tracePt t="18000" x="4876800" y="6146800"/>
          <p14:tracePt t="18034" x="4800600" y="6140450"/>
          <p14:tracePt t="18067" x="4686300" y="6127750"/>
          <p14:tracePt t="18100" x="4559300" y="6108700"/>
          <p14:tracePt t="18119" x="4432300" y="6102350"/>
          <p14:tracePt t="18152" x="4203700" y="6089650"/>
          <p14:tracePt t="18185" x="3937000" y="6089650"/>
          <p14:tracePt t="18216" x="3644900" y="6089650"/>
          <p14:tracePt t="18250" x="3257550" y="6057900"/>
          <p14:tracePt t="18285" x="2971800" y="5975350"/>
          <p14:tracePt t="18316" x="2813050" y="5937250"/>
          <p14:tracePt t="18349" x="2565400" y="5867400"/>
          <p14:tracePt t="18370" x="2419350" y="5810250"/>
          <p14:tracePt t="18402" x="2279650" y="5765800"/>
          <p14:tracePt t="18432" x="2165350" y="5727700"/>
          <p14:tracePt t="18450" x="2120900" y="5695950"/>
          <p14:tracePt t="18488" x="2057400" y="5676900"/>
          <p14:tracePt t="18517" x="2006600" y="5664200"/>
          <p14:tracePt t="18548" x="2000250" y="5657850"/>
          <p14:tracePt t="18569" x="1987550" y="5651500"/>
          <p14:tracePt t="18615" x="1962150" y="5619750"/>
          <p14:tracePt t="18623" x="1955800" y="5613400"/>
          <p14:tracePt t="18653" x="1930400" y="5594350"/>
          <p14:tracePt t="18686" x="1905000" y="5575300"/>
          <p14:tracePt t="18717" x="1892300" y="5575300"/>
          <p14:tracePt t="18750" x="1866900" y="5562600"/>
          <p14:tracePt t="18802" x="1854200" y="5556250"/>
          <p14:tracePt t="18835" x="1847850" y="5556250"/>
          <p14:tracePt t="18866" x="1835150" y="5556250"/>
          <p14:tracePt t="18903" x="1828800" y="5556250"/>
          <p14:tracePt t="18935" x="1816100" y="5556250"/>
          <p14:tracePt t="18996" x="1803400" y="5556250"/>
          <p14:tracePt t="19035" x="1797050" y="5562600"/>
          <p14:tracePt t="19080" x="1803400" y="5568950"/>
          <p14:tracePt t="19118" x="1816100" y="5594350"/>
          <p14:tracePt t="19135" x="1835150" y="5613400"/>
          <p14:tracePt t="19167" x="1879600" y="5689600"/>
          <p14:tracePt t="19203" x="1936750" y="5803900"/>
          <p14:tracePt t="19234" x="1981200" y="5962650"/>
          <p14:tracePt t="19265" x="1993900" y="6083300"/>
          <p14:tracePt t="19295" x="1993900" y="6178550"/>
          <p14:tracePt t="19346" x="2006600" y="6261100"/>
          <p14:tracePt t="19366" x="2006600" y="6273800"/>
          <p14:tracePt t="19445" x="2012950" y="6280150"/>
          <p14:tracePt t="19567" x="2019300" y="6280150"/>
          <p14:tracePt t="19597" x="2032000" y="6280150"/>
          <p14:tracePt t="19644" x="2063750" y="6261100"/>
          <p14:tracePt t="19663" x="2108200" y="6248400"/>
          <p14:tracePt t="19711" x="2266950" y="6197600"/>
          <p14:tracePt t="19729" x="2305050" y="6191250"/>
          <p14:tracePt t="19751" x="2387600" y="6178550"/>
          <p14:tracePt t="19779" x="2546350" y="6165850"/>
          <p14:tracePt t="19811" x="2711450" y="6165850"/>
          <p14:tracePt t="19843" x="2895600" y="6172200"/>
          <p14:tracePt t="19877" x="3206750" y="6210300"/>
          <p14:tracePt t="19910" x="3365500" y="6229350"/>
          <p14:tracePt t="19943" x="3473450" y="6235700"/>
          <p14:tracePt t="19993" x="3568700" y="6229350"/>
          <p14:tracePt t="20026" x="3600450" y="6216650"/>
          <p14:tracePt t="20708" x="3505200" y="6134100"/>
          <p14:tracePt t="20741" x="3403600" y="6019800"/>
          <p14:tracePt t="20774" x="3270250" y="5880100"/>
          <p14:tracePt t="20807" x="3105150" y="5740400"/>
          <p14:tracePt t="20840" x="2851150" y="5549900"/>
          <p14:tracePt t="20873" x="2692400" y="5416550"/>
          <p14:tracePt t="20907" x="2552700" y="5314950"/>
          <p14:tracePt t="20940" x="2489200" y="5264150"/>
          <p14:tracePt t="20973" x="2406650" y="5200650"/>
          <p14:tracePt t="21007" x="2362200" y="5168900"/>
          <p14:tracePt t="21039" x="2266950" y="5086350"/>
          <p14:tracePt t="21073" x="2203450" y="5048250"/>
          <p14:tracePt t="21106" x="2139950" y="5010150"/>
          <p14:tracePt t="21139" x="2101850" y="5003800"/>
          <p14:tracePt t="21172" x="2089150" y="4997450"/>
          <p14:tracePt t="21192" x="2082800" y="4991100"/>
          <p14:tracePt t="21239" x="2070100" y="4978400"/>
          <p14:tracePt t="23814" x="2070100" y="4946650"/>
          <p14:tracePt t="23846" x="2070100" y="4908550"/>
          <p14:tracePt t="23879" x="2070100" y="4870450"/>
          <p14:tracePt t="23913" x="2070100" y="4857750"/>
          <p14:tracePt t="23996" x="2070100" y="4845050"/>
          <p14:tracePt t="24046" x="2070100" y="4819650"/>
          <p14:tracePt t="24096" x="2070100" y="4781550"/>
          <p14:tracePt t="24129" x="2101850" y="4635500"/>
          <p14:tracePt t="24162" x="2139950" y="4502150"/>
          <p14:tracePt t="24195" x="2184400" y="4375150"/>
          <p14:tracePt t="24229" x="2209800" y="4254500"/>
          <p14:tracePt t="24263" x="2228850" y="4210050"/>
          <p14:tracePt t="24298" x="2241550" y="4210050"/>
          <p14:tracePt t="24378" x="2247900" y="4210050"/>
          <p14:tracePt t="24461" x="2254250" y="4210050"/>
          <p14:tracePt t="24497" x="2260600" y="4210050"/>
          <p14:tracePt t="24561" x="2273300" y="4210050"/>
          <p14:tracePt t="24596" x="2279650" y="4210050"/>
          <p14:tracePt t="24661" x="2286000" y="4203700"/>
          <p14:tracePt t="24682" x="2292350" y="4203700"/>
          <p14:tracePt t="24727" x="2298700" y="4203700"/>
          <p14:tracePt t="24796" x="2311400" y="4203700"/>
          <p14:tracePt t="24826" x="2324100" y="4203700"/>
          <p14:tracePt t="24860" x="2336800" y="4216400"/>
          <p14:tracePt t="24895" x="2368550" y="4254500"/>
          <p14:tracePt t="24929" x="2419350" y="4349750"/>
          <p14:tracePt t="24960" x="2482850" y="4546600"/>
          <p14:tracePt t="24998" x="2508250" y="4730750"/>
          <p14:tracePt t="25027" x="2514600" y="4908550"/>
          <p14:tracePt t="25059" x="2533650" y="5054600"/>
          <p14:tracePt t="25097" x="2546350" y="5194300"/>
          <p14:tracePt t="25127" x="2565400" y="5257800"/>
          <p14:tracePt t="25162" x="2584450" y="5314950"/>
          <p14:tracePt t="25177" x="2590800" y="5327650"/>
          <p14:tracePt t="25214" x="2635250" y="5365750"/>
          <p14:tracePt t="25243" x="2692400" y="5416550"/>
          <p14:tracePt t="25261" x="2730500" y="5441950"/>
          <p14:tracePt t="25298" x="2781300" y="5454650"/>
          <p14:tracePt t="25329" x="2806700" y="5467350"/>
          <p14:tracePt t="25361" x="2813050" y="5480050"/>
          <p14:tracePt t="25776" x="2863850" y="5518150"/>
          <p14:tracePt t="25823" x="2927350" y="5619750"/>
          <p14:tracePt t="25862" x="2952750" y="5657850"/>
          <p14:tracePt t="25891" x="2959100" y="5695950"/>
          <p14:tracePt t="25923" x="2959100" y="5740400"/>
          <p14:tracePt t="25946" x="2952750" y="5753100"/>
          <p14:tracePt t="25979" x="2940050" y="5765800"/>
          <p14:tracePt t="26022" x="2895600" y="5765800"/>
          <p14:tracePt t="26046" x="2851150" y="5759450"/>
          <p14:tracePt t="26076" x="2749550" y="5715000"/>
          <p14:tracePt t="26122" x="2628900" y="5683250"/>
          <p14:tracePt t="26146" x="2565400" y="5664200"/>
          <p14:tracePt t="26179" x="2457450" y="5651500"/>
          <p14:tracePt t="26221" x="2381250" y="5651500"/>
          <p14:tracePt t="26255" x="2349500" y="5651500"/>
          <p14:tracePt t="26279" x="2330450" y="5651500"/>
          <p14:tracePt t="26339" x="2317750" y="5657850"/>
          <p14:tracePt t="26388" x="2311400" y="5670550"/>
          <p14:tracePt t="26438" x="2305050" y="5689600"/>
          <p14:tracePt t="26471" x="2298700" y="5702300"/>
          <p14:tracePt t="26521" x="2292350" y="5753100"/>
          <p14:tracePt t="26554" x="2292350" y="5816600"/>
          <p14:tracePt t="26572" x="2292350" y="5829300"/>
          <p14:tracePt t="26589" x="2305050" y="5867400"/>
          <p14:tracePt t="26605" x="2317750" y="5873750"/>
          <p14:tracePt t="26637" x="2400300" y="5911850"/>
          <p14:tracePt t="26670" x="2692400" y="5975350"/>
          <p14:tracePt t="26703" x="3003550" y="6026150"/>
          <p14:tracePt t="26737" x="3384550" y="6045200"/>
          <p14:tracePt t="26755" x="3486150" y="6045200"/>
          <p14:tracePt t="26786" x="3943350" y="6032500"/>
          <p14:tracePt t="26805" x="4057650" y="6026150"/>
          <p14:tracePt t="26836" x="4495800" y="6026150"/>
          <p14:tracePt t="26869" x="4673600" y="6026150"/>
          <p14:tracePt t="26903" x="4921250" y="6045200"/>
          <p14:tracePt t="26936" x="5003800" y="6057900"/>
          <p14:tracePt t="26969" x="5067300" y="6057900"/>
          <p14:tracePt t="27002" x="5080000" y="6064250"/>
          <p14:tracePt t="27052" x="5086350" y="6064250"/>
          <p14:tracePt t="27085" x="5092700" y="6064250"/>
          <p14:tracePt t="27119" x="5099050" y="6064250"/>
          <p14:tracePt t="27218" x="5105400" y="6070600"/>
          <p14:tracePt t="27251" x="5130800" y="6076950"/>
          <p14:tracePt t="27285" x="5149850" y="6089650"/>
          <p14:tracePt t="27304" x="5168900" y="6089650"/>
          <p14:tracePt t="27336" x="5207000" y="6102350"/>
          <p14:tracePt t="27367" x="5245100" y="6108700"/>
          <p14:tracePt t="27401" x="5264150" y="6108700"/>
          <p14:tracePt t="27434" x="5245100" y="6115050"/>
          <p14:tracePt t="27468" x="5111750" y="6127750"/>
          <p14:tracePt t="27503" x="4813300" y="6178550"/>
          <p14:tracePt t="27534" x="4356100" y="6273800"/>
          <p14:tracePt t="27567" x="3625850" y="6419850"/>
          <p14:tracePt t="27603" x="2667000" y="6553200"/>
          <p14:tracePt t="27633" x="2266950" y="6534150"/>
          <p14:tracePt t="27667" x="1955800" y="6470650"/>
          <p14:tracePt t="27703" x="1695450" y="6356350"/>
          <p14:tracePt t="27733" x="1631950" y="6337300"/>
          <p14:tracePt t="27766" x="1593850" y="6330950"/>
          <p14:tracePt t="27802" x="1574800" y="6330950"/>
          <p14:tracePt t="27833" x="1555750" y="6330950"/>
          <p14:tracePt t="27851" x="1549400" y="6330950"/>
          <p14:tracePt t="27882" x="1517650" y="6299200"/>
          <p14:tracePt t="27933" x="1498600" y="6273800"/>
          <p14:tracePt t="27982" x="1498600" y="6248400"/>
          <p14:tracePt t="28018" x="1498600" y="6235700"/>
          <p14:tracePt t="28065" x="1498600" y="6229350"/>
          <p14:tracePt t="28087" x="1498600" y="6223000"/>
          <p14:tracePt t="28118" x="1498600" y="6216650"/>
          <p14:tracePt t="28148" x="1498600" y="6203950"/>
          <p14:tracePt t="28201" x="1498600" y="6197600"/>
          <p14:tracePt t="28234" x="1511300" y="6197600"/>
          <p14:tracePt t="28265" x="1524000" y="6197600"/>
          <p14:tracePt t="28303" x="1530350" y="6197600"/>
          <p14:tracePt t="28320" x="1536700" y="6197600"/>
          <p14:tracePt t="28349" x="1581150" y="6197600"/>
          <p14:tracePt t="28381" x="1746250" y="6172200"/>
          <p14:tracePt t="28417" x="1968500" y="6153150"/>
          <p14:tracePt t="28450" x="2209800" y="6121400"/>
          <p14:tracePt t="28480" x="2419350" y="6115050"/>
          <p14:tracePt t="28519" x="2673350" y="6102350"/>
          <p14:tracePt t="28548" x="2844800" y="6102350"/>
          <p14:tracePt t="28580" x="2921000" y="6102350"/>
          <p14:tracePt t="28602" x="2940050" y="6102350"/>
          <p14:tracePt t="28649" x="2965450" y="6102350"/>
          <p14:tracePt t="28680" x="2971800" y="6108700"/>
          <p14:tracePt t="29328" x="3143250" y="6045200"/>
          <p14:tracePt t="29368" x="3403600" y="5949950"/>
          <p14:tracePt t="29411" x="3975100" y="5740400"/>
          <p14:tracePt t="29429" x="4197350" y="5657850"/>
          <p14:tracePt t="29477" x="4667250" y="5537200"/>
          <p14:tracePt t="29510" x="5003800" y="5480050"/>
          <p14:tracePt t="29543" x="5118100" y="5467350"/>
          <p14:tracePt t="29567" x="5168900" y="5461000"/>
          <p14:tracePt t="29595" x="5194300" y="5461000"/>
          <p14:tracePt t="29627" x="5207000" y="5454650"/>
          <p14:tracePt t="30208" x="5124450" y="5473700"/>
          <p14:tracePt t="30244" x="4940300" y="5543550"/>
          <p14:tracePt t="30260" x="4838700" y="5588000"/>
          <p14:tracePt t="30291" x="4705350" y="5638800"/>
          <p14:tracePt t="30324" x="4406900" y="5753100"/>
          <p14:tracePt t="30343" x="4273550" y="5816600"/>
          <p14:tracePt t="30376" x="4114800" y="5886450"/>
          <p14:tracePt t="30407" x="4013200" y="5918200"/>
          <p14:tracePt t="30441" x="3930650" y="5937250"/>
          <p14:tracePt t="30473" x="3860800" y="5943600"/>
          <p14:tracePt t="30507" x="3790950" y="5943600"/>
          <p14:tracePt t="30540" x="3657600" y="5937250"/>
          <p14:tracePt t="30573" x="3562350" y="5930900"/>
          <p14:tracePt t="30606" x="3378200" y="5905500"/>
          <p14:tracePt t="30640" x="3206750" y="5892800"/>
          <p14:tracePt t="30673" x="2997200" y="5892800"/>
          <p14:tracePt t="30709" x="2882900" y="5892800"/>
          <p14:tracePt t="30739" x="2794000" y="5905500"/>
          <p14:tracePt t="30772" x="2667000" y="5918200"/>
          <p14:tracePt t="30809" x="2571750" y="5924550"/>
          <p14:tracePt t="30839" x="2482850" y="5930900"/>
          <p14:tracePt t="30858" x="2451100" y="5937250"/>
          <p14:tracePt t="30889" x="2406650" y="5949950"/>
          <p14:tracePt t="30925" x="2355850" y="5956300"/>
          <p14:tracePt t="31570" x="2330450" y="5956300"/>
          <p14:tracePt t="31608" x="2260600" y="5943600"/>
          <p14:tracePt t="31641" x="2146300" y="5949950"/>
          <p14:tracePt t="31672" x="2025650" y="5956300"/>
          <p14:tracePt t="31708" x="1854200" y="5962650"/>
          <p14:tracePt t="31741" x="1733550" y="5981700"/>
          <p14:tracePt t="31772" x="1651000" y="5988050"/>
          <p14:tracePt t="31793" x="1612900" y="5988050"/>
          <p14:tracePt t="31824" x="1581150" y="5988050"/>
          <p14:tracePt t="31857" x="1574800" y="5988050"/>
          <p14:tracePt t="31924" x="1600200" y="5994400"/>
          <p14:tracePt t="31956" x="1606550" y="6000750"/>
          <p14:tracePt t="31988" x="1625600" y="6000750"/>
          <p14:tracePt t="32009" x="1638300" y="6007100"/>
          <p14:tracePt t="32042" x="1670050" y="6013450"/>
          <p14:tracePt t="32073" x="1758950" y="6032500"/>
          <p14:tracePt t="32118" x="2019300" y="6045200"/>
          <p14:tracePt t="32157" x="2216150" y="6045200"/>
          <p14:tracePt t="32189" x="2444750" y="6045200"/>
          <p14:tracePt t="32217" x="2540000" y="6057900"/>
          <p14:tracePt t="32241" x="2616200" y="6064250"/>
          <p14:tracePt t="32272" x="2686050" y="6064250"/>
          <p14:tracePt t="32317" x="2692400" y="6064250"/>
          <p14:tracePt t="32372" x="2686050" y="6064250"/>
          <p14:tracePt t="32799" x="2705100" y="6064250"/>
          <p14:tracePt t="32832" x="2819400" y="6064250"/>
          <p14:tracePt t="32866" x="2946400" y="6064250"/>
          <p14:tracePt t="32884" x="3111500" y="6057900"/>
          <p14:tracePt t="32949" x="3911600" y="6000750"/>
          <p14:tracePt t="32998" x="4235450" y="5956300"/>
          <p14:tracePt t="33032" x="4337050" y="5937250"/>
          <p14:tracePt t="33064" x="4445000" y="5930900"/>
          <p14:tracePt t="33098" x="4508500" y="5911850"/>
          <p14:tracePt t="33131" x="4546600" y="5873750"/>
          <p14:tracePt t="33164" x="4521200" y="5867400"/>
          <p14:tracePt t="33497" x="4679950" y="5873750"/>
          <p14:tracePt t="33530" x="4838700" y="5899150"/>
          <p14:tracePt t="33563" x="4972050" y="5924550"/>
          <p14:tracePt t="33596" x="5099050" y="5962650"/>
          <p14:tracePt t="33629" x="5130800" y="5975350"/>
          <p14:tracePt t="33663" x="5137150" y="5975350"/>
          <p14:tracePt t="33696" x="5137150" y="5981700"/>
          <p14:tracePt t="33729" x="5137150" y="5988050"/>
          <p14:tracePt t="33812" x="5137150" y="5994400"/>
          <p14:tracePt t="33878" x="5130800" y="6000750"/>
          <p14:tracePt t="33914" x="5124450" y="6000750"/>
          <p14:tracePt t="33945" x="5099050" y="6000750"/>
          <p14:tracePt t="33978" x="5035550" y="6007100"/>
          <p14:tracePt t="34014" x="4876800" y="6013450"/>
          <p14:tracePt t="34030" x="4838700" y="6013450"/>
          <p14:tracePt t="34062" x="4775200" y="6019800"/>
          <p14:tracePt t="34090" x="4768850" y="6026150"/>
          <p14:tracePt t="34128" x="4800600" y="6038850"/>
          <p14:tracePt t="34161" x="4819650" y="6051550"/>
          <p14:tracePt t="34194" x="4864100" y="6070600"/>
          <p14:tracePt t="34213" x="4927600" y="6096000"/>
          <p14:tracePt t="34244" x="5054600" y="6127750"/>
          <p14:tracePt t="34277" x="5257800" y="6159500"/>
          <p14:tracePt t="34313" x="5416550" y="6191250"/>
          <p14:tracePt t="34343" x="5581650" y="6191250"/>
          <p14:tracePt t="34377" x="5727700" y="6191250"/>
          <p14:tracePt t="34398" x="5803900" y="6191250"/>
          <p14:tracePt t="34429" x="5835650" y="6191250"/>
          <p14:tracePt t="34460" x="5854700" y="6191250"/>
          <p14:tracePt t="34593" x="5835650" y="6184900"/>
          <p14:tracePt t="34629" x="5816600" y="6178550"/>
          <p14:tracePt t="34662" x="5772150" y="6165850"/>
          <p14:tracePt t="34692" x="5657850" y="6140450"/>
          <p14:tracePt t="34714" x="5530850" y="6108700"/>
          <p14:tracePt t="34745" x="5238750" y="6045200"/>
          <p14:tracePt t="34761" x="5175250" y="6032500"/>
          <p14:tracePt t="34792" x="5048250" y="6007100"/>
          <p14:tracePt t="34830" x="5010150" y="6007100"/>
          <p14:tracePt t="34879" x="5054600" y="6007100"/>
          <p14:tracePt t="34900" x="5080000" y="6013450"/>
          <p14:tracePt t="34932" x="5124450" y="6026150"/>
          <p14:tracePt t="34963" x="5238750" y="6032500"/>
          <p14:tracePt t="34994" x="5429250" y="6026150"/>
          <p14:tracePt t="35030" x="5791200" y="5975350"/>
          <p14:tracePt t="35062" x="5994400" y="5918200"/>
          <p14:tracePt t="35094" x="6140450" y="5873750"/>
          <p14:tracePt t="35141" x="6451600" y="5721350"/>
          <p14:tracePt t="44342" x="6419850" y="5721350"/>
          <p14:tracePt t="44375" x="6394450" y="5708650"/>
          <p14:tracePt t="44409" x="6343650" y="5676900"/>
          <p14:tracePt t="44442" x="6197600" y="5607050"/>
          <p14:tracePt t="44460" x="6076950" y="5537200"/>
          <p14:tracePt t="44492" x="5873750" y="5429250"/>
          <p14:tracePt t="44526" x="5588000" y="5257800"/>
          <p14:tracePt t="44558" x="5257800" y="5099050"/>
          <p14:tracePt t="44591" x="5035550" y="4997450"/>
          <p14:tracePt t="44624" x="4756150" y="4857750"/>
          <p14:tracePt t="44649" x="4502150" y="4724400"/>
          <p14:tracePt t="44665" x="4394200" y="4667250"/>
          <p14:tracePt t="44698" x="4089400" y="4464050"/>
          <p14:tracePt t="44729" x="3905250" y="4286250"/>
          <p14:tracePt t="44763" x="3689350" y="4064000"/>
          <p14:tracePt t="44793" x="3536950" y="3848100"/>
          <p14:tracePt t="44824" x="3441700" y="3613150"/>
          <p14:tracePt t="44857" x="3384550" y="3282950"/>
          <p14:tracePt t="44890" x="3359150" y="3054350"/>
          <p14:tracePt t="44923" x="3371850" y="2965450"/>
          <p14:tracePt t="44945" x="3378200" y="2940050"/>
          <p14:tracePt t="45045" x="3384550" y="2946400"/>
          <p14:tracePt t="45090" x="3384550" y="2952750"/>
          <p14:tracePt t="45123" x="3384550" y="2959100"/>
          <p14:tracePt t="45173" x="3384550" y="2965450"/>
          <p14:tracePt t="45311" x="3384550" y="2959100"/>
          <p14:tracePt t="45372" x="3384550" y="2952750"/>
          <p14:tracePt t="45455" x="3384550" y="2946400"/>
          <p14:tracePt t="45527" x="3384550" y="2940050"/>
          <p14:tracePt t="45738" x="3517900" y="2889250"/>
          <p14:tracePt t="45756" x="3568700" y="2870200"/>
          <p14:tracePt t="45776" x="3676650" y="2844800"/>
          <p14:tracePt t="45809" x="3898900" y="2781300"/>
          <p14:tracePt t="45839" x="4025900" y="2736850"/>
          <p14:tracePt t="45870" x="4089400" y="2724150"/>
          <p14:tracePt t="45903" x="4152900" y="2705100"/>
          <p14:tracePt t="45937" x="4178300" y="2692400"/>
          <p14:tracePt t="45970" x="4191000" y="2679700"/>
          <p14:tracePt t="46025" x="4191000" y="2673350"/>
          <p14:tracePt t="50438" x="4279900" y="2679700"/>
          <p14:tracePt t="50471" x="4508500" y="2686050"/>
          <p14:tracePt t="50504" x="4895850" y="2660650"/>
          <p14:tracePt t="50538" x="5200650" y="2622550"/>
          <p14:tracePt t="50571" x="5473700" y="2590800"/>
          <p14:tracePt t="50604" x="5657850" y="2565400"/>
          <p14:tracePt t="50637" x="5721350" y="2559050"/>
          <p14:tracePt t="50670" x="5727700" y="2552700"/>
          <p14:tracePt t="50695" x="5734050" y="2546350"/>
          <p14:tracePt t="50742" x="5740400" y="2540000"/>
          <p14:tracePt t="51357" x="5861050" y="2559050"/>
          <p14:tracePt t="51389" x="5949950" y="2571750"/>
          <p14:tracePt t="51421" x="6007100" y="2578100"/>
          <p14:tracePt t="51451" x="6057900" y="2590800"/>
          <p14:tracePt t="51484" x="6096000" y="2590800"/>
          <p14:tracePt t="51518" x="6108700" y="2590800"/>
          <p14:tracePt t="51540" x="6115050" y="2590800"/>
          <p14:tracePt t="51573" x="6134100" y="2590800"/>
          <p14:tracePt t="51605" x="6146800" y="2590800"/>
          <p14:tracePt t="51639" x="6165850" y="2590800"/>
          <p14:tracePt t="51669" x="6178550" y="2597150"/>
          <p14:tracePt t="51717" x="6191250" y="2609850"/>
          <p14:tracePt t="52829" x="6229350" y="2654300"/>
          <p14:tracePt t="52854" x="6311900" y="2755900"/>
          <p14:tracePt t="52884" x="6388100" y="2851150"/>
          <p14:tracePt t="52915" x="6464300" y="2965450"/>
          <p14:tracePt t="52948" x="6534150" y="3098800"/>
          <p14:tracePt t="52979" x="6591300" y="3225800"/>
          <p14:tracePt t="53012" x="6610350" y="3302000"/>
          <p14:tracePt t="53045" x="6635750" y="3371850"/>
          <p14:tracePt t="53065" x="6654800" y="3441700"/>
          <p14:tracePt t="53097" x="6680200" y="3676650"/>
          <p14:tracePt t="53128" x="6692900" y="3854450"/>
          <p14:tracePt t="54158" x="6692900" y="3873500"/>
          <p14:tracePt t="54182" x="6654800" y="3905250"/>
          <p14:tracePt t="54212" x="6610350" y="3943350"/>
          <p14:tracePt t="54247" x="6413500" y="4070350"/>
          <p14:tracePt t="54276" x="6242050" y="4184650"/>
          <p14:tracePt t="54308" x="6045200" y="4292600"/>
          <p14:tracePt t="54341" x="5854700" y="4375150"/>
          <p14:tracePt t="54374" x="5683250" y="4470400"/>
          <p14:tracePt t="54407" x="5594350" y="4546600"/>
          <p14:tracePt t="54431" x="5511800" y="4603750"/>
          <p14:tracePt t="54462" x="5435600" y="4673600"/>
          <p14:tracePt t="54496" x="5314950" y="4794250"/>
          <p14:tracePt t="54531" x="5175250" y="5003800"/>
          <p14:tracePt t="54559" x="5054600" y="5270500"/>
          <p14:tracePt t="54576" x="4991100" y="5467350"/>
          <p14:tracePt t="54607" x="4914900" y="5695950"/>
          <p14:tracePt t="54640" x="4876800" y="5797550"/>
          <p14:tracePt t="54674" x="4870450" y="5848350"/>
          <p14:tracePt t="54706" x="4864100" y="5886450"/>
          <p14:tracePt t="54739" x="4800600" y="6057900"/>
          <p14:tracePt t="54761" x="4775200" y="6223000"/>
          <p14:tracePt t="54792" x="4724400" y="6400800"/>
          <p14:tracePt t="55476" x="4737100" y="6413500"/>
          <p14:tracePt t="55542" x="4749800" y="6419850"/>
          <p14:tracePt t="55592" x="4781550" y="6426200"/>
          <p14:tracePt t="55624" x="4800600" y="6432550"/>
          <p14:tracePt t="55656" x="4857750" y="6432550"/>
          <p14:tracePt t="55687" x="4953000" y="6432550"/>
          <p14:tracePt t="55736" x="5086350" y="6445250"/>
          <p14:tracePt t="55770" x="5149850" y="6445250"/>
          <p14:tracePt t="55791" x="5156200" y="6445250"/>
          <p14:tracePt t="56268" x="5194300" y="6451600"/>
          <p14:tracePt t="56290" x="5238750" y="6457950"/>
          <p14:tracePt t="56323" x="5334000" y="6477000"/>
          <p14:tracePt t="56355" x="5416550" y="6489700"/>
          <p14:tracePt t="56389" x="5518150" y="6515100"/>
          <p14:tracePt t="56434" x="5651500" y="6553200"/>
          <p14:tracePt t="56467" x="5721350" y="6565900"/>
          <p14:tracePt t="56501" x="5778500" y="6565900"/>
          <p14:tracePt t="56518" x="5784850" y="6572250"/>
          <p14:tracePt t="56540" x="5797550" y="6572250"/>
          <p14:tracePt t="56588" x="5810250" y="6578600"/>
          <p14:tracePt t="56605" x="5816600" y="6578600"/>
          <p14:tracePt t="56635" x="5822950" y="6578600"/>
          <p14:tracePt t="56666" x="5829300" y="6578600"/>
          <p14:tracePt t="56700" x="5835650" y="6578600"/>
          <p14:tracePt t="56733" x="5854700" y="6578600"/>
          <p14:tracePt t="56782" x="5873750" y="6578600"/>
          <p14:tracePt t="56821" x="5886450" y="6578600"/>
          <p14:tracePt t="56853" x="5905500" y="6578600"/>
          <p14:tracePt t="56887" x="5918200" y="6578600"/>
          <p14:tracePt t="56917" x="5949950" y="6578600"/>
          <p14:tracePt t="56949" x="6000750" y="6578600"/>
          <p14:tracePt t="56982" x="6089650" y="6584950"/>
          <p14:tracePt t="57015" x="6153150" y="6597650"/>
          <p14:tracePt t="57049" x="6229350" y="6610350"/>
          <p14:tracePt t="57087" x="6267450" y="6623050"/>
          <p14:tracePt t="57119" x="6311900" y="6642100"/>
          <p14:tracePt t="57150" x="6324600" y="6648450"/>
          <p14:tracePt t="57184" x="6356350" y="6648450"/>
          <p14:tracePt t="57214" x="6369050" y="6648450"/>
          <p14:tracePt t="57281" x="6394450" y="6648450"/>
          <p14:tracePt t="57319" x="6407150" y="6648450"/>
          <p14:tracePt t="57915" x="6515100" y="6648450"/>
          <p14:tracePt t="57949" x="6629400" y="6635750"/>
          <p14:tracePt t="57981" x="6699250" y="6629400"/>
          <p14:tracePt t="58014" x="6756400" y="6623050"/>
          <p14:tracePt t="58045" x="6845300" y="6623050"/>
          <p14:tracePt t="58078" x="6927850" y="6623050"/>
          <p14:tracePt t="58128" x="7029450" y="6629400"/>
          <p14:tracePt t="58149" x="7061200" y="6642100"/>
          <p14:tracePt t="58183" x="7112000" y="6642100"/>
          <p14:tracePt t="58215" x="7162800" y="6654800"/>
          <p14:tracePt t="58249" x="7181850" y="6654800"/>
          <p14:tracePt t="58279" x="7200900" y="6654800"/>
          <p14:tracePt t="58311" x="7226300" y="6654800"/>
          <p14:tracePt t="58329" x="7232650" y="6654800"/>
          <p14:tracePt t="58361" x="7251700" y="6654800"/>
          <p14:tracePt t="58394" x="7277100" y="6654800"/>
          <p14:tracePt t="58417" x="7296150" y="6654800"/>
          <p14:tracePt t="58450" x="7321550" y="6654800"/>
          <p14:tracePt t="58481" x="7334250" y="6654800"/>
          <p14:tracePt t="58510" x="7340600" y="6654800"/>
          <p14:tracePt t="58543" x="7353300" y="6654800"/>
          <p14:tracePt t="58576" x="7372350" y="6654800"/>
          <p14:tracePt t="58609" x="7461250" y="6623050"/>
          <p14:tracePt t="58643" x="7575550" y="6553200"/>
          <p14:tracePt t="58664" x="7683500" y="6496050"/>
          <p14:tracePt t="58698" x="7734300" y="6464300"/>
          <p14:tracePt t="58731" x="7810500" y="6407150"/>
          <p14:tracePt t="58762" x="7950200" y="6267450"/>
        </p14:tracePtLst>
      </p14:laserTraceLst>
    </p:ext>
  </p:extLs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organs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</p:txBody>
      </p:sp>
    </p:spTree>
    <p:extLst>
      <p:ext uri="{BB962C8B-B14F-4D97-AF65-F5344CB8AC3E}">
        <p14:creationId xmlns:p14="http://schemas.microsoft.com/office/powerpoint/2010/main" val="421340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Fish(Gill, Fin,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932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95"/>
    </mc:Choice>
    <mc:Fallback xmlns="">
      <p:transition spd="slow" advTm="414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0530" x="7918450" y="6261100"/>
          <p14:tracePt t="10554" x="7874000" y="6242050"/>
          <p14:tracePt t="10587" x="7829550" y="6216650"/>
          <p14:tracePt t="10618" x="7797800" y="6197600"/>
          <p14:tracePt t="10663" x="7721600" y="6146800"/>
          <p14:tracePt t="10671" x="7702550" y="6134100"/>
          <p14:tracePt t="10701" x="7588250" y="6057900"/>
          <p14:tracePt t="10729" x="7442200" y="5956300"/>
          <p14:tracePt t="10763" x="7270750" y="5810250"/>
          <p14:tracePt t="10787" x="7181850" y="5727700"/>
          <p14:tracePt t="10817" x="7029450" y="5607050"/>
          <p14:tracePt t="10862" x="6845300" y="5461000"/>
          <p14:tracePt t="10886" x="6699250" y="5346700"/>
          <p14:tracePt t="10902" x="6648450" y="5270500"/>
          <p14:tracePt t="10945" x="6432550" y="5041900"/>
          <p14:tracePt t="10979" x="6267450" y="4813300"/>
          <p14:tracePt t="11002" x="6223000" y="4705350"/>
          <p14:tracePt t="11030" x="6153150" y="4514850"/>
          <p14:tracePt t="11061" x="6089650" y="4375150"/>
          <p14:tracePt t="11095" x="5994400" y="4127500"/>
          <p14:tracePt t="11118" x="5880100" y="3924300"/>
          <p14:tracePt t="11161" x="5765800" y="3479800"/>
          <p14:tracePt t="11180" x="5746750" y="3403600"/>
          <p14:tracePt t="11211" x="5715000" y="3092450"/>
          <p14:tracePt t="11229" x="5715000" y="3016250"/>
          <p14:tracePt t="11261" x="5708650" y="2806700"/>
          <p14:tracePt t="11843" x="5676900" y="2794000"/>
          <p14:tracePt t="11875" x="5613400" y="2749550"/>
          <p14:tracePt t="11909" x="5549900" y="2686050"/>
          <p14:tracePt t="11942" x="5416550" y="2533650"/>
          <p14:tracePt t="11975" x="5257800" y="2381250"/>
          <p14:tracePt t="12009" x="5054600" y="2241550"/>
          <p14:tracePt t="12041" x="4806950" y="2095500"/>
          <p14:tracePt t="12075" x="4629150" y="2032000"/>
          <p14:tracePt t="12093" x="4559300" y="2012950"/>
          <p14:tracePt t="12125" x="4356100" y="1962150"/>
          <p14:tracePt t="12158" x="4248150" y="1943100"/>
          <p14:tracePt t="12191" x="4165600" y="1930400"/>
          <p14:tracePt t="12224" x="4038600" y="1905000"/>
          <p14:tracePt t="12258" x="3943350" y="1892300"/>
          <p14:tracePt t="12291" x="3835400" y="1885950"/>
          <p14:tracePt t="12324" x="3587750" y="1873250"/>
          <p14:tracePt t="12357" x="3384550" y="1879600"/>
          <p14:tracePt t="12391" x="3175000" y="1898650"/>
          <p14:tracePt t="12409" x="3048000" y="1924050"/>
          <p14:tracePt t="12443" x="2882900" y="1949450"/>
          <p14:tracePt t="12490" x="2730500" y="1974850"/>
          <p14:tracePt t="12523" x="2686050" y="1981200"/>
          <p14:tracePt t="12559" x="2667000" y="1987550"/>
          <p14:tracePt t="12623" x="2641600" y="1993900"/>
          <p14:tracePt t="12659" x="2635250" y="1993900"/>
          <p14:tracePt t="13323" x="2647950" y="1993900"/>
          <p14:tracePt t="13370" x="2673350" y="1993900"/>
          <p14:tracePt t="13392" x="2686050" y="1993900"/>
          <p14:tracePt t="13423" x="2698750" y="1993900"/>
          <p14:tracePt t="13475" x="2705100" y="1993900"/>
          <p14:tracePt t="13508" x="2730500" y="1993900"/>
          <p14:tracePt t="13553" x="2762250" y="1987550"/>
          <p14:tracePt t="13577" x="2806700" y="1974850"/>
          <p14:tracePt t="13607" x="2908300" y="1943100"/>
          <p14:tracePt t="13653" x="2990850" y="1930400"/>
          <p14:tracePt t="13676" x="3016250" y="1930400"/>
          <p14:tracePt t="13707" x="3022600" y="1930400"/>
          <p14:tracePt t="13737" x="3028950" y="1930400"/>
          <p14:tracePt t="13802" x="3041650" y="1930400"/>
          <p14:tracePt t="13869" x="3067050" y="1930400"/>
          <p14:tracePt t="13908" x="3086100" y="1930400"/>
          <p14:tracePt t="13937" x="3143250" y="1924050"/>
          <p14:tracePt t="13968" x="3200400" y="1917700"/>
          <p14:tracePt t="14001" x="3346450" y="1911350"/>
          <p14:tracePt t="14025" x="3429000" y="1911350"/>
          <p14:tracePt t="14068" x="3562350" y="1917700"/>
          <p14:tracePt t="14101" x="3689350" y="1924050"/>
          <p14:tracePt t="14134" x="3784600" y="1930400"/>
          <p14:tracePt t="14168" x="3911600" y="1936750"/>
          <p14:tracePt t="14201" x="3968750" y="1936750"/>
          <p14:tracePt t="14220" x="4044950" y="1930400"/>
          <p14:tracePt t="14267" x="4127500" y="1917700"/>
          <p14:tracePt t="14301" x="4216400" y="1911350"/>
          <p14:tracePt t="14308" x="4248150" y="1911350"/>
          <p14:tracePt t="14350" x="4343400" y="1917700"/>
          <p14:tracePt t="14383" x="4432300" y="1917700"/>
          <p14:tracePt t="14417" x="4521200" y="1917700"/>
          <p14:tracePt t="14450" x="4667250" y="1924050"/>
          <p14:tracePt t="14483" x="4806950" y="1924050"/>
          <p14:tracePt t="14501" x="4927600" y="1924050"/>
          <p14:tracePt t="14550" x="5162550" y="1905000"/>
          <p14:tracePt t="14583" x="5422900" y="1898650"/>
          <p14:tracePt t="14616" x="5613400" y="1911350"/>
          <p14:tracePt t="14650" x="5765800" y="1943100"/>
          <p14:tracePt t="14683" x="5918200" y="1974850"/>
          <p14:tracePt t="14716" x="6051550" y="2012950"/>
          <p14:tracePt t="14735" x="6127750" y="2038350"/>
          <p14:tracePt t="14767" x="6229350" y="2076450"/>
          <p14:tracePt t="14798" x="6318250" y="2101850"/>
          <p14:tracePt t="14832" x="6457950" y="2133600"/>
          <p14:tracePt t="14865" x="6565900" y="2139950"/>
          <p14:tracePt t="14898" x="6667500" y="2146300"/>
          <p14:tracePt t="14931" x="6705600" y="2146300"/>
          <p14:tracePt t="14965" x="6743700" y="2146300"/>
          <p14:tracePt t="14998" x="6756400" y="2146300"/>
          <p14:tracePt t="15031" x="6769100" y="2146300"/>
          <p14:tracePt t="15098" x="6775450" y="2146300"/>
          <p14:tracePt t="15164" x="6781800" y="2146300"/>
          <p14:tracePt t="15230" x="6781800" y="2139950"/>
          <p14:tracePt t="15330" x="6775450" y="2139950"/>
          <p14:tracePt t="15380" x="6769100" y="2133600"/>
          <p14:tracePt t="15413" x="6762750" y="2133600"/>
          <p14:tracePt t="15450" x="6762750" y="2127250"/>
          <p14:tracePt t="15480" x="6750050" y="2127250"/>
          <p14:tracePt t="15513" x="6731000" y="2127250"/>
          <p14:tracePt t="15549" x="6680200" y="2127250"/>
          <p14:tracePt t="15582" x="6572250" y="2120900"/>
          <p14:tracePt t="15612" x="6369050" y="2120900"/>
          <p14:tracePt t="15634" x="6203950" y="2108200"/>
          <p14:tracePt t="15665" x="5772150" y="2089150"/>
          <p14:tracePt t="15696" x="5441950" y="2063750"/>
          <p14:tracePt t="15729" x="5060950" y="2057400"/>
          <p14:tracePt t="15751" x="4806950" y="2044700"/>
          <p14:tracePt t="15783" x="4343400" y="2038350"/>
          <p14:tracePt t="15812" x="4133850" y="2006600"/>
          <p14:tracePt t="15835" x="3892550" y="1987550"/>
          <p14:tracePt t="15866" x="3740150" y="1974850"/>
          <p14:tracePt t="15898" x="3498850" y="1917700"/>
          <p14:tracePt t="15928" x="3409950" y="1905000"/>
          <p14:tracePt t="15966" x="3327400" y="1905000"/>
          <p14:tracePt t="16000" x="3270250" y="1898650"/>
          <p14:tracePt t="16028" x="3244850" y="1885950"/>
          <p14:tracePt t="16066" x="3219450" y="1879600"/>
          <p14:tracePt t="16113" x="3213100" y="1879600"/>
          <p14:tracePt t="16161" x="3225800" y="1892300"/>
          <p14:tracePt t="16169" x="3232150" y="1905000"/>
          <p14:tracePt t="16198" x="3232150" y="1911350"/>
          <p14:tracePt t="16875" x="3206750" y="1911350"/>
          <p14:tracePt t="16908" x="3162300" y="1911350"/>
          <p14:tracePt t="16932" x="3111500" y="1905000"/>
          <p14:tracePt t="16974" x="2984500" y="1898650"/>
          <p14:tracePt t="17008" x="2895600" y="1885950"/>
          <p14:tracePt t="17032" x="2819400" y="1885950"/>
          <p14:tracePt t="17060" x="2749550" y="1885950"/>
          <p14:tracePt t="17091" x="2717800" y="1885950"/>
          <p14:tracePt t="17124" x="2698750" y="1885950"/>
          <p14:tracePt t="17223" x="2705100" y="1885950"/>
          <p14:tracePt t="17257" x="2717800" y="1885950"/>
          <p14:tracePt t="17292" x="2724150" y="1885950"/>
          <p14:tracePt t="17323" x="2730500" y="1885950"/>
          <p14:tracePt t="17357" x="2743200" y="1885950"/>
          <p14:tracePt t="17390" x="2794000" y="1879600"/>
          <p14:tracePt t="17423" x="2870200" y="1873250"/>
          <p14:tracePt t="17456" x="2990850" y="1860550"/>
          <p14:tracePt t="17490" x="3162300" y="1809750"/>
          <p14:tracePt t="17523" x="3251200" y="1784350"/>
          <p14:tracePt t="17556" x="3321050" y="1765300"/>
          <p14:tracePt t="17589" x="3378200" y="1752600"/>
          <p14:tracePt t="17622" x="3441700" y="1733550"/>
          <p14:tracePt t="17656" x="3479800" y="1714500"/>
          <p14:tracePt t="17689" x="3517900" y="1695450"/>
          <p14:tracePt t="17722" x="3581400" y="1670050"/>
          <p14:tracePt t="17755" x="3619500" y="1644650"/>
          <p14:tracePt t="17774" x="3638550" y="1631950"/>
          <p14:tracePt t="17807" x="3663950" y="1606550"/>
          <p14:tracePt t="17838" x="3714750" y="1568450"/>
          <p14:tracePt t="17871" x="3733800" y="1555750"/>
          <p14:tracePt t="17905" x="3771900" y="1543050"/>
          <p14:tracePt t="17938" x="3784600" y="1536700"/>
          <p14:tracePt t="17972" x="3797300" y="1530350"/>
          <p14:tracePt t="18037" x="3803650" y="1524000"/>
          <p14:tracePt t="18137" x="3810000" y="1524000"/>
          <p14:tracePt t="18220" x="3810000" y="1530350"/>
          <p14:tracePt t="18286" x="3816350" y="1536700"/>
          <p14:tracePt t="18386" x="3816350" y="1543050"/>
          <p14:tracePt t="18489" x="3816350" y="1549400"/>
          <p14:tracePt t="18541" x="3816350" y="1562100"/>
          <p14:tracePt t="18573" x="3816350" y="1568450"/>
          <p14:tracePt t="18605" x="3810000" y="1606550"/>
          <p14:tracePt t="18635" x="3803650" y="1682750"/>
          <p14:tracePt t="18661" x="3803650" y="1854200"/>
          <p14:tracePt t="18702" x="3822700" y="2127250"/>
          <p14:tracePt t="18735" x="3841750" y="2279650"/>
          <p14:tracePt t="18756" x="3873500" y="2501900"/>
          <p14:tracePt t="18788" x="3911600" y="2711450"/>
          <p14:tracePt t="18805" x="3930650" y="2781300"/>
          <p14:tracePt t="18836" x="4019550" y="2990850"/>
          <p14:tracePt t="18873" x="4102100" y="3155950"/>
          <p14:tracePt t="18906" x="4178300" y="3365500"/>
          <p14:tracePt t="18935" x="4184650" y="3409950"/>
          <p14:tracePt t="19336" x="4235450" y="3594100"/>
          <p14:tracePt t="19383" x="4298950" y="3752850"/>
          <p14:tracePt t="19406" x="4375150" y="3860800"/>
          <p14:tracePt t="19437" x="4457700" y="3962400"/>
          <p14:tracePt t="19466" x="4508500" y="4032250"/>
          <p14:tracePt t="19490" x="4597400" y="4152900"/>
          <p14:tracePt t="19520" x="4673600" y="4267200"/>
          <p14:tracePt t="19565" x="4737100" y="4387850"/>
          <p14:tracePt t="19589" x="4781550" y="4508500"/>
          <p14:tracePt t="19622" x="4800600" y="4686300"/>
          <p14:tracePt t="19658" x="4800600" y="5054600"/>
          <p14:tracePt t="19699" x="4775200" y="5365750"/>
          <p14:tracePt t="19722" x="4737100" y="5607050"/>
          <p14:tracePt t="19750" x="4718050" y="5759450"/>
          <p14:tracePt t="19781" x="4711700" y="5810250"/>
          <p14:tracePt t="19814" x="4711700" y="5829300"/>
          <p14:tracePt t="19838" x="4705350" y="5835650"/>
          <p14:tracePt t="19881" x="4699000" y="5880100"/>
          <p14:tracePt t="19914" x="4699000" y="5962650"/>
          <p14:tracePt t="21379" x="4648200" y="5873750"/>
          <p14:tracePt t="21409" x="4629150" y="5829300"/>
          <p14:tracePt t="21442" x="4603750" y="5765800"/>
          <p14:tracePt t="21478" x="4591050" y="5708650"/>
          <p14:tracePt t="21509" x="4572000" y="5613400"/>
          <p14:tracePt t="21542" x="4572000" y="5429250"/>
          <p14:tracePt t="21578" x="4578350" y="5321300"/>
          <p14:tracePt t="21608" x="4597400" y="5238750"/>
          <p14:tracePt t="21642" x="4622800" y="5149850"/>
          <p14:tracePt t="21678" x="4641850" y="5111750"/>
          <p14:tracePt t="21711" x="4654550" y="5092700"/>
          <p14:tracePt t="21794" x="4654550" y="5105400"/>
          <p14:tracePt t="21824" x="4660900" y="5111750"/>
          <p14:tracePt t="21862" x="4679950" y="5111750"/>
          <p14:tracePt t="23253" x="4648200" y="5137150"/>
          <p14:tracePt t="23287" x="4540250" y="5200650"/>
          <p14:tracePt t="23319" x="4457700" y="5245100"/>
          <p14:tracePt t="23338" x="4413250" y="5264150"/>
          <p14:tracePt t="23354" x="4311650" y="5308600"/>
          <p14:tracePt t="23371" x="4279900" y="5314950"/>
          <p14:tracePt t="23402" x="4203700" y="5334000"/>
          <p14:tracePt t="23435" x="4133850" y="5340350"/>
          <p14:tracePt t="23469" x="4032250" y="5359400"/>
          <p14:tracePt t="23502" x="3956050" y="5378450"/>
          <p14:tracePt t="23535" x="3879850" y="5410200"/>
          <p14:tracePt t="23568" x="3778250" y="5467350"/>
          <p14:tracePt t="23601" x="3708400" y="5505450"/>
          <p14:tracePt t="23635" x="3625850" y="5562600"/>
          <p14:tracePt t="23653" x="3613150" y="5575300"/>
          <p14:tracePt t="23685" x="3581400" y="5594350"/>
          <p14:tracePt t="23718" x="3568700" y="5607050"/>
          <p14:tracePt t="23751" x="3543300" y="5645150"/>
          <p14:tracePt t="23787" x="3524250" y="5676900"/>
          <p14:tracePt t="23818" x="3492500" y="5734050"/>
          <p14:tracePt t="23837" x="3479800" y="5759450"/>
          <p14:tracePt t="23869" x="3422650" y="5867400"/>
          <p14:tracePt t="23901" x="3390900" y="5930900"/>
          <p14:tracePt t="23933" x="3340100" y="6051550"/>
          <p14:tracePt t="23970" x="3302000" y="6096000"/>
          <p14:tracePt t="24000" x="3282950" y="6140450"/>
          <p14:tracePt t="24033" x="3270250" y="6165850"/>
          <p14:tracePt t="24069" x="3263900" y="6184900"/>
          <p14:tracePt t="24100" x="3244850" y="6203950"/>
          <p14:tracePt t="24133" x="3232150" y="6216650"/>
          <p14:tracePt t="24169" x="3219450" y="6223000"/>
          <p14:tracePt t="24199" x="3206750" y="6235700"/>
          <p14:tracePt t="24236" x="3181350" y="6242050"/>
          <p14:tracePt t="24269" x="3136900" y="6254750"/>
          <p14:tracePt t="24299" x="3111500" y="6267450"/>
          <p14:tracePt t="24333" x="3048000" y="6292850"/>
          <p14:tracePt t="24352" x="3003550" y="6305550"/>
          <p14:tracePt t="24385" x="2940050" y="6343650"/>
          <p14:tracePt t="24416" x="2882900" y="6375400"/>
          <p14:tracePt t="24449" x="2838450" y="6413500"/>
          <p14:tracePt t="24485" x="2781300" y="6445250"/>
          <p14:tracePt t="24515" x="2768600" y="6451600"/>
          <p14:tracePt t="24553" x="2762250" y="6451600"/>
          <p14:tracePt t="24700" x="2768600" y="6451600"/>
          <p14:tracePt t="24784" x="2781300" y="6438900"/>
          <p14:tracePt t="24817" x="2806700" y="6426200"/>
          <p14:tracePt t="24847" x="2863850" y="6400800"/>
          <p14:tracePt t="24868" x="2940050" y="6356350"/>
          <p14:tracePt t="24902" x="3149600" y="6235700"/>
          <p14:tracePt t="24932" x="3276600" y="6172200"/>
          <p14:tracePt t="24969" x="3498850" y="6038850"/>
          <p14:tracePt t="24985" x="3530600" y="6019800"/>
          <p14:tracePt t="25015" x="3587750" y="5994400"/>
          <p14:tracePt t="25047" x="3606800" y="5994400"/>
          <p14:tracePt t="25070" x="3606800" y="5988050"/>
          <p14:tracePt t="25149" x="3606800" y="5975350"/>
          <p14:tracePt t="26957" x="3562350" y="5962650"/>
          <p14:tracePt t="26991" x="3524250" y="5956300"/>
          <p14:tracePt t="27023" x="3473450" y="5943600"/>
          <p14:tracePt t="27056" x="3416300" y="5924550"/>
          <p14:tracePt t="27090" x="3282950" y="5861050"/>
          <p14:tracePt t="27123" x="3086100" y="5759450"/>
          <p14:tracePt t="27156" x="2882900" y="5664200"/>
          <p14:tracePt t="27189" x="2705100" y="5588000"/>
          <p14:tracePt t="27223" x="2540000" y="5518150"/>
          <p14:tracePt t="27255" x="2501900" y="5499100"/>
          <p14:tracePt t="27274" x="2476500" y="5492750"/>
          <p14:tracePt t="27306" x="2457450" y="5473700"/>
          <p14:tracePt t="27355" x="2451100" y="5473700"/>
          <p14:tracePt t="27475" x="2451100" y="5480050"/>
          <p14:tracePt t="27505" x="2457450" y="5480050"/>
          <p14:tracePt t="27538" x="2476500" y="5492750"/>
          <p14:tracePt t="27574" x="2482850" y="5492750"/>
          <p14:tracePt t="27604" x="2495550" y="5492750"/>
          <p14:tracePt t="27638" x="2533650" y="5492750"/>
          <p14:tracePt t="27674" x="2736850" y="5454650"/>
          <p14:tracePt t="27704" x="3028950" y="5416550"/>
          <p14:tracePt t="27737" x="3352800" y="5365750"/>
          <p14:tracePt t="27758" x="3556000" y="5340350"/>
          <p14:tracePt t="27790" x="3810000" y="5334000"/>
          <p14:tracePt t="27821" x="4044950" y="5346700"/>
          <p14:tracePt t="27854" x="4159250" y="5359400"/>
          <p14:tracePt t="27889" x="4254500" y="5384800"/>
          <p14:tracePt t="27922" x="4305300" y="5391150"/>
          <p14:tracePt t="27954" x="4387850" y="5397500"/>
          <p14:tracePt t="27974" x="4419600" y="5397500"/>
          <p14:tracePt t="28006" x="4457700" y="5397500"/>
          <p14:tracePt t="28036" x="4489450" y="5397500"/>
          <p14:tracePt t="28074" x="4514850" y="5403850"/>
          <p14:tracePt t="28107" x="4540250" y="5410200"/>
          <p14:tracePt t="28139" x="4552950" y="5410200"/>
          <p14:tracePt t="28174" x="4559300" y="5416550"/>
          <p14:tracePt t="28222" x="4572000" y="5416550"/>
          <p14:tracePt t="28269" x="4584700" y="5416550"/>
          <p14:tracePt t="28508" x="4597400" y="5416550"/>
          <p14:tracePt t="28539" x="4629150" y="5429250"/>
          <p14:tracePt t="28584" x="4768850" y="5454650"/>
          <p14:tracePt t="28608" x="4845050" y="5461000"/>
          <p14:tracePt t="28638" x="4972050" y="5461000"/>
          <p14:tracePt t="28667" x="5073650" y="5461000"/>
          <p14:tracePt t="28693" x="5124450" y="5461000"/>
          <p14:tracePt t="28734" x="5149850" y="5461000"/>
          <p14:tracePt t="28817" x="5162550" y="5448300"/>
          <p14:tracePt t="29399" x="5137150" y="5410200"/>
          <p14:tracePt t="29432" x="5092700" y="5353050"/>
          <p14:tracePt t="29465" x="5016500" y="5276850"/>
          <p14:tracePt t="29498" x="4914900" y="5181600"/>
          <p14:tracePt t="29531" x="4800600" y="5067300"/>
          <p14:tracePt t="29564" x="4654550" y="4914900"/>
          <p14:tracePt t="29597" x="4470400" y="4718050"/>
          <p14:tracePt t="29631" x="4324350" y="4565650"/>
          <p14:tracePt t="29664" x="4108450" y="4337050"/>
          <p14:tracePt t="29697" x="3994150" y="4241800"/>
          <p14:tracePt t="29730" x="3816350" y="4133850"/>
          <p14:tracePt t="29764" x="3663950" y="4070350"/>
          <p14:tracePt t="29797" x="3448050" y="3949700"/>
          <p14:tracePt t="29830" x="3289300" y="3841750"/>
          <p14:tracePt t="29863" x="3136900" y="3695700"/>
          <p14:tracePt t="29897" x="2940050" y="3549650"/>
          <p14:tracePt t="29931" x="2832100" y="3498850"/>
          <p14:tracePt t="29963" x="2743200" y="3448050"/>
          <p14:tracePt t="29996" x="2667000" y="3429000"/>
          <p14:tracePt t="30029" x="2616200" y="3422650"/>
          <p14:tracePt t="30062" x="2590800" y="3435350"/>
          <p14:tracePt t="30096" x="2571750" y="3448050"/>
          <p14:tracePt t="30129" x="2565400" y="3473450"/>
          <p14:tracePt t="30162" x="2559050" y="3492500"/>
          <p14:tracePt t="30195" x="2540000" y="3511550"/>
          <p14:tracePt t="30229" x="2495550" y="3536950"/>
          <p14:tracePt t="30262" x="2451100" y="3556000"/>
          <p14:tracePt t="30296" x="2374900" y="3581400"/>
          <p14:tracePt t="30314" x="2355850" y="3581400"/>
          <p14:tracePt t="30345" x="2292350" y="3581400"/>
          <p14:tracePt t="30378" x="2241550" y="3568700"/>
          <p14:tracePt t="30411" x="2190750" y="3562350"/>
          <p14:tracePt t="30445" x="2184400" y="3562350"/>
          <p14:tracePt t="30528" x="2184400" y="3556000"/>
          <p14:tracePt t="30581" x="2197100" y="3556000"/>
          <p14:tracePt t="30628" x="2222500" y="3556000"/>
          <p14:tracePt t="30661" x="2336800" y="3568700"/>
          <p14:tracePt t="30694" x="2578100" y="3587750"/>
          <p14:tracePt t="30728" x="2882900" y="3600450"/>
          <p14:tracePt t="30760" x="3232150" y="3625850"/>
          <p14:tracePt t="30796" x="3365500" y="3651250"/>
          <p14:tracePt t="30827" x="3409950" y="3657600"/>
          <p14:tracePt t="30860" x="3422650" y="3663950"/>
          <p14:tracePt t="30959" x="3422650" y="3670300"/>
          <p14:tracePt t="31743" x="3390900" y="3689350"/>
          <p14:tracePt t="31790" x="3327400" y="3721100"/>
          <p14:tracePt t="31814" x="3219450" y="3759200"/>
          <p14:tracePt t="31844" x="3162300" y="3784600"/>
          <p14:tracePt t="31873" x="3048000" y="3810000"/>
          <p14:tracePt t="31896" x="2952750" y="3822700"/>
          <p14:tracePt t="31927" x="2889250" y="3822700"/>
          <p14:tracePt t="31960" x="2851150" y="3822700"/>
          <p14:tracePt t="32006" x="2838450" y="3822700"/>
          <p14:tracePt t="32044" x="2832100" y="3822700"/>
          <p14:tracePt t="32261" x="2825750" y="3822700"/>
          <p14:tracePt t="32305" x="2813050" y="3816350"/>
          <p14:tracePt t="32354" x="2806700" y="3810000"/>
          <p14:tracePt t="32488" x="2800350" y="3810000"/>
          <p14:tracePt t="32537" x="2800350" y="3822700"/>
          <p14:tracePt t="32561" x="2800350" y="3835400"/>
          <p14:tracePt t="32589" x="2800350" y="3886200"/>
          <p14:tracePt t="32620" x="2813050" y="3981450"/>
          <p14:tracePt t="32653" x="2806700" y="4070350"/>
          <p14:tracePt t="32688" x="2800350" y="4121150"/>
          <p14:tracePt t="32720" x="2794000" y="4140200"/>
          <p14:tracePt t="32753" x="2787650" y="4127500"/>
          <p14:tracePt t="32786" x="2781300" y="4102100"/>
          <p14:tracePt t="32819" x="2755900" y="4057650"/>
          <p14:tracePt t="32853" x="2711450" y="3994150"/>
          <p14:tracePt t="32886" x="2622550" y="3905250"/>
          <p14:tracePt t="32919" x="2559050" y="3867150"/>
          <p14:tracePt t="32938" x="2501900" y="3848100"/>
          <p14:tracePt t="32971" x="2419350" y="3816350"/>
          <p14:tracePt t="33002" x="2349500" y="3790950"/>
          <p14:tracePt t="33035" x="2266950" y="3765550"/>
          <p14:tracePt t="33069" x="2178050" y="3746500"/>
          <p14:tracePt t="33102" x="2114550" y="3733800"/>
          <p14:tracePt t="33135" x="2051050" y="3727450"/>
          <p14:tracePt t="33169" x="1962150" y="3708400"/>
          <p14:tracePt t="33201" x="1924050" y="3708400"/>
          <p14:tracePt t="33235" x="1898650" y="3708400"/>
          <p14:tracePt t="33268" x="1892300" y="3708400"/>
          <p14:tracePt t="33301" x="1892300" y="3714750"/>
          <p14:tracePt t="33335" x="1905000" y="3721100"/>
          <p14:tracePt t="33368" x="1924050" y="3727450"/>
          <p14:tracePt t="33401" x="1949450" y="3740150"/>
          <p14:tracePt t="33434" x="2032000" y="3759200"/>
          <p14:tracePt t="33453" x="2120900" y="3790950"/>
          <p14:tracePt t="33484" x="2286000" y="3879850"/>
          <p14:tracePt t="33517" x="2451100" y="4000500"/>
          <p14:tracePt t="33550" x="2590800" y="4229100"/>
          <p14:tracePt t="33584" x="2628900" y="4381500"/>
          <p14:tracePt t="33617" x="2603500" y="4616450"/>
          <p14:tracePt t="33650" x="2565400" y="4762500"/>
          <p14:tracePt t="33686" x="2463800" y="4984750"/>
          <p14:tracePt t="33717" x="2393950" y="5054600"/>
          <p14:tracePt t="33750" x="2330450" y="5086350"/>
          <p14:tracePt t="33786" x="2286000" y="5092700"/>
          <p14:tracePt t="33816" x="2241550" y="5086350"/>
          <p14:tracePt t="33850" x="2178050" y="5067300"/>
          <p14:tracePt t="33886" x="2139950" y="5048250"/>
          <p14:tracePt t="33916" x="2114550" y="5029200"/>
          <p14:tracePt t="33949" x="2089150" y="5010150"/>
          <p14:tracePt t="33984" x="2051050" y="4997450"/>
          <p14:tracePt t="34015" x="2012950" y="4984750"/>
          <p14:tracePt t="34049" x="2000250" y="4972050"/>
          <p14:tracePt t="34132" x="2012950" y="4972050"/>
          <p14:tracePt t="34165" x="2032000" y="4972050"/>
          <p14:tracePt t="34201" x="2152650" y="4959350"/>
          <p14:tracePt t="34232" x="2273300" y="4940300"/>
          <p14:tracePt t="34265" x="2546350" y="4921250"/>
          <p14:tracePt t="34301" x="2679700" y="4902200"/>
          <p14:tracePt t="34331" x="2749550" y="4902200"/>
          <p14:tracePt t="34364" x="2774950" y="4908550"/>
          <p14:tracePt t="34400" x="2781300" y="4908550"/>
          <p14:tracePt t="34647" x="2794000" y="4908550"/>
          <p14:tracePt t="34716" x="2806700" y="4908550"/>
          <p14:tracePt t="34750" x="2825750" y="4908550"/>
          <p14:tracePt t="34786" x="2921000" y="4895850"/>
          <p14:tracePt t="34817" x="3155950" y="4857750"/>
          <p14:tracePt t="34849" x="3479800" y="4819650"/>
          <p14:tracePt t="34870" x="3721100" y="4806950"/>
          <p14:tracePt t="34900" x="4000500" y="4806950"/>
          <p14:tracePt t="34932" x="4216400" y="4819650"/>
          <p14:tracePt t="34962" x="4375150" y="4826000"/>
          <p14:tracePt t="35000" x="4502150" y="4851400"/>
          <p14:tracePt t="35031" x="4546600" y="4864100"/>
          <p14:tracePt t="35065" x="4616450" y="4883150"/>
          <p14:tracePt t="35086" x="4654550" y="4889500"/>
          <p14:tracePt t="35116" x="4692650" y="4895850"/>
          <p14:tracePt t="35148" x="4724400" y="4895850"/>
          <p14:tracePt t="35195" x="4743450" y="4902200"/>
          <p14:tracePt t="35317" x="4749800" y="4902200"/>
          <p14:tracePt t="35349" x="4749800" y="4908550"/>
          <p14:tracePt t="35394" x="4724400" y="4927600"/>
          <p14:tracePt t="35433" x="4686300" y="4933950"/>
          <p14:tracePt t="35465" x="4502150" y="4959350"/>
          <p14:tracePt t="35510" x="4203700" y="4978400"/>
          <p14:tracePt t="35534" x="4013200" y="4972050"/>
          <p14:tracePt t="35565" x="3943350" y="4965700"/>
          <p14:tracePt t="35593" x="3867150" y="4953000"/>
          <p14:tracePt t="35617" x="3854450" y="4946650"/>
          <p14:tracePt t="35650" x="3835400" y="4946650"/>
          <p14:tracePt t="35859" x="3841750" y="4946650"/>
          <p14:tracePt t="35909" x="3848100" y="4946650"/>
          <p14:tracePt t="35942" x="3848100" y="4953000"/>
          <p14:tracePt t="36008" x="3867150" y="4953000"/>
          <p14:tracePt t="36042" x="3879850" y="4965700"/>
          <p14:tracePt t="36066" x="3892550" y="4978400"/>
          <p14:tracePt t="36093" x="3943350" y="5041900"/>
          <p14:tracePt t="36125" x="4013200" y="5200650"/>
          <p14:tracePt t="36158" x="4076700" y="5378450"/>
          <p14:tracePt t="36191" x="4133850" y="5581650"/>
          <p14:tracePt t="36224" x="4171950" y="5695950"/>
          <p14:tracePt t="36258" x="4203700" y="5791200"/>
          <p14:tracePt t="36291" x="4222750" y="5842000"/>
          <p14:tracePt t="36324" x="4248150" y="5880100"/>
          <p14:tracePt t="36358" x="4298950" y="5930900"/>
          <p14:tracePt t="36391" x="4311650" y="5969000"/>
          <p14:tracePt t="36424" x="4318000" y="5994400"/>
          <p14:tracePt t="36823" x="4349750" y="6032500"/>
          <p14:tracePt t="36856" x="4375150" y="6076950"/>
          <p14:tracePt t="36889" x="4413250" y="6140450"/>
          <p14:tracePt t="36922" x="4457700" y="6242050"/>
          <p14:tracePt t="36955" x="4470400" y="6324600"/>
          <p14:tracePt t="36975" x="4476750" y="6362700"/>
          <p14:tracePt t="37005" x="4483100" y="6419850"/>
          <p14:tracePt t="37039" x="4495800" y="6457950"/>
          <p14:tracePt t="37071" x="4495800" y="6470650"/>
          <p14:tracePt t="37105" x="4495800" y="6502400"/>
          <p14:tracePt t="37138" x="4502150" y="6508750"/>
          <p14:tracePt t="37171" x="4502150" y="6515100"/>
          <p14:tracePt t="37271" x="4502150" y="6521450"/>
          <p14:tracePt t="37304" x="4508500" y="6534150"/>
          <p14:tracePt t="37338" x="4514850" y="6546850"/>
          <p14:tracePt t="37371" x="4508500" y="6578600"/>
          <p14:tracePt t="37991" x="4533900" y="6578600"/>
          <p14:tracePt t="38020" x="4578350" y="6578600"/>
          <p14:tracePt t="38051" x="4629150" y="6578600"/>
          <p14:tracePt t="38090" x="4705350" y="6578600"/>
          <p14:tracePt t="38120" x="4737100" y="6578600"/>
          <p14:tracePt t="38151" x="4762500" y="6578600"/>
          <p14:tracePt t="38190" x="4800600" y="6559550"/>
        </p14:tracePtLst>
      </p14:laserTraceLst>
    </p:ext>
  </p:extLs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Reptile(Lung, Leg, Scale,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  <a:tabLst>
                <a:tab pos="739775" algn="l"/>
              </a:tabLst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</p:txBody>
      </p:sp>
    </p:spTree>
    <p:extLst>
      <p:ext uri="{BB962C8B-B14F-4D97-AF65-F5344CB8AC3E}">
        <p14:creationId xmlns:p14="http://schemas.microsoft.com/office/powerpoint/2010/main" val="395512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Bird(Lung, Wing, Feather,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  <a:tabLst>
                <a:tab pos="739775" algn="l"/>
              </a:tabLst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</p:txBody>
      </p:sp>
    </p:spTree>
    <p:extLst>
      <p:ext uri="{BB962C8B-B14F-4D97-AF65-F5344CB8AC3E}">
        <p14:creationId xmlns:p14="http://schemas.microsoft.com/office/powerpoint/2010/main" val="2826377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class Mammal(Lung, Leg, Fur, Mouth): pass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  <a:tabLst>
                <a:tab pos="739775" algn="l"/>
              </a:tabLst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</p:txBody>
      </p:sp>
    </p:spTree>
    <p:extLst>
      <p:ext uri="{BB962C8B-B14F-4D97-AF65-F5344CB8AC3E}">
        <p14:creationId xmlns:p14="http://schemas.microsoft.com/office/powerpoint/2010/main" val="399511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python3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35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969"/>
    </mc:Choice>
    <mc:Fallback xmlns="">
      <p:transition spd="slow" advTm="499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064" x="4781550" y="6546850"/>
          <p14:tracePt t="7097" x="4756150" y="6534150"/>
          <p14:tracePt t="7128" x="4705350" y="6502400"/>
          <p14:tracePt t="7164" x="4648200" y="6477000"/>
          <p14:tracePt t="7196" x="4559300" y="6419850"/>
          <p14:tracePt t="7213" x="4533900" y="6400800"/>
          <p14:tracePt t="7241" x="4483100" y="6362700"/>
          <p14:tracePt t="7266" x="4413250" y="6299200"/>
          <p14:tracePt t="7298" x="4349750" y="6242050"/>
          <p14:tracePt t="7329" x="4298950" y="6178550"/>
          <p14:tracePt t="7374" x="4241800" y="6127750"/>
          <p14:tracePt t="7395" x="4222750" y="6115050"/>
          <p14:tracePt t="7427" x="4216400" y="6115050"/>
          <p14:tracePt t="7464" x="4235450" y="6115050"/>
          <p14:tracePt t="7528" x="4235450" y="6108700"/>
          <p14:tracePt t="16941" x="4210050" y="6076950"/>
          <p14:tracePt t="16977" x="4171950" y="6038850"/>
          <p14:tracePt t="17008" x="4121150" y="6013450"/>
          <p14:tracePt t="17041" x="4083050" y="6000750"/>
          <p14:tracePt t="17062" x="4057650" y="5988050"/>
          <p14:tracePt t="17078" x="4044950" y="5988050"/>
          <p14:tracePt t="17110" x="4013200" y="5988050"/>
          <p14:tracePt t="17141" x="3937000" y="5981700"/>
          <p14:tracePt t="17179" x="3854450" y="5975350"/>
          <p14:tracePt t="17208" x="3797300" y="5994400"/>
          <p14:tracePt t="17240" x="3727450" y="6026150"/>
          <p14:tracePt t="17264" x="3670300" y="6057900"/>
          <p14:tracePt t="17294" x="3594100" y="6102350"/>
          <p14:tracePt t="17326" x="3536950" y="6121400"/>
          <p14:tracePt t="17373" x="3479800" y="6159500"/>
          <p14:tracePt t="17395" x="3467100" y="6159500"/>
          <p14:tracePt t="17478" x="3460750" y="6159500"/>
          <p14:tracePt t="19039" x="3460750" y="6197600"/>
          <p14:tracePt t="19069" x="3454400" y="6273800"/>
          <p14:tracePt t="19100" x="3429000" y="6375400"/>
          <p14:tracePt t="19134" x="3416300" y="6464300"/>
          <p14:tracePt t="19167" x="3390900" y="6540500"/>
          <p14:tracePt t="19217" x="3346450" y="6616700"/>
          <p14:tracePt t="19250" x="3333750" y="6635750"/>
          <p14:tracePt t="19300" x="3321050" y="6635750"/>
          <p14:tracePt t="19366" x="3308350" y="6635750"/>
          <p14:tracePt t="19400" x="3308350" y="6623050"/>
          <p14:tracePt t="19433" x="3308350" y="6616700"/>
          <p14:tracePt t="19466" x="3295650" y="6604000"/>
          <p14:tracePt t="19499" x="3276600" y="6591300"/>
          <p14:tracePt t="19532" x="3251200" y="6565900"/>
          <p14:tracePt t="19566" x="3194050" y="6534150"/>
          <p14:tracePt t="19599" x="3111500" y="6508750"/>
          <p14:tracePt t="19632" x="3035300" y="6483350"/>
          <p14:tracePt t="19668" x="2940050" y="6464300"/>
          <p14:tracePt t="19699" x="2863850" y="6451600"/>
          <p14:tracePt t="19732" x="2749550" y="6445250"/>
          <p14:tracePt t="19768" x="2673350" y="6426200"/>
          <p14:tracePt t="19798" x="2616200" y="6426200"/>
          <p14:tracePt t="19831" x="2546350" y="6419850"/>
          <p14:tracePt t="19867" x="2495550" y="6413500"/>
          <p14:tracePt t="19898" x="2444750" y="6407150"/>
          <p14:tracePt t="19933" x="2374900" y="6407150"/>
          <p14:tracePt t="19967" x="2305050" y="6407150"/>
          <p14:tracePt t="19998" x="2241550" y="6407150"/>
          <p14:tracePt t="20031" x="2197100" y="6407150"/>
          <p14:tracePt t="20067" x="2146300" y="6419850"/>
          <p14:tracePt t="20100" x="2114550" y="6426200"/>
          <p14:tracePt t="20131" x="2095500" y="6438900"/>
          <p14:tracePt t="20149" x="2082800" y="6445250"/>
          <p14:tracePt t="20183" x="2057400" y="6451600"/>
          <p14:tracePt t="20213" x="2044700" y="6464300"/>
          <p14:tracePt t="20247" x="2019300" y="6477000"/>
          <p14:tracePt t="20283" x="2000250" y="6489700"/>
          <p14:tracePt t="20584" x="2012950" y="6489700"/>
          <p14:tracePt t="20617" x="2044700" y="6483350"/>
          <p14:tracePt t="20645" x="2089150" y="6483350"/>
          <p14:tracePt t="20669" x="2133600" y="6483350"/>
          <p14:tracePt t="20699" x="2235200" y="6483350"/>
          <p14:tracePt t="20731" x="2311400" y="6483350"/>
          <p14:tracePt t="20778" x="2413000" y="6483350"/>
          <p14:tracePt t="20799" x="2432050" y="6483350"/>
          <p14:tracePt t="20831" x="2451100" y="6470650"/>
          <p14:tracePt t="20877" x="2470150" y="6470650"/>
          <p14:tracePt t="21094" x="2444750" y="6483350"/>
          <p14:tracePt t="21132" x="2432050" y="6483350"/>
          <p14:tracePt t="21177" x="2413000" y="6483350"/>
          <p14:tracePt t="21201" x="2387600" y="6483350"/>
          <p14:tracePt t="21233" x="2330450" y="6483350"/>
          <p14:tracePt t="21276" x="2260600" y="6483350"/>
          <p14:tracePt t="21309" x="2228850" y="6483350"/>
          <p14:tracePt t="21333" x="2216150" y="6483350"/>
          <p14:tracePt t="21361" x="2209800" y="6483350"/>
          <p14:tracePt t="21642" x="2216150" y="6483350"/>
          <p14:tracePt t="21692" x="2222500" y="6483350"/>
          <p14:tracePt t="21741" x="2235200" y="6483350"/>
          <p14:tracePt t="21791" x="2241550" y="6483350"/>
          <p14:tracePt t="21841" x="2254250" y="6483350"/>
          <p14:tracePt t="21874" x="2273300" y="6483350"/>
          <p14:tracePt t="21907" x="2305050" y="6483350"/>
          <p14:tracePt t="21927" x="2336800" y="6483350"/>
          <p14:tracePt t="21975" x="2438400" y="6489700"/>
          <p14:tracePt t="22007" x="2476500" y="6489700"/>
          <p14:tracePt t="22041" x="2501900" y="6496050"/>
          <p14:tracePt t="22090" x="2520950" y="6496050"/>
          <p14:tracePt t="22888" x="2603500" y="6496050"/>
          <p14:tracePt t="22906" x="2641600" y="6496050"/>
          <p14:tracePt t="22937" x="2800350" y="6508750"/>
          <p14:tracePt t="22972" x="2882900" y="6515100"/>
          <p14:tracePt t="23003" x="2952750" y="6534150"/>
          <p14:tracePt t="23037" x="3009900" y="6546850"/>
          <p14:tracePt t="23073" x="3035300" y="6553200"/>
          <p14:tracePt t="23103" x="3060700" y="6565900"/>
          <p14:tracePt t="23137" x="3098800" y="6565900"/>
          <p14:tracePt t="23158" x="3105150" y="6565900"/>
          <p14:tracePt t="23189" x="3117850" y="6565900"/>
          <p14:tracePt t="23671" x="3175000" y="6565900"/>
          <p14:tracePt t="23704" x="3378200" y="6565900"/>
          <p14:tracePt t="23720" x="3435350" y="6565900"/>
          <p14:tracePt t="23751" x="3562350" y="6565900"/>
          <p14:tracePt t="23787" x="3657600" y="6565900"/>
          <p14:tracePt t="23818" x="3740150" y="6565900"/>
          <p14:tracePt t="23851" x="3765550" y="6565900"/>
          <p14:tracePt t="23889" x="3778250" y="6565900"/>
          <p14:tracePt t="24822" x="3879850" y="6565900"/>
          <p14:tracePt t="24852" x="4013200" y="6572250"/>
          <p14:tracePt t="24880" x="4146550" y="6578600"/>
          <p14:tracePt t="24914" x="4241800" y="6578600"/>
          <p14:tracePt t="24938" x="4292600" y="6578600"/>
          <p14:tracePt t="24980" x="4381500" y="6578600"/>
          <p14:tracePt t="24999" x="4400550" y="6578600"/>
          <p14:tracePt t="25037" x="4419600" y="6578600"/>
          <p14:tracePt t="25065" x="4438650" y="6584950"/>
          <p14:tracePt t="25096" x="4464050" y="6591300"/>
          <p14:tracePt t="25129" x="4476750" y="6591300"/>
          <p14:tracePt t="25153" x="4495800" y="6591300"/>
          <p14:tracePt t="25185" x="4508500" y="6591300"/>
          <p14:tracePt t="25230" x="4540250" y="6591300"/>
          <p14:tracePt t="25279" x="4584700" y="6591300"/>
          <p14:tracePt t="25312" x="4629150" y="6591300"/>
          <p14:tracePt t="25345" x="4718050" y="6591300"/>
          <p14:tracePt t="25379" x="4762500" y="6578600"/>
          <p14:tracePt t="25744" x="4902200" y="6578600"/>
          <p14:tracePt t="25777" x="5060950" y="6559550"/>
          <p14:tracePt t="25810" x="5175250" y="6553200"/>
          <p14:tracePt t="25844" x="5276850" y="6540500"/>
          <p14:tracePt t="25878" x="5340350" y="6553200"/>
          <p14:tracePt t="25911" x="5397500" y="6559550"/>
          <p14:tracePt t="25928" x="5410200" y="6565900"/>
          <p14:tracePt t="25960" x="5480050" y="6565900"/>
          <p14:tracePt t="25993" x="5524500" y="6553200"/>
          <p14:tracePt t="26028" x="5600700" y="6553200"/>
          <p14:tracePt t="26060" x="5645150" y="6553200"/>
          <p14:tracePt t="26094" x="5702300" y="6546850"/>
          <p14:tracePt t="26111" x="5708650" y="6546850"/>
          <p14:tracePt t="26143" x="5759450" y="6546850"/>
          <p14:tracePt t="26176" x="5803900" y="6546850"/>
          <p14:tracePt t="26209" x="5861050" y="6559550"/>
          <p14:tracePt t="26243" x="5969000" y="6565900"/>
          <p14:tracePt t="26279" x="6057900" y="6565900"/>
          <p14:tracePt t="26309" x="6140450" y="6565900"/>
          <p14:tracePt t="26342" x="6350000" y="6540500"/>
          <p14:tracePt t="26378" x="6502400" y="6527800"/>
          <p14:tracePt t="29247" x="6343650" y="6527800"/>
          <p14:tracePt t="29298" x="6178550" y="6489700"/>
          <p14:tracePt t="29357" x="5683250" y="6394450"/>
          <p14:tracePt t="29388" x="5359400" y="6330950"/>
          <p14:tracePt t="29507" x="3860800" y="5765800"/>
          <p14:tracePt t="29558" x="3556000" y="5600700"/>
          <p14:tracePt t="29591" x="3448050" y="5518150"/>
          <p14:tracePt t="29655" x="3346450" y="5422900"/>
          <p14:tracePt t="29711" x="3251200" y="5353050"/>
          <p14:tracePt t="29760" x="3130550" y="5308600"/>
          <p14:tracePt t="29810" x="3016250" y="5264150"/>
          <p14:tracePt t="29860" x="2952750" y="5251450"/>
          <p14:tracePt t="29912" x="2914650" y="5251450"/>
          <p14:tracePt t="29989" x="2901950" y="5264150"/>
          <p14:tracePt t="30012" x="2895600" y="5270500"/>
          <p14:tracePt t="30074" x="2889250" y="5276850"/>
          <p14:tracePt t="30124" x="2882900" y="5289550"/>
          <p14:tracePt t="30195" x="2882900" y="5302250"/>
          <p14:tracePt t="30225" x="2876550" y="5302250"/>
          <p14:tracePt t="30342" x="2876550" y="5308600"/>
          <p14:tracePt t="30387" x="2889250" y="5308600"/>
          <p14:tracePt t="30441" x="2978150" y="5340350"/>
          <p14:tracePt t="30464" x="3054350" y="5378450"/>
          <p14:tracePt t="30517" x="3409950" y="5588000"/>
          <p14:tracePt t="30546" x="3702050" y="5734050"/>
          <p14:tracePt t="30573" x="4006850" y="5892800"/>
          <p14:tracePt t="30583" x="4102100" y="5943600"/>
          <p14:tracePt t="30631" x="4521200" y="6159500"/>
          <p14:tracePt t="30662" x="4826000" y="6305550"/>
          <p14:tracePt t="30721" x="5403850" y="6591300"/>
          <p14:tracePt t="30743" x="5505450" y="6654800"/>
          <p14:tracePt t="30779" x="5581650" y="6699250"/>
          <p14:tracePt t="30800" x="5613400" y="6731000"/>
          <p14:tracePt t="30855" x="5626100" y="6743700"/>
          <p14:tracePt t="31002" x="5581650" y="6737350"/>
          <p14:tracePt t="31025" x="5556250" y="6724650"/>
          <p14:tracePt t="31074" x="5403850" y="6673850"/>
          <p14:tracePt t="31125" x="5200650" y="6610350"/>
          <p14:tracePt t="31171" x="5022850" y="6559550"/>
          <p14:tracePt t="31206" x="4972050" y="6546850"/>
          <p14:tracePt t="31249" x="4959350" y="6546850"/>
          <p14:tracePt t="31320" x="4984750" y="6546850"/>
          <p14:tracePt t="31370" x="5022850" y="6553200"/>
          <p14:tracePt t="31401" x="5130800" y="6553200"/>
          <p14:tracePt t="31429" x="5346700" y="6553200"/>
          <p14:tracePt t="31481" x="5759450" y="6572250"/>
          <p14:tracePt t="31541" x="6184900" y="6597650"/>
          <p14:tracePt t="31589" x="6381750" y="6623050"/>
          <p14:tracePt t="31653" x="6432550" y="6642100"/>
          <p14:tracePt t="31748" x="6451600" y="6629400"/>
          <p14:tracePt t="33156" x="6242050" y="6388100"/>
          <p14:tracePt t="33204" x="5803900" y="5619750"/>
          <p14:tracePt t="33253" x="5594350" y="4997450"/>
          <p14:tracePt t="33309" x="5499100" y="4629150"/>
          <p14:tracePt t="33359" x="5448300" y="4337050"/>
          <p14:tracePt t="33414" x="5384800" y="4114800"/>
          <p14:tracePt t="33467" x="5365750" y="4038600"/>
          <p14:tracePt t="33520" x="5334000" y="3981450"/>
          <p14:tracePt t="33567" x="5251450" y="3873500"/>
          <p14:tracePt t="33589" x="5226050" y="3841750"/>
          <p14:tracePt t="33617" x="5181600" y="3790950"/>
          <p14:tracePt t="33629" x="5175250" y="3778250"/>
          <p14:tracePt t="33681" x="5143500" y="3740150"/>
          <p14:tracePt t="33731" x="5130800" y="3727450"/>
          <p14:tracePt t="34052" x="5124450" y="3740150"/>
          <p14:tracePt t="34097" x="5092700" y="3797300"/>
          <p14:tracePt t="34152" x="4895850" y="4140200"/>
          <p14:tracePt t="34159" x="4832350" y="4248150"/>
          <p14:tracePt t="34208" x="4565650" y="4660900"/>
          <p14:tracePt t="34262" x="4114800" y="5194300"/>
          <p14:tracePt t="34319" x="3727450" y="5632450"/>
          <p14:tracePt t="34342" x="3613150" y="5734050"/>
          <p14:tracePt t="34376" x="3454400" y="5816600"/>
          <p14:tracePt t="34399" x="3422650" y="5822950"/>
          <p14:tracePt t="34454" x="3365500" y="5842000"/>
          <p14:tracePt t="34505" x="3333750" y="5861050"/>
          <p14:tracePt t="34571" x="3321050" y="5861050"/>
          <p14:tracePt t="34736" x="3321050" y="5854700"/>
          <p14:tracePt t="34786" x="3321050" y="5842000"/>
          <p14:tracePt t="34855" x="3321050" y="5810250"/>
          <p14:tracePt t="34912" x="3327400" y="5727700"/>
          <p14:tracePt t="34960" x="3340100" y="5626100"/>
          <p14:tracePt t="35019" x="3340100" y="5568950"/>
          <p14:tracePt t="35071" x="3346450" y="5549900"/>
          <p14:tracePt t="35141" x="3346450" y="5543550"/>
          <p14:tracePt t="35167" x="3346450" y="5537200"/>
          <p14:tracePt t="35668" x="3454400" y="5441950"/>
          <p14:tracePt t="35704" x="3937000" y="5041900"/>
          <p14:tracePt t="35733" x="4406900" y="4667250"/>
          <p14:tracePt t="35749" x="4540250" y="4572000"/>
          <p14:tracePt t="35776" x="4806950" y="4362450"/>
          <p14:tracePt t="35824" x="4940300" y="4203700"/>
          <p14:tracePt t="35874" x="4946650" y="4152900"/>
          <p14:tracePt t="35929" x="4933950" y="4114800"/>
          <p14:tracePt t="35977" x="4908550" y="4070350"/>
          <p14:tracePt t="36001" x="4902200" y="4038600"/>
          <p14:tracePt t="36051" x="4889500" y="3905250"/>
          <p14:tracePt t="36084" x="4883150" y="3822700"/>
          <p14:tracePt t="36110" x="4876800" y="3771900"/>
          <p14:tracePt t="36155" x="4864100" y="3740150"/>
          <p14:tracePt t="36203" x="4851400" y="3740150"/>
          <p14:tracePt t="36464" x="4851400" y="3746500"/>
          <p14:tracePt t="36507" x="4851400" y="3759200"/>
          <p14:tracePt t="36555" x="4851400" y="3765550"/>
          <p14:tracePt t="36582" x="4851400" y="3778250"/>
          <p14:tracePt t="36631" x="4883150" y="3816350"/>
          <p14:tracePt t="36680" x="5099050" y="3987800"/>
          <p14:tracePt t="36688" x="5181600" y="4051300"/>
          <p14:tracePt t="36738" x="5657850" y="4387850"/>
          <p14:tracePt t="36787" x="6007100" y="4679950"/>
          <p14:tracePt t="36836" x="6134100" y="4800600"/>
          <p14:tracePt t="36885" x="6203950" y="4832350"/>
          <p14:tracePt t="36914" x="6305550" y="4851400"/>
          <p14:tracePt t="36962" x="6534150" y="4883150"/>
          <p14:tracePt t="36984" x="6635750" y="4889500"/>
          <p14:tracePt t="37036" x="7010400" y="4902200"/>
          <p14:tracePt t="37083" x="7353300" y="4889500"/>
          <p14:tracePt t="37131" x="7651750" y="4902200"/>
          <p14:tracePt t="37159" x="7766050" y="4908550"/>
          <p14:tracePt t="37214" x="8013700" y="4889500"/>
          <p14:tracePt t="37266" x="8337550" y="4883150"/>
          <p14:tracePt t="37329" x="8509000" y="4914900"/>
          <p14:tracePt t="37379" x="8610600" y="4946650"/>
          <p14:tracePt t="37408" x="8642350" y="4953000"/>
          <p14:tracePt t="37462" x="8718550" y="4959350"/>
          <p14:tracePt t="37485" x="8737600" y="4959350"/>
          <p14:tracePt t="37535" x="8820150" y="4940300"/>
          <p14:tracePt t="37591" x="8877300" y="4908550"/>
          <p14:tracePt t="38056" x="8826500" y="4902200"/>
          <p14:tracePt t="38101" x="8750300" y="4895850"/>
          <p14:tracePt t="38124" x="8724900" y="4889500"/>
          <p14:tracePt t="38172" x="8655050" y="4889500"/>
          <p14:tracePt t="38195" x="8629650" y="4883150"/>
          <p14:tracePt t="38228" x="8591550" y="4876800"/>
          <p14:tracePt t="38273" x="8534400" y="4870450"/>
          <p14:tracePt t="38329" x="8470900" y="4864100"/>
          <p14:tracePt t="38354" x="8445500" y="4857750"/>
          <p14:tracePt t="38364" x="8439150" y="4857750"/>
          <p14:tracePt t="38434" x="8426450" y="4851400"/>
          <p14:tracePt t="38498" x="8413750" y="4851400"/>
          <p14:tracePt t="38540" x="8407400" y="4851400"/>
          <p14:tracePt t="38693" x="8401050" y="4851400"/>
          <p14:tracePt t="38762" x="8394700" y="4851400"/>
          <p14:tracePt t="38813" x="8388350" y="4851400"/>
          <p14:tracePt t="38924" x="8388350" y="4864100"/>
          <p14:tracePt t="38975" x="8388350" y="4870450"/>
          <p14:tracePt t="39025" x="8388350" y="4876800"/>
          <p14:tracePt t="39114" x="8401050" y="4876800"/>
          <p14:tracePt t="39138" x="8401050" y="4883150"/>
          <p14:tracePt t="39201" x="8413750" y="4883150"/>
          <p14:tracePt t="39227" x="8426450" y="4889500"/>
          <p14:tracePt t="39276" x="8445500" y="4889500"/>
          <p14:tracePt t="39333" x="8528050" y="4902200"/>
          <p14:tracePt t="39382" x="8680450" y="4933950"/>
          <p14:tracePt t="39405" x="8750300" y="4940300"/>
          <p14:tracePt t="39470" x="8870950" y="4965700"/>
          <p14:tracePt t="39501" x="8877300" y="4965700"/>
          <p14:tracePt t="39677" x="8864600" y="4965700"/>
          <p14:tracePt t="39724" x="8851900" y="4965700"/>
          <p14:tracePt t="39782" x="8826500" y="4959350"/>
          <p14:tracePt t="39805" x="8813800" y="4953000"/>
          <p14:tracePt t="39854" x="8667750" y="4927600"/>
          <p14:tracePt t="39887" x="8502650" y="4921250"/>
          <p14:tracePt t="39916" x="8305800" y="4908550"/>
          <p14:tracePt t="39967" x="8007350" y="4902200"/>
          <p14:tracePt t="40011" x="7861300" y="4876800"/>
          <p14:tracePt t="40059" x="7727950" y="4857750"/>
          <p14:tracePt t="40111" x="7651750" y="4832350"/>
          <p14:tracePt t="40165" x="7639050" y="4826000"/>
          <p14:tracePt t="40210" x="7632700" y="4826000"/>
          <p14:tracePt t="40311" x="7639050" y="4826000"/>
          <p14:tracePt t="40366" x="7670800" y="4826000"/>
          <p14:tracePt t="40389" x="7702550" y="4832350"/>
          <p14:tracePt t="40445" x="8039100" y="4851400"/>
          <p14:tracePt t="40492" x="8293100" y="4876800"/>
          <p14:tracePt t="40548" x="8362950" y="4883150"/>
          <p14:tracePt t="40592" x="8375650" y="4883150"/>
          <p14:tracePt t="40680" x="8382000" y="4883150"/>
          <p14:tracePt t="40747" x="8401050" y="4883150"/>
          <p14:tracePt t="40773" x="8426450" y="4883150"/>
          <p14:tracePt t="40821" x="8515350" y="4902200"/>
          <p14:tracePt t="40848" x="8553450" y="4902200"/>
          <p14:tracePt t="40898" x="8597900" y="4921250"/>
          <p14:tracePt t="40926" x="8604250" y="4921250"/>
          <p14:tracePt t="40992" x="8578850" y="4908550"/>
          <p14:tracePt t="41020" x="8559800" y="4908550"/>
          <p14:tracePt t="41069" x="8458200" y="4902200"/>
          <p14:tracePt t="41116" x="8274050" y="4895850"/>
          <p14:tracePt t="41138" x="8191500" y="4895850"/>
          <p14:tracePt t="41174" x="8026400" y="4870450"/>
          <p14:tracePt t="41196" x="7969250" y="4864100"/>
          <p14:tracePt t="41246" x="7893050" y="4857750"/>
          <p14:tracePt t="41272" x="7874000" y="4851400"/>
          <p14:tracePt t="41321" x="7874000" y="4845050"/>
          <p14:tracePt t="41404" x="7874000" y="4851400"/>
          <p14:tracePt t="41561" x="7880350" y="4851400"/>
          <p14:tracePt t="41607" x="7893050" y="4851400"/>
          <p14:tracePt t="41681" x="7899400" y="4851400"/>
          <p14:tracePt t="41750" x="7905750" y="4851400"/>
          <p14:tracePt t="41850" x="7912100" y="4851400"/>
          <p14:tracePt t="41901" x="7931150" y="4864100"/>
          <p14:tracePt t="41949" x="7943850" y="4883150"/>
          <p14:tracePt t="42001" x="8001000" y="4908550"/>
          <p14:tracePt t="42058" x="8159750" y="4953000"/>
          <p14:tracePt t="42081" x="8210550" y="4953000"/>
          <p14:tracePt t="42114" x="8261350" y="4946650"/>
          <p14:tracePt t="42164" x="8299450" y="4933950"/>
          <p14:tracePt t="42194" x="8305800" y="4933950"/>
          <p14:tracePt t="42315" x="8305800" y="4927600"/>
          <p14:tracePt t="42383" x="8324850" y="4927600"/>
          <p14:tracePt t="42449" x="8343900" y="4921250"/>
          <p14:tracePt t="42516" x="8362950" y="4921250"/>
          <p14:tracePt t="42546" x="8375650" y="4921250"/>
          <p14:tracePt t="42567" x="8382000" y="4921250"/>
          <p14:tracePt t="42615" x="8458200" y="4908550"/>
          <p14:tracePt t="42663" x="8572500" y="4902200"/>
          <p14:tracePt t="42699" x="8648700" y="4889500"/>
          <p14:tracePt t="42722" x="8667750" y="4889500"/>
          <p14:tracePt t="42769" x="8680450" y="4889500"/>
          <p14:tracePt t="42819" x="8693150" y="4883150"/>
          <p14:tracePt t="42869" x="8705850" y="4883150"/>
          <p14:tracePt t="42955" x="8731250" y="4876800"/>
          <p14:tracePt t="43000" x="8737600" y="4876800"/>
          <p14:tracePt t="43064" x="8750300" y="4876800"/>
          <p14:tracePt t="43112" x="8763000" y="4876800"/>
          <p14:tracePt t="43182" x="8769350" y="4876800"/>
          <p14:tracePt t="43250" x="8756650" y="4870450"/>
          <p14:tracePt t="43283" x="8731250" y="4864100"/>
          <p14:tracePt t="43310" x="8693150" y="4857750"/>
          <p14:tracePt t="43370" x="8293100" y="4838700"/>
          <p14:tracePt t="43424" x="7759700" y="4832350"/>
          <p14:tracePt t="43481" x="7435850" y="4826000"/>
          <p14:tracePt t="43543" x="7169150" y="4806950"/>
          <p14:tracePt t="43591" x="6965950" y="4781550"/>
          <p14:tracePt t="43643" x="6788150" y="4756150"/>
          <p14:tracePt t="43691" x="6635750" y="4775200"/>
          <p14:tracePt t="44084" x="6483350" y="4845050"/>
          <p14:tracePt t="44130" x="5949950" y="5035550"/>
          <p14:tracePt t="44159" x="5588000" y="5130800"/>
          <p14:tracePt t="44173" x="5473700" y="5149850"/>
          <p14:tracePt t="44218" x="5035550" y="5245100"/>
          <p14:tracePt t="44270" x="4603750" y="5327650"/>
          <p14:tracePt t="44327" x="4476750" y="5334000"/>
          <p14:tracePt t="44376" x="4470400" y="5334000"/>
          <p14:tracePt t="44426" x="4476750" y="5321300"/>
          <p14:tracePt t="44551" x="4483100" y="5314950"/>
          <p14:tracePt t="44609" x="4483100" y="5308600"/>
          <p14:tracePt t="44642" x="4483100" y="5302250"/>
          <p14:tracePt t="44691" x="4476750" y="5289550"/>
          <p14:tracePt t="44722" x="4451350" y="5283200"/>
          <p14:tracePt t="44748" x="4406900" y="5270500"/>
          <p14:tracePt t="44794" x="4178300" y="5219700"/>
          <p14:tracePt t="44805" x="4102100" y="5207000"/>
          <p14:tracePt t="44836" x="3803650" y="5156200"/>
          <p14:tracePt t="44871" x="3397250" y="5124450"/>
          <p14:tracePt t="44949" x="2978150" y="5092700"/>
          <p14:tracePt t="45009" x="2863850" y="5048250"/>
          <p14:tracePt t="45031" x="2844800" y="5041900"/>
          <p14:tracePt t="45164" x="2844800" y="5048250"/>
          <p14:tracePt t="45195" x="2851150" y="5060950"/>
          <p14:tracePt t="45222" x="2857500" y="5080000"/>
          <p14:tracePt t="45272" x="2857500" y="5156200"/>
          <p14:tracePt t="45326" x="2857500" y="5327650"/>
          <p14:tracePt t="45354" x="2857500" y="5391150"/>
          <p14:tracePt t="45401" x="2870200" y="5454650"/>
          <p14:tracePt t="45425" x="2870200" y="5467350"/>
          <p14:tracePt t="45473" x="2876550" y="5486400"/>
          <p14:tracePt t="45495" x="2876550" y="5492750"/>
          <p14:tracePt t="45542" x="2882900" y="5492750"/>
          <p14:tracePt t="45627" x="2882900" y="5499100"/>
          <p14:tracePt t="45751" x="2895600" y="5492750"/>
          <p14:tracePt t="45798" x="2914650" y="5492750"/>
          <p14:tracePt t="45848" x="2959100" y="5505450"/>
          <p14:tracePt t="45880" x="3054350" y="5530850"/>
          <p14:tracePt t="45929" x="3384550" y="5638800"/>
          <p14:tracePt t="45974" x="3752850" y="5759450"/>
          <p14:tracePt t="46024" x="4267200" y="5949950"/>
          <p14:tracePt t="46071" x="4743450" y="6159500"/>
          <p14:tracePt t="46120" x="5099050" y="6318250"/>
          <p14:tracePt t="46146" x="5149850" y="6337300"/>
          <p14:tracePt t="46176" x="5181600" y="6343650"/>
          <p14:tracePt t="46337" x="5187950" y="6343650"/>
          <p14:tracePt t="46458" x="5207000" y="6350000"/>
          <p14:tracePt t="46484" x="5213350" y="6356350"/>
          <p14:tracePt t="46530" x="5226050" y="6362700"/>
          <p14:tracePt t="46565" x="5238750" y="6369050"/>
          <p14:tracePt t="46614" x="5257800" y="6375400"/>
          <p14:tracePt t="46662" x="5264150" y="6375400"/>
          <p14:tracePt t="46745" x="5245100" y="6381750"/>
          <p14:tracePt t="46844" x="5238750" y="6381750"/>
          <p14:tracePt t="46950" x="5251450" y="6388100"/>
          <p14:tracePt t="47019" x="5270500" y="6394450"/>
          <p14:tracePt t="47041" x="5276850" y="6394450"/>
          <p14:tracePt t="47103" x="5295900" y="6394450"/>
          <p14:tracePt t="47130" x="5314950" y="6400800"/>
          <p14:tracePt t="47154" x="5321300" y="6400800"/>
          <p14:tracePt t="47203" x="5391150" y="6400800"/>
          <p14:tracePt t="47228" x="5422900" y="6400800"/>
          <p14:tracePt t="47255" x="5486400" y="6400800"/>
          <p14:tracePt t="47302" x="5581650" y="6400800"/>
          <p14:tracePt t="47350" x="5715000" y="6407150"/>
          <p14:tracePt t="47402" x="5772150" y="6407150"/>
        </p14:tracePtLst>
      </p14:laserTraceLst>
    </p:ext>
  </p:extLs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Python 3.6.1 (default, Mar 21 2017, 21:49:16)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</p:txBody>
      </p:sp>
    </p:spTree>
    <p:extLst>
      <p:ext uri="{BB962C8B-B14F-4D97-AF65-F5344CB8AC3E}">
        <p14:creationId xmlns:p14="http://schemas.microsoft.com/office/powerpoint/2010/main" val="126997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[GCC 5.4.0] on </a:t>
            </a:r>
            <a:r>
              <a:rPr lang="en-US" kern="0" spc="9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cygwin</a:t>
            </a:r>
            <a:endParaRPr lang="en-US" kern="0" spc="9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</p:txBody>
      </p:sp>
    </p:spTree>
    <p:extLst>
      <p:ext uri="{BB962C8B-B14F-4D97-AF65-F5344CB8AC3E}">
        <p14:creationId xmlns:p14="http://schemas.microsoft.com/office/powerpoint/2010/main" val="335889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extLst>
    <p:ext uri="{3A86A75C-4F4B-4683-9AE1-C65F6400EC91}">
      <p14:laserTraceLst xmlns:p14="http://schemas.microsoft.com/office/powerpoint/2010/main">
        <p14:tracePtLst>
          <p14:tracePt t="1568" x="0" y="0"/>
        </p14:tracePtLst>
      </p14:laserTraceLst>
    </p:ext>
  </p:extLs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9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Type "help", "copyright", "credits" or "license" for more information.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</p:txBody>
      </p:sp>
    </p:spTree>
    <p:extLst>
      <p:ext uri="{BB962C8B-B14F-4D97-AF65-F5344CB8AC3E}">
        <p14:creationId xmlns:p14="http://schemas.microsoft.com/office/powerpoint/2010/main" val="351209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from vertebrates import *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1302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163"/>
    </mc:Choice>
    <mc:Fallback xmlns="">
      <p:transition spd="slow" advTm="511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02" x="4400550" y="5969000"/>
          <p14:tracePt t="1309" x="4381500" y="5975350"/>
          <p14:tracePt t="1323" x="4356100" y="5981700"/>
          <p14:tracePt t="1331" x="4343400" y="5994400"/>
          <p14:tracePt t="1346" x="4318000" y="6000750"/>
          <p14:tracePt t="1361" x="4292600" y="6019800"/>
          <p14:tracePt t="1377" x="4222750" y="6038850"/>
          <p14:tracePt t="1394" x="4140200" y="6057900"/>
          <p14:tracePt t="1411" x="4102100" y="6064250"/>
          <p14:tracePt t="1427" x="4006850" y="6096000"/>
          <p14:tracePt t="1444" x="3930650" y="6108700"/>
          <p14:tracePt t="1460" x="3892550" y="6127750"/>
          <p14:tracePt t="1478" x="3841750" y="6134100"/>
          <p14:tracePt t="1493" x="3803650" y="6146800"/>
          <p14:tracePt t="1510" x="3784600" y="6153150"/>
          <p14:tracePt t="1527" x="3746500" y="6165850"/>
          <p14:tracePt t="1544" x="3708400" y="6178550"/>
          <p14:tracePt t="1560" x="3695700" y="6184900"/>
          <p14:tracePt t="1577" x="3657600" y="6223000"/>
          <p14:tracePt t="1593" x="3644900" y="6229350"/>
          <p14:tracePt t="3866" x="3657600" y="6229350"/>
          <p14:tracePt t="3873" x="3689350" y="6210300"/>
          <p14:tracePt t="3885" x="3721100" y="6197600"/>
          <p14:tracePt t="3902" x="3771900" y="6165850"/>
          <p14:tracePt t="3919" x="3803650" y="6140450"/>
          <p14:tracePt t="3937" x="3917950" y="6083300"/>
          <p14:tracePt t="3952" x="3975100" y="6057900"/>
          <p14:tracePt t="3968" x="4044950" y="6019800"/>
          <p14:tracePt t="3985" x="4191000" y="5918200"/>
          <p14:tracePt t="4002" x="4298950" y="5829300"/>
          <p14:tracePt t="4018" x="4330700" y="5803900"/>
          <p14:tracePt t="4035" x="4381500" y="5721350"/>
          <p14:tracePt t="4052" x="4394200" y="5708650"/>
          <p14:tracePt t="4068" x="4400550" y="5695950"/>
          <p14:tracePt t="4085" x="4406900" y="5664200"/>
          <p14:tracePt t="4101" x="4406900" y="5657850"/>
          <p14:tracePt t="4118" x="4406900" y="5651500"/>
          <p14:tracePt t="4134" x="4406900" y="5632450"/>
          <p14:tracePt t="4151" x="4406900" y="5626100"/>
          <p14:tracePt t="4154" x="4413250" y="5613400"/>
          <p14:tracePt t="4170" x="4413250" y="5607050"/>
          <p14:tracePt t="4184" x="4413250" y="5600700"/>
          <p14:tracePt t="4200" x="4413250" y="5594350"/>
          <p14:tracePt t="4218" x="4413250" y="5575300"/>
          <p14:tracePt t="4234" x="4406900" y="5556250"/>
          <p14:tracePt t="4251" x="4406900" y="5543550"/>
          <p14:tracePt t="4268" x="4387850" y="5524500"/>
          <p14:tracePt t="4284" x="4375150" y="5511800"/>
          <p14:tracePt t="4301" x="4324350" y="5492750"/>
          <p14:tracePt t="4317" x="4260850" y="5461000"/>
          <p14:tracePt t="4334" x="4216400" y="5441950"/>
          <p14:tracePt t="4351" x="4121150" y="5429250"/>
          <p14:tracePt t="4367" x="4032250" y="5416550"/>
          <p14:tracePt t="4384" x="3987800" y="5416550"/>
          <p14:tracePt t="4400" x="3911600" y="5416550"/>
          <p14:tracePt t="4417" x="3835400" y="5416550"/>
          <p14:tracePt t="4433" x="3803650" y="5422900"/>
          <p14:tracePt t="4450" x="3721100" y="5435600"/>
          <p14:tracePt t="4467" x="3663950" y="5441950"/>
          <p14:tracePt t="4484" x="3638550" y="5441950"/>
          <p14:tracePt t="4500" x="3594100" y="5441950"/>
          <p14:tracePt t="4517" x="3568700" y="5441950"/>
          <p14:tracePt t="4534" x="3549650" y="5441950"/>
          <p14:tracePt t="4550" x="3543300" y="5441950"/>
          <p14:tracePt t="4566" x="3536950" y="5441950"/>
          <p14:tracePt t="4583" x="3530600" y="5441950"/>
          <p14:tracePt t="4599" x="3517900" y="5441950"/>
          <p14:tracePt t="4633" x="3498850" y="5441950"/>
          <p14:tracePt t="4649" x="3473450" y="5441950"/>
          <p14:tracePt t="4666" x="3460750" y="5441950"/>
          <p14:tracePt t="4670" x="3448050" y="5441950"/>
          <p14:tracePt t="4683" x="3435350" y="5441950"/>
          <p14:tracePt t="4699" x="3403600" y="5448300"/>
          <p14:tracePt t="4717" x="3371850" y="5448300"/>
          <p14:tracePt t="4733" x="3352800" y="5454650"/>
          <p14:tracePt t="4749" x="3333750" y="5454650"/>
          <p14:tracePt t="4766" x="3314700" y="5461000"/>
          <p14:tracePt t="4782" x="3308350" y="5461000"/>
          <p14:tracePt t="4799" x="3302000" y="5467350"/>
          <p14:tracePt t="4836" x="3295650" y="5473700"/>
          <p14:tracePt t="4885" x="3289300" y="5473700"/>
          <p14:tracePt t="4906" x="3289300" y="5480050"/>
          <p14:tracePt t="4934" x="3289300" y="5486400"/>
          <p14:tracePt t="4977" x="3295650" y="5486400"/>
          <p14:tracePt t="4991" x="3302000" y="5486400"/>
          <p14:tracePt t="4998" x="3308350" y="5492750"/>
          <p14:tracePt t="5005" x="3314700" y="5492750"/>
          <p14:tracePt t="5018" x="3333750" y="5492750"/>
          <p14:tracePt t="5031" x="3352800" y="5499100"/>
          <p14:tracePt t="5047" x="3422650" y="5505450"/>
          <p14:tracePt t="5065" x="3479800" y="5511800"/>
          <p14:tracePt t="5082" x="3581400" y="5530850"/>
          <p14:tracePt t="5098" x="3689350" y="5543550"/>
          <p14:tracePt t="5114" x="3721100" y="5549900"/>
          <p14:tracePt t="5132" x="3778250" y="5549900"/>
          <p14:tracePt t="5148" x="3810000" y="5556250"/>
          <p14:tracePt t="5164" x="3816350" y="5556250"/>
          <p14:tracePt t="5181" x="3829050" y="5556250"/>
          <p14:tracePt t="5229" x="3835400" y="5556250"/>
          <p14:tracePt t="5384" x="3835400" y="5562600"/>
          <p14:tracePt t="7974" x="3873500" y="5568950"/>
          <p14:tracePt t="7981" x="3949700" y="5588000"/>
          <p14:tracePt t="7990" x="4051300" y="5607050"/>
          <p14:tracePt t="8004" x="4184650" y="5638800"/>
          <p14:tracePt t="8021" x="4330700" y="5676900"/>
          <p14:tracePt t="8038" x="4940300" y="5880100"/>
          <p14:tracePt t="8054" x="5181600" y="5969000"/>
          <p14:tracePt t="8071" x="5422900" y="6057900"/>
          <p14:tracePt t="8087" x="5657850" y="6153150"/>
          <p14:tracePt t="8104" x="5949950" y="6248400"/>
          <p14:tracePt t="8122" x="6623050" y="6597650"/>
          <p14:tracePt t="8137" x="7175500" y="6851650"/>
          <p14:tracePt t="8154" x="7302500" y="6851650"/>
          <p14:tracePt t="8171" x="7410450" y="6851650"/>
          <p14:tracePt t="8187" x="7429500" y="6851650"/>
          <p14:tracePt t="8204" x="7435850" y="6845300"/>
          <p14:tracePt t="8221" x="7473950" y="6769100"/>
          <p14:tracePt t="8237" x="7461250" y="6769100"/>
          <p14:tracePt t="8604" x="7473950" y="6750050"/>
          <p14:tracePt t="8611" x="7505700" y="6724650"/>
          <p14:tracePt t="8625" x="7550150" y="6699250"/>
          <p14:tracePt t="8635" x="7607300" y="6661150"/>
          <p14:tracePt t="8652" x="7664450" y="6629400"/>
          <p14:tracePt t="8669" x="7829550" y="6559550"/>
          <p14:tracePt t="8685" x="8026400" y="6489700"/>
          <p14:tracePt t="8702" x="8115300" y="6445250"/>
          <p14:tracePt t="8719" x="8312150" y="6388100"/>
          <p14:tracePt t="8735" x="8420100" y="6343650"/>
          <p14:tracePt t="8753" x="8623300" y="6292850"/>
          <p14:tracePt t="8768" x="8731250" y="6273800"/>
          <p14:tracePt t="8785" x="8870950" y="6235700"/>
          <p14:tracePt t="8803" x="8978900" y="6223000"/>
          <p14:tracePt t="8818" x="9017000" y="6223000"/>
          <p14:tracePt t="8835" x="9048750" y="6223000"/>
          <p14:tracePt t="8852" x="9093200" y="6223000"/>
          <p14:tracePt t="8868" x="9112250" y="6223000"/>
          <p14:tracePt t="8885" x="9118600" y="6223000"/>
          <p14:tracePt t="8901" x="9124950" y="6223000"/>
          <p14:tracePt t="8935" x="9131300" y="6223000"/>
          <p14:tracePt t="9033" x="9124950" y="6223000"/>
          <p14:tracePt t="9047" x="9112250" y="6223000"/>
          <p14:tracePt t="9054" x="9099550" y="6223000"/>
          <p14:tracePt t="9068" x="9080500" y="6223000"/>
          <p14:tracePt t="9084" x="9010650" y="6223000"/>
          <p14:tracePt t="9100" x="8972550" y="6223000"/>
          <p14:tracePt t="9118" x="8858250" y="6229350"/>
          <p14:tracePt t="9134" x="8801100" y="6242050"/>
          <p14:tracePt t="9150" x="8737600" y="6242050"/>
          <p14:tracePt t="9167" x="8610600" y="6248400"/>
          <p14:tracePt t="9184" x="8534400" y="6261100"/>
          <p14:tracePt t="9200" x="8439150" y="6267450"/>
          <p14:tracePt t="9217" x="8401050" y="6273800"/>
          <p14:tracePt t="9234" x="8388350" y="6273800"/>
          <p14:tracePt t="9251" x="8382000" y="6280150"/>
          <p14:tracePt t="9267" x="8375650" y="6280150"/>
          <p14:tracePt t="9308" x="8375650" y="6286500"/>
          <p14:tracePt t="9378" x="8382000" y="6286500"/>
          <p14:tracePt t="9392" x="8388350" y="6286500"/>
          <p14:tracePt t="9399" x="8394700" y="6292850"/>
          <p14:tracePt t="9413" x="8407400" y="6292850"/>
          <p14:tracePt t="9427" x="8426450" y="6292850"/>
          <p14:tracePt t="9435" x="8451850" y="6292850"/>
          <p14:tracePt t="9449" x="8509000" y="6292850"/>
          <p14:tracePt t="9466" x="8547100" y="6286500"/>
          <p14:tracePt t="9483" x="8616950" y="6273800"/>
          <p14:tracePt t="9499" x="8661400" y="6267450"/>
          <p14:tracePt t="9516" x="8674100" y="6261100"/>
          <p14:tracePt t="9534" x="8693150" y="6254750"/>
          <p14:tracePt t="9549" x="8699500" y="6254750"/>
          <p14:tracePt t="9588" x="8699500" y="6248400"/>
          <p14:tracePt t="9602" x="8686800" y="6242050"/>
          <p14:tracePt t="9617" x="8661400" y="6242050"/>
          <p14:tracePt t="9623" x="8636000" y="6235700"/>
          <p14:tracePt t="9632" x="8597900" y="6235700"/>
          <p14:tracePt t="9649" x="8528050" y="6229350"/>
          <p14:tracePt t="9666" x="8324850" y="6210300"/>
          <p14:tracePt t="9682" x="8248650" y="6210300"/>
          <p14:tracePt t="9698" x="8128000" y="6210300"/>
          <p14:tracePt t="9716" x="8026400" y="6210300"/>
          <p14:tracePt t="9732" x="8001000" y="6210300"/>
          <p14:tracePt t="9748" x="7969250" y="6210300"/>
          <p14:tracePt t="9752" x="7943850" y="6210300"/>
          <p14:tracePt t="9765" x="7924800" y="6210300"/>
          <p14:tracePt t="9781" x="7912100" y="6210300"/>
          <p14:tracePt t="9798" x="7905750" y="6210300"/>
          <p14:tracePt t="9815" x="7899400" y="6210300"/>
          <p14:tracePt t="9831" x="7886700" y="6210300"/>
          <p14:tracePt t="9849" x="7886700" y="6216650"/>
          <p14:tracePt t="10197" x="7797800" y="6210300"/>
          <p14:tracePt t="10211" x="7677150" y="6165850"/>
          <p14:tracePt t="10218" x="7512050" y="6121400"/>
          <p14:tracePt t="10233" x="7346950" y="6057900"/>
          <p14:tracePt t="10247" x="7010400" y="5969000"/>
          <p14:tracePt t="10264" x="6883400" y="5937250"/>
          <p14:tracePt t="10267" x="6718300" y="5886450"/>
          <p14:tracePt t="10282" x="6584950" y="5854700"/>
          <p14:tracePt t="10296" x="6451600" y="5797550"/>
          <p14:tracePt t="10313" x="6165850" y="5721350"/>
          <p14:tracePt t="10331" x="5842000" y="5632450"/>
          <p14:tracePt t="10346" x="5657850" y="5581650"/>
          <p14:tracePt t="10363" x="5334000" y="5473700"/>
          <p14:tracePt t="10380" x="5137150" y="5365750"/>
          <p14:tracePt t="10396" x="5080000" y="5321300"/>
          <p14:tracePt t="10413" x="5016500" y="5251450"/>
          <p14:tracePt t="10430" x="5010150" y="5226050"/>
          <p14:tracePt t="10446" x="5035550" y="5232400"/>
          <p14:tracePt t="17577" x="5029200" y="5232400"/>
          <p14:tracePt t="17584" x="5003800" y="5232400"/>
          <p14:tracePt t="17591" x="4972050" y="5226050"/>
          <p14:tracePt t="17605" x="4953000" y="5219700"/>
          <p14:tracePt t="17621" x="4870450" y="5207000"/>
          <p14:tracePt t="17638" x="4813300" y="5207000"/>
          <p14:tracePt t="17655" x="4737100" y="5213350"/>
          <p14:tracePt t="17671" x="4686300" y="5213350"/>
          <p14:tracePt t="17688" x="4616450" y="5226050"/>
          <p14:tracePt t="17704" x="4508500" y="5232400"/>
          <p14:tracePt t="17721" x="4438650" y="5251450"/>
          <p14:tracePt t="17738" x="4349750" y="5257800"/>
          <p14:tracePt t="17754" x="4197350" y="5295900"/>
          <p14:tracePt t="17771" x="4076700" y="5308600"/>
          <p14:tracePt t="17788" x="3968750" y="5346700"/>
          <p14:tracePt t="17804" x="3803650" y="5403850"/>
          <p14:tracePt t="17820" x="3695700" y="5441950"/>
          <p14:tracePt t="17838" x="3613150" y="5467350"/>
          <p14:tracePt t="17854" x="3562350" y="5480050"/>
          <p14:tracePt t="17871" x="3517900" y="5499100"/>
          <p14:tracePt t="17887" x="3479800" y="5511800"/>
          <p14:tracePt t="17904" x="3429000" y="5524500"/>
          <p14:tracePt t="17920" x="3378200" y="5537200"/>
          <p14:tracePt t="17937" x="3276600" y="5562600"/>
          <p14:tracePt t="17953" x="3219450" y="5568950"/>
          <p14:tracePt t="17971" x="3130550" y="5594350"/>
          <p14:tracePt t="17987" x="3073400" y="5594350"/>
          <p14:tracePt t="18003" x="3035300" y="5594350"/>
          <p14:tracePt t="18021" x="2978150" y="5575300"/>
          <p14:tracePt t="18036" x="2952750" y="5562600"/>
          <p14:tracePt t="18053" x="2940050" y="5556250"/>
          <p14:tracePt t="18070" x="2927350" y="5556250"/>
          <p14:tracePt t="18161" x="2933700" y="5556250"/>
          <p14:tracePt t="18167" x="2946400" y="5556250"/>
          <p14:tracePt t="18175" x="2952750" y="5556250"/>
          <p14:tracePt t="18186" x="2971800" y="5556250"/>
          <p14:tracePt t="18204" x="3060700" y="5543550"/>
          <p14:tracePt t="18219" x="3168650" y="5530850"/>
          <p14:tracePt t="18236" x="3308350" y="5511800"/>
          <p14:tracePt t="18253" x="3556000" y="5467350"/>
          <p14:tracePt t="18269" x="3714750" y="5441950"/>
          <p14:tracePt t="18288" x="3911600" y="5410200"/>
          <p14:tracePt t="18302" x="4019550" y="5384800"/>
          <p14:tracePt t="18319" x="4089400" y="5372100"/>
          <p14:tracePt t="18336" x="4184650" y="5353050"/>
          <p14:tracePt t="18352" x="4235450" y="5346700"/>
          <p14:tracePt t="18369" x="4267200" y="5340350"/>
          <p14:tracePt t="18372" x="4279900" y="5340350"/>
          <p14:tracePt t="18387" x="4298950" y="5334000"/>
          <p14:tracePt t="18402" x="4305300" y="5334000"/>
          <p14:tracePt t="18418" x="4305300" y="5327650"/>
          <p14:tracePt t="18435" x="4298950" y="5327650"/>
          <p14:tracePt t="18451" x="4286250" y="5321300"/>
          <p14:tracePt t="18469" x="4254500" y="5314950"/>
          <p14:tracePt t="18485" x="4152900" y="5302250"/>
          <p14:tracePt t="18501" x="4019550" y="5264150"/>
          <p14:tracePt t="18519" x="3841750" y="5245100"/>
          <p14:tracePt t="18535" x="3695700" y="5245100"/>
          <p14:tracePt t="18551" x="3530600" y="5245100"/>
          <p14:tracePt t="18569" x="3289300" y="5245100"/>
          <p14:tracePt t="18584" x="3162300" y="5245100"/>
          <p14:tracePt t="18601" x="3009900" y="5257800"/>
          <p14:tracePt t="18618" x="2863850" y="5264150"/>
          <p14:tracePt t="18634" x="2794000" y="5264150"/>
          <p14:tracePt t="18651" x="2755900" y="5264150"/>
          <p14:tracePt t="18667" x="2717800" y="5257800"/>
          <p14:tracePt t="18684" x="2705100" y="5251450"/>
          <p14:tracePt t="18701" x="2692400" y="5245100"/>
          <p14:tracePt t="18717" x="2673350" y="5245100"/>
          <p14:tracePt t="18734" x="2660650" y="5245100"/>
          <p14:tracePt t="18751" x="2647950" y="5245100"/>
          <p14:tracePt t="18814" x="2654300" y="5245100"/>
          <p14:tracePt t="18821" x="2660650" y="5245100"/>
          <p14:tracePt t="18834" x="2667000" y="5245100"/>
          <p14:tracePt t="18850" x="2686050" y="5238750"/>
          <p14:tracePt t="18867" x="2717800" y="5238750"/>
          <p14:tracePt t="18885" x="2787650" y="5238750"/>
          <p14:tracePt t="18887" x="2838450" y="5232400"/>
          <p14:tracePt t="18900" x="2959100" y="5226050"/>
          <p14:tracePt t="18917" x="3098800" y="5226050"/>
          <p14:tracePt t="18934" x="3327400" y="5213350"/>
          <p14:tracePt t="18950" x="3492500" y="5200650"/>
          <p14:tracePt t="18966" x="3657600" y="5200650"/>
          <p14:tracePt t="18984" x="3879850" y="5194300"/>
          <p14:tracePt t="19000" x="4032250" y="5194300"/>
          <p14:tracePt t="19016" x="4184650" y="5181600"/>
          <p14:tracePt t="19034" x="4381500" y="5175250"/>
          <p14:tracePt t="19049" x="4470400" y="5162550"/>
          <p14:tracePt t="19066" x="4540250" y="5149850"/>
          <p14:tracePt t="19083" x="4610100" y="5137150"/>
          <p14:tracePt t="19099" x="4641850" y="5124450"/>
          <p14:tracePt t="19117" x="4667250" y="5111750"/>
          <p14:tracePt t="19133" x="4686300" y="5105400"/>
          <p14:tracePt t="19149" x="4699000" y="5099050"/>
          <p14:tracePt t="19166" x="4705350" y="5092700"/>
          <p14:tracePt t="19208" x="4699000" y="5099050"/>
          <p14:tracePt t="19229" x="4692650" y="5099050"/>
          <p14:tracePt t="19236" x="4686300" y="5099050"/>
          <p14:tracePt t="19257" x="4673600" y="5099050"/>
          <p14:tracePt t="19265" x="4673600" y="5105400"/>
          <p14:tracePt t="19282" x="4641850" y="5111750"/>
          <p14:tracePt t="19299" x="4552950" y="5118100"/>
          <p14:tracePt t="19315" x="4445000" y="5124450"/>
          <p14:tracePt t="19332" x="4267200" y="5143500"/>
          <p14:tracePt t="19349" x="3975100" y="5168900"/>
          <p14:tracePt t="19365" x="3803650" y="5187950"/>
          <p14:tracePt t="19382" x="3625850" y="5194300"/>
          <p14:tracePt t="19385" x="3549650" y="5194300"/>
          <p14:tracePt t="19399" x="3397250" y="5207000"/>
          <p14:tracePt t="19415" x="3302000" y="5219700"/>
          <p14:tracePt t="19431" x="3238500" y="5232400"/>
          <p14:tracePt t="19448" x="3162300" y="5232400"/>
          <p14:tracePt t="19465" x="3130550" y="5232400"/>
          <p14:tracePt t="19483" x="3111500" y="5232400"/>
          <p14:tracePt t="19498" x="3105150" y="5232400"/>
          <p14:tracePt t="19515" x="3092450" y="5232400"/>
          <p14:tracePt t="19532" x="3079750" y="5232400"/>
          <p14:tracePt t="19548" x="3073400" y="5232400"/>
          <p14:tracePt t="19616" x="3073400" y="5238750"/>
          <p14:tracePt t="19651" x="3079750" y="5238750"/>
          <p14:tracePt t="19658" x="3086100" y="5238750"/>
          <p14:tracePt t="19667" x="3098800" y="5238750"/>
          <p14:tracePt t="19681" x="3124200" y="5238750"/>
          <p14:tracePt t="19697" x="3162300" y="5245100"/>
          <p14:tracePt t="19715" x="3295650" y="5245100"/>
          <p14:tracePt t="19730" x="3435350" y="5245100"/>
          <p14:tracePt t="19747" x="3625850" y="5245100"/>
          <p14:tracePt t="19764" x="3917950" y="5245100"/>
          <p14:tracePt t="19780" x="4159250" y="5232400"/>
          <p14:tracePt t="19797" x="4419600" y="5219700"/>
          <p14:tracePt t="19814" x="4718050" y="5200650"/>
          <p14:tracePt t="19830" x="4895850" y="5168900"/>
          <p14:tracePt t="19848" x="5067300" y="5156200"/>
          <p14:tracePt t="19863" x="5111750" y="5149850"/>
          <p14:tracePt t="19880" x="5130800" y="5143500"/>
          <p14:tracePt t="19883" x="5137150" y="5137150"/>
          <p14:tracePt t="19918" x="5130800" y="5137150"/>
          <p14:tracePt t="19939" x="5124450" y="5137150"/>
          <p14:tracePt t="19947" x="5118100" y="5137150"/>
          <p14:tracePt t="19960" x="5111750" y="5137150"/>
          <p14:tracePt t="19967" x="5105400" y="5137150"/>
          <p14:tracePt t="20009" x="5099050" y="5137150"/>
          <p14:tracePt t="20016" x="5092700" y="5137150"/>
          <p14:tracePt t="20031" x="5080000" y="5137150"/>
          <p14:tracePt t="20046" x="5073650" y="5137150"/>
          <p14:tracePt t="20063" x="5060950" y="5137150"/>
          <p14:tracePt t="20081" x="5016500" y="5143500"/>
          <p14:tracePt t="20096" x="4959350" y="5143500"/>
          <p14:tracePt t="20112" x="4876800" y="5149850"/>
          <p14:tracePt t="20129" x="4730750" y="5168900"/>
          <p14:tracePt t="20146" x="4578350" y="5168900"/>
          <p14:tracePt t="20162" x="4425950" y="5187950"/>
          <p14:tracePt t="20179" x="4165600" y="5207000"/>
          <p14:tracePt t="20195" x="4013200" y="5219700"/>
          <p14:tracePt t="20213" x="3841750" y="5245100"/>
          <p14:tracePt t="20229" x="3740150" y="5245100"/>
          <p14:tracePt t="20245" x="3632200" y="5245100"/>
          <p14:tracePt t="20263" x="3479800" y="5238750"/>
          <p14:tracePt t="20278" x="3384550" y="5238750"/>
          <p14:tracePt t="20295" x="3270250" y="5232400"/>
          <p14:tracePt t="20312" x="3086100" y="5207000"/>
          <p14:tracePt t="20328" x="2990850" y="5175250"/>
          <p14:tracePt t="20344" x="2901950" y="5149850"/>
          <p14:tracePt t="20362" x="2819400" y="5118100"/>
          <p14:tracePt t="20378" x="2794000" y="5105400"/>
          <p14:tracePt t="20381" x="2787650" y="5105400"/>
          <p14:tracePt t="20397" x="2787650" y="5099050"/>
          <p14:tracePt t="21512" x="2781300" y="5099050"/>
          <p14:tracePt t="21519" x="2768600" y="5099050"/>
          <p14:tracePt t="21527" x="2755900" y="5105400"/>
          <p14:tracePt t="21540" x="2736850" y="5118100"/>
          <p14:tracePt t="21557" x="2717800" y="5130800"/>
          <p14:tracePt t="21574" x="2692400" y="5149850"/>
          <p14:tracePt t="21590" x="2679700" y="5168900"/>
          <p14:tracePt t="21607" x="2673350" y="5175250"/>
          <p14:tracePt t="21625" x="2667000" y="5181600"/>
          <p14:tracePt t="21641" x="2667000" y="5187950"/>
          <p14:tracePt t="21657" x="2660650" y="5200650"/>
          <p14:tracePt t="21674" x="2660650" y="5207000"/>
          <p14:tracePt t="21737" x="2667000" y="5207000"/>
          <p14:tracePt t="21765" x="2673350" y="5213350"/>
          <p14:tracePt t="21814" x="2686050" y="5213350"/>
          <p14:tracePt t="21836" x="2698750" y="5213350"/>
          <p14:tracePt t="21849" x="2705100" y="5213350"/>
          <p14:tracePt t="21859" x="2711450" y="5213350"/>
          <p14:tracePt t="21873" x="2724150" y="5213350"/>
          <p14:tracePt t="21890" x="2743200" y="5213350"/>
          <p14:tracePt t="21906" x="2768600" y="5213350"/>
          <p14:tracePt t="21923" x="2781300" y="5213350"/>
          <p14:tracePt t="21939" x="2787650" y="5213350"/>
          <p14:tracePt t="21956" x="2806700" y="5213350"/>
          <p14:tracePt t="21976" x="2813050" y="5213350"/>
          <p14:tracePt t="21992" x="2819400" y="5213350"/>
          <p14:tracePt t="22039" x="2825750" y="5213350"/>
          <p14:tracePt t="22045" x="2832100" y="5213350"/>
          <p14:tracePt t="22060" x="2838450" y="5213350"/>
          <p14:tracePt t="22072" x="2844800" y="5213350"/>
          <p14:tracePt t="22090" x="2857500" y="5213350"/>
          <p14:tracePt t="22106" x="2870200" y="5213350"/>
          <p14:tracePt t="22123" x="2882900" y="5213350"/>
          <p14:tracePt t="22139" x="2901950" y="5213350"/>
          <p14:tracePt t="22156" x="2921000" y="5207000"/>
          <p14:tracePt t="22174" x="2940050" y="5207000"/>
          <p14:tracePt t="22189" x="2946400" y="5207000"/>
          <p14:tracePt t="22205" x="2952750" y="5207000"/>
          <p14:tracePt t="22223" x="2971800" y="5207000"/>
          <p14:tracePt t="22238" x="2978150" y="5207000"/>
          <p14:tracePt t="22255" x="2984500" y="5207000"/>
          <p14:tracePt t="22272" x="3003550" y="5213350"/>
          <p14:tracePt t="22288" x="3016250" y="5219700"/>
          <p14:tracePt t="22307" x="3028950" y="5226050"/>
          <p14:tracePt t="22321" x="3048000" y="5232400"/>
          <p14:tracePt t="22338" x="3060700" y="5232400"/>
          <p14:tracePt t="22356" x="3073400" y="5245100"/>
          <p14:tracePt t="22371" x="3079750" y="5251450"/>
          <p14:tracePt t="22388" x="3086100" y="5251450"/>
          <p14:tracePt t="22405" x="3098800" y="5251450"/>
          <p14:tracePt t="22440" x="3098800" y="5257800"/>
          <p14:tracePt t="22496" x="3105150" y="5264150"/>
          <p14:tracePt t="22580" x="3105150" y="5270500"/>
          <p14:tracePt t="22622" x="3105150" y="5276850"/>
          <p14:tracePt t="22770" x="3111500" y="5276850"/>
          <p14:tracePt t="22798" x="3117850" y="5283200"/>
          <p14:tracePt t="22812" x="3124200" y="5289550"/>
          <p14:tracePt t="22820" x="3130550" y="5289550"/>
          <p14:tracePt t="22833" x="3136900" y="5289550"/>
          <p14:tracePt t="22840" x="3143250" y="5289550"/>
          <p14:tracePt t="22853" x="3143250" y="5295900"/>
          <p14:tracePt t="22870" x="3149600" y="5302250"/>
          <p14:tracePt t="22890" x="3155950" y="5308600"/>
          <p14:tracePt t="22911" x="3162300" y="5314950"/>
          <p14:tracePt t="22938" x="3168650" y="5321300"/>
          <p14:tracePt t="22974" x="3175000" y="5327650"/>
          <p14:tracePt t="23023" x="3181350" y="5327650"/>
          <p14:tracePt t="23058" x="3181350" y="5334000"/>
          <p14:tracePt t="23093" x="3187700" y="5334000"/>
          <p14:tracePt t="23100" x="3194050" y="5334000"/>
          <p14:tracePt t="23121" x="3200400" y="5334000"/>
          <p14:tracePt t="23150" x="3206750" y="5334000"/>
          <p14:tracePt t="23163" x="3213100" y="5340350"/>
          <p14:tracePt t="23172" x="3219450" y="5340350"/>
          <p14:tracePt t="23185" x="3225800" y="5346700"/>
          <p14:tracePt t="23202" x="3225800" y="5353050"/>
          <p14:tracePt t="23219" x="3244850" y="5359400"/>
          <p14:tracePt t="23235" x="3251200" y="5365750"/>
          <p14:tracePt t="23252" x="3263900" y="5365750"/>
          <p14:tracePt t="23269" x="3270250" y="5365750"/>
          <p14:tracePt t="23285" x="3282950" y="5372100"/>
          <p14:tracePt t="23301" x="3289300" y="5378450"/>
          <p14:tracePt t="23334" x="3295650" y="5378450"/>
          <p14:tracePt t="23369" x="3302000" y="5378450"/>
          <p14:tracePt t="23431" x="3308350" y="5378450"/>
          <p14:tracePt t="23466" x="3314700" y="5384800"/>
          <p14:tracePt t="23508" x="3321050" y="5384800"/>
          <p14:tracePt t="23578" x="3327400" y="5384800"/>
          <p14:tracePt t="23628" x="3333750" y="5384800"/>
          <p14:tracePt t="23733" x="3333750" y="5378450"/>
          <p14:tracePt t="23775" x="3333750" y="5372100"/>
          <p14:tracePt t="23824" x="3327400" y="5372100"/>
          <p14:tracePt t="23846" x="3327400" y="5365750"/>
          <p14:tracePt t="23852" x="3327400" y="5359400"/>
          <p14:tracePt t="23874" x="3314700" y="5359400"/>
          <p14:tracePt t="23894" x="3308350" y="5359400"/>
          <p14:tracePt t="23902" x="3308350" y="5365750"/>
          <p14:tracePt t="23919" x="3302000" y="5365750"/>
          <p14:tracePt t="23958" x="3302000" y="5372100"/>
          <p14:tracePt t="23972" x="3302000" y="5378450"/>
          <p14:tracePt t="24007" x="3295650" y="5378450"/>
          <p14:tracePt t="24014" x="3289300" y="5384800"/>
          <p14:tracePt t="24035" x="3289300" y="5391150"/>
          <p14:tracePt t="24056" x="3282950" y="5391150"/>
          <p14:tracePt t="24063" x="3276600" y="5397500"/>
          <p14:tracePt t="24085" x="3276600" y="5403850"/>
          <p14:tracePt t="24106" x="3270250" y="5403850"/>
          <p14:tracePt t="24113" x="3263900" y="5403850"/>
          <p14:tracePt t="24127" x="3263900" y="5410200"/>
          <p14:tracePt t="24148" x="3263900" y="5416550"/>
          <p14:tracePt t="24154" x="3257550" y="5422900"/>
          <p14:tracePt t="24165" x="3251200" y="5429250"/>
          <p14:tracePt t="24182" x="3251200" y="5441950"/>
          <p14:tracePt t="24198" x="3244850" y="5467350"/>
          <p14:tracePt t="24931" x="3232150" y="5473700"/>
          <p14:tracePt t="24952" x="3219450" y="5480050"/>
          <p14:tracePt t="24959" x="3213100" y="5480050"/>
          <p14:tracePt t="24966" x="3206750" y="5486400"/>
          <p14:tracePt t="24982" x="3200400" y="5486400"/>
          <p14:tracePt t="24996" x="3194050" y="5492750"/>
          <p14:tracePt t="25012" x="3194050" y="5499100"/>
          <p14:tracePt t="25121" x="3187700" y="5511800"/>
          <p14:tracePt t="25240" x="3194050" y="5518150"/>
          <p14:tracePt t="25268" x="3200400" y="5518150"/>
          <p14:tracePt t="25290" x="3206750" y="5518150"/>
          <p14:tracePt t="25304" x="3213100" y="5518150"/>
          <p14:tracePt t="25312" x="3219450" y="5518150"/>
          <p14:tracePt t="25318" x="3225800" y="5518150"/>
          <p14:tracePt t="25332" x="3232150" y="5518150"/>
          <p14:tracePt t="25353" x="3244850" y="5518150"/>
          <p14:tracePt t="25362" x="3257550" y="5511800"/>
          <p14:tracePt t="25378" x="3276600" y="5505450"/>
          <p14:tracePt t="25396" x="3321050" y="5499100"/>
          <p14:tracePt t="25411" x="3365500" y="5473700"/>
          <p14:tracePt t="25427" x="3390900" y="5461000"/>
          <p14:tracePt t="25445" x="3441700" y="5448300"/>
          <p14:tracePt t="25460" x="3498850" y="5403850"/>
          <p14:tracePt t="25477" x="3530600" y="5391150"/>
          <p14:tracePt t="25494" x="3562350" y="5365750"/>
          <p14:tracePt t="25510" x="3575050" y="5346700"/>
          <p14:tracePt t="25527" x="3594100" y="5340350"/>
          <p14:tracePt t="25544" x="3600450" y="5327650"/>
          <p14:tracePt t="25585" x="3600450" y="5321300"/>
          <p14:tracePt t="25599" x="3594100" y="5321300"/>
          <p14:tracePt t="25620" x="3587750" y="5321300"/>
          <p14:tracePt t="25669" x="3581400" y="5321300"/>
          <p14:tracePt t="25690" x="3575050" y="5321300"/>
          <p14:tracePt t="25704" x="3568700" y="5321300"/>
          <p14:tracePt t="25727" x="3562350" y="5321300"/>
          <p14:tracePt t="25732" x="3556000" y="5321300"/>
          <p14:tracePt t="25753" x="3549650" y="5321300"/>
          <p14:tracePt t="25762" x="3543300" y="5321300"/>
          <p14:tracePt t="25776" x="3530600" y="5321300"/>
          <p14:tracePt t="25793" x="3517900" y="5321300"/>
          <p14:tracePt t="25810" x="3454400" y="5314950"/>
          <p14:tracePt t="25826" x="3441700" y="5314950"/>
          <p14:tracePt t="25843" x="3422650" y="5314950"/>
          <p14:tracePt t="25859" x="3397250" y="5321300"/>
          <p14:tracePt t="25876" x="3371850" y="5321300"/>
          <p14:tracePt t="25893" x="3371850" y="5327650"/>
          <p14:tracePt t="25896" x="3365500" y="5334000"/>
          <p14:tracePt t="25910" x="3352800" y="5334000"/>
          <p14:tracePt t="25926" x="3340100" y="5340350"/>
          <p14:tracePt t="25944" x="3333750" y="5340350"/>
          <p14:tracePt t="25959" x="3333750" y="5346700"/>
          <p14:tracePt t="25975" x="3327400" y="5353050"/>
          <p14:tracePt t="25993" x="3321050" y="5353050"/>
          <p14:tracePt t="26025" x="3321050" y="5365750"/>
          <p14:tracePt t="26043" x="3321050" y="5372100"/>
          <p14:tracePt t="26075" x="3321050" y="5378450"/>
          <p14:tracePt t="26094" x="3314700" y="5384800"/>
          <p14:tracePt t="26108" x="3314700" y="5391150"/>
          <p14:tracePt t="26128" x="3314700" y="5397500"/>
          <p14:tracePt t="26142" x="3308350" y="5397500"/>
          <p14:tracePt t="26158" x="3308350" y="5410200"/>
          <p14:tracePt t="26191" x="3308350" y="5416550"/>
          <p14:tracePt t="26226" x="3308350" y="5422900"/>
          <p14:tracePt t="26232" x="3308350" y="5429250"/>
          <p14:tracePt t="26246" x="3308350" y="5435600"/>
          <p14:tracePt t="27220" x="3302000" y="5435600"/>
          <p14:tracePt t="27227" x="3295650" y="5435600"/>
          <p14:tracePt t="27241" x="3289300" y="5435600"/>
          <p14:tracePt t="27255" x="3282950" y="5435600"/>
          <p14:tracePt t="27271" x="3270250" y="5435600"/>
          <p14:tracePt t="27287" x="3263900" y="5435600"/>
          <p14:tracePt t="27305" x="3251200" y="5435600"/>
          <p14:tracePt t="27321" x="3244850" y="5435600"/>
          <p14:tracePt t="27431" x="3238500" y="5435600"/>
          <p14:tracePt t="27480" x="3232150" y="5435600"/>
          <p14:tracePt t="27501" x="3225800" y="5435600"/>
          <p14:tracePt t="27508" x="3219450" y="5435600"/>
          <p14:tracePt t="27529" x="3213100" y="5435600"/>
          <p14:tracePt t="27539" x="3206750" y="5435600"/>
          <p14:tracePt t="27558" x="3206750" y="5429250"/>
          <p14:tracePt t="27573" x="3200400" y="5429250"/>
          <p14:tracePt t="27593" x="3194050" y="5429250"/>
          <p14:tracePt t="27603" x="3187700" y="5429250"/>
          <p14:tracePt t="27628" x="3181350" y="5429250"/>
          <p14:tracePt t="27649" x="3175000" y="5429250"/>
          <p14:tracePt t="27677" x="3168650" y="5429250"/>
          <p14:tracePt t="27747" x="3168650" y="5422900"/>
          <p14:tracePt t="27769" x="3175000" y="5422900"/>
          <p14:tracePt t="27782" x="3181350" y="5416550"/>
          <p14:tracePt t="27790" x="3187700" y="5416550"/>
          <p14:tracePt t="27806" x="3200400" y="5416550"/>
          <p14:tracePt t="27819" x="3238500" y="5403850"/>
          <p14:tracePt t="27836" x="3270250" y="5391150"/>
          <p14:tracePt t="27853" x="3321050" y="5372100"/>
          <p14:tracePt t="27869" x="3352800" y="5365750"/>
          <p14:tracePt t="27885" x="3390900" y="5340350"/>
          <p14:tracePt t="27903" x="3429000" y="5334000"/>
          <p14:tracePt t="27919" x="3441700" y="5327650"/>
          <p14:tracePt t="27935" x="3448050" y="5321300"/>
          <p14:tracePt t="27952" x="3454400" y="5314950"/>
          <p14:tracePt t="28050" x="3448050" y="5314950"/>
          <p14:tracePt t="28071" x="3441700" y="5314950"/>
          <p14:tracePt t="28086" x="3435350" y="5314950"/>
          <p14:tracePt t="28091" x="3429000" y="5314950"/>
          <p14:tracePt t="28101" x="3422650" y="5314950"/>
          <p14:tracePt t="28118" x="3409950" y="5314950"/>
          <p14:tracePt t="28135" x="3390900" y="5314950"/>
          <p14:tracePt t="28151" x="3378200" y="5314950"/>
          <p14:tracePt t="28168" x="3346450" y="5321300"/>
          <p14:tracePt t="28184" x="3321050" y="5321300"/>
          <p14:tracePt t="28201" x="3308350" y="5327650"/>
          <p14:tracePt t="28218" x="3282950" y="5327650"/>
          <p14:tracePt t="28234" x="3270250" y="5327650"/>
          <p14:tracePt t="28281" x="3263900" y="5327650"/>
          <p14:tracePt t="28401" x="3276600" y="5327650"/>
          <p14:tracePt t="28422" x="3282950" y="5334000"/>
          <p14:tracePt t="28443" x="3289300" y="5334000"/>
          <p14:tracePt t="28451" x="3295650" y="5334000"/>
          <p14:tracePt t="28471" x="3308350" y="5334000"/>
          <p14:tracePt t="28485" x="3314700" y="5334000"/>
          <p14:tracePt t="28492" x="3327400" y="5334000"/>
          <p14:tracePt t="28506" x="3333750" y="5334000"/>
          <p14:tracePt t="28517" x="3340100" y="5334000"/>
          <p14:tracePt t="28534" x="3359150" y="5334000"/>
          <p14:tracePt t="28550" x="3390900" y="5334000"/>
          <p14:tracePt t="28567" x="3435350" y="5334000"/>
          <p14:tracePt t="28584" x="3460750" y="5327650"/>
          <p14:tracePt t="28600" x="3473450" y="5321300"/>
          <p14:tracePt t="28616" x="3486150" y="5314950"/>
          <p14:tracePt t="28633" x="3486150" y="5308600"/>
          <p14:tracePt t="28731" x="3479800" y="5308600"/>
          <p14:tracePt t="28752" x="3473450" y="5308600"/>
          <p14:tracePt t="28767" x="3467100" y="5308600"/>
          <p14:tracePt t="28773" x="3460750" y="5308600"/>
          <p14:tracePt t="28787" x="3454400" y="5308600"/>
          <p14:tracePt t="28802" x="3448050" y="5308600"/>
          <p14:tracePt t="28818" x="3435350" y="5308600"/>
          <p14:tracePt t="28832" x="3422650" y="5308600"/>
          <p14:tracePt t="28849" x="3390900" y="5314950"/>
          <p14:tracePt t="28866" x="3359150" y="5321300"/>
          <p14:tracePt t="28882" x="3340100" y="5327650"/>
          <p14:tracePt t="28900" x="3308350" y="5327650"/>
          <p14:tracePt t="28915" x="3282950" y="5334000"/>
          <p14:tracePt t="28932" x="3282950" y="5340350"/>
          <p14:tracePt t="28949" x="3263900" y="5340350"/>
          <p14:tracePt t="28965" x="3251200" y="5353050"/>
          <p14:tracePt t="28982" x="3244850" y="5353050"/>
          <p14:tracePt t="29015" x="3238500" y="5359400"/>
          <p14:tracePt t="29083" x="3238500" y="5365750"/>
          <p14:tracePt t="29145" x="3244850" y="5372100"/>
          <p14:tracePt t="29152" x="3251200" y="5372100"/>
          <p14:tracePt t="29167" x="3257550" y="5372100"/>
          <p14:tracePt t="29182" x="3263900" y="5372100"/>
          <p14:tracePt t="29198" x="3282950" y="5372100"/>
          <p14:tracePt t="29215" x="3308350" y="5378450"/>
          <p14:tracePt t="29231" x="3359150" y="5391150"/>
          <p14:tracePt t="29248" x="3397250" y="5384800"/>
          <p14:tracePt t="29265" x="3441700" y="5378450"/>
          <p14:tracePt t="29281" x="3460750" y="5378450"/>
          <p14:tracePt t="29297" x="3473450" y="5372100"/>
          <p14:tracePt t="29315" x="3479800" y="5372100"/>
          <p14:tracePt t="29331" x="3479800" y="5365750"/>
          <p14:tracePt t="29347" x="3479800" y="5359400"/>
          <p14:tracePt t="29364" x="3473450" y="5353050"/>
          <p14:tracePt t="29380" x="3467100" y="5346700"/>
          <p14:tracePt t="29398" x="3454400" y="5346700"/>
          <p14:tracePt t="29414" x="3429000" y="5346700"/>
          <p14:tracePt t="29430" x="3390900" y="5346700"/>
          <p14:tracePt t="29447" x="3365500" y="5346700"/>
          <p14:tracePt t="29463" x="3333750" y="5346700"/>
          <p14:tracePt t="29480" x="3295650" y="5359400"/>
          <p14:tracePt t="29497" x="3270250" y="5365750"/>
          <p14:tracePt t="29514" x="3257550" y="5378450"/>
          <p14:tracePt t="29530" x="3244850" y="5391150"/>
          <p14:tracePt t="29547" x="3244850" y="5397500"/>
          <p14:tracePt t="29579" x="3244850" y="5403850"/>
          <p14:tracePt t="29597" x="3244850" y="5410200"/>
          <p14:tracePt t="29659" x="3251200" y="5416550"/>
          <p14:tracePt t="29666" x="3257550" y="5416550"/>
          <p14:tracePt t="29687" x="3263900" y="5416550"/>
          <p14:tracePt t="29701" x="3270250" y="5416550"/>
          <p14:tracePt t="29713" x="3282950" y="5416550"/>
          <p14:tracePt t="29730" x="3333750" y="5416550"/>
          <p14:tracePt t="29746" x="3359150" y="5416550"/>
          <p14:tracePt t="29762" x="3429000" y="5416550"/>
          <p14:tracePt t="29779" x="3511550" y="5391150"/>
          <p14:tracePt t="29796" x="3556000" y="5384800"/>
          <p14:tracePt t="29813" x="3625850" y="5353050"/>
          <p14:tracePt t="29829" x="3670300" y="5327650"/>
          <p14:tracePt t="29846" x="3683000" y="5321300"/>
          <p14:tracePt t="29863" x="3695700" y="5314950"/>
          <p14:tracePt t="29898" x="3689350" y="5314950"/>
          <p14:tracePt t="29919" x="3683000" y="5314950"/>
          <p14:tracePt t="29928" x="3676650" y="5314950"/>
          <p14:tracePt t="29945" x="3663950" y="5314950"/>
          <p14:tracePt t="29962" x="3638550" y="5314950"/>
          <p14:tracePt t="29978" x="3619500" y="5314950"/>
          <p14:tracePt t="29995" x="3568700" y="5314950"/>
          <p14:tracePt t="30011" x="3511550" y="5314950"/>
          <p14:tracePt t="30028" x="3473450" y="5314950"/>
          <p14:tracePt t="30045" x="3403600" y="5321300"/>
          <p14:tracePt t="30061" x="3352800" y="5346700"/>
          <p14:tracePt t="30078" x="3321050" y="5353050"/>
          <p14:tracePt t="30095" x="3289300" y="5365750"/>
          <p14:tracePt t="30111" x="3276600" y="5378450"/>
          <p14:tracePt t="30128" x="3270250" y="5378450"/>
          <p14:tracePt t="30144" x="3257550" y="5391150"/>
          <p14:tracePt t="30161" x="3251200" y="5397500"/>
          <p14:tracePt t="30194" x="3251200" y="5410200"/>
          <p14:tracePt t="30249" x="3251200" y="5416550"/>
          <p14:tracePt t="30270" x="3257550" y="5416550"/>
          <p14:tracePt t="30278" x="3263900" y="5416550"/>
          <p14:tracePt t="30291" x="3270250" y="5416550"/>
          <p14:tracePt t="30298" x="3276600" y="5416550"/>
          <p14:tracePt t="30314" x="3282950" y="5416550"/>
          <p14:tracePt t="30333" x="3295650" y="5416550"/>
          <p14:tracePt t="30343" x="3314700" y="5416550"/>
          <p14:tracePt t="30360" x="3346450" y="5416550"/>
          <p14:tracePt t="30377" x="3403600" y="5416550"/>
          <p14:tracePt t="30394" x="3492500" y="5410200"/>
          <p14:tracePt t="30411" x="3594100" y="5403850"/>
          <p14:tracePt t="30427" x="3651250" y="5384800"/>
          <p14:tracePt t="30443" x="3746500" y="5353050"/>
          <p14:tracePt t="30461" x="3822700" y="5314950"/>
          <p14:tracePt t="30477" x="3848100" y="5302250"/>
          <p14:tracePt t="30493" x="3879850" y="5276850"/>
          <p14:tracePt t="30510" x="3886200" y="5264150"/>
          <p14:tracePt t="30526" x="3886200" y="5257800"/>
          <p14:tracePt t="30560" x="3879850" y="5251450"/>
          <p14:tracePt t="30576" x="3867150" y="5251450"/>
          <p14:tracePt t="30595" x="3835400" y="5245100"/>
          <p14:tracePt t="30609" x="3810000" y="5245100"/>
          <p14:tracePt t="30626" x="3740150" y="5245100"/>
          <p14:tracePt t="30643" x="3651250" y="5245100"/>
          <p14:tracePt t="30659" x="3594100" y="5251450"/>
          <p14:tracePt t="30676" x="3498850" y="5264150"/>
          <p14:tracePt t="30693" x="3429000" y="5283200"/>
          <p14:tracePt t="30709" x="3409950" y="5289550"/>
          <p14:tracePt t="30726" x="3359150" y="5308600"/>
          <p14:tracePt t="30742" x="3314700" y="5334000"/>
          <p14:tracePt t="30759" x="3302000" y="5346700"/>
          <p14:tracePt t="30776" x="3276600" y="5359400"/>
          <p14:tracePt t="30792" x="3257550" y="5378450"/>
          <p14:tracePt t="30809" x="3257550" y="5384800"/>
          <p14:tracePt t="30826" x="3244850" y="5391150"/>
          <p14:tracePt t="30882" x="3244850" y="5397500"/>
          <p14:tracePt t="30902" x="3251200" y="5403850"/>
          <p14:tracePt t="30923" x="3257550" y="5403850"/>
          <p14:tracePt t="30930" x="3263900" y="5410200"/>
          <p14:tracePt t="30952" x="3276600" y="5416550"/>
          <p14:tracePt t="30966" x="3282950" y="5416550"/>
          <p14:tracePt t="30974" x="3302000" y="5422900"/>
          <p14:tracePt t="30991" x="3321050" y="5429250"/>
          <p14:tracePt t="31008" x="3378200" y="5435600"/>
          <p14:tracePt t="31024" x="3448050" y="5441950"/>
          <p14:tracePt t="31041" x="3479800" y="5454650"/>
          <p14:tracePt t="31058" x="3556000" y="5454650"/>
          <p14:tracePt t="31074" x="3638550" y="5448300"/>
          <p14:tracePt t="31091" x="3670300" y="5441950"/>
          <p14:tracePt t="31108" x="3727450" y="5429250"/>
          <p14:tracePt t="31124" x="3790950" y="5397500"/>
          <p14:tracePt t="31142" x="3816350" y="5378450"/>
          <p14:tracePt t="31158" x="3829050" y="5372100"/>
          <p14:tracePt t="31174" x="3835400" y="5365750"/>
          <p14:tracePt t="31191" x="3835400" y="5353050"/>
          <p14:tracePt t="31227" x="3829050" y="5353050"/>
          <p14:tracePt t="31241" x="3822700" y="5346700"/>
          <p14:tracePt t="31257" x="3816350" y="5346700"/>
          <p14:tracePt t="31282" x="3810000" y="5346700"/>
          <p14:tracePt t="31296" x="3803650" y="5346700"/>
          <p14:tracePt t="31306" x="3797300" y="5346700"/>
          <p14:tracePt t="31325" x="3771900" y="5340350"/>
          <p14:tracePt t="31340" x="3759200" y="5334000"/>
          <p14:tracePt t="31357" x="3708400" y="5327650"/>
          <p14:tracePt t="31374" x="3638550" y="5314950"/>
          <p14:tracePt t="31390" x="3600450" y="5302250"/>
          <p14:tracePt t="31407" x="3505200" y="5295900"/>
          <p14:tracePt t="31424" x="3429000" y="5295900"/>
          <p14:tracePt t="31440" x="3397250" y="5295900"/>
          <p14:tracePt t="31456" x="3365500" y="5302250"/>
          <p14:tracePt t="31473" x="3302000" y="5327650"/>
          <p14:tracePt t="31489" x="3289300" y="5334000"/>
          <p14:tracePt t="31509" x="3282950" y="5340350"/>
          <p14:tracePt t="31523" x="3282950" y="5346700"/>
          <p14:tracePt t="31543" x="3282950" y="5353050"/>
          <p14:tracePt t="31564" x="3282950" y="5359400"/>
          <p14:tracePt t="31584" x="3282950" y="5365750"/>
          <p14:tracePt t="31599" x="3282950" y="5372100"/>
          <p14:tracePt t="31607" x="3289300" y="5372100"/>
          <p14:tracePt t="31623" x="3295650" y="5372100"/>
          <p14:tracePt t="31639" x="3314700" y="5372100"/>
          <p14:tracePt t="31656" x="3340100" y="5378450"/>
          <p14:tracePt t="31673" x="3359150" y="5378450"/>
          <p14:tracePt t="31690" x="3409950" y="5384800"/>
          <p14:tracePt t="31706" x="3467100" y="5397500"/>
          <p14:tracePt t="31722" x="3505200" y="5397500"/>
          <p14:tracePt t="31740" x="3575050" y="5397500"/>
          <p14:tracePt t="31756" x="3644900" y="5378450"/>
          <p14:tracePt t="31772" x="3689350" y="5372100"/>
          <p14:tracePt t="31789" x="3752850" y="5340350"/>
          <p14:tracePt t="31805" x="3771900" y="5327650"/>
          <p14:tracePt t="31822" x="3803650" y="5302250"/>
          <p14:tracePt t="31839" x="3816350" y="5283200"/>
          <p14:tracePt t="31859" x="3816350" y="5276850"/>
          <p14:tracePt t="31880" x="3816350" y="5270500"/>
          <p14:tracePt t="31915" x="3803650" y="5270500"/>
          <p14:tracePt t="31936" x="3797300" y="5270500"/>
          <p14:tracePt t="31950" x="3784600" y="5270500"/>
          <p14:tracePt t="31958" x="3778250" y="5270500"/>
          <p14:tracePt t="31972" x="3765550" y="5270500"/>
          <p14:tracePt t="31988" x="3733800" y="5270500"/>
          <p14:tracePt t="32005" x="3714750" y="5270500"/>
          <p14:tracePt t="32021" x="3644900" y="5264150"/>
          <p14:tracePt t="32038" x="3581400" y="5264150"/>
          <p14:tracePt t="32056" x="3498850" y="5264150"/>
          <p14:tracePt t="32071" x="3460750" y="5270500"/>
          <p14:tracePt t="32088" x="3441700" y="5270500"/>
          <p14:tracePt t="32107" x="3352800" y="5295900"/>
          <p14:tracePt t="32121" x="3327400" y="5308600"/>
          <p14:tracePt t="32138" x="3308350" y="5314950"/>
          <p14:tracePt t="32154" x="3282950" y="5327650"/>
          <p14:tracePt t="32171" x="3263900" y="5346700"/>
          <p14:tracePt t="32188" x="3251200" y="5359400"/>
          <p14:tracePt t="32205" x="3244850" y="5372100"/>
          <p14:tracePt t="32221" x="3232150" y="5372100"/>
          <p14:tracePt t="32428" x="3232150" y="5378450"/>
          <p14:tracePt t="32436" x="3232150" y="5372100"/>
          <p14:tracePt t="32742" x="3257550" y="5372100"/>
          <p14:tracePt t="32749" x="3295650" y="5378450"/>
          <p14:tracePt t="32763" x="3340100" y="5384800"/>
          <p14:tracePt t="32772" x="3378200" y="5384800"/>
          <p14:tracePt t="32785" x="3429000" y="5397500"/>
          <p14:tracePt t="32802" x="3536950" y="5403850"/>
          <p14:tracePt t="32818" x="3600450" y="5410200"/>
          <p14:tracePt t="32835" x="3721100" y="5422900"/>
          <p14:tracePt t="32852" x="3835400" y="5429250"/>
          <p14:tracePt t="32869" x="3956050" y="5441950"/>
          <p14:tracePt t="32885" x="4006850" y="5441950"/>
          <p14:tracePt t="32901" x="4070350" y="5435600"/>
          <p14:tracePt t="32919" x="4273550" y="5435600"/>
          <p14:tracePt t="32935" x="4324350" y="5435600"/>
          <p14:tracePt t="32953" x="4394200" y="5429250"/>
          <p14:tracePt t="32969" x="4508500" y="5429250"/>
          <p14:tracePt t="32984" x="4552950" y="5422900"/>
          <p14:tracePt t="33002" x="4603750" y="5422900"/>
          <p14:tracePt t="33018" x="4667250" y="5422900"/>
          <p14:tracePt t="33034" x="4699000" y="5410200"/>
          <p14:tracePt t="33052" x="4737100" y="5403850"/>
          <p14:tracePt t="33068" x="4756150" y="5397500"/>
          <p14:tracePt t="33084" x="4762500" y="5397500"/>
          <p14:tracePt t="33101" x="4768850" y="5397500"/>
          <p14:tracePt t="33171" x="4756150" y="5391150"/>
          <p14:tracePt t="33199" x="4749800" y="5391150"/>
          <p14:tracePt t="33566" x="4781550" y="5391150"/>
          <p14:tracePt t="33572" x="4832350" y="5391150"/>
          <p14:tracePt t="33587" x="4883150" y="5391150"/>
          <p14:tracePt t="33599" x="4933950" y="5391150"/>
          <p14:tracePt t="33616" x="5060950" y="5391150"/>
          <p14:tracePt t="33632" x="5143500" y="5391150"/>
          <p14:tracePt t="33650" x="5270500" y="5391150"/>
          <p14:tracePt t="33665" x="5384800" y="5391150"/>
          <p14:tracePt t="33682" x="5422900" y="5391150"/>
          <p14:tracePt t="33699" x="5473700" y="5384800"/>
          <p14:tracePt t="33715" x="5492750" y="5384800"/>
          <p14:tracePt t="33732" x="5499100" y="5384800"/>
          <p14:tracePt t="33805" x="5492750" y="5384800"/>
          <p14:tracePt t="33811" x="5486400" y="5384800"/>
          <p14:tracePt t="33826" x="5480050" y="5378450"/>
          <p14:tracePt t="33847" x="5473700" y="5378450"/>
          <p14:tracePt t="33853" x="5467350" y="5378450"/>
          <p14:tracePt t="33868" x="5461000" y="5378450"/>
          <p14:tracePt t="33882" x="5441950" y="5378450"/>
          <p14:tracePt t="33898" x="5422900" y="5378450"/>
          <p14:tracePt t="33915" x="5410200" y="5378450"/>
          <p14:tracePt t="33932" x="5346700" y="5378450"/>
          <p14:tracePt t="33948" x="5232400" y="5378450"/>
          <p14:tracePt t="33965" x="5162550" y="5384800"/>
          <p14:tracePt t="33981" x="5022850" y="5391150"/>
          <p14:tracePt t="33998" x="4883150" y="5397500"/>
          <p14:tracePt t="34015" x="4826000" y="5397500"/>
          <p14:tracePt t="34031" x="4781550" y="5397500"/>
          <p14:tracePt t="34048" x="4749800" y="5410200"/>
          <p14:tracePt t="34065" x="4743450" y="5410200"/>
          <p14:tracePt t="34081" x="4737100" y="5410200"/>
          <p14:tracePt t="34097" x="4730750" y="5410200"/>
          <p14:tracePt t="34198" x="4737100" y="5410200"/>
          <p14:tracePt t="34205" x="4743450" y="5410200"/>
          <p14:tracePt t="34226" x="4749800" y="5416550"/>
          <p14:tracePt t="34234" x="4756150" y="5416550"/>
          <p14:tracePt t="34250" x="4762500" y="5416550"/>
          <p14:tracePt t="34264" x="4768850" y="5416550"/>
          <p14:tracePt t="34280" x="4813300" y="5416550"/>
          <p14:tracePt t="34297" x="4883150" y="5416550"/>
          <p14:tracePt t="34313" x="4933950" y="5416550"/>
          <p14:tracePt t="34330" x="5048250" y="5416550"/>
          <p14:tracePt t="34347" x="5168900" y="5403850"/>
          <p14:tracePt t="34363" x="5232400" y="5397500"/>
          <p14:tracePt t="34380" x="5353050" y="5378450"/>
          <p14:tracePt t="34396" x="5435600" y="5353050"/>
          <p14:tracePt t="34413" x="5467350" y="5346700"/>
          <p14:tracePt t="34431" x="5499100" y="5340350"/>
          <p14:tracePt t="34446" x="5505450" y="5340350"/>
          <p14:tracePt t="34466" x="5505450" y="5334000"/>
          <p14:tracePt t="34482" x="5499100" y="5334000"/>
          <p14:tracePt t="34500" x="5492750" y="5334000"/>
          <p14:tracePt t="34513" x="5486400" y="5334000"/>
          <p14:tracePt t="34530" x="5480050" y="5334000"/>
          <p14:tracePt t="34546" x="5473700" y="5334000"/>
          <p14:tracePt t="34562" x="5454650" y="5334000"/>
          <p14:tracePt t="34579" x="5416550" y="5334000"/>
          <p14:tracePt t="34596" x="5397500" y="5334000"/>
          <p14:tracePt t="34613" x="5321300" y="5334000"/>
          <p14:tracePt t="34629" x="5213350" y="5346700"/>
          <p14:tracePt t="34646" x="5149850" y="5353050"/>
          <p14:tracePt t="34663" x="5029200" y="5372100"/>
          <p14:tracePt t="34679" x="4914900" y="5384800"/>
          <p14:tracePt t="34695" x="4870450" y="5391150"/>
          <p14:tracePt t="34712" x="4800600" y="5397500"/>
          <p14:tracePt t="34729" x="4768850" y="5397500"/>
          <p14:tracePt t="34745" x="4749800" y="5397500"/>
          <p14:tracePt t="34762" x="4718050" y="5397500"/>
          <p14:tracePt t="34778" x="4699000" y="5403850"/>
          <p14:tracePt t="34796" x="4686300" y="5410200"/>
          <p14:tracePt t="34828" x="4679950" y="5410200"/>
          <p14:tracePt t="34929" x="4679950" y="5416550"/>
          <p14:tracePt t="34936" x="4679950" y="5422900"/>
          <p14:tracePt t="34944" x="4679950" y="5429250"/>
          <p14:tracePt t="34961" x="4679950" y="5435600"/>
          <p14:tracePt t="34980" x="4679950" y="5441950"/>
          <p14:tracePt t="35000" x="4679950" y="5448300"/>
          <p14:tracePt t="35010" x="4679950" y="5454650"/>
          <p14:tracePt t="35030" x="4686300" y="5461000"/>
          <p14:tracePt t="35062" x="4686300" y="5467350"/>
          <p14:tracePt t="35098" x="4692650" y="5467350"/>
          <p14:tracePt t="35119" x="4692650" y="5473700"/>
          <p14:tracePt t="35133" x="4699000" y="5473700"/>
          <p14:tracePt t="35140" x="4705350" y="5473700"/>
          <p14:tracePt t="35162" x="4718050" y="5473700"/>
          <p14:tracePt t="35168" x="4730750" y="5473700"/>
          <p14:tracePt t="35182" x="4749800" y="5473700"/>
          <p14:tracePt t="35193" x="4781550" y="5473700"/>
          <p14:tracePt t="35211" x="4806950" y="5473700"/>
          <p14:tracePt t="35227" x="4902200" y="5480050"/>
          <p14:tracePt t="35244" x="5029200" y="5473700"/>
          <p14:tracePt t="35260" x="5149850" y="5454650"/>
          <p14:tracePt t="35277" x="5213350" y="5441950"/>
          <p14:tracePt t="35294" x="5321300" y="5422900"/>
          <p14:tracePt t="35310" x="5403850" y="5410200"/>
          <p14:tracePt t="35326" x="5435600" y="5403850"/>
          <p14:tracePt t="35344" x="5461000" y="5391150"/>
          <p14:tracePt t="35359" x="5499100" y="5384800"/>
          <p14:tracePt t="35394" x="5505450" y="5384800"/>
          <p14:tracePt t="35463" x="5499100" y="5384800"/>
          <p14:tracePt t="35471" x="5492750" y="5384800"/>
          <p14:tracePt t="35499" x="5486400" y="5384800"/>
          <p14:tracePt t="36045" x="5461000" y="5397500"/>
          <p14:tracePt t="36052" x="5403850" y="5429250"/>
          <p14:tracePt t="36066" x="5346700" y="5454650"/>
          <p14:tracePt t="36075" x="5302250" y="5480050"/>
          <p14:tracePt t="36090" x="5245100" y="5511800"/>
          <p14:tracePt t="36108" x="5143500" y="5588000"/>
          <p14:tracePt t="36123" x="5060950" y="5645150"/>
          <p14:tracePt t="36141" x="5016500" y="5670550"/>
          <p14:tracePt t="36158" x="4972050" y="5715000"/>
          <p14:tracePt t="36174" x="4940300" y="5753100"/>
          <p14:tracePt t="36190" x="4927600" y="5765800"/>
          <p14:tracePt t="36207" x="4914900" y="5791200"/>
          <p14:tracePt t="36224" x="4908550" y="5797550"/>
          <p14:tracePt t="36242" x="4895850" y="5810250"/>
          <p14:tracePt t="36273" x="4889500" y="5822950"/>
          <p14:tracePt t="36291" x="4883150" y="5829300"/>
          <p14:tracePt t="36306" x="4883150" y="5835650"/>
          <p14:tracePt t="36323" x="4876800" y="5842000"/>
          <p14:tracePt t="36340" x="4870450" y="5854700"/>
          <p14:tracePt t="36357" x="4870450" y="5861050"/>
          <p14:tracePt t="36390" x="4870450" y="5867400"/>
          <p14:tracePt t="40183" x="4851400" y="5867400"/>
          <p14:tracePt t="40197" x="4826000" y="5861050"/>
          <p14:tracePt t="40211" x="4787900" y="5854700"/>
          <p14:tracePt t="40225" x="4762500" y="5854700"/>
          <p14:tracePt t="40231" x="4724400" y="5854700"/>
          <p14:tracePt t="40246" x="4686300" y="5854700"/>
          <p14:tracePt t="40262" x="4641850" y="5861050"/>
          <p14:tracePt t="40277" x="4572000" y="5867400"/>
          <p14:tracePt t="40293" x="4533900" y="5867400"/>
          <p14:tracePt t="40310" x="4451350" y="5880100"/>
          <p14:tracePt t="40326" x="4394200" y="5899150"/>
          <p14:tracePt t="40343" x="4375150" y="5905500"/>
          <p14:tracePt t="40360" x="4324350" y="5918200"/>
          <p14:tracePt t="40376" x="4273550" y="5930900"/>
          <p14:tracePt t="40393" x="4248150" y="5937250"/>
          <p14:tracePt t="40409" x="4191000" y="5943600"/>
          <p14:tracePt t="40425" x="4165600" y="5956300"/>
          <p14:tracePt t="40443" x="4064000" y="5969000"/>
          <p14:tracePt t="40459" x="4032250" y="5975350"/>
          <p14:tracePt t="40476" x="4006850" y="5981700"/>
          <p14:tracePt t="40492" x="3962400" y="5988050"/>
          <p14:tracePt t="40508" x="3930650" y="6000750"/>
          <p14:tracePt t="40525" x="3924300" y="6000750"/>
          <p14:tracePt t="40542" x="3917950" y="6000750"/>
          <p14:tracePt t="40558" x="3911600" y="6000750"/>
          <p14:tracePt t="40794" x="3905250" y="6000750"/>
          <p14:tracePt t="40815" x="3898900" y="6000750"/>
          <p14:tracePt t="40829" x="3892550" y="6000750"/>
          <p14:tracePt t="40836" x="3886200" y="6007100"/>
          <p14:tracePt t="40850" x="3879850" y="6013450"/>
          <p14:tracePt t="40860" x="3879850" y="6019800"/>
          <p14:tracePt t="40874" x="3867150" y="6032500"/>
          <p14:tracePt t="40891" x="3848100" y="6057900"/>
          <p14:tracePt t="40908" x="3829050" y="6083300"/>
          <p14:tracePt t="40924" x="3810000" y="6102350"/>
          <p14:tracePt t="40941" x="3797300" y="6140450"/>
          <p14:tracePt t="40957" x="3790950" y="6165850"/>
          <p14:tracePt t="40974" x="3784600" y="6165850"/>
          <p14:tracePt t="40991" x="3784600" y="6178550"/>
          <p14:tracePt t="41006" x="3784600" y="6184900"/>
          <p14:tracePt t="41027" x="3784600" y="6191250"/>
          <p14:tracePt t="41131" x="3784600" y="6197600"/>
          <p14:tracePt t="41251" x="3784600" y="6191250"/>
          <p14:tracePt t="41271" x="3790950" y="6184900"/>
          <p14:tracePt t="41285" x="3797300" y="6184900"/>
          <p14:tracePt t="41328" x="3803650" y="6184900"/>
          <p14:tracePt t="41370" x="3803650" y="6178550"/>
          <p14:tracePt t="41377" x="3810000" y="6178550"/>
          <p14:tracePt t="41399" x="3816350" y="6178550"/>
          <p14:tracePt t="41420" x="3822700" y="6172200"/>
          <p14:tracePt t="41427" x="3829050" y="6172200"/>
          <p14:tracePt t="41438" x="3835400" y="6165850"/>
          <p14:tracePt t="41456" x="3848100" y="6165850"/>
          <p14:tracePt t="41473" x="3873500" y="6153150"/>
          <p14:tracePt t="41488" x="3905250" y="6140450"/>
          <p14:tracePt t="41505" x="3917950" y="6134100"/>
          <p14:tracePt t="41522" x="3956050" y="6127750"/>
          <p14:tracePt t="41538" x="3981450" y="6121400"/>
          <p14:tracePt t="41554" x="3987800" y="6121400"/>
          <p14:tracePt t="41572" x="4032250" y="6121400"/>
          <p14:tracePt t="41588" x="4083050" y="6140450"/>
          <p14:tracePt t="41605" x="4114800" y="6159500"/>
          <p14:tracePt t="41621" x="4191000" y="6191250"/>
          <p14:tracePt t="41638" x="4254500" y="6223000"/>
          <p14:tracePt t="41655" x="4267200" y="6229350"/>
          <p14:tracePt t="41671" x="4298950" y="6254750"/>
          <p14:tracePt t="41688" x="4318000" y="6267450"/>
          <p14:tracePt t="41705" x="4343400" y="6292850"/>
          <p14:tracePt t="41721" x="4356100" y="6299200"/>
          <p14:tracePt t="41738" x="4362450" y="6305550"/>
          <p14:tracePt t="41755" x="4387850" y="6324600"/>
          <p14:tracePt t="41771" x="4387850" y="6330950"/>
          <p14:tracePt t="41804" x="4394200" y="6337300"/>
          <p14:tracePt t="41866" x="4400550" y="6337300"/>
          <p14:tracePt t="42197" x="4406900" y="6337300"/>
          <p14:tracePt t="42302" x="4413250" y="6337300"/>
          <p14:tracePt t="42443" x="4419600" y="6337300"/>
          <p14:tracePt t="42563" x="4432300" y="6330950"/>
          <p14:tracePt t="42570" x="4432300" y="6324600"/>
          <p14:tracePt t="42583" x="4438650" y="6324600"/>
          <p14:tracePt t="42591" x="4445000" y="6324600"/>
          <p14:tracePt t="42601" x="4451350" y="6318250"/>
          <p14:tracePt t="42619" x="4476750" y="6311900"/>
          <p14:tracePt t="42635" x="4489450" y="6305550"/>
          <p14:tracePt t="42651" x="4508500" y="6299200"/>
          <p14:tracePt t="42668" x="4578350" y="6273800"/>
          <p14:tracePt t="42684" x="4603750" y="6261100"/>
          <p14:tracePt t="42701" x="4629150" y="6254750"/>
          <p14:tracePt t="42717" x="4692650" y="6242050"/>
          <p14:tracePt t="42734" x="4768850" y="6229350"/>
          <p14:tracePt t="42751" x="4806950" y="6229350"/>
          <p14:tracePt t="42767" x="4902200" y="6216650"/>
          <p14:tracePt t="42784" x="4965700" y="6216650"/>
          <p14:tracePt t="42802" x="5099050" y="6203950"/>
          <p14:tracePt t="42817" x="5200650" y="6197600"/>
          <p14:tracePt t="42834" x="5245100" y="6197600"/>
          <p14:tracePt t="42851" x="5302250" y="6197600"/>
          <p14:tracePt t="42867" x="5334000" y="6191250"/>
          <p14:tracePt t="42884" x="5353050" y="6191250"/>
          <p14:tracePt t="42901" x="5391150" y="6184900"/>
          <p14:tracePt t="42917" x="5403850" y="6184900"/>
          <p14:tracePt t="42933" x="5416550" y="6184900"/>
          <p14:tracePt t="42950" x="5422900" y="6184900"/>
          <p14:tracePt t="43374" x="5441950" y="6184900"/>
          <p14:tracePt t="43383" x="5480050" y="6197600"/>
          <p14:tracePt t="43396" x="5524500" y="6210300"/>
          <p14:tracePt t="43403" x="5575300" y="6210300"/>
          <p14:tracePt t="43418" x="5619750" y="6229350"/>
          <p14:tracePt t="43432" x="5657850" y="6235700"/>
          <p14:tracePt t="43449" x="5727700" y="6254750"/>
          <p14:tracePt t="43466" x="5759450" y="6261100"/>
          <p14:tracePt t="43482" x="5816600" y="6273800"/>
          <p14:tracePt t="43498" x="5835650" y="6280150"/>
          <p14:tracePt t="43516" x="5873750" y="6299200"/>
          <p14:tracePt t="43532" x="5892800" y="6305550"/>
          <p14:tracePt t="43548" x="5905500" y="6311900"/>
          <p14:tracePt t="43565" x="5930900" y="6324600"/>
          <p14:tracePt t="43581" x="5943600" y="6330950"/>
          <p14:tracePt t="43598" x="5949950" y="6330950"/>
          <p14:tracePt t="43614" x="5949950" y="6337300"/>
          <p14:tracePt t="43631" x="5956300" y="6337300"/>
          <p14:tracePt t="43650" x="5962650" y="6337300"/>
          <p14:tracePt t="43691" x="5969000" y="6337300"/>
          <p14:tracePt t="43824" x="5975350" y="6337300"/>
          <p14:tracePt t="43845" x="5981700" y="6343650"/>
          <p14:tracePt t="43860" x="5988050" y="6343650"/>
          <p14:tracePt t="43867" x="5994400" y="6343650"/>
          <p14:tracePt t="43881" x="6000750" y="6350000"/>
          <p14:tracePt t="43897" x="6032500" y="6356350"/>
          <p14:tracePt t="43913" x="6051550" y="6362700"/>
          <p14:tracePt t="43930" x="6096000" y="6381750"/>
          <p14:tracePt t="43947" x="6134100" y="6388100"/>
          <p14:tracePt t="43964" x="6153150" y="6394450"/>
          <p14:tracePt t="43980" x="6184900" y="6400800"/>
          <p14:tracePt t="43997" x="6197600" y="6400800"/>
          <p14:tracePt t="44015" x="6216650" y="6407150"/>
          <p14:tracePt t="44056" x="6223000" y="6407150"/>
          <p14:tracePt t="44120" x="6229350" y="6413500"/>
          <p14:tracePt t="44176" x="6235700" y="6413500"/>
          <p14:tracePt t="44211" x="6242050" y="6413500"/>
          <p14:tracePt t="44225" x="6248400" y="6413500"/>
          <p14:tracePt t="44247" x="6254750" y="6413500"/>
          <p14:tracePt t="44260" x="6261100" y="6413500"/>
          <p14:tracePt t="44281" x="6267450" y="6413500"/>
          <p14:tracePt t="44288" x="6273800" y="6413500"/>
          <p14:tracePt t="44310" x="6280150" y="6413500"/>
          <p14:tracePt t="44338" x="6286500" y="6413500"/>
          <p14:tracePt t="44379" x="6292850" y="6413500"/>
          <p14:tracePt t="44386" x="6299200" y="6413500"/>
          <p14:tracePt t="44422" x="6305550" y="6407150"/>
          <p14:tracePt t="44471" x="6299200" y="6407150"/>
          <p14:tracePt t="44479" x="6292850" y="6407150"/>
          <p14:tracePt t="44492" x="6280150" y="6407150"/>
          <p14:tracePt t="44506" x="6267450" y="6407150"/>
          <p14:tracePt t="44520" x="6242050" y="6407150"/>
          <p14:tracePt t="44529" x="6216650" y="6407150"/>
          <p14:tracePt t="44544" x="6184900" y="6413500"/>
          <p14:tracePt t="44561" x="6159500" y="6419850"/>
          <p14:tracePt t="44578" x="6089650" y="6432550"/>
          <p14:tracePt t="44594" x="6057900" y="6432550"/>
          <p14:tracePt t="44612" x="6019800" y="6438900"/>
          <p14:tracePt t="44628" x="6007100" y="6438900"/>
          <p14:tracePt t="44644" x="5988050" y="6438900"/>
          <p14:tracePt t="44661" x="5975350" y="6438900"/>
          <p14:tracePt t="44677" x="5969000" y="6445250"/>
          <p14:tracePt t="44731" x="5975350" y="6445250"/>
          <p14:tracePt t="44738" x="5981700" y="6445250"/>
          <p14:tracePt t="44752" x="5994400" y="6445250"/>
          <p14:tracePt t="44760" x="6007100" y="6451600"/>
          <p14:tracePt t="44777" x="6019800" y="6451600"/>
          <p14:tracePt t="44794" x="6051550" y="6451600"/>
          <p14:tracePt t="44810" x="6083300" y="6438900"/>
          <p14:tracePt t="44827" x="6102350" y="6432550"/>
          <p14:tracePt t="44844" x="6127750" y="6419850"/>
          <p14:tracePt t="44860" x="6146800" y="6407150"/>
          <p14:tracePt t="44921" x="6146800" y="6400800"/>
          <p14:tracePt t="44942" x="6134100" y="6400800"/>
          <p14:tracePt t="44949" x="6127750" y="6394450"/>
          <p14:tracePt t="44963" x="6115050" y="6388100"/>
          <p14:tracePt t="44979" x="6096000" y="6381750"/>
          <p14:tracePt t="44993" x="6064250" y="6381750"/>
          <p14:tracePt t="45010" x="5975350" y="6362700"/>
          <p14:tracePt t="45027" x="5918200" y="6356350"/>
          <p14:tracePt t="45043" x="5715000" y="6343650"/>
          <p14:tracePt t="45059" x="5651500" y="6343650"/>
          <p14:tracePt t="45076" x="5511800" y="6343650"/>
          <p14:tracePt t="45093" x="5391150" y="6350000"/>
          <p14:tracePt t="45110" x="5340350" y="6350000"/>
          <p14:tracePt t="45126" x="5245100" y="6356350"/>
          <p14:tracePt t="45143" x="5187950" y="6362700"/>
          <p14:tracePt t="45160" x="5162550" y="6369050"/>
          <p14:tracePt t="45176" x="5149850" y="6369050"/>
          <p14:tracePt t="45192" x="5137150" y="6375400"/>
          <p14:tracePt t="45210" x="5124450" y="6375400"/>
          <p14:tracePt t="45273" x="5124450" y="6381750"/>
          <p14:tracePt t="45364" x="5130800" y="6381750"/>
          <p14:tracePt t="45385" x="5143500" y="6381750"/>
          <p14:tracePt t="45393" x="5149850" y="6381750"/>
          <p14:tracePt t="45406" x="5162550" y="6381750"/>
          <p14:tracePt t="45413" x="5187950" y="6381750"/>
          <p14:tracePt t="45425" x="5219700" y="6381750"/>
          <p14:tracePt t="45442" x="5257800" y="6381750"/>
          <p14:tracePt t="45458" x="5321300" y="6381750"/>
          <p14:tracePt t="45475" x="5473700" y="6369050"/>
          <p14:tracePt t="45492" x="5676900" y="6369050"/>
          <p14:tracePt t="45508" x="5778500" y="6362700"/>
          <p14:tracePt t="45525" x="5981700" y="6362700"/>
          <p14:tracePt t="45541" x="6140450" y="6362700"/>
          <p14:tracePt t="45558" x="6191250" y="6362700"/>
          <p14:tracePt t="45575" x="6261100" y="6369050"/>
          <p14:tracePt t="45591" x="6273800" y="6369050"/>
          <p14:tracePt t="45607" x="6280150" y="6369050"/>
          <p14:tracePt t="46217" x="6286500" y="6369050"/>
          <p14:tracePt t="46231" x="6311900" y="6369050"/>
          <p14:tracePt t="46246" x="6343650" y="6362700"/>
          <p14:tracePt t="46253" x="6369050" y="6362700"/>
          <p14:tracePt t="46267" x="6413500" y="6343650"/>
          <p14:tracePt t="46275" x="6457950" y="6324600"/>
          <p14:tracePt t="46289" x="6521450" y="6318250"/>
          <p14:tracePt t="46305" x="6654800" y="6280150"/>
          <p14:tracePt t="46322" x="6731000" y="6261100"/>
          <p14:tracePt t="46338" x="6877050" y="6223000"/>
          <p14:tracePt t="46355" x="7048500" y="6191250"/>
          <p14:tracePt t="46373" x="7169150" y="6159500"/>
          <p14:tracePt t="46388" x="7219950" y="6159500"/>
          <p14:tracePt t="46405" x="7302500" y="6140450"/>
          <p14:tracePt t="46422" x="7327900" y="6134100"/>
          <p14:tracePt t="46439" x="7346950" y="6121400"/>
          <p14:tracePt t="46471" x="7353300" y="6121400"/>
          <p14:tracePt t="46489" x="7346950" y="6108700"/>
          <p14:tracePt t="46505" x="7340600" y="6108700"/>
          <p14:tracePt t="46521" x="7321550" y="6108700"/>
          <p14:tracePt t="46538" x="7302500" y="6102350"/>
          <p14:tracePt t="46858" x="7296150" y="6102350"/>
          <p14:tracePt t="46872" x="7289800" y="6102350"/>
          <p14:tracePt t="46879" x="7283450" y="6102350"/>
          <p14:tracePt t="46889" x="7283450" y="6108700"/>
          <p14:tracePt t="46903" x="7277100" y="6108700"/>
          <p14:tracePt t="46919" x="7277100" y="6115050"/>
          <p14:tracePt t="46936" x="7264400" y="6121400"/>
          <p14:tracePt t="46953" x="7251700" y="6127750"/>
          <p14:tracePt t="46970" x="7245350" y="6134100"/>
          <p14:tracePt t="46986" x="7239000" y="6140450"/>
          <p14:tracePt t="47003" x="7232650" y="6146800"/>
          <p14:tracePt t="47021" x="7226300" y="6146800"/>
          <p14:tracePt t="47036" x="7226300" y="6153150"/>
          <p14:tracePt t="47097" x="7226300" y="6159500"/>
          <p14:tracePt t="47118" x="7226300" y="6165850"/>
          <p14:tracePt t="47132" x="7232650" y="6165850"/>
          <p14:tracePt t="47140" x="7245350" y="6172200"/>
          <p14:tracePt t="47161" x="7258050" y="6178550"/>
          <p14:tracePt t="47169" x="7277100" y="6178550"/>
          <p14:tracePt t="47185" x="7296150" y="6184900"/>
          <p14:tracePt t="47203" x="7366000" y="6197600"/>
          <p14:tracePt t="47219" x="7435850" y="6210300"/>
          <p14:tracePt t="47235" x="7588250" y="6229350"/>
          <p14:tracePt t="47253" x="7778750" y="6235700"/>
          <p14:tracePt t="47268" x="7867650" y="6235700"/>
          <p14:tracePt t="47285" x="7943850" y="6235700"/>
          <p14:tracePt t="47302" x="8102600" y="6235700"/>
          <p14:tracePt t="47318" x="8178800" y="6235700"/>
          <p14:tracePt t="47335" x="8229600" y="6223000"/>
          <p14:tracePt t="47351" x="8331200" y="6223000"/>
          <p14:tracePt t="47368" x="8439150" y="6223000"/>
          <p14:tracePt t="47386" x="8515350" y="6229350"/>
          <p14:tracePt t="47401" x="8585200" y="6229350"/>
          <p14:tracePt t="47418" x="8604250" y="6229350"/>
          <p14:tracePt t="47435" x="8648700" y="6235700"/>
          <p14:tracePt t="47451" x="8667750" y="6235700"/>
          <p14:tracePt t="47468" x="8686800" y="6242050"/>
          <p14:tracePt t="47485" x="8718550" y="6242050"/>
          <p14:tracePt t="47501" x="8731250" y="6242050"/>
          <p14:tracePt t="47518" x="8756650" y="6248400"/>
          <p14:tracePt t="47534" x="8775700" y="6254750"/>
          <p14:tracePt t="47551" x="8782050" y="6254750"/>
          <p14:tracePt t="47568" x="8801100" y="6261100"/>
          <p14:tracePt t="47584" x="8813800" y="6261100"/>
          <p14:tracePt t="47601" x="8813800" y="6267450"/>
          <p14:tracePt t="47618" x="8820150" y="6267450"/>
          <p14:tracePt t="47856" x="8813800" y="6267450"/>
          <p14:tracePt t="47885" x="8807450" y="6267450"/>
          <p14:tracePt t="47927" x="8801100" y="6267450"/>
          <p14:tracePt t="47962" x="8788400" y="6261100"/>
          <p14:tracePt t="47984" x="8782050" y="6261100"/>
          <p14:tracePt t="48004" x="8775700" y="6261100"/>
          <p14:tracePt t="48018" x="8756650" y="6261100"/>
          <p14:tracePt t="48033" x="8737600" y="6261100"/>
          <p14:tracePt t="48039" x="8699500" y="6261100"/>
          <p14:tracePt t="48049" x="8636000" y="6261100"/>
          <p14:tracePt t="48065" x="8559800" y="6261100"/>
          <p14:tracePt t="48083" x="8356600" y="6261100"/>
          <p14:tracePt t="48099" x="8115300" y="6261100"/>
          <p14:tracePt t="48116" x="7988300" y="6261100"/>
          <p14:tracePt t="48132" x="7747000" y="6267450"/>
          <p14:tracePt t="48149" x="7556500" y="6273800"/>
          <p14:tracePt t="48167" x="7391400" y="6286500"/>
          <p14:tracePt t="48182" x="7327900" y="6292850"/>
          <p14:tracePt t="48199" x="7219950" y="6311900"/>
          <p14:tracePt t="48215" x="7162800" y="6318250"/>
          <p14:tracePt t="48232" x="7131050" y="6324600"/>
          <p14:tracePt t="48248" x="7092950" y="6330950"/>
          <p14:tracePt t="48265" x="7061200" y="6343650"/>
          <p14:tracePt t="48298" x="7054850" y="6343650"/>
          <p14:tracePt t="48315" x="7048500" y="6350000"/>
          <p14:tracePt t="48426" x="7048500" y="6343650"/>
          <p14:tracePt t="48885" x="7023100" y="6343650"/>
          <p14:tracePt t="48899" x="6965950" y="6343650"/>
          <p14:tracePt t="48906" x="6927850" y="6343650"/>
          <p14:tracePt t="48920" x="6883400" y="6350000"/>
          <p14:tracePt t="48929" x="6832600" y="6350000"/>
          <p14:tracePt t="48946" x="6807200" y="6350000"/>
          <p14:tracePt t="48963" x="6737350" y="6350000"/>
          <p14:tracePt t="48979" x="6673850" y="6362700"/>
          <p14:tracePt t="48996" x="6642100" y="6362700"/>
          <p14:tracePt t="49013" x="6584950" y="6369050"/>
          <p14:tracePt t="49029" x="6534150" y="6375400"/>
          <p14:tracePt t="49046" x="6508750" y="6381750"/>
          <p14:tracePt t="49062" x="6483350" y="6388100"/>
          <p14:tracePt t="49079" x="6470650" y="6388100"/>
          <p14:tracePt t="49096" x="6457950" y="6394450"/>
          <p14:tracePt t="49113" x="6451600" y="6394450"/>
          <p14:tracePt t="49145" x="6445250" y="6394450"/>
          <p14:tracePt t="49187" x="6438900" y="6394450"/>
          <p14:tracePt t="49307" x="6432550" y="6394450"/>
          <p14:tracePt t="49328" x="6426200" y="6394450"/>
          <p14:tracePt t="49342" x="6413500" y="6400800"/>
          <p14:tracePt t="49363" x="6400800" y="6400800"/>
          <p14:tracePt t="49370" x="6394450" y="6400800"/>
          <p14:tracePt t="49391" x="6388100" y="6400800"/>
          <p14:tracePt t="49398" x="6381750" y="6400800"/>
          <p14:tracePt t="49414" x="6369050" y="6400800"/>
          <p14:tracePt t="49428" x="6362700" y="6400800"/>
          <p14:tracePt t="49445" x="6330950" y="6407150"/>
          <p14:tracePt t="49462" x="6299200" y="6407150"/>
          <p14:tracePt t="49477" x="6286500" y="6407150"/>
          <p14:tracePt t="49494" x="6261100" y="6407150"/>
          <p14:tracePt t="49512" x="6254750" y="6407150"/>
          <p14:tracePt t="49545" x="6254750" y="6400800"/>
        </p14:tracePtLst>
      </p14:laserTraceLst>
    </p:ext>
  </p:extLs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Mammal.run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11056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>
                <a:solidFill>
                  <a:schemeClr val="accent2"/>
                </a:solidFill>
                <a:latin typeface="Lucida Console" panose="020B0609040504020204" pitchFamily="49" charset="0"/>
              </a:rPr>
              <a:t>bat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accent2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1219200" y="4419600"/>
            <a:ext cx="2057400" cy="1066800"/>
          </a:xfrm>
          <a:prstGeom prst="wedgeRoundRectCallout">
            <a:avLst>
              <a:gd name="adj1" fmla="val -82786"/>
              <a:gd name="adj2" fmla="val 119643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Finally!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 My bat can fly.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5486400" y="4419600"/>
            <a:ext cx="3581400" cy="1066800"/>
          </a:xfrm>
          <a:prstGeom prst="wedgeRoundRectCallout">
            <a:avLst>
              <a:gd name="adj1" fmla="val -68420"/>
              <a:gd name="adj2" fmla="val 9687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So it's a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 bad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 solution. Let's find a better way.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3276600" y="4419600"/>
            <a:ext cx="2209800" cy="1066800"/>
          </a:xfrm>
          <a:prstGeom prst="wedgeRoundRectCallout">
            <a:avLst>
              <a:gd name="adj1" fmla="val 76028"/>
              <a:gd name="adj2" fmla="val 94535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But I had to put 'bat'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 here.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266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708"/>
    </mc:Choice>
    <mc:Fallback xmlns="">
      <p:transition spd="slow" advTm="377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" grpId="0" animBg="1"/>
      <p:bldP spid="7" grpId="0" animBg="1"/>
      <p:bldP spid="6" grpId="0" animBg="1"/>
    </p:bldLst>
  </p:timing>
  <p:extLst>
    <p:ext uri="{3A86A75C-4F4B-4683-9AE1-C65F6400EC91}">
      <p14:laserTraceLst xmlns:p14="http://schemas.microsoft.com/office/powerpoint/2010/main">
        <p14:tracePtLst>
          <p14:tracePt t="33757" x="0" y="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8|121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27.6|145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7|12.3|3.2|4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|10.2|3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28.4|12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2.2|10.6|8.8|30.4|20|43.6|22.5|29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1|28.9|34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27.6|145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8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6.4|19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18288</TotalTime>
  <Words>8857</Words>
  <Application>Microsoft Office PowerPoint</Application>
  <PresentationFormat>如螢幕大小 (4:3)</PresentationFormat>
  <Paragraphs>1137</Paragraphs>
  <Slides>67</Slides>
  <Notes>3</Notes>
  <HiddenSlides>0</HiddenSlides>
  <MMClips>24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67</vt:i4>
      </vt:variant>
    </vt:vector>
  </HeadingPairs>
  <TitlesOfParts>
    <vt:vector size="77" baseType="lpstr">
      <vt:lpstr>Arial</vt:lpstr>
      <vt:lpstr>Arial Narrow</vt:lpstr>
      <vt:lpstr>Century Gothic</vt:lpstr>
      <vt:lpstr>Consolas</vt:lpstr>
      <vt:lpstr>Courier New</vt:lpstr>
      <vt:lpstr>Elephant</vt:lpstr>
      <vt:lpstr>Lucida Console</vt:lpstr>
      <vt:lpstr>Times New Roman</vt:lpstr>
      <vt:lpstr>Wingdings</vt:lpstr>
      <vt:lpstr>Default Design</vt:lpstr>
      <vt:lpstr>Fundamental Concepts of OOP</vt:lpstr>
      <vt:lpstr>Fundamental Concepts of OOP</vt:lpstr>
      <vt:lpstr>Polymorphism</vt:lpstr>
      <vt:lpstr>Combining Objects</vt:lpstr>
      <vt:lpstr>Using Inheritance to  Create New Classes</vt:lpstr>
      <vt:lpstr>Inheritance Example: Animal Class</vt:lpstr>
      <vt:lpstr>Inheritance Example: Animal Class</vt:lpstr>
      <vt:lpstr>Multiple Inheritance</vt:lpstr>
      <vt:lpstr>Derived Classes are New Classes</vt:lpstr>
      <vt:lpstr>Derived Classes are New Classes</vt:lpstr>
      <vt:lpstr>Derived Classes are New Classes</vt:lpstr>
      <vt:lpstr>Derived Classes are New Classes</vt:lpstr>
      <vt:lpstr>Derived Classes are New Classes</vt:lpstr>
      <vt:lpstr>Overriding to Create a New Version</vt:lpstr>
      <vt:lpstr>Overriding to Create a New Version</vt:lpstr>
      <vt:lpstr>Overriding to Add More</vt:lpstr>
      <vt:lpstr>Overriding to Add More</vt:lpstr>
      <vt:lpstr>Overriding to Add More</vt:lpstr>
      <vt:lpstr>Builtin Class Functions</vt:lpstr>
      <vt:lpstr>Builtin Class Functions</vt:lpstr>
      <vt:lpstr>Derived Classes are New Classes</vt:lpstr>
      <vt:lpstr>Combining Objects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has-a:</vt:lpstr>
      <vt:lpstr>is-a: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黃啟桓</cp:lastModifiedBy>
  <cp:revision>722</cp:revision>
  <dcterms:created xsi:type="dcterms:W3CDTF">2009-03-01T03:18:16Z</dcterms:created>
  <dcterms:modified xsi:type="dcterms:W3CDTF">2021-06-08T09:02:55Z</dcterms:modified>
</cp:coreProperties>
</file>