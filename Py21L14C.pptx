
<file path=[Content_Types].xml><?xml version="1.0" encoding="utf-8"?>
<Types xmlns="http://schemas.openxmlformats.org/package/2006/content-types">
  <Default Extension="png" ContentType="image/png"/>
  <Default Extension="m4a" ContentType="audio/mp4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811" r:id="rId2"/>
    <p:sldId id="1065" r:id="rId3"/>
    <p:sldId id="1037" r:id="rId4"/>
    <p:sldId id="877" r:id="rId5"/>
    <p:sldId id="880" r:id="rId6"/>
    <p:sldId id="901" r:id="rId7"/>
    <p:sldId id="903" r:id="rId8"/>
    <p:sldId id="1034" r:id="rId9"/>
    <p:sldId id="1068" r:id="rId10"/>
    <p:sldId id="1069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ECFF"/>
    <a:srgbClr val="2D2DB9"/>
    <a:srgbClr val="C40C94"/>
    <a:srgbClr val="006600"/>
    <a:srgbClr val="EB99CC"/>
    <a:srgbClr val="D1B2E8"/>
    <a:srgbClr val="FFFFCC"/>
    <a:srgbClr val="FFCCCC"/>
    <a:srgbClr val="D2D4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80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922"/>
    </p:cViewPr>
  </p:sorterViewPr>
  <p:notesViewPr>
    <p:cSldViewPr>
      <p:cViewPr varScale="1">
        <p:scale>
          <a:sx n="42" d="100"/>
          <a:sy n="42" d="100"/>
        </p:scale>
        <p:origin x="-145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7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3A984F1-FBCB-4859-ADB3-E12E940EB4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63627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5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1005092-2163-400C-AEFE-4B6A92D8B0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31518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24200"/>
            <a:ext cx="7772400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mtClean="0"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fld id="{C09014C9-52E7-4CD1-84B8-B056EC9134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274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556077-34C1-4F14-A168-CF3BEE6B5F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46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982802-01CC-47D4-A101-EE861CF046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7508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761659-3234-4C40-A788-6674B111F0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3226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1463BA-AF67-4764-9AFD-4090969756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7996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71A776-FABC-43D3-830A-D8AF575AB3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0825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37609D-94FD-4933-BF1E-43B02B6004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9867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A3B321-6EAC-4AD5-93B9-CE2485F843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954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2F5CA3-0D52-411D-97E9-8E04CDF895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498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907299-9E05-4B77-9632-38C020D334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4887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1E8C32-6342-4ADF-8FED-CF27CA2EAD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3169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95400"/>
            <a:ext cx="8077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222222"/>
                </a:solidFill>
                <a:latin typeface="Arial" pitchFamily="34" charset="0"/>
              </a:defRPr>
            </a:lvl1pPr>
          </a:lstStyle>
          <a:p>
            <a:fld id="{59A33E89-56BA-4489-ACFB-045B09264CF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2" Type="http://schemas.microsoft.com/office/2007/relationships/media" Target="../media/media3.m4a"/><Relationship Id="rId1" Type="http://schemas.openxmlformats.org/officeDocument/2006/relationships/tags" Target="../tags/tag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media5.m4a"/><Relationship Id="rId2" Type="http://schemas.microsoft.com/office/2007/relationships/media" Target="../media/media5.m4a"/><Relationship Id="rId1" Type="http://schemas.openxmlformats.org/officeDocument/2006/relationships/tags" Target="../tags/tag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media6.m4a"/><Relationship Id="rId2" Type="http://schemas.microsoft.com/office/2007/relationships/media" Target="../media/media6.m4a"/><Relationship Id="rId1" Type="http://schemas.openxmlformats.org/officeDocument/2006/relationships/tags" Target="../tags/tag3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media7.m4a"/><Relationship Id="rId2" Type="http://schemas.microsoft.com/office/2007/relationships/media" Target="../media/media7.m4a"/><Relationship Id="rId1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media8.m4a"/><Relationship Id="rId2" Type="http://schemas.microsoft.com/office/2007/relationships/media" Target="../media/media8.m4a"/><Relationship Id="rId1" Type="http://schemas.openxmlformats.org/officeDocument/2006/relationships/tags" Target="../tags/tag5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810191"/>
            <a:ext cx="9067800" cy="63645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5563" lvl="0">
              <a:lnSpc>
                <a:spcPct val="92000"/>
              </a:lnSpc>
            </a:pPr>
            <a:r>
              <a:rPr lang="en-US" altLang="en-US" sz="3200" spc="50" dirty="0">
                <a:solidFill>
                  <a:srgbClr val="222222"/>
                </a:solidFill>
                <a:ea typeface="source sans pro"/>
              </a:rPr>
              <a:t>There are </a:t>
            </a:r>
            <a:r>
              <a:rPr lang="en-US" altLang="en-US" sz="3200" spc="50" dirty="0" smtClean="0">
                <a:solidFill>
                  <a:srgbClr val="222222"/>
                </a:solidFill>
                <a:ea typeface="source sans pro"/>
              </a:rPr>
              <a:t>2 ways to </a:t>
            </a:r>
            <a:r>
              <a:rPr lang="en-US" altLang="en-US" sz="3200" spc="50" dirty="0">
                <a:solidFill>
                  <a:srgbClr val="222222"/>
                </a:solidFill>
                <a:ea typeface="source sans pro"/>
              </a:rPr>
              <a:t>use decorators on </a:t>
            </a:r>
            <a:r>
              <a:rPr lang="en-US" altLang="en-US" sz="3200" spc="50" dirty="0" smtClean="0">
                <a:solidFill>
                  <a:srgbClr val="222222"/>
                </a:solidFill>
                <a:ea typeface="source sans pro"/>
              </a:rPr>
              <a:t>classes:</a:t>
            </a:r>
          </a:p>
          <a:p>
            <a:pPr marL="55563" lvl="0">
              <a:lnSpc>
                <a:spcPct val="92000"/>
              </a:lnSpc>
              <a:spcBef>
                <a:spcPts val="600"/>
              </a:spcBef>
            </a:pPr>
            <a:r>
              <a:rPr lang="en-US" altLang="en-US" sz="3200" spc="100" dirty="0" smtClean="0">
                <a:solidFill>
                  <a:srgbClr val="222222"/>
                </a:solidFill>
                <a:ea typeface="source sans pro"/>
              </a:rPr>
              <a:t> </a:t>
            </a:r>
            <a:r>
              <a:rPr lang="en-US" altLang="en-US" sz="3000" b="1" spc="100" dirty="0" smtClean="0">
                <a:solidFill>
                  <a:srgbClr val="222222"/>
                </a:solidFill>
                <a:ea typeface="source sans pro"/>
              </a:rPr>
              <a:t>1.Decorating the methods of a class.</a:t>
            </a:r>
          </a:p>
          <a:p>
            <a:pPr marL="511175" lvl="0">
              <a:lnSpc>
                <a:spcPct val="92000"/>
              </a:lnSpc>
            </a:pP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This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is 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like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what 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we’ve been doing with functions</a:t>
            </a:r>
          </a:p>
          <a:p>
            <a:pPr marL="511175" lvl="0">
              <a:lnSpc>
                <a:spcPct val="92000"/>
              </a:lnSpc>
              <a:spcBef>
                <a:spcPts val="1200"/>
              </a:spcBef>
            </a:pP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Some decorators are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even 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Python built-ins:</a:t>
            </a:r>
          </a:p>
          <a:p>
            <a:pPr marL="914400" lvl="0" indent="-403225">
              <a:lnSpc>
                <a:spcPct val="92000"/>
              </a:lnSpc>
            </a:pP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</a:t>
            </a:r>
            <a:r>
              <a:rPr lang="en-US" altLang="en-US" sz="2800" spc="100" dirty="0" err="1" smtClean="0">
                <a:solidFill>
                  <a:schemeClr val="accent2"/>
                </a:solidFill>
                <a:ea typeface="source sans pro"/>
              </a:rPr>
              <a:t>classmethod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 and </a:t>
            </a: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</a:t>
            </a:r>
            <a:r>
              <a:rPr lang="en-US" altLang="en-US" sz="2800" spc="100" dirty="0" err="1" smtClean="0">
                <a:solidFill>
                  <a:schemeClr val="accent2"/>
                </a:solidFill>
                <a:ea typeface="source sans pro"/>
              </a:rPr>
              <a:t>staticmethod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:</a:t>
            </a:r>
            <a:b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</a:b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These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are used to define methods inside a class namespace that are not connected to a particular instance of that class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.</a:t>
            </a:r>
          </a:p>
          <a:p>
            <a:pPr marL="914400" lvl="0" indent="-403225">
              <a:lnSpc>
                <a:spcPct val="92000"/>
              </a:lnSpc>
            </a:pP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@property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:</a:t>
            </a:r>
          </a:p>
          <a:p>
            <a:pPr marL="914400" lvl="0" indent="-403225">
              <a:lnSpc>
                <a:spcPct val="92000"/>
              </a:lnSpc>
            </a:pP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	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This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is used to customize getters and setters for class attributes. </a:t>
            </a:r>
            <a:endParaRPr lang="en-US" altLang="en-US" sz="2800" spc="100" dirty="0" smtClean="0">
              <a:solidFill>
                <a:srgbClr val="222222"/>
              </a:solidFill>
              <a:ea typeface="source sans pro"/>
            </a:endParaRPr>
          </a:p>
          <a:p>
            <a:pPr marL="914400" lvl="0" indent="-403225">
              <a:lnSpc>
                <a:spcPct val="92000"/>
              </a:lnSpc>
            </a:pPr>
            <a:endParaRPr lang="en-US" altLang="en-US" sz="1200" spc="100" dirty="0" smtClean="0">
              <a:solidFill>
                <a:srgbClr val="222222"/>
              </a:solidFill>
              <a:ea typeface="source sans pro"/>
            </a:endParaRPr>
          </a:p>
          <a:p>
            <a:pPr marL="569913" indent="-403225">
              <a:lnSpc>
                <a:spcPct val="92000"/>
              </a:lnSpc>
            </a:pPr>
            <a:r>
              <a:rPr lang="en-US" altLang="en-US" sz="500" b="1" spc="100" dirty="0" smtClean="0">
                <a:solidFill>
                  <a:srgbClr val="222222"/>
                </a:solidFill>
                <a:ea typeface="source sans pro"/>
              </a:rPr>
              <a:t> </a:t>
            </a:r>
            <a:r>
              <a:rPr lang="en-US" altLang="en-US" sz="3000" b="1" spc="100" dirty="0" smtClean="0">
                <a:solidFill>
                  <a:srgbClr val="222222"/>
                </a:solidFill>
                <a:ea typeface="source sans pro"/>
              </a:rPr>
              <a:t>2.Decorating </a:t>
            </a:r>
            <a:r>
              <a:rPr lang="en-US" altLang="en-US" sz="3000" b="1" spc="100" dirty="0">
                <a:solidFill>
                  <a:srgbClr val="222222"/>
                </a:solidFill>
                <a:ea typeface="source sans pro"/>
              </a:rPr>
              <a:t>the </a:t>
            </a:r>
            <a:r>
              <a:rPr lang="en-US" altLang="en-US" sz="3000" b="1" spc="100" dirty="0" smtClean="0">
                <a:solidFill>
                  <a:srgbClr val="222222"/>
                </a:solidFill>
                <a:ea typeface="source sans pro"/>
              </a:rPr>
              <a:t>whole class.</a:t>
            </a:r>
            <a:br>
              <a:rPr lang="en-US" altLang="en-US" sz="3000" b="1" spc="100" dirty="0" smtClean="0">
                <a:solidFill>
                  <a:srgbClr val="222222"/>
                </a:solidFill>
                <a:ea typeface="source sans pro"/>
              </a:rPr>
            </a:br>
            <a:r>
              <a:rPr lang="en-US" altLang="en-US" sz="2800" spc="100" dirty="0" smtClean="0">
                <a:solidFill>
                  <a:srgbClr val="FF0000"/>
                </a:solidFill>
                <a:ea typeface="source sans pro"/>
              </a:rPr>
              <a:t>A built-in decorator for this is </a:t>
            </a:r>
            <a:r>
              <a:rPr lang="en-US" altLang="en-US" sz="2800" spc="100" dirty="0">
                <a:solidFill>
                  <a:srgbClr val="FF0000"/>
                </a:solidFill>
                <a:ea typeface="source sans pro"/>
              </a:rPr>
              <a:t>the new </a:t>
            </a: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</a:t>
            </a:r>
            <a:r>
              <a:rPr lang="en-US" altLang="en-US" sz="2800" spc="100" dirty="0" err="1" smtClean="0">
                <a:solidFill>
                  <a:schemeClr val="accent2"/>
                </a:solidFill>
                <a:ea typeface="source sans pro"/>
              </a:rPr>
              <a:t>dataclasses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 </a:t>
            </a:r>
            <a:r>
              <a:rPr lang="en-US" altLang="en-US" sz="2800" spc="100" dirty="0">
                <a:solidFill>
                  <a:srgbClr val="FF0000"/>
                </a:solidFill>
                <a:ea typeface="source sans pro"/>
              </a:rPr>
              <a:t>module in Python </a:t>
            </a:r>
            <a:r>
              <a:rPr lang="en-US" altLang="en-US" sz="2800" spc="100" dirty="0" smtClean="0">
                <a:solidFill>
                  <a:srgbClr val="FF0000"/>
                </a:solidFill>
                <a:ea typeface="source sans pro"/>
              </a:rPr>
              <a:t>3.7.</a:t>
            </a:r>
            <a:endParaRPr lang="en-US" altLang="en-US" sz="2800" spc="100" dirty="0">
              <a:solidFill>
                <a:srgbClr val="FF0000"/>
              </a:solidFill>
              <a:ea typeface="source sans pro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/>
          <a:lstStyle/>
          <a:p>
            <a:r>
              <a:rPr lang="en-US" b="1" dirty="0" smtClean="0"/>
              <a:t>Decorating classes</a:t>
            </a:r>
            <a:endParaRPr lang="en-US" b="1" dirty="0"/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64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328"/>
    </mc:Choice>
    <mc:Fallback>
      <p:transition spd="slow" advTm="203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 mod="1">
    <p:ext uri="{3A86A75C-4F4B-4683-9AE1-C65F6400EC91}">
      <p14:laserTraceLst xmlns:p14="http://schemas.microsoft.com/office/powerpoint/2010/main">
        <p14:tracePtLst>
          <p14:tracePt t="1518" x="4686300" y="2997200"/>
          <p14:tracePt t="1525" x="4660900" y="3054350"/>
          <p14:tracePt t="1531" x="4629150" y="3130550"/>
          <p14:tracePt t="1541" x="4578350" y="3213100"/>
          <p14:tracePt t="1557" x="4502150" y="3340100"/>
          <p14:tracePt t="1575" x="4381500" y="3581400"/>
          <p14:tracePt t="1591" x="4311650" y="3733800"/>
          <p14:tracePt t="1607" x="4248150" y="3917950"/>
          <p14:tracePt t="1624" x="4184650" y="4203700"/>
          <p14:tracePt t="1640" x="4146550" y="4362450"/>
          <p14:tracePt t="1657" x="4121150" y="4527550"/>
          <p14:tracePt t="1674" x="4102100" y="4737100"/>
          <p14:tracePt t="1690" x="4102100" y="4838700"/>
          <p14:tracePt t="1707" x="4102100" y="4908550"/>
          <p14:tracePt t="1723" x="4127500" y="5016500"/>
          <p14:tracePt t="1740" x="4152900" y="5105400"/>
          <p14:tracePt t="1757" x="4171950" y="5207000"/>
          <p14:tracePt t="1773" x="4191000" y="5276850"/>
          <p14:tracePt t="1790" x="4216400" y="5327650"/>
          <p14:tracePt t="1807" x="4241800" y="5365750"/>
          <p14:tracePt t="1823" x="4248150" y="5372100"/>
          <p14:tracePt t="1840" x="4248150" y="5378450"/>
          <p14:tracePt t="1856" x="4254500" y="5391150"/>
          <p14:tracePt t="1890" x="4267200" y="5422900"/>
          <p14:tracePt t="1906" x="4279900" y="5448300"/>
          <p14:tracePt t="1923" x="4279900" y="5467350"/>
          <p14:tracePt t="1940" x="4298950" y="5486400"/>
          <p14:tracePt t="1956" x="4305300" y="5492750"/>
          <p14:tracePt t="1973" x="4311650" y="5505450"/>
          <p14:tracePt t="1989" x="4349750" y="5524500"/>
          <p14:tracePt t="2006" x="4400550" y="5524500"/>
          <p14:tracePt t="2022" x="4451350" y="5524500"/>
          <p14:tracePt t="2039" x="4552950" y="5524500"/>
          <p14:tracePt t="2056" x="4648200" y="5518150"/>
          <p14:tracePt t="2073" x="4819650" y="5505450"/>
          <p14:tracePt t="2089" x="4921250" y="5492750"/>
          <p14:tracePt t="2105" x="5003800" y="5473700"/>
          <p14:tracePt t="2123" x="5092700" y="5448300"/>
          <p14:tracePt t="2138" x="5137150" y="5435600"/>
          <p14:tracePt t="2155" x="5187950" y="5416550"/>
          <p14:tracePt t="2172" x="5232400" y="5403850"/>
          <p14:tracePt t="2189" x="5251450" y="5403850"/>
          <p14:tracePt t="2192" x="5264150" y="5403850"/>
          <p14:tracePt t="2207" x="5270500" y="5403850"/>
          <p14:tracePt t="2221" x="5276850" y="5403850"/>
          <p14:tracePt t="2291" x="5276850" y="5410200"/>
          <p14:tracePt t="2306" x="5283200" y="5410200"/>
          <p14:tracePt t="2312" x="5289550" y="5416550"/>
          <p14:tracePt t="2326" x="5295900" y="5416550"/>
          <p14:tracePt t="2337" x="5308600" y="5422900"/>
          <p14:tracePt t="2355" x="5334000" y="5429250"/>
          <p14:tracePt t="2371" x="5372100" y="5435600"/>
          <p14:tracePt t="2388" x="5441950" y="5454650"/>
          <p14:tracePt t="2404" x="5511800" y="5480050"/>
          <p14:tracePt t="2421" x="5581650" y="5492750"/>
          <p14:tracePt t="2439" x="5759450" y="5543550"/>
          <p14:tracePt t="2454" x="5880100" y="5556250"/>
          <p14:tracePt t="2471" x="6000750" y="5588000"/>
          <p14:tracePt t="2488" x="6172200" y="5613400"/>
          <p14:tracePt t="2504" x="6267450" y="5638800"/>
          <p14:tracePt t="2521" x="6337300" y="5664200"/>
          <p14:tracePt t="2537" x="6432550" y="5695950"/>
          <p14:tracePt t="2554" x="6477000" y="5708650"/>
          <p14:tracePt t="2571" x="6527800" y="5715000"/>
          <p14:tracePt t="2587" x="6553200" y="5721350"/>
          <p14:tracePt t="2604" x="6565900" y="5727700"/>
          <p14:tracePt t="2621" x="6604000" y="5727700"/>
          <p14:tracePt t="4247" x="6572250" y="5727700"/>
          <p14:tracePt t="4254" x="6534150" y="5727700"/>
          <p14:tracePt t="4264" x="6477000" y="5740400"/>
          <p14:tracePt t="4282" x="6337300" y="5778500"/>
          <p14:tracePt t="4298" x="6273800" y="5810250"/>
          <p14:tracePt t="4314" x="6223000" y="5829300"/>
          <p14:tracePt t="4332" x="6172200" y="5848350"/>
          <p14:tracePt t="4348" x="6134100" y="5873750"/>
          <p14:tracePt t="4364" x="6115050" y="5886450"/>
          <p14:tracePt t="4381" x="6102350" y="5905500"/>
          <p14:tracePt t="4398" x="6096000" y="5918200"/>
          <p14:tracePt t="4415" x="6096000" y="5924550"/>
          <p14:tracePt t="4431" x="6089650" y="5924550"/>
          <p14:tracePt t="4447" x="6096000" y="5924550"/>
          <p14:tracePt t="4467" x="6096000" y="5930900"/>
          <p14:tracePt t="4481" x="6096000" y="5937250"/>
          <p14:tracePt t="4497" x="6108700" y="5943600"/>
          <p14:tracePt t="4514" x="6121400" y="5956300"/>
          <p14:tracePt t="4530" x="6134100" y="5962650"/>
          <p14:tracePt t="4547" x="6153150" y="5969000"/>
          <p14:tracePt t="4563" x="6184900" y="5981700"/>
          <p14:tracePt t="4580" x="6216650" y="5988050"/>
          <p14:tracePt t="4599" x="6280150" y="6000750"/>
          <p14:tracePt t="4613" x="6337300" y="6000750"/>
          <p14:tracePt t="4630" x="6400800" y="6000750"/>
          <p14:tracePt t="4648" x="6489700" y="6000750"/>
          <p14:tracePt t="4663" x="6546850" y="6000750"/>
          <p14:tracePt t="4680" x="6591300" y="6000750"/>
          <p14:tracePt t="4697" x="6648450" y="6000750"/>
          <p14:tracePt t="4713" x="6673850" y="6000750"/>
          <p14:tracePt t="4717" x="6680200" y="6000750"/>
          <p14:tracePt t="4730" x="6686550" y="5994400"/>
          <p14:tracePt t="4747" x="6705600" y="5988050"/>
          <p14:tracePt t="4763" x="6711950" y="5981700"/>
          <p14:tracePt t="4780" x="6718300" y="5981700"/>
          <p14:tracePt t="4796" x="6724650" y="5981700"/>
          <p14:tracePt t="4844" x="6718300" y="5981700"/>
          <p14:tracePt t="4865" x="6711950" y="5981700"/>
          <p14:tracePt t="8128" x="6642100" y="5994400"/>
          <p14:tracePt t="8136" x="6540500" y="6013450"/>
          <p14:tracePt t="8142" x="6407150" y="6051550"/>
          <p14:tracePt t="8151" x="6292850" y="6070600"/>
          <p14:tracePt t="8168" x="6051550" y="6134100"/>
          <p14:tracePt t="8185" x="5740400" y="6203950"/>
          <p14:tracePt t="8201" x="5581650" y="6223000"/>
          <p14:tracePt t="8218" x="5365750" y="6286500"/>
          <p14:tracePt t="8234" x="5137150" y="6343650"/>
          <p14:tracePt t="8251" x="5016500" y="6394450"/>
          <p14:tracePt t="8268" x="4889500" y="6438900"/>
          <p14:tracePt t="8271" x="4826000" y="6457950"/>
          <p14:tracePt t="8284" x="4730750" y="6470650"/>
          <p14:tracePt t="8301" x="4648200" y="6496050"/>
          <p14:tracePt t="8318" x="4502150" y="6515100"/>
          <p14:tracePt t="8334" x="4432300" y="6521450"/>
          <p14:tracePt t="8350" x="4356100" y="6521450"/>
          <p14:tracePt t="8368" x="4254500" y="6527800"/>
          <p14:tracePt t="8384" x="4210050" y="6527800"/>
          <p14:tracePt t="8400" x="4165600" y="6527800"/>
          <p14:tracePt t="8417" x="4127500" y="6540500"/>
          <p14:tracePt t="8433" x="4102100" y="6540500"/>
          <p14:tracePt t="8451" x="4070350" y="6546850"/>
          <p14:tracePt t="8467" x="4038600" y="6559550"/>
          <p14:tracePt t="8484" x="4013200" y="6565900"/>
          <p14:tracePt t="8501" x="4006850" y="6572250"/>
          <p14:tracePt t="8599" x="4013200" y="6572250"/>
          <p14:tracePt t="8605" x="4032250" y="6565900"/>
          <p14:tracePt t="8616" x="4038600" y="6559550"/>
          <p14:tracePt t="8634" x="4102100" y="6534150"/>
          <p14:tracePt t="8650" x="4152900" y="6502400"/>
          <p14:tracePt t="8666" x="4235450" y="6477000"/>
          <p14:tracePt t="8683" x="4400550" y="6432550"/>
          <p14:tracePt t="8699" x="4495800" y="6400800"/>
          <p14:tracePt t="8716" x="4565650" y="6394450"/>
          <p14:tracePt t="8733" x="4635500" y="6381750"/>
          <p14:tracePt t="8749" x="4673600" y="6381750"/>
          <p14:tracePt t="8766" x="4718050" y="6381750"/>
          <p14:tracePt t="8782" x="4794250" y="6381750"/>
          <p14:tracePt t="8799" x="4857750" y="6381750"/>
          <p14:tracePt t="8817" x="4953000" y="6381750"/>
          <p14:tracePt t="8832" x="5003800" y="6381750"/>
          <p14:tracePt t="8849" x="5035550" y="6381750"/>
          <p14:tracePt t="8866" x="5073650" y="6381750"/>
          <p14:tracePt t="8882" x="5086350" y="6381750"/>
          <p14:tracePt t="8899" x="5086350" y="6388100"/>
          <p14:tracePt t="8915" x="5092700" y="6394450"/>
          <p14:tracePt t="8948" x="5099050" y="6381750"/>
        </p14:tracePtLst>
      </p14:laserTrace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810191"/>
            <a:ext cx="9067800" cy="63645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5563" lvl="0">
              <a:lnSpc>
                <a:spcPct val="92000"/>
              </a:lnSpc>
            </a:pPr>
            <a:r>
              <a:rPr lang="en-US" altLang="en-US" sz="3200" spc="50" dirty="0">
                <a:solidFill>
                  <a:srgbClr val="222222"/>
                </a:solidFill>
                <a:ea typeface="source sans pro"/>
              </a:rPr>
              <a:t>There are </a:t>
            </a:r>
            <a:r>
              <a:rPr lang="en-US" altLang="en-US" sz="3200" spc="50" dirty="0" smtClean="0">
                <a:solidFill>
                  <a:srgbClr val="222222"/>
                </a:solidFill>
                <a:ea typeface="source sans pro"/>
              </a:rPr>
              <a:t>2 ways to </a:t>
            </a:r>
            <a:r>
              <a:rPr lang="en-US" altLang="en-US" sz="3200" spc="50" dirty="0">
                <a:solidFill>
                  <a:srgbClr val="222222"/>
                </a:solidFill>
                <a:ea typeface="source sans pro"/>
              </a:rPr>
              <a:t>use decorators on </a:t>
            </a:r>
            <a:r>
              <a:rPr lang="en-US" altLang="en-US" sz="3200" spc="50" dirty="0" smtClean="0">
                <a:solidFill>
                  <a:srgbClr val="222222"/>
                </a:solidFill>
                <a:ea typeface="source sans pro"/>
              </a:rPr>
              <a:t>classes:</a:t>
            </a:r>
          </a:p>
          <a:p>
            <a:pPr marL="55563" lvl="0">
              <a:lnSpc>
                <a:spcPct val="92000"/>
              </a:lnSpc>
              <a:spcBef>
                <a:spcPts val="600"/>
              </a:spcBef>
            </a:pPr>
            <a:r>
              <a:rPr lang="en-US" altLang="en-US" sz="3200" spc="100" dirty="0" smtClean="0">
                <a:solidFill>
                  <a:srgbClr val="222222"/>
                </a:solidFill>
                <a:ea typeface="source sans pro"/>
              </a:rPr>
              <a:t> </a:t>
            </a:r>
            <a:r>
              <a:rPr lang="en-US" altLang="en-US" sz="3000" b="1" spc="100" dirty="0" smtClean="0">
                <a:solidFill>
                  <a:srgbClr val="222222"/>
                </a:solidFill>
                <a:ea typeface="source sans pro"/>
              </a:rPr>
              <a:t>1.Decorating the methods of a class.</a:t>
            </a:r>
          </a:p>
          <a:p>
            <a:pPr marL="511175" lvl="0">
              <a:lnSpc>
                <a:spcPct val="92000"/>
              </a:lnSpc>
            </a:pP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This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is 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like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what 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we’ve been doing with functions</a:t>
            </a:r>
          </a:p>
          <a:p>
            <a:pPr marL="511175" lvl="0">
              <a:lnSpc>
                <a:spcPct val="92000"/>
              </a:lnSpc>
              <a:spcBef>
                <a:spcPts val="1200"/>
              </a:spcBef>
            </a:pP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Some decorators are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even 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Python built-ins:</a:t>
            </a:r>
          </a:p>
          <a:p>
            <a:pPr marL="914400" lvl="0" indent="-403225">
              <a:lnSpc>
                <a:spcPct val="92000"/>
              </a:lnSpc>
            </a:pP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</a:t>
            </a:r>
            <a:r>
              <a:rPr lang="en-US" altLang="en-US" sz="2800" spc="100" dirty="0" err="1" smtClean="0">
                <a:solidFill>
                  <a:schemeClr val="accent2"/>
                </a:solidFill>
                <a:ea typeface="source sans pro"/>
              </a:rPr>
              <a:t>classmethod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 and </a:t>
            </a: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</a:t>
            </a:r>
            <a:r>
              <a:rPr lang="en-US" altLang="en-US" sz="2800" spc="100" dirty="0" err="1" smtClean="0">
                <a:solidFill>
                  <a:schemeClr val="accent2"/>
                </a:solidFill>
                <a:ea typeface="source sans pro"/>
              </a:rPr>
              <a:t>staticmethod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:</a:t>
            </a:r>
            <a:b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</a:b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These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are used to define methods inside a class namespace that are not connected to a particular instance of that class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.</a:t>
            </a:r>
          </a:p>
          <a:p>
            <a:pPr marL="914400" lvl="0" indent="-403225">
              <a:lnSpc>
                <a:spcPct val="92000"/>
              </a:lnSpc>
            </a:pP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@property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:</a:t>
            </a:r>
          </a:p>
          <a:p>
            <a:pPr marL="914400" lvl="0" indent="-403225">
              <a:lnSpc>
                <a:spcPct val="92000"/>
              </a:lnSpc>
            </a:pP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	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This 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is used to customize getters and setters for class attributes. </a:t>
            </a:r>
            <a:endParaRPr lang="en-US" altLang="en-US" sz="2800" spc="100" dirty="0" smtClean="0">
              <a:solidFill>
                <a:srgbClr val="222222"/>
              </a:solidFill>
              <a:ea typeface="source sans pro"/>
            </a:endParaRPr>
          </a:p>
          <a:p>
            <a:pPr marL="914400" lvl="0" indent="-403225">
              <a:lnSpc>
                <a:spcPct val="92000"/>
              </a:lnSpc>
            </a:pPr>
            <a:endParaRPr lang="en-US" altLang="en-US" sz="1200" spc="100" dirty="0" smtClean="0">
              <a:solidFill>
                <a:srgbClr val="222222"/>
              </a:solidFill>
              <a:ea typeface="source sans pro"/>
            </a:endParaRPr>
          </a:p>
          <a:p>
            <a:pPr marL="569913" indent="-403225">
              <a:lnSpc>
                <a:spcPct val="92000"/>
              </a:lnSpc>
            </a:pPr>
            <a:r>
              <a:rPr lang="en-US" altLang="en-US" sz="500" b="1" spc="100" dirty="0" smtClean="0">
                <a:solidFill>
                  <a:srgbClr val="222222"/>
                </a:solidFill>
                <a:ea typeface="source sans pro"/>
              </a:rPr>
              <a:t> </a:t>
            </a:r>
            <a:r>
              <a:rPr lang="en-US" altLang="en-US" sz="3000" b="1" spc="100" dirty="0" smtClean="0">
                <a:solidFill>
                  <a:srgbClr val="222222"/>
                </a:solidFill>
                <a:ea typeface="source sans pro"/>
              </a:rPr>
              <a:t>2.Decorating </a:t>
            </a:r>
            <a:r>
              <a:rPr lang="en-US" altLang="en-US" sz="3000" b="1" spc="100" dirty="0">
                <a:solidFill>
                  <a:srgbClr val="222222"/>
                </a:solidFill>
                <a:ea typeface="source sans pro"/>
              </a:rPr>
              <a:t>the </a:t>
            </a:r>
            <a:r>
              <a:rPr lang="en-US" altLang="en-US" sz="3000" b="1" spc="100" dirty="0" smtClean="0">
                <a:solidFill>
                  <a:srgbClr val="222222"/>
                </a:solidFill>
                <a:ea typeface="source sans pro"/>
              </a:rPr>
              <a:t>whole class.</a:t>
            </a:r>
            <a:br>
              <a:rPr lang="en-US" altLang="en-US" sz="3000" b="1" spc="100" dirty="0" smtClean="0">
                <a:solidFill>
                  <a:srgbClr val="222222"/>
                </a:solidFill>
                <a:ea typeface="source sans pro"/>
              </a:rPr>
            </a:br>
            <a:r>
              <a:rPr lang="en-US" altLang="en-US" sz="2800" spc="100" dirty="0" smtClean="0">
                <a:solidFill>
                  <a:srgbClr val="FF0000"/>
                </a:solidFill>
                <a:ea typeface="source sans pro"/>
              </a:rPr>
              <a:t>A built-in decorator for this is </a:t>
            </a:r>
            <a:r>
              <a:rPr lang="en-US" altLang="en-US" sz="2800" spc="100" dirty="0">
                <a:solidFill>
                  <a:srgbClr val="FF0000"/>
                </a:solidFill>
                <a:ea typeface="source sans pro"/>
              </a:rPr>
              <a:t>the new </a:t>
            </a:r>
            <a:r>
              <a:rPr lang="en-US" altLang="en-US" sz="2800" spc="100" dirty="0" smtClean="0">
                <a:solidFill>
                  <a:schemeClr val="accent2"/>
                </a:solidFill>
                <a:ea typeface="source sans pro"/>
              </a:rPr>
              <a:t>@</a:t>
            </a:r>
            <a:r>
              <a:rPr lang="en-US" altLang="en-US" sz="2800" spc="100" dirty="0" err="1" smtClean="0">
                <a:solidFill>
                  <a:schemeClr val="accent2"/>
                </a:solidFill>
                <a:ea typeface="source sans pro"/>
              </a:rPr>
              <a:t>dataclasses</a:t>
            </a:r>
            <a:r>
              <a:rPr lang="en-US" altLang="en-US" sz="2800" spc="100" dirty="0" smtClean="0">
                <a:solidFill>
                  <a:srgbClr val="222222"/>
                </a:solidFill>
                <a:ea typeface="source sans pro"/>
              </a:rPr>
              <a:t> </a:t>
            </a:r>
            <a:r>
              <a:rPr lang="en-US" altLang="en-US" sz="2800" spc="100" dirty="0">
                <a:solidFill>
                  <a:srgbClr val="FF0000"/>
                </a:solidFill>
                <a:ea typeface="source sans pro"/>
              </a:rPr>
              <a:t>module in Python </a:t>
            </a:r>
            <a:r>
              <a:rPr lang="en-US" altLang="en-US" sz="2800" spc="100" dirty="0" smtClean="0">
                <a:solidFill>
                  <a:srgbClr val="FF0000"/>
                </a:solidFill>
                <a:ea typeface="source sans pro"/>
              </a:rPr>
              <a:t>3.7.</a:t>
            </a:r>
            <a:endParaRPr lang="en-US" altLang="en-US" sz="2800" spc="100" dirty="0">
              <a:solidFill>
                <a:srgbClr val="FF0000"/>
              </a:solidFill>
              <a:ea typeface="source sans pro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/>
          <a:lstStyle/>
          <a:p>
            <a:r>
              <a:rPr lang="en-US" b="1" dirty="0" smtClean="0"/>
              <a:t>Decorating classes</a:t>
            </a:r>
            <a:endParaRPr lang="en-US" b="1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187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51"/>
    </mc:Choice>
    <mc:Fallback>
      <p:transition spd="slow" advTm="56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3000" b="1" kern="0" dirty="0" smtClean="0">
                <a:solidFill>
                  <a:srgbClr val="2D2DB9"/>
                </a:solidFill>
              </a:rPr>
              <a:t>annotation</a:t>
            </a:r>
            <a:r>
              <a:rPr lang="en-US" altLang="en-US" sz="3000" b="1" kern="0" dirty="0">
                <a:solidFill>
                  <a:srgbClr val="2D2DB9"/>
                </a:solidFill>
              </a:rPr>
              <a:t>:</a:t>
            </a:r>
            <a:endParaRPr lang="en-US" altLang="en-US" sz="3000" kern="0" dirty="0">
              <a:solidFill>
                <a:schemeClr val="tx1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800" kern="0" spc="-30" dirty="0">
                <a:solidFill>
                  <a:schemeClr val="tx1"/>
                </a:solidFill>
              </a:rPr>
              <a:t>A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label for: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a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varia</a:t>
            </a:r>
            <a:r>
              <a:rPr lang="en-US" altLang="en-US" sz="2800" kern="0" spc="-130" dirty="0">
                <a:solidFill>
                  <a:schemeClr val="tx1"/>
                </a:solidFill>
              </a:rPr>
              <a:t>ble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,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a class attribute,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a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function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paramete</a:t>
            </a:r>
            <a:r>
              <a:rPr lang="en-US" altLang="en-US" sz="2800" kern="0" spc="-130" dirty="0">
                <a:solidFill>
                  <a:schemeClr val="tx1"/>
                </a:solidFill>
              </a:rPr>
              <a:t>r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,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or</a:t>
            </a:r>
            <a:r>
              <a:rPr lang="en-US" altLang="en-US" sz="2800" kern="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a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function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return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valu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e. </a:t>
            </a:r>
            <a:r>
              <a:rPr lang="en-US" altLang="en-US" sz="2800" kern="0" spc="-100" dirty="0">
                <a:solidFill>
                  <a:srgbClr val="00B050"/>
                </a:solidFill>
              </a:rPr>
              <a:t>B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y</a:t>
            </a:r>
            <a:r>
              <a:rPr lang="en-US" altLang="en-US" sz="2400" kern="0" spc="-30" dirty="0">
                <a:solidFill>
                  <a:srgbClr val="00B050"/>
                </a:solidFill>
              </a:rPr>
              <a:t> 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c</a:t>
            </a:r>
            <a:r>
              <a:rPr lang="en-US" altLang="en-US" sz="2800" kern="0" spc="-80" dirty="0">
                <a:solidFill>
                  <a:srgbClr val="00B050"/>
                </a:solidFill>
              </a:rPr>
              <a:t>o</a:t>
            </a:r>
            <a:r>
              <a:rPr lang="en-US" altLang="en-US" sz="2800" kern="0" spc="-120" dirty="0">
                <a:solidFill>
                  <a:srgbClr val="00B050"/>
                </a:solidFill>
              </a:rPr>
              <a:t>nv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ent</a:t>
            </a:r>
            <a:r>
              <a:rPr lang="en-US" altLang="en-US" sz="2800" kern="0" spc="-90" dirty="0">
                <a:solidFill>
                  <a:srgbClr val="00B050"/>
                </a:solidFill>
              </a:rPr>
              <a:t>ion</a:t>
            </a:r>
            <a:r>
              <a:rPr lang="en-US" altLang="en-US" sz="2800" kern="0" spc="-90" dirty="0">
                <a:solidFill>
                  <a:schemeClr val="tx1"/>
                </a:solidFill>
              </a:rPr>
              <a:t>,</a:t>
            </a:r>
            <a:r>
              <a:rPr lang="en-US" altLang="en-US" sz="2400" kern="0" spc="-9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90" dirty="0">
                <a:solidFill>
                  <a:schemeClr val="tx1"/>
                </a:solidFill>
              </a:rPr>
              <a:t>o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ften used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as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a</a:t>
            </a:r>
            <a:r>
              <a:rPr lang="en-US" altLang="en-US" sz="2400" kern="0" spc="-30" dirty="0">
                <a:solidFill>
                  <a:srgbClr val="00B050"/>
                </a:solidFill>
              </a:rPr>
              <a:t> 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type</a:t>
            </a:r>
            <a:r>
              <a:rPr lang="en-US" altLang="en-US" sz="2400" kern="0" spc="-30" dirty="0">
                <a:solidFill>
                  <a:srgbClr val="00B050"/>
                </a:solidFill>
              </a:rPr>
              <a:t> 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hint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.</a:t>
            </a: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sz="1800" kern="0" dirty="0">
              <a:solidFill>
                <a:schemeClr val="tx1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3000" b="1" kern="0" dirty="0" smtClean="0">
                <a:solidFill>
                  <a:srgbClr val="2D2DB9"/>
                </a:solidFill>
              </a:rPr>
              <a:t>type </a:t>
            </a:r>
            <a:r>
              <a:rPr lang="en-US" altLang="en-US" sz="3000" b="1" kern="0" dirty="0">
                <a:solidFill>
                  <a:srgbClr val="2D2DB9"/>
                </a:solidFill>
              </a:rPr>
              <a:t>hint:</a:t>
            </a:r>
            <a:endParaRPr lang="en-US" altLang="en-US" sz="3000" kern="0" dirty="0">
              <a:solidFill>
                <a:schemeClr val="tx1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800" kern="0" dirty="0">
                <a:solidFill>
                  <a:schemeClr val="tx1"/>
                </a:solidFill>
              </a:rPr>
              <a:t>An annotation specifying the expected type for a variable, a class attribute, or a function parameter or return value. </a:t>
            </a:r>
            <a:br>
              <a:rPr lang="en-US" altLang="en-US" sz="2800" kern="0" dirty="0">
                <a:solidFill>
                  <a:schemeClr val="tx1"/>
                </a:solidFill>
              </a:rPr>
            </a:br>
            <a:r>
              <a:rPr lang="en-US" altLang="en-US" sz="2800" b="1" kern="0" dirty="0">
                <a:solidFill>
                  <a:srgbClr val="00B050"/>
                </a:solidFill>
              </a:rPr>
              <a:t>Type hints</a:t>
            </a:r>
            <a:r>
              <a:rPr lang="en-US" altLang="en-US" sz="2800" kern="0" dirty="0">
                <a:solidFill>
                  <a:srgbClr val="00B050"/>
                </a:solidFill>
              </a:rPr>
              <a:t> are </a:t>
            </a:r>
            <a:r>
              <a:rPr lang="en-US" altLang="en-US" sz="2800" b="1" kern="0" dirty="0">
                <a:solidFill>
                  <a:srgbClr val="00B050"/>
                </a:solidFill>
              </a:rPr>
              <a:t>optional</a:t>
            </a:r>
            <a:r>
              <a:rPr lang="en-US" altLang="en-US" sz="2800" kern="0" dirty="0">
                <a:solidFill>
                  <a:srgbClr val="00B050"/>
                </a:solidFill>
              </a:rPr>
              <a:t> and are </a:t>
            </a:r>
            <a:r>
              <a:rPr lang="en-US" altLang="en-US" sz="2800" b="1" kern="0" dirty="0">
                <a:solidFill>
                  <a:srgbClr val="00B050"/>
                </a:solidFill>
              </a:rPr>
              <a:t>not enforced by </a:t>
            </a:r>
            <a:r>
              <a:rPr lang="en-US" altLang="en-US" sz="2800" b="1" kern="0" dirty="0" smtClean="0">
                <a:solidFill>
                  <a:srgbClr val="00B050"/>
                </a:solidFill>
              </a:rPr>
              <a:t>Python</a:t>
            </a:r>
            <a:r>
              <a:rPr lang="en-US" altLang="en-US" sz="2800" kern="0" dirty="0" smtClean="0">
                <a:solidFill>
                  <a:schemeClr val="tx1"/>
                </a:solidFill>
              </a:rPr>
              <a:t>.</a:t>
            </a:r>
            <a:br>
              <a:rPr lang="en-US" altLang="en-US" sz="2800" kern="0" dirty="0" smtClean="0">
                <a:solidFill>
                  <a:schemeClr val="tx1"/>
                </a:solidFill>
              </a:rPr>
            </a:br>
            <a:r>
              <a:rPr lang="en-US" altLang="en-US" sz="2800" kern="0" dirty="0" smtClean="0">
                <a:solidFill>
                  <a:schemeClr val="tx1"/>
                </a:solidFill>
              </a:rPr>
              <a:t>(But t</a:t>
            </a:r>
            <a:r>
              <a:rPr lang="en-US" altLang="en-US" sz="2800" kern="0" spc="-70" dirty="0" smtClean="0">
                <a:solidFill>
                  <a:schemeClr val="tx1"/>
                </a:solidFill>
              </a:rPr>
              <a:t>he</a:t>
            </a:r>
            <a:r>
              <a:rPr lang="en-US" altLang="en-US" sz="2800" kern="0" dirty="0" smtClean="0">
                <a:solidFill>
                  <a:schemeClr val="tx1"/>
                </a:solidFill>
              </a:rPr>
              <a:t>y</a:t>
            </a:r>
            <a:r>
              <a:rPr lang="en-US" altLang="en-US" kern="0" dirty="0" smtClean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can</a:t>
            </a:r>
            <a:r>
              <a:rPr lang="en-US" altLang="en-US" sz="2400" kern="0" dirty="0" smtClean="0">
                <a:solidFill>
                  <a:schemeClr val="tx1"/>
                </a:solidFill>
              </a:rPr>
              <a:t> </a:t>
            </a:r>
            <a:r>
              <a:rPr lang="en-US" altLang="en-US" sz="2800" kern="0" dirty="0" smtClean="0">
                <a:solidFill>
                  <a:schemeClr val="tx1"/>
                </a:solidFill>
              </a:rPr>
              <a:t>be</a:t>
            </a:r>
            <a:r>
              <a:rPr lang="en-US" altLang="en-US" sz="2400" kern="0" dirty="0" smtClean="0">
                <a:solidFill>
                  <a:schemeClr val="tx1"/>
                </a:solidFill>
              </a:rPr>
              <a:t> </a:t>
            </a:r>
            <a:r>
              <a:rPr lang="en-US" altLang="en-US" sz="2800" kern="0" dirty="0" smtClean="0">
                <a:solidFill>
                  <a:schemeClr val="tx1"/>
                </a:solidFill>
              </a:rPr>
              <a:t>enforced </a:t>
            </a:r>
            <a:r>
              <a:rPr lang="en-US" altLang="en-US" sz="2800" kern="0" spc="-100" dirty="0" smtClean="0">
                <a:solidFill>
                  <a:schemeClr val="tx1"/>
                </a:solidFill>
              </a:rPr>
              <a:t>b</a:t>
            </a:r>
            <a:r>
              <a:rPr lang="en-US" altLang="en-US" sz="2800" kern="0" dirty="0" smtClean="0">
                <a:solidFill>
                  <a:schemeClr val="tx1"/>
                </a:solidFill>
              </a:rPr>
              <a:t>y</a:t>
            </a:r>
            <a:r>
              <a:rPr lang="en-US" altLang="en-US" sz="2400" kern="0" dirty="0" smtClean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3</a:t>
            </a:r>
            <a:r>
              <a:rPr lang="en-US" altLang="en-US" sz="2800" u="sng" kern="0" baseline="30000" dirty="0" smtClean="0">
                <a:solidFill>
                  <a:schemeClr val="tx1"/>
                </a:solidFill>
              </a:rPr>
              <a:t>rd</a:t>
            </a:r>
            <a:r>
              <a:rPr lang="en-US" altLang="en-US" sz="2800" u="sng" kern="0" spc="-100" dirty="0" smtClean="0">
                <a:solidFill>
                  <a:schemeClr val="tx1"/>
                </a:solidFill>
              </a:rPr>
              <a:t>-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party</a:t>
            </a:r>
            <a:r>
              <a:rPr lang="en-US" altLang="en-US" sz="2400" u="sng" kern="0" dirty="0" smtClean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ty</a:t>
            </a:r>
            <a:r>
              <a:rPr lang="en-US" altLang="en-US" sz="2800" u="sng" kern="0" spc="-50" dirty="0" smtClean="0">
                <a:solidFill>
                  <a:schemeClr val="tx1"/>
                </a:solidFill>
              </a:rPr>
              <a:t>pe</a:t>
            </a:r>
            <a:r>
              <a:rPr lang="en-US" altLang="en-US" sz="2400" u="sng" kern="0" spc="-50" dirty="0" smtClean="0">
                <a:solidFill>
                  <a:schemeClr val="tx1"/>
                </a:solidFill>
              </a:rPr>
              <a:t> </a:t>
            </a:r>
            <a:r>
              <a:rPr lang="en-US" altLang="en-US" sz="2800" u="sng" kern="0" spc="-50" dirty="0" smtClean="0">
                <a:solidFill>
                  <a:schemeClr val="tx1"/>
                </a:solidFill>
              </a:rPr>
              <a:t>c</a:t>
            </a:r>
            <a:r>
              <a:rPr lang="en-US" altLang="en-US" sz="2800" u="sng" kern="0" spc="-80" dirty="0" smtClean="0">
                <a:solidFill>
                  <a:schemeClr val="tx1"/>
                </a:solidFill>
              </a:rPr>
              <a:t>h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ec</a:t>
            </a:r>
            <a:r>
              <a:rPr lang="en-US" altLang="en-US" sz="2800" u="sng" kern="0" spc="-150" dirty="0" smtClean="0">
                <a:solidFill>
                  <a:schemeClr val="tx1"/>
                </a:solidFill>
              </a:rPr>
              <a:t>k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er</a:t>
            </a:r>
            <a:r>
              <a:rPr lang="en-US" altLang="en-US" u="sng" kern="0" dirty="0" smtClean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pr</a:t>
            </a:r>
            <a:r>
              <a:rPr lang="en-US" altLang="en-US" sz="2800" u="sng" kern="0" spc="-100" dirty="0" smtClean="0">
                <a:solidFill>
                  <a:schemeClr val="tx1"/>
                </a:solidFill>
              </a:rPr>
              <a:t>o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gram</a:t>
            </a:r>
            <a:r>
              <a:rPr lang="en-US" altLang="en-US" sz="2800" u="sng" kern="0" spc="-100" dirty="0" smtClean="0">
                <a:solidFill>
                  <a:schemeClr val="tx1"/>
                </a:solidFill>
              </a:rPr>
              <a:t>s</a:t>
            </a:r>
            <a:r>
              <a:rPr lang="en-US" altLang="en-US" sz="2800" kern="0" spc="-300" dirty="0" smtClean="0">
                <a:solidFill>
                  <a:schemeClr val="tx1"/>
                </a:solidFill>
              </a:rPr>
              <a:t>.</a:t>
            </a:r>
            <a:r>
              <a:rPr lang="en-US" altLang="en-US" sz="2800" kern="0" dirty="0" smtClean="0">
                <a:solidFill>
                  <a:schemeClr val="tx1"/>
                </a:solidFill>
              </a:rPr>
              <a:t>)</a:t>
            </a:r>
            <a:endParaRPr lang="en-US" altLang="en-US" sz="2800" kern="0" dirty="0">
              <a:solidFill>
                <a:schemeClr val="tx1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sz="1800" b="1" kern="0" dirty="0" smtClean="0">
              <a:solidFill>
                <a:srgbClr val="2D2DB9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3000" b="1" kern="0" dirty="0" smtClean="0">
                <a:solidFill>
                  <a:srgbClr val="2D2DB9"/>
                </a:solidFill>
              </a:rPr>
              <a:t>wrapper function:</a:t>
            </a:r>
            <a:endParaRPr lang="en-US" altLang="en-US" sz="3000" kern="0" dirty="0">
              <a:solidFill>
                <a:schemeClr val="tx1"/>
              </a:solidFill>
            </a:endParaRPr>
          </a:p>
          <a:p>
            <a:pPr marL="173038" lvl="1">
              <a:lnSpc>
                <a:spcPct val="80000"/>
              </a:lnSpc>
              <a:spcBef>
                <a:spcPts val="0"/>
              </a:spcBef>
            </a:pPr>
            <a:r>
              <a:rPr lang="en-US" altLang="en-US" sz="2800" kern="0" dirty="0">
                <a:solidFill>
                  <a:schemeClr val="tx1"/>
                </a:solidFill>
              </a:rPr>
              <a:t>A function whose main job is to call another function</a:t>
            </a:r>
            <a:r>
              <a:rPr lang="en-US" altLang="en-US" sz="2800" kern="0" dirty="0" smtClean="0">
                <a:solidFill>
                  <a:schemeClr val="tx1"/>
                </a:solidFill>
              </a:rPr>
              <a:t>.</a:t>
            </a:r>
            <a:endParaRPr lang="en-US" altLang="en-US" sz="2800" kern="0" dirty="0">
              <a:solidFill>
                <a:schemeClr val="tx1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sz="1800" b="1" kern="0" dirty="0">
              <a:solidFill>
                <a:srgbClr val="2D2DB9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3000" b="1" kern="0" dirty="0" smtClean="0">
                <a:solidFill>
                  <a:srgbClr val="2D2DB9"/>
                </a:solidFill>
              </a:rPr>
              <a:t>boilerplate code:</a:t>
            </a: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800" kern="0" dirty="0" smtClean="0">
                <a:solidFill>
                  <a:schemeClr val="tx1"/>
                </a:solidFill>
              </a:rPr>
              <a:t>Sect</a:t>
            </a:r>
            <a:r>
              <a:rPr lang="en-US" altLang="en-US" sz="2800" kern="0" spc="-100" dirty="0" smtClean="0">
                <a:solidFill>
                  <a:schemeClr val="tx1"/>
                </a:solidFill>
              </a:rPr>
              <a:t>ions</a:t>
            </a:r>
            <a:r>
              <a:rPr lang="en-US" altLang="en-US" sz="2400" kern="0" spc="-100" dirty="0" smtClean="0">
                <a:solidFill>
                  <a:schemeClr val="tx1"/>
                </a:solidFill>
              </a:rPr>
              <a:t> 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o</a:t>
            </a:r>
            <a:r>
              <a:rPr lang="en-US" altLang="en-US" sz="2800" kern="0" dirty="0">
                <a:solidFill>
                  <a:schemeClr val="tx1"/>
                </a:solidFill>
              </a:rPr>
              <a:t>f</a:t>
            </a:r>
            <a:r>
              <a:rPr lang="en-US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</a:rPr>
              <a:t>code that 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repeat</a:t>
            </a:r>
            <a:r>
              <a:rPr lang="en-US" altLang="en-US" sz="2400" u="sng" kern="0" dirty="0" smtClean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>
                <a:solidFill>
                  <a:schemeClr val="tx1"/>
                </a:solidFill>
              </a:rPr>
              <a:t>in</a:t>
            </a:r>
            <a:r>
              <a:rPr lang="en-US" altLang="en-US" sz="2400" u="sng" kern="0" dirty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 smtClean="0">
                <a:solidFill>
                  <a:schemeClr val="tx1"/>
                </a:solidFill>
              </a:rPr>
              <a:t>ma</a:t>
            </a:r>
            <a:r>
              <a:rPr lang="en-US" altLang="en-US" sz="2800" u="sng" kern="0" spc="-80" dirty="0" smtClean="0">
                <a:solidFill>
                  <a:schemeClr val="tx1"/>
                </a:solidFill>
              </a:rPr>
              <a:t>ny</a:t>
            </a:r>
            <a:r>
              <a:rPr lang="en-US" altLang="en-US" sz="2400" u="sng" kern="0" spc="-80" dirty="0" smtClean="0">
                <a:solidFill>
                  <a:schemeClr val="tx1"/>
                </a:solidFill>
              </a:rPr>
              <a:t> </a:t>
            </a:r>
            <a:r>
              <a:rPr lang="en-US" altLang="en-US" sz="2800" u="sng" kern="0" spc="-100" dirty="0">
                <a:solidFill>
                  <a:schemeClr val="tx1"/>
                </a:solidFill>
              </a:rPr>
              <a:t>p</a:t>
            </a:r>
            <a:r>
              <a:rPr lang="en-US" altLang="en-US" sz="2800" u="sng" kern="0" spc="-80" dirty="0">
                <a:solidFill>
                  <a:schemeClr val="tx1"/>
                </a:solidFill>
              </a:rPr>
              <a:t>l</a:t>
            </a:r>
            <a:r>
              <a:rPr lang="en-US" altLang="en-US" sz="2800" u="sng" kern="0" dirty="0">
                <a:solidFill>
                  <a:schemeClr val="tx1"/>
                </a:solidFill>
              </a:rPr>
              <a:t>aces</a:t>
            </a:r>
            <a:r>
              <a:rPr lang="en-US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</a:rPr>
              <a:t>with</a:t>
            </a:r>
            <a:r>
              <a:rPr lang="en-US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50" dirty="0">
                <a:solidFill>
                  <a:schemeClr val="tx1"/>
                </a:solidFill>
              </a:rPr>
              <a:t>l</a:t>
            </a:r>
            <a:r>
              <a:rPr lang="en-US" altLang="en-US" sz="2800" kern="0" dirty="0">
                <a:solidFill>
                  <a:schemeClr val="tx1"/>
                </a:solidFill>
              </a:rPr>
              <a:t>it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t</a:t>
            </a:r>
            <a:r>
              <a:rPr lang="en-US" altLang="en-US" sz="2800" kern="0" spc="-80" dirty="0">
                <a:solidFill>
                  <a:schemeClr val="tx1"/>
                </a:solidFill>
              </a:rPr>
              <a:t>l</a:t>
            </a:r>
            <a:r>
              <a:rPr lang="en-US" altLang="en-US" sz="2800" kern="0" spc="-50" dirty="0">
                <a:solidFill>
                  <a:schemeClr val="tx1"/>
                </a:solidFill>
              </a:rPr>
              <a:t>e</a:t>
            </a:r>
            <a:r>
              <a:rPr lang="en-US" altLang="en-US" sz="2400" kern="0" spc="-5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50" dirty="0">
                <a:solidFill>
                  <a:schemeClr val="tx1"/>
                </a:solidFill>
              </a:rPr>
              <a:t>v</a:t>
            </a:r>
            <a:r>
              <a:rPr lang="en-US" altLang="en-US" sz="2800" kern="0" dirty="0">
                <a:solidFill>
                  <a:schemeClr val="tx1"/>
                </a:solidFill>
              </a:rPr>
              <a:t>ariat</a:t>
            </a:r>
            <a:r>
              <a:rPr lang="en-US" altLang="en-US" sz="2800" kern="0" spc="-70" dirty="0">
                <a:solidFill>
                  <a:schemeClr val="tx1"/>
                </a:solidFill>
              </a:rPr>
              <a:t>ion.</a:t>
            </a:r>
            <a:r>
              <a:rPr lang="en-US" altLang="en-US" sz="2800" kern="0" dirty="0">
                <a:solidFill>
                  <a:schemeClr val="tx1"/>
                </a:solidFill>
              </a:rPr>
              <a:t> </a:t>
            </a:r>
            <a:r>
              <a:rPr lang="en-US" altLang="en-US" sz="2800" kern="0" dirty="0" smtClean="0">
                <a:solidFill>
                  <a:schemeClr val="tx1"/>
                </a:solidFill>
              </a:rPr>
              <a:t>Boilerplate </a:t>
            </a:r>
            <a:r>
              <a:rPr lang="en-US" altLang="en-US" sz="2800" kern="0" dirty="0">
                <a:solidFill>
                  <a:schemeClr val="tx1"/>
                </a:solidFill>
              </a:rPr>
              <a:t>can be reduced </a:t>
            </a:r>
            <a:r>
              <a:rPr lang="en-US" altLang="en-US" sz="2800" kern="0" dirty="0" smtClean="0">
                <a:solidFill>
                  <a:schemeClr val="tx1"/>
                </a:solidFill>
              </a:rPr>
              <a:t>by:</a:t>
            </a:r>
          </a:p>
          <a:p>
            <a:pPr marL="396875" lvl="1" indent="-223838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800" kern="0" spc="-100" dirty="0" smtClean="0">
                <a:solidFill>
                  <a:schemeClr val="tx1"/>
                </a:solidFill>
              </a:rPr>
              <a:t>ha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vi</a:t>
            </a:r>
            <a:r>
              <a:rPr lang="en-US" altLang="en-US" sz="2800" kern="0" spc="-100" dirty="0" smtClean="0">
                <a:solidFill>
                  <a:schemeClr val="tx1"/>
                </a:solidFill>
              </a:rPr>
              <a:t>n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g</a:t>
            </a:r>
            <a:r>
              <a:rPr lang="en-US" altLang="en-US" kern="0" spc="-20" dirty="0" smtClean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Pyt</a:t>
            </a:r>
            <a:r>
              <a:rPr lang="en-US" altLang="en-US" sz="2800" kern="0" spc="-100" dirty="0" smtClean="0">
                <a:solidFill>
                  <a:schemeClr val="tx1"/>
                </a:solidFill>
              </a:rPr>
              <a:t>ho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n</a:t>
            </a:r>
            <a:r>
              <a:rPr lang="en-US" altLang="en-US" kern="0" spc="-20" dirty="0" smtClean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aut</a:t>
            </a:r>
            <a:r>
              <a:rPr lang="en-US" altLang="en-US" sz="2800" kern="0" spc="-100" dirty="0">
                <a:solidFill>
                  <a:srgbClr val="00B050"/>
                </a:solidFill>
              </a:rPr>
              <a:t>o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mat</a:t>
            </a:r>
            <a:r>
              <a:rPr lang="en-US" altLang="en-US" sz="2800" kern="0" spc="-100" dirty="0">
                <a:solidFill>
                  <a:srgbClr val="00B050"/>
                </a:solidFill>
              </a:rPr>
              <a:t>i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c</a:t>
            </a:r>
            <a:r>
              <a:rPr lang="en-US" altLang="en-US" sz="2800" kern="0" spc="-70" dirty="0">
                <a:solidFill>
                  <a:srgbClr val="00B050"/>
                </a:solidFill>
              </a:rPr>
              <a:t>al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ly</a:t>
            </a:r>
            <a:r>
              <a:rPr lang="en-US" altLang="en-US" kern="0" spc="-20" dirty="0">
                <a:solidFill>
                  <a:srgbClr val="00B050"/>
                </a:solidFill>
              </a:rPr>
              <a:t> </a:t>
            </a:r>
            <a:r>
              <a:rPr lang="en-US" altLang="en-US" sz="2800" kern="0" spc="-60" dirty="0">
                <a:solidFill>
                  <a:srgbClr val="00B050"/>
                </a:solidFill>
              </a:rPr>
              <a:t>ins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ert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 t</a:t>
            </a:r>
            <a:r>
              <a:rPr lang="en-US" altLang="en-US" sz="2800" kern="0" spc="-60" dirty="0">
                <a:solidFill>
                  <a:schemeClr val="tx1"/>
                </a:solidFill>
              </a:rPr>
              <a:t>he</a:t>
            </a:r>
            <a:r>
              <a:rPr lang="en-US" altLang="en-US" sz="2400" kern="0" spc="-6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60" dirty="0">
                <a:solidFill>
                  <a:schemeClr val="tx1"/>
                </a:solidFill>
              </a:rPr>
              <a:t>n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ee</a:t>
            </a:r>
            <a:r>
              <a:rPr lang="en-US" altLang="en-US" sz="2800" kern="0" spc="-60" dirty="0">
                <a:solidFill>
                  <a:schemeClr val="tx1"/>
                </a:solidFill>
              </a:rPr>
              <a:t>d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ed</a:t>
            </a:r>
            <a:r>
              <a:rPr lang="en-US" altLang="en-US" sz="2400" kern="0" spc="-2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b</a:t>
            </a:r>
            <a:r>
              <a:rPr lang="en-US" altLang="en-US" sz="2800" kern="0" spc="-120" dirty="0">
                <a:solidFill>
                  <a:schemeClr val="tx1"/>
                </a:solidFill>
              </a:rPr>
              <a:t>oil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er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pl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ate</a:t>
            </a:r>
            <a:r>
              <a:rPr lang="en-US" altLang="en-US" sz="2400" kern="0" spc="-2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cod</a:t>
            </a:r>
            <a:r>
              <a:rPr lang="en-US" altLang="en-US" sz="2800" kern="0" spc="-120" dirty="0" smtClean="0">
                <a:solidFill>
                  <a:schemeClr val="tx1"/>
                </a:solidFill>
              </a:rPr>
              <a:t>e,</a:t>
            </a:r>
            <a:r>
              <a:rPr lang="en-US" altLang="en-US" sz="2800" kern="0" dirty="0" smtClean="0">
                <a:solidFill>
                  <a:schemeClr val="tx1"/>
                </a:solidFill>
              </a:rPr>
              <a:t> </a:t>
            </a:r>
          </a:p>
          <a:p>
            <a:pPr marL="396875" lvl="1" indent="-223838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800" kern="0" spc="-20" dirty="0" smtClean="0">
                <a:solidFill>
                  <a:schemeClr val="tx1"/>
                </a:solidFill>
              </a:rPr>
              <a:t>pr</a:t>
            </a:r>
            <a:r>
              <a:rPr lang="en-US" altLang="en-US" sz="2800" kern="0" spc="-60" dirty="0" smtClean="0">
                <a:solidFill>
                  <a:schemeClr val="tx1"/>
                </a:solidFill>
              </a:rPr>
              <a:t>o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viding</a:t>
            </a:r>
            <a:r>
              <a:rPr lang="en-US" altLang="en-US" sz="2400" kern="0" spc="-20" dirty="0" smtClean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some</a:t>
            </a:r>
            <a:r>
              <a:rPr lang="en-US" altLang="en-US" sz="2400" kern="0" spc="-20" dirty="0" smtClean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mechanism</a:t>
            </a:r>
            <a:r>
              <a:rPr lang="en-US" altLang="en-US" sz="2400" kern="0" spc="-20" dirty="0" smtClean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to</a:t>
            </a:r>
            <a:r>
              <a:rPr lang="en-US" altLang="en-US" sz="2400" kern="0" spc="-20" dirty="0" smtClean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 smtClean="0">
                <a:solidFill>
                  <a:srgbClr val="00B050"/>
                </a:solidFill>
              </a:rPr>
              <a:t>use</a:t>
            </a:r>
            <a:r>
              <a:rPr lang="en-US" altLang="en-US" sz="2400" kern="0" spc="-20" dirty="0" smtClean="0">
                <a:solidFill>
                  <a:srgbClr val="00B050"/>
                </a:solidFill>
              </a:rPr>
              <a:t> </a:t>
            </a:r>
            <a:r>
              <a:rPr lang="en-US" altLang="en-US" sz="2800" kern="0" spc="-20" dirty="0" smtClean="0">
                <a:solidFill>
                  <a:srgbClr val="00B050"/>
                </a:solidFill>
              </a:rPr>
              <a:t>reasona</a:t>
            </a:r>
            <a:r>
              <a:rPr lang="en-US" altLang="en-US" sz="2800" kern="0" spc="-70" dirty="0" smtClean="0">
                <a:solidFill>
                  <a:srgbClr val="00B050"/>
                </a:solidFill>
              </a:rPr>
              <a:t>bl</a:t>
            </a:r>
            <a:r>
              <a:rPr lang="en-US" altLang="en-US" sz="2800" kern="0" spc="-20" dirty="0" smtClean="0">
                <a:solidFill>
                  <a:srgbClr val="00B050"/>
                </a:solidFill>
              </a:rPr>
              <a:t>e</a:t>
            </a:r>
            <a:r>
              <a:rPr lang="en-US" altLang="en-US" sz="2400" kern="0" spc="-20" dirty="0" smtClean="0">
                <a:solidFill>
                  <a:srgbClr val="00B050"/>
                </a:solidFill>
              </a:rPr>
              <a:t> </a:t>
            </a:r>
            <a:r>
              <a:rPr lang="en-US" altLang="en-US" sz="2800" kern="0" spc="-20" dirty="0" smtClean="0">
                <a:solidFill>
                  <a:srgbClr val="00B050"/>
                </a:solidFill>
              </a:rPr>
              <a:t>default</a:t>
            </a:r>
            <a:r>
              <a:rPr lang="en-US" altLang="en-US" sz="2400" kern="0" spc="-20" dirty="0" smtClean="0">
                <a:solidFill>
                  <a:srgbClr val="00B050"/>
                </a:solidFill>
              </a:rPr>
              <a:t> </a:t>
            </a:r>
            <a:r>
              <a:rPr lang="en-US" altLang="en-US" sz="2800" kern="0" spc="-20" dirty="0" smtClean="0">
                <a:solidFill>
                  <a:srgbClr val="00B050"/>
                </a:solidFill>
              </a:rPr>
              <a:t>settings</a:t>
            </a:r>
            <a:r>
              <a:rPr lang="en-US" altLang="en-US" sz="2800" kern="0" spc="-20" dirty="0" smtClean="0">
                <a:solidFill>
                  <a:schemeClr val="tx1"/>
                </a:solidFill>
              </a:rPr>
              <a:t>.</a:t>
            </a:r>
          </a:p>
          <a:p>
            <a:pPr marL="173038">
              <a:lnSpc>
                <a:spcPct val="80000"/>
              </a:lnSpc>
            </a:pPr>
            <a:endParaRPr lang="en-US" altLang="en-US" sz="1800" b="1" kern="0" dirty="0" smtClean="0">
              <a:solidFill>
                <a:srgbClr val="2D2DB9"/>
              </a:solidFill>
            </a:endParaRPr>
          </a:p>
          <a:p>
            <a:pPr marL="173038">
              <a:lnSpc>
                <a:spcPct val="80000"/>
              </a:lnSpc>
            </a:pPr>
            <a:r>
              <a:rPr lang="en-US" altLang="en-US" sz="3000" b="1" kern="0" dirty="0" smtClean="0">
                <a:solidFill>
                  <a:srgbClr val="2D2DB9"/>
                </a:solidFill>
              </a:rPr>
              <a:t>syntactic sugar:</a:t>
            </a:r>
            <a:endParaRPr lang="en-US" altLang="en-US" sz="3000" b="1" kern="0" dirty="0">
              <a:solidFill>
                <a:srgbClr val="2D2DB9"/>
              </a:solidFill>
            </a:endParaRPr>
          </a:p>
          <a:p>
            <a:pPr marL="173038">
              <a:lnSpc>
                <a:spcPct val="8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charset="0"/>
              </a:rPr>
              <a:t>Syntax added for convenience, but not affecting </a:t>
            </a:r>
            <a:r>
              <a:rPr lang="en-US" sz="2800" dirty="0" smtClean="0">
                <a:solidFill>
                  <a:srgbClr val="00B050"/>
                </a:solidFill>
                <a:latin typeface="Times New Roman" charset="0"/>
              </a:rPr>
              <a:t>functionality. </a:t>
            </a:r>
            <a:endParaRPr lang="en-US" altLang="en-US" sz="2800" dirty="0">
              <a:solidFill>
                <a:srgbClr val="00B050"/>
              </a:solidFill>
              <a:ea typeface="source sans pro"/>
            </a:endParaRPr>
          </a:p>
          <a:p>
            <a:pPr marL="396875" lvl="1" indent="-223838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kumimoji="0" lang="en-US" sz="2800" b="0" i="0" u="none" strike="noStrike" cap="none" spc="-20" normalizeH="0" dirty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235226" y="5229224"/>
            <a:ext cx="8832574" cy="333375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59026" y="22718"/>
            <a:ext cx="8832574" cy="3939681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 flipH="1">
            <a:off x="6904495" y="411997"/>
            <a:ext cx="2895600" cy="762761"/>
            <a:chOff x="-617792" y="299658"/>
            <a:chExt cx="2586315" cy="762761"/>
          </a:xfrm>
        </p:grpSpPr>
        <p:sp>
          <p:nvSpPr>
            <p:cNvPr id="5" name="Trapezoid 4"/>
            <p:cNvSpPr/>
            <p:nvPr/>
          </p:nvSpPr>
          <p:spPr bwMode="auto">
            <a:xfrm rot="18900000">
              <a:off x="-617792" y="337317"/>
              <a:ext cx="2586315" cy="676095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 rot="18900000">
              <a:off x="-547293" y="299658"/>
              <a:ext cx="2456662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spc="-6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Recall</a:t>
              </a:r>
              <a:r>
                <a:rPr kumimoji="1" lang="en-US" altLang="zh-TW" sz="1800" spc="-6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 </a:t>
              </a:r>
              <a:r>
                <a:rPr kumimoji="1" lang="en-US" altLang="zh-TW" sz="2400" spc="-6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slide</a:t>
              </a:r>
              <a:r>
                <a:rPr kumimoji="1" lang="en-US" altLang="zh-TW" sz="1200" spc="-6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 </a:t>
              </a:r>
              <a:r>
                <a:rPr kumimoji="1" lang="en-US" altLang="zh-TW" sz="2400" spc="-6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1</a:t>
              </a:r>
            </a:p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spc="-6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of today's lecture</a:t>
              </a:r>
              <a:endParaRPr kumimoji="1" lang="en-US" altLang="zh-TW" sz="2400" spc="-6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  <p:pic>
        <p:nvPicPr>
          <p:cNvPr id="8" name="Audio 7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370163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046"/>
    </mc:Choice>
    <mc:Fallback>
      <p:transition spd="slow" advTm="260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2" grpId="0" animBg="1"/>
      <p:bldP spid="7" grpId="0" animBg="1"/>
    </p:bldLst>
  </p:timing>
  <p:extLst>
    <p:ext uri="{3A86A75C-4F4B-4683-9AE1-C65F6400EC91}">
      <p14:laserTraceLst xmlns:p14="http://schemas.microsoft.com/office/powerpoint/2010/main">
        <p14:tracePtLst>
          <p14:tracePt t="1740" x="5118100" y="6362700"/>
          <p14:tracePt t="1747" x="5168900" y="6311900"/>
          <p14:tracePt t="1759" x="5226050" y="6254750"/>
          <p14:tracePt t="1776" x="5441950" y="6000750"/>
          <p14:tracePt t="1793" x="5632450" y="5803900"/>
          <p14:tracePt t="1810" x="5930900" y="5378450"/>
          <p14:tracePt t="1826" x="6146800" y="5048250"/>
          <p14:tracePt t="1842" x="6286500" y="4819650"/>
          <p14:tracePt t="1860" x="6502400" y="4337050"/>
          <p14:tracePt t="1875" x="6597650" y="4102100"/>
          <p14:tracePt t="1893" x="6680200" y="3879850"/>
          <p14:tracePt t="1910" x="6794500" y="3600450"/>
          <p14:tracePt t="1925" x="6864350" y="3441700"/>
          <p14:tracePt t="1943" x="6921500" y="3327400"/>
          <p14:tracePt t="1959" x="6997700" y="3175000"/>
          <p14:tracePt t="1975" x="7042150" y="3073400"/>
          <p14:tracePt t="1993" x="7092950" y="2921000"/>
          <p14:tracePt t="2009" x="7112000" y="2863850"/>
          <p14:tracePt t="2026" x="7118350" y="2806700"/>
          <p14:tracePt t="2042" x="7118350" y="2698750"/>
          <p14:tracePt t="2058" x="7118350" y="2635250"/>
          <p14:tracePt t="2075" x="7118350" y="2578100"/>
          <p14:tracePt t="2092" x="7105650" y="2514600"/>
          <p14:tracePt t="2109" x="7092950" y="2457450"/>
          <p14:tracePt t="2126" x="7092950" y="2406650"/>
          <p14:tracePt t="2141" x="7099300" y="2330450"/>
          <p14:tracePt t="2158" x="7099300" y="2279650"/>
          <p14:tracePt t="2175" x="7099300" y="2260600"/>
          <p14:tracePt t="2589" x="7099300" y="2247900"/>
          <p14:tracePt t="2604" x="7105650" y="2235200"/>
          <p14:tracePt t="2611" x="7105650" y="2222500"/>
          <p14:tracePt t="2623" x="7105650" y="2209800"/>
          <p14:tracePt t="2640" x="7099300" y="2165350"/>
          <p14:tracePt t="2656" x="7099300" y="2114550"/>
          <p14:tracePt t="2673" x="7099300" y="2063750"/>
          <p14:tracePt t="2689" x="7092950" y="1993900"/>
          <p14:tracePt t="2706" x="7086600" y="1968500"/>
          <p14:tracePt t="2724" x="7073900" y="1943100"/>
          <p14:tracePt t="2739" x="7067550" y="1936750"/>
          <p14:tracePt t="2756" x="7054850" y="1924050"/>
          <p14:tracePt t="2773" x="7029450" y="1905000"/>
          <p14:tracePt t="2789" x="7010400" y="1885950"/>
          <p14:tracePt t="2806" x="6997700" y="1879600"/>
          <p14:tracePt t="2822" x="6953250" y="1847850"/>
          <p14:tracePt t="2839" x="6927850" y="1828800"/>
          <p14:tracePt t="2856" x="6902450" y="1822450"/>
          <p14:tracePt t="2872" x="6845300" y="1822450"/>
          <p14:tracePt t="2889" x="6775450" y="1822450"/>
          <p14:tracePt t="2906" x="6654800" y="1835150"/>
          <p14:tracePt t="2922" x="6546850" y="1854200"/>
          <p14:tracePt t="2939" x="6426200" y="1898650"/>
          <p14:tracePt t="2956" x="6210300" y="1987550"/>
          <p14:tracePt t="2972" x="6057900" y="2070100"/>
          <p14:tracePt t="2989" x="5899150" y="2159000"/>
          <p14:tracePt t="3005" x="5638800" y="2311400"/>
          <p14:tracePt t="3022" x="5461000" y="2413000"/>
          <p14:tracePt t="3039" x="5314950" y="2495550"/>
          <p14:tracePt t="3055" x="5105400" y="2603500"/>
          <p14:tracePt t="3071" x="4972050" y="2673350"/>
          <p14:tracePt t="3089" x="4826000" y="2743200"/>
          <p14:tracePt t="3105" x="4749800" y="2787650"/>
          <p14:tracePt t="3121" x="4692650" y="2832100"/>
          <p14:tracePt t="3138" x="4546600" y="2959100"/>
          <p14:tracePt t="3154" x="4470400" y="2990850"/>
          <p14:tracePt t="3171" x="4381500" y="3067050"/>
          <p14:tracePt t="3188" x="4248150" y="3200400"/>
          <p14:tracePt t="3204" x="4197350" y="3282950"/>
          <p14:tracePt t="3222" x="4121150" y="3371850"/>
          <p14:tracePt t="3238" x="4089400" y="3384550"/>
          <p14:tracePt t="3609" x="4089400" y="3371850"/>
          <p14:tracePt t="3616" x="4083050" y="3352800"/>
          <p14:tracePt t="3623" x="4076700" y="3314700"/>
          <p14:tracePt t="3637" x="4057650" y="3270250"/>
          <p14:tracePt t="3653" x="3981450" y="3054350"/>
          <p14:tracePt t="3670" x="3886200" y="2844800"/>
          <p14:tracePt t="3687" x="3797300" y="2622550"/>
          <p14:tracePt t="3702" x="3733800" y="2419350"/>
          <p14:tracePt t="3719" x="3727450" y="2400300"/>
          <p14:tracePt t="3737" x="3721100" y="2400300"/>
          <p14:tracePt t="3752" x="3721100" y="2425700"/>
          <p14:tracePt t="3769" x="3727450" y="2508250"/>
          <p14:tracePt t="3786" x="3790950" y="2781300"/>
          <p14:tracePt t="3802" x="3854450" y="3054350"/>
          <p14:tracePt t="3819" x="3943350" y="3390900"/>
          <p14:tracePt t="3836" x="4064000" y="4019550"/>
          <p14:tracePt t="3852" x="4152900" y="4375150"/>
          <p14:tracePt t="3870" x="4229100" y="4756150"/>
          <p14:tracePt t="3885" x="4279900" y="4889500"/>
          <p14:tracePt t="3902" x="4343400" y="5029200"/>
          <p14:tracePt t="3906" x="4375150" y="5073650"/>
          <p14:tracePt t="3919" x="4457700" y="5156200"/>
          <p14:tracePt t="3935" x="4546600" y="5213350"/>
          <p14:tracePt t="3952" x="4667250" y="5264150"/>
          <p14:tracePt t="6445" x="4622800" y="5251450"/>
          <p14:tracePt t="6452" x="4552950" y="5232400"/>
          <p14:tracePt t="6461" x="4489450" y="5219700"/>
          <p14:tracePt t="6477" x="4343400" y="5200650"/>
          <p14:tracePt t="6493" x="4191000" y="5175250"/>
          <p14:tracePt t="6510" x="3879850" y="5099050"/>
          <p14:tracePt t="6526" x="3695700" y="5041900"/>
          <p14:tracePt t="6544" x="3384550" y="4978400"/>
          <p14:tracePt t="6559" x="3136900" y="4914900"/>
          <p14:tracePt t="6576" x="2933700" y="4870450"/>
          <p14:tracePt t="6593" x="2660650" y="4800600"/>
          <p14:tracePt t="6609" x="2489200" y="4762500"/>
          <p14:tracePt t="6626" x="2330450" y="4699000"/>
          <p14:tracePt t="6643" x="2171700" y="4641850"/>
          <p14:tracePt t="6659" x="2114550" y="4622800"/>
          <p14:tracePt t="6676" x="2082800" y="4616450"/>
          <p14:tracePt t="6693" x="2057400" y="4591050"/>
          <p14:tracePt t="6709" x="2044700" y="4584700"/>
          <p14:tracePt t="6726" x="2025650" y="4584700"/>
          <p14:tracePt t="6742" x="2012950" y="4584700"/>
          <p14:tracePt t="6759" x="2000250" y="4584700"/>
          <p14:tracePt t="6776" x="1962150" y="4584700"/>
          <p14:tracePt t="6792" x="1936750" y="4584700"/>
          <p14:tracePt t="6809" x="1905000" y="4572000"/>
          <p14:tracePt t="6825" x="1873250" y="4559300"/>
          <p14:tracePt t="6842" x="1847850" y="4552950"/>
          <p14:tracePt t="6859" x="1828800" y="4552950"/>
          <p14:tracePt t="6875" x="1822450" y="4546600"/>
          <p14:tracePt t="6909" x="1816100" y="4546600"/>
          <p14:tracePt t="7084" x="1816100" y="4552950"/>
          <p14:tracePt t="7105" x="1816100" y="4559300"/>
          <p14:tracePt t="7112" x="1816100" y="4565650"/>
          <p14:tracePt t="7123" x="1816100" y="4572000"/>
          <p14:tracePt t="7141" x="1822450" y="4597400"/>
          <p14:tracePt t="7157" x="1828800" y="4635500"/>
          <p14:tracePt t="7175" x="1835150" y="4692650"/>
          <p14:tracePt t="7191" x="1854200" y="4838700"/>
          <p14:tracePt t="7207" x="1860550" y="4965700"/>
          <p14:tracePt t="7225" x="1898650" y="5187950"/>
          <p14:tracePt t="7240" x="1930400" y="5334000"/>
          <p14:tracePt t="7257" x="1955800" y="5467350"/>
          <p14:tracePt t="7274" x="2019300" y="5702300"/>
          <p14:tracePt t="7290" x="2038350" y="5791200"/>
          <p14:tracePt t="7307" x="2057400" y="5886450"/>
          <p14:tracePt t="7324" x="2095500" y="6057900"/>
          <p14:tracePt t="7340" x="2133600" y="6178550"/>
          <p14:tracePt t="7357" x="2146300" y="6229350"/>
          <p14:tracePt t="7373" x="2159000" y="6292850"/>
          <p14:tracePt t="7390" x="2165350" y="6330950"/>
          <p14:tracePt t="7407" x="2171700" y="6350000"/>
          <p14:tracePt t="7423" x="2178050" y="6350000"/>
          <p14:tracePt t="7478" x="2184400" y="6350000"/>
          <p14:tracePt t="7548" x="2190750" y="6350000"/>
          <p14:tracePt t="7766" x="2190750" y="6343650"/>
          <p14:tracePt t="7780" x="2197100" y="6337300"/>
          <p14:tracePt t="7793" x="2203450" y="6324600"/>
          <p14:tracePt t="7801" x="2209800" y="6318250"/>
          <p14:tracePt t="7814" x="2216150" y="6305550"/>
          <p14:tracePt t="7823" x="2228850" y="6286500"/>
          <p14:tracePt t="7839" x="2247900" y="6254750"/>
          <p14:tracePt t="7855" x="2286000" y="6178550"/>
          <p14:tracePt t="7872" x="2330450" y="6076950"/>
          <p14:tracePt t="7889" x="2355850" y="6000750"/>
          <p14:tracePt t="7906" x="2413000" y="5753100"/>
          <p14:tracePt t="7921" x="2432050" y="5645150"/>
          <p14:tracePt t="7938" x="2451100" y="5530850"/>
          <p14:tracePt t="7942" x="2463800" y="5416550"/>
          <p14:tracePt t="7956" x="2476500" y="5302250"/>
          <p14:tracePt t="7971" x="2495550" y="5099050"/>
          <p14:tracePt t="7988" x="2508250" y="5010150"/>
          <p14:tracePt t="8004" x="2514600" y="4876800"/>
          <p14:tracePt t="8021" x="2533650" y="4781550"/>
          <p14:tracePt t="8038" x="2533650" y="4756150"/>
          <p14:tracePt t="8054" x="2540000" y="4724400"/>
          <p14:tracePt t="8071" x="2546350" y="4705350"/>
          <p14:tracePt t="9215" x="2540000" y="4749800"/>
          <p14:tracePt t="9222" x="2533650" y="4826000"/>
          <p14:tracePt t="9237" x="2533650" y="4902200"/>
          <p14:tracePt t="9250" x="2527300" y="5048250"/>
          <p14:tracePt t="9267" x="2527300" y="5111750"/>
          <p14:tracePt t="9284" x="2540000" y="5200650"/>
          <p14:tracePt t="9300" x="2546350" y="5346700"/>
          <p14:tracePt t="9316" x="2559050" y="5499100"/>
          <p14:tracePt t="9335" x="2603500" y="5645150"/>
          <p14:tracePt t="9350" x="2622550" y="5689600"/>
          <p14:tracePt t="9366" x="2647950" y="5797550"/>
          <p14:tracePt t="9383" x="2667000" y="5892800"/>
          <p14:tracePt t="9400" x="2673350" y="5943600"/>
          <p14:tracePt t="9416" x="2673350" y="6026150"/>
          <p14:tracePt t="9434" x="2673350" y="6070600"/>
          <p14:tracePt t="9450" x="2673350" y="6096000"/>
          <p14:tracePt t="9468" x="2660650" y="6108700"/>
          <p14:tracePt t="9483" x="2660650" y="6115050"/>
          <p14:tracePt t="9615" x="2660650" y="6108700"/>
          <p14:tracePt t="9643" x="2667000" y="6108700"/>
          <p14:tracePt t="9657" x="2673350" y="6102350"/>
          <p14:tracePt t="9663" x="2673350" y="6096000"/>
          <p14:tracePt t="9670" x="2679700" y="6089650"/>
          <p14:tracePt t="9685" x="2686050" y="6089650"/>
          <p14:tracePt t="9699" x="2692400" y="6076950"/>
          <p14:tracePt t="9715" x="2717800" y="6064250"/>
          <p14:tracePt t="9732" x="2724150" y="6051550"/>
          <p14:tracePt t="9748" x="2762250" y="6026150"/>
          <p14:tracePt t="9765" x="2819400" y="5988050"/>
          <p14:tracePt t="9782" x="2851150" y="5962650"/>
          <p14:tracePt t="9798" x="2927350" y="5930900"/>
          <p14:tracePt t="9815" x="3003550" y="5886450"/>
          <p14:tracePt t="9832" x="3086100" y="5861050"/>
          <p14:tracePt t="9848" x="3130550" y="5842000"/>
          <p14:tracePt t="9865" x="3181350" y="5835650"/>
          <p14:tracePt t="9882" x="3314700" y="5829300"/>
          <p14:tracePt t="9898" x="3346450" y="5816600"/>
          <p14:tracePt t="9915" x="3371850" y="5810250"/>
          <p14:tracePt t="9931" x="3441700" y="5803900"/>
          <p14:tracePt t="9948" x="3492500" y="5803900"/>
          <p14:tracePt t="9965" x="3517900" y="5803900"/>
          <p14:tracePt t="9981" x="3562350" y="5797550"/>
          <p14:tracePt t="9998" x="3600450" y="5797550"/>
          <p14:tracePt t="10015" x="3625850" y="5803900"/>
          <p14:tracePt t="10031" x="3638550" y="5803900"/>
          <p14:tracePt t="10047" x="3657600" y="5810250"/>
          <p14:tracePt t="10064" x="3670300" y="5816600"/>
          <p14:tracePt t="10081" x="3676650" y="5816600"/>
          <p14:tracePt t="10127" x="3683000" y="5816600"/>
          <p14:tracePt t="10163" x="3689350" y="5816600"/>
          <p14:tracePt t="10226" x="3702050" y="5816600"/>
          <p14:tracePt t="10232" x="3708400" y="5816600"/>
          <p14:tracePt t="10248" x="3714750" y="5810250"/>
          <p14:tracePt t="10268" x="3721100" y="5810250"/>
          <p14:tracePt t="10275" x="3733800" y="5810250"/>
          <p14:tracePt t="10289" x="3746500" y="5810250"/>
          <p14:tracePt t="10297" x="3759200" y="5810250"/>
          <p14:tracePt t="10313" x="3778250" y="5810250"/>
          <p14:tracePt t="10330" x="3835400" y="5803900"/>
          <p14:tracePt t="10346" x="3917950" y="5797550"/>
          <p14:tracePt t="10363" x="3962400" y="5791200"/>
          <p14:tracePt t="10380" x="4038600" y="5778500"/>
          <p14:tracePt t="10397" x="4133850" y="5765800"/>
          <p14:tracePt t="10413" x="4184650" y="5765800"/>
          <p14:tracePt t="10430" x="4254500" y="5746750"/>
          <p14:tracePt t="10446" x="4324350" y="5746750"/>
          <p14:tracePt t="10463" x="4362450" y="5740400"/>
          <p14:tracePt t="10480" x="4406900" y="5740400"/>
          <p14:tracePt t="10496" x="4425950" y="5734050"/>
          <p14:tracePt t="10514" x="4476750" y="5727700"/>
          <p14:tracePt t="10529" x="4483100" y="5727700"/>
          <p14:tracePt t="10546" x="4495800" y="5727700"/>
          <p14:tracePt t="10563" x="4508500" y="5727700"/>
          <p14:tracePt t="10579" x="4521200" y="5721350"/>
          <p14:tracePt t="10596" x="4527550" y="5721350"/>
          <p14:tracePt t="10738" x="4533900" y="5721350"/>
          <p14:tracePt t="10766" x="4540250" y="5721350"/>
          <p14:tracePt t="10787" x="4552950" y="5721350"/>
          <p14:tracePt t="10794" x="4559300" y="5721350"/>
          <p14:tracePt t="10815" x="4565650" y="5727700"/>
          <p14:tracePt t="10836" x="4572000" y="5727700"/>
          <p14:tracePt t="10851" x="4578350" y="5727700"/>
          <p14:tracePt t="10857" x="4591050" y="5727700"/>
          <p14:tracePt t="10864" x="4603750" y="5727700"/>
          <p14:tracePt t="10881" x="4616450" y="5734050"/>
          <p14:tracePt t="10894" x="4635500" y="5734050"/>
          <p14:tracePt t="10911" x="4692650" y="5753100"/>
          <p14:tracePt t="10928" x="4749800" y="5759450"/>
          <p14:tracePt t="10944" x="4794250" y="5759450"/>
          <p14:tracePt t="10961" x="4851400" y="5765800"/>
          <p14:tracePt t="10978" x="4902200" y="5772150"/>
          <p14:tracePt t="10994" x="4927600" y="5772150"/>
          <p14:tracePt t="10998" x="4946650" y="5772150"/>
          <p14:tracePt t="11011" x="4972050" y="5778500"/>
          <p14:tracePt t="11027" x="4991100" y="5778500"/>
          <p14:tracePt t="11044" x="4997450" y="5778500"/>
          <p14:tracePt t="11062" x="5010150" y="5778500"/>
          <p14:tracePt t="11237" x="5003800" y="5778500"/>
          <p14:tracePt t="11279" x="4997450" y="5778500"/>
          <p14:tracePt t="11321" x="4984750" y="5778500"/>
          <p14:tracePt t="11328" x="4978400" y="5772150"/>
          <p14:tracePt t="11342" x="4965700" y="5772150"/>
          <p14:tracePt t="11349" x="4946650" y="5765800"/>
          <p14:tracePt t="11359" x="4908550" y="5753100"/>
          <p14:tracePt t="11377" x="4775200" y="5715000"/>
          <p14:tracePt t="11393" x="4679950" y="5689600"/>
          <p14:tracePt t="11409" x="4565650" y="5632450"/>
          <p14:tracePt t="11426" x="4032250" y="5441950"/>
          <p14:tracePt t="11442" x="3841750" y="5359400"/>
          <p14:tracePt t="11459" x="3625850" y="5270500"/>
          <p14:tracePt t="11476" x="3289300" y="5118100"/>
          <p14:tracePt t="11492" x="2978150" y="4978400"/>
          <p14:tracePt t="11495" x="2857500" y="4927600"/>
          <p14:tracePt t="11525" x="2660650" y="4832350"/>
          <p14:tracePt t="11542" x="2514600" y="4775200"/>
          <p14:tracePt t="11559" x="2413000" y="4737100"/>
          <p14:tracePt t="11575" x="2368550" y="4718050"/>
          <p14:tracePt t="11592" x="2317750" y="4699000"/>
          <p14:tracePt t="11609" x="2266950" y="4686300"/>
          <p14:tracePt t="11625" x="2241550" y="4679950"/>
          <p14:tracePt t="11642" x="2190750" y="4679950"/>
          <p14:tracePt t="11659" x="2139950" y="4692650"/>
          <p14:tracePt t="11675" x="2127250" y="4699000"/>
          <p14:tracePt t="11692" x="2108200" y="4699000"/>
          <p14:tracePt t="11708" x="2044700" y="4705350"/>
          <p14:tracePt t="11724" x="2025650" y="4711700"/>
          <p14:tracePt t="11742" x="1974850" y="4718050"/>
          <p14:tracePt t="11758" x="1943100" y="4724400"/>
          <p14:tracePt t="11775" x="1898650" y="4737100"/>
          <p14:tracePt t="11792" x="1854200" y="4756150"/>
          <p14:tracePt t="11808" x="1822450" y="4762500"/>
          <p14:tracePt t="11825" x="1771650" y="4781550"/>
          <p14:tracePt t="11841" x="1733550" y="4794250"/>
          <p14:tracePt t="11858" x="1708150" y="4800600"/>
          <p14:tracePt t="11875" x="1676400" y="4819650"/>
          <p14:tracePt t="11890" x="1657350" y="4826000"/>
          <p14:tracePt t="11907" x="1657350" y="4832350"/>
          <p14:tracePt t="11925" x="1651000" y="4845050"/>
          <p14:tracePt t="11941" x="1644650" y="4864100"/>
          <p14:tracePt t="11957" x="1644650" y="4870450"/>
          <p14:tracePt t="11976" x="1644650" y="4876800"/>
          <p14:tracePt t="11991" x="1644650" y="4895850"/>
          <p14:tracePt t="12007" x="1644650" y="4902200"/>
          <p14:tracePt t="12011" x="1644650" y="4908550"/>
          <p14:tracePt t="12029" x="1644650" y="4914900"/>
          <p14:tracePt t="12044" x="1644650" y="4921250"/>
          <p14:tracePt t="12060" x="1644650" y="4927600"/>
          <p14:tracePt t="12093" x="1644650" y="4933950"/>
          <p14:tracePt t="12129" x="1644650" y="4940300"/>
          <p14:tracePt t="12150" x="1644650" y="4946650"/>
          <p14:tracePt t="12199" x="1644650" y="4953000"/>
          <p14:tracePt t="12220" x="1644650" y="4959350"/>
          <p14:tracePt t="12241" x="1644650" y="4965700"/>
          <p14:tracePt t="12255" x="1644650" y="4972050"/>
          <p14:tracePt t="12262" x="1644650" y="4978400"/>
          <p14:tracePt t="12272" x="1644650" y="4984750"/>
          <p14:tracePt t="12292" x="1644650" y="4991100"/>
          <p14:tracePt t="12305" x="1644650" y="4997450"/>
          <p14:tracePt t="12332" x="1644650" y="5010150"/>
          <p14:tracePt t="12341" x="1644650" y="5016500"/>
          <p14:tracePt t="12360" x="1644650" y="5022850"/>
          <p14:tracePt t="12380" x="1644650" y="5029200"/>
          <p14:tracePt t="12430" x="1651000" y="5035550"/>
          <p14:tracePt t="12444" x="1657350" y="5041900"/>
          <p14:tracePt t="12451" x="1676400" y="5041900"/>
          <p14:tracePt t="12466" x="1695450" y="5048250"/>
          <p14:tracePt t="12475" x="1727200" y="5054600"/>
          <p14:tracePt t="12489" x="1765300" y="5067300"/>
          <p14:tracePt t="12506" x="1860550" y="5073650"/>
          <p14:tracePt t="12522" x="1981200" y="5080000"/>
          <p14:tracePt t="12539" x="2044700" y="5080000"/>
          <p14:tracePt t="12556" x="2197100" y="5080000"/>
          <p14:tracePt t="12572" x="2349500" y="5067300"/>
          <p14:tracePt t="12589" x="2419350" y="5048250"/>
          <p14:tracePt t="12606" x="2527300" y="5029200"/>
          <p14:tracePt t="12622" x="2616200" y="5016500"/>
          <p14:tracePt t="12638" x="2647950" y="5010150"/>
          <p14:tracePt t="12655" x="2711450" y="4997450"/>
          <p14:tracePt t="12672" x="2736850" y="4991100"/>
          <p14:tracePt t="12688" x="2781300" y="4984750"/>
          <p14:tracePt t="12705" x="2806700" y="4984750"/>
          <p14:tracePt t="12721" x="2813050" y="4984750"/>
          <p14:tracePt t="12739" x="2813050" y="4978400"/>
          <p14:tracePt t="12771" x="2813050" y="4984750"/>
          <p14:tracePt t="12788" x="2813050" y="4991100"/>
          <p14:tracePt t="12817" x="2806700" y="4991100"/>
          <p14:tracePt t="12824" x="2806700" y="4997450"/>
          <p14:tracePt t="12838" x="2800350" y="4997450"/>
          <p14:tracePt t="12866" x="2794000" y="4997450"/>
          <p14:tracePt t="12901" x="2787650" y="4997450"/>
          <p14:tracePt t="12922" x="2781300" y="4997450"/>
          <p14:tracePt t="12957" x="2774950" y="4997450"/>
          <p14:tracePt t="12963" x="2768600" y="4997450"/>
          <p14:tracePt t="12973" x="2762250" y="4997450"/>
          <p14:tracePt t="12987" x="2755900" y="5003800"/>
          <p14:tracePt t="13004" x="2743200" y="5003800"/>
          <p14:tracePt t="13021" x="2717800" y="5016500"/>
          <p14:tracePt t="13037" x="2686050" y="5029200"/>
          <p14:tracePt t="13054" x="2667000" y="5035550"/>
          <p14:tracePt t="13071" x="2628900" y="5048250"/>
          <p14:tracePt t="13087" x="2603500" y="5067300"/>
          <p14:tracePt t="13104" x="2590800" y="5073650"/>
          <p14:tracePt t="13120" x="2571750" y="5092700"/>
          <p14:tracePt t="13137" x="2565400" y="5105400"/>
          <p14:tracePt t="13154" x="2559050" y="5111750"/>
          <p14:tracePt t="13170" x="2559050" y="5124450"/>
          <p14:tracePt t="13186" x="2559050" y="5130800"/>
          <p14:tracePt t="13203" x="2559050" y="5137150"/>
          <p14:tracePt t="13220" x="2559050" y="5143500"/>
          <p14:tracePt t="13236" x="2565400" y="5149850"/>
          <p14:tracePt t="13253" x="2584450" y="5175250"/>
          <p14:tracePt t="13270" x="2597150" y="5194300"/>
          <p14:tracePt t="13288" x="2635250" y="5238750"/>
          <p14:tracePt t="13303" x="2660650" y="5270500"/>
          <p14:tracePt t="13319" x="2705100" y="5334000"/>
          <p14:tracePt t="13336" x="2781300" y="5416550"/>
          <p14:tracePt t="13353" x="2825750" y="5454650"/>
          <p14:tracePt t="13369" x="2908300" y="5543550"/>
          <p14:tracePt t="13386" x="2984500" y="5638800"/>
          <p14:tracePt t="13403" x="3028950" y="5676900"/>
          <p14:tracePt t="13419" x="3073400" y="5727700"/>
          <p14:tracePt t="13436" x="3124200" y="5765800"/>
          <p14:tracePt t="13452" x="3143250" y="5784850"/>
          <p14:tracePt t="13469" x="3155950" y="5803900"/>
          <p14:tracePt t="13485" x="3162300" y="5803900"/>
          <p14:tracePt t="13519" x="3162300" y="5810250"/>
          <p14:tracePt t="13687" x="3155950" y="5810250"/>
          <p14:tracePt t="13708" x="3149600" y="5810250"/>
          <p14:tracePt t="13729" x="3143250" y="5810250"/>
          <p14:tracePt t="13736" x="3130550" y="5810250"/>
          <p14:tracePt t="13757" x="3117850" y="5810250"/>
          <p14:tracePt t="13764" x="3098800" y="5810250"/>
          <p14:tracePt t="13779" x="3073400" y="5810250"/>
          <p14:tracePt t="13787" x="3048000" y="5803900"/>
          <p14:tracePt t="13801" x="3016250" y="5803900"/>
          <p14:tracePt t="13817" x="2952750" y="5803900"/>
          <p14:tracePt t="13835" x="2901950" y="5803900"/>
          <p14:tracePt t="13851" x="2876550" y="5803900"/>
          <p14:tracePt t="13867" x="2851150" y="5803900"/>
          <p14:tracePt t="13884" x="2825750" y="5797550"/>
          <p14:tracePt t="13918" x="2819400" y="5797550"/>
          <p14:tracePt t="13940" x="2819400" y="5791200"/>
          <p14:tracePt t="13996" x="2825750" y="5791200"/>
          <p14:tracePt t="14009" x="2832100" y="5791200"/>
          <p14:tracePt t="14024" x="2838450" y="5791200"/>
          <p14:tracePt t="14038" x="2844800" y="5791200"/>
          <p14:tracePt t="14053" x="2851150" y="5784850"/>
          <p14:tracePt t="14067" x="2857500" y="5784850"/>
          <p14:tracePt t="14084" x="2863850" y="5784850"/>
          <p14:tracePt t="14100" x="2895600" y="5778500"/>
          <p14:tracePt t="14117" x="2952750" y="5772150"/>
          <p14:tracePt t="14133" x="2984500" y="5765800"/>
          <p14:tracePt t="14151" x="3079750" y="5740400"/>
          <p14:tracePt t="14166" x="3187700" y="5721350"/>
          <p14:tracePt t="14183" x="3251200" y="5702300"/>
          <p14:tracePt t="14201" x="3359150" y="5676900"/>
          <p14:tracePt t="14216" x="3416300" y="5664200"/>
          <p14:tracePt t="14234" x="3498850" y="5657850"/>
          <p14:tracePt t="14250" x="3556000" y="5651500"/>
          <p14:tracePt t="14266" x="3581400" y="5651500"/>
          <p14:tracePt t="14284" x="3619500" y="5645150"/>
          <p14:tracePt t="14300" x="3651250" y="5638800"/>
          <p14:tracePt t="14316" x="3670300" y="5638800"/>
          <p14:tracePt t="14333" x="3702050" y="5638800"/>
          <p14:tracePt t="14349" x="3746500" y="5638800"/>
          <p14:tracePt t="14366" x="3765550" y="5638800"/>
          <p14:tracePt t="14383" x="3803650" y="5645150"/>
          <p14:tracePt t="14399" x="3854450" y="5645150"/>
          <p14:tracePt t="14416" x="3873500" y="5645150"/>
          <p14:tracePt t="14432" x="3930650" y="5651500"/>
          <p14:tracePt t="14449" x="4000500" y="5657850"/>
          <p14:tracePt t="14466" x="4057650" y="5670550"/>
          <p14:tracePt t="14482" x="4089400" y="5670550"/>
          <p14:tracePt t="14499" x="4114800" y="5676900"/>
          <p14:tracePt t="14516" x="4203700" y="5676900"/>
          <p14:tracePt t="14532" x="4229100" y="5676900"/>
          <p14:tracePt t="14548" x="4260850" y="5676900"/>
          <p14:tracePt t="14565" x="4311650" y="5676900"/>
          <p14:tracePt t="14582" x="4349750" y="5683250"/>
          <p14:tracePt t="14598" x="4368800" y="5683250"/>
          <p14:tracePt t="14615" x="4400550" y="5683250"/>
          <p14:tracePt t="14632" x="4438650" y="5683250"/>
          <p14:tracePt t="14649" x="4476750" y="5689600"/>
          <p14:tracePt t="14671" x="4521200" y="5695950"/>
          <p14:tracePt t="14682" x="4540250" y="5702300"/>
          <p14:tracePt t="14699" x="4591050" y="5702300"/>
          <p14:tracePt t="14714" x="4616450" y="5708650"/>
          <p14:tracePt t="14731" x="4686300" y="5721350"/>
          <p14:tracePt t="14748" x="4749800" y="5721350"/>
          <p14:tracePt t="14764" x="4775200" y="5721350"/>
          <p14:tracePt t="14781" x="4800600" y="5721350"/>
          <p14:tracePt t="14797" x="4870450" y="5727700"/>
          <p14:tracePt t="14814" x="4889500" y="5727700"/>
          <p14:tracePt t="14832" x="4914900" y="5734050"/>
          <p14:tracePt t="14847" x="4927600" y="5734050"/>
          <p14:tracePt t="14864" x="4940300" y="5734050"/>
          <p14:tracePt t="14881" x="4946650" y="5734050"/>
          <p14:tracePt t="14897" x="4953000" y="5734050"/>
          <p14:tracePt t="15000" x="4959350" y="5734050"/>
          <p14:tracePt t="15007" x="4965700" y="5734050"/>
          <p14:tracePt t="15028" x="4972050" y="5734050"/>
          <p14:tracePt t="15070" x="4978400" y="5734050"/>
          <p14:tracePt t="15472" x="5054600" y="5734050"/>
          <p14:tracePt t="15486" x="5181600" y="5727700"/>
          <p14:tracePt t="15492" x="5295900" y="5715000"/>
          <p14:tracePt t="15500" x="5410200" y="5715000"/>
          <p14:tracePt t="15515" x="5511800" y="5708650"/>
          <p14:tracePt t="15529" x="5638800" y="5708650"/>
          <p14:tracePt t="15545" x="5854700" y="5708650"/>
          <p14:tracePt t="15562" x="5930900" y="5708650"/>
          <p14:tracePt t="15578" x="6070600" y="5708650"/>
          <p14:tracePt t="15595" x="6197600" y="5708650"/>
          <p14:tracePt t="15612" x="6311900" y="5708650"/>
          <p14:tracePt t="15628" x="6369050" y="5708650"/>
          <p14:tracePt t="15645" x="6438900" y="5702300"/>
          <p14:tracePt t="15662" x="6521450" y="5683250"/>
          <p14:tracePt t="15678" x="6546850" y="5676900"/>
          <p14:tracePt t="15694" x="6578600" y="5670550"/>
          <p14:tracePt t="15711" x="6654800" y="5657850"/>
          <p14:tracePt t="15728" x="6680200" y="5657850"/>
          <p14:tracePt t="15745" x="6718300" y="5638800"/>
          <p14:tracePt t="15761" x="6731000" y="5638800"/>
          <p14:tracePt t="15778" x="6756400" y="5632450"/>
          <p14:tracePt t="15795" x="6769100" y="5632450"/>
          <p14:tracePt t="15811" x="6781800" y="5632450"/>
          <p14:tracePt t="15827" x="6800850" y="5632450"/>
          <p14:tracePt t="15844" x="6838950" y="5632450"/>
          <p14:tracePt t="15861" x="6851650" y="5632450"/>
          <p14:tracePt t="15877" x="6883400" y="5632450"/>
          <p14:tracePt t="15894" x="6908800" y="5638800"/>
          <p14:tracePt t="15910" x="6921500" y="5638800"/>
          <p14:tracePt t="15928" x="6940550" y="5638800"/>
          <p14:tracePt t="15943" x="6959600" y="5638800"/>
          <p14:tracePt t="15960" x="6972300" y="5638800"/>
          <p14:tracePt t="15978" x="6985000" y="5638800"/>
          <p14:tracePt t="15993" x="6991350" y="5638800"/>
          <p14:tracePt t="16010" x="6997700" y="5638800"/>
          <p14:tracePt t="16027" x="7004050" y="5638800"/>
          <p14:tracePt t="16044" x="7023100" y="5638800"/>
          <p14:tracePt t="16060" x="7029450" y="5638800"/>
          <p14:tracePt t="16077" x="7035800" y="5638800"/>
          <p14:tracePt t="16093" x="7042150" y="5638800"/>
          <p14:tracePt t="16110" x="7054850" y="5638800"/>
          <p14:tracePt t="16126" x="7067550" y="5638800"/>
          <p14:tracePt t="16143" x="7073900" y="5638800"/>
          <p14:tracePt t="16160" x="7073900" y="5645150"/>
          <p14:tracePt t="16699" x="7067550" y="5657850"/>
          <p14:tracePt t="16706" x="7042150" y="5664200"/>
          <p14:tracePt t="16720" x="7029450" y="5676900"/>
          <p14:tracePt t="16727" x="7010400" y="5695950"/>
          <p14:tracePt t="16741" x="6978650" y="5702300"/>
          <p14:tracePt t="16757" x="6908800" y="5734050"/>
          <p14:tracePt t="16774" x="6864350" y="5753100"/>
          <p14:tracePt t="16791" x="6769100" y="5778500"/>
          <p14:tracePt t="16807" x="6686550" y="5797550"/>
          <p14:tracePt t="16825" x="6654800" y="5803900"/>
          <p14:tracePt t="16841" x="6604000" y="5816600"/>
          <p14:tracePt t="16857" x="6584950" y="5816600"/>
          <p14:tracePt t="16875" x="6559550" y="5822950"/>
          <p14:tracePt t="16890" x="6553200" y="5822950"/>
          <p14:tracePt t="16907" x="6553200" y="5829300"/>
          <p14:tracePt t="16987" x="6553200" y="5822950"/>
          <p14:tracePt t="17015" x="6559550" y="5816600"/>
          <p14:tracePt t="17036" x="6565900" y="5803900"/>
          <p14:tracePt t="17050" x="6578600" y="5803900"/>
          <p14:tracePt t="17059" x="6584950" y="5803900"/>
          <p14:tracePt t="17073" x="6597650" y="5791200"/>
          <p14:tracePt t="17090" x="6648450" y="5765800"/>
          <p14:tracePt t="17107" x="6718300" y="5746750"/>
          <p14:tracePt t="17123" x="6756400" y="5727700"/>
          <p14:tracePt t="17140" x="6800850" y="5721350"/>
          <p14:tracePt t="17156" x="6889750" y="5702300"/>
          <p14:tracePt t="17173" x="6908800" y="5702300"/>
          <p14:tracePt t="17190" x="6934200" y="5702300"/>
          <p14:tracePt t="17206" x="6940550" y="5695950"/>
          <p14:tracePt t="17223" x="6953250" y="5695950"/>
          <p14:tracePt t="17256" x="6959600" y="5689600"/>
          <p14:tracePt t="17290" x="6965950" y="5689600"/>
          <p14:tracePt t="17310" x="6972300" y="5689600"/>
          <p14:tracePt t="17317" x="6978650" y="5689600"/>
          <p14:tracePt t="17331" x="6985000" y="5689600"/>
          <p14:tracePt t="17340" x="6991350" y="5689600"/>
          <p14:tracePt t="17355" x="6997700" y="5689600"/>
          <p14:tracePt t="17373" x="7016750" y="5689600"/>
          <p14:tracePt t="17389" x="7054850" y="5695950"/>
          <p14:tracePt t="17405" x="7080250" y="5695950"/>
          <p14:tracePt t="17423" x="7131050" y="5702300"/>
          <p14:tracePt t="17438" x="7188200" y="5721350"/>
          <p14:tracePt t="17455" x="7219950" y="5721350"/>
          <p14:tracePt t="17472" x="7270750" y="5721350"/>
          <p14:tracePt t="17488" x="7296150" y="5721350"/>
          <p14:tracePt t="17505" x="7359650" y="5727700"/>
          <p14:tracePt t="17521" x="7429500" y="5727700"/>
          <p14:tracePt t="17538" x="7467600" y="5727700"/>
          <p14:tracePt t="17555" x="7512050" y="5727700"/>
          <p14:tracePt t="17571" x="7556500" y="5727700"/>
          <p14:tracePt t="17588" x="7575550" y="5727700"/>
          <p14:tracePt t="17605" x="7594600" y="5727700"/>
          <p14:tracePt t="17621" x="7613650" y="5727700"/>
          <p14:tracePt t="17745" x="7620000" y="5727700"/>
          <p14:tracePt t="18130" x="7626350" y="5727700"/>
          <p14:tracePt t="18144" x="7651750" y="5727700"/>
          <p14:tracePt t="18150" x="7658100" y="5727700"/>
          <p14:tracePt t="18165" x="7683500" y="5727700"/>
          <p14:tracePt t="18173" x="7696200" y="5727700"/>
          <p14:tracePt t="18186" x="7708900" y="5727700"/>
          <p14:tracePt t="18202" x="7727950" y="5727700"/>
          <p14:tracePt t="18219" x="7740650" y="5727700"/>
          <p14:tracePt t="18236" x="7753350" y="5727700"/>
          <p14:tracePt t="18252" x="7759700" y="5727700"/>
          <p14:tracePt t="18376" x="7753350" y="5727700"/>
          <p14:tracePt t="18389" x="7747000" y="5727700"/>
          <p14:tracePt t="18403" x="7740650" y="5721350"/>
          <p14:tracePt t="18424" x="7727950" y="5721350"/>
          <p14:tracePt t="18432" x="7702550" y="5715000"/>
          <p14:tracePt t="18446" x="7677150" y="5715000"/>
          <p14:tracePt t="18454" x="7639050" y="5715000"/>
          <p14:tracePt t="18468" x="7588250" y="5715000"/>
          <p14:tracePt t="18485" x="7435850" y="5702300"/>
          <p14:tracePt t="18502" x="7232650" y="5702300"/>
          <p14:tracePt t="18518" x="7118350" y="5702300"/>
          <p14:tracePt t="18535" x="6864350" y="5695950"/>
          <p14:tracePt t="18553" x="6623050" y="5683250"/>
          <p14:tracePt t="18568" x="6508750" y="5670550"/>
          <p14:tracePt t="18585" x="6394450" y="5664200"/>
          <p14:tracePt t="18601" x="6064250" y="5657850"/>
          <p14:tracePt t="18618" x="5975350" y="5664200"/>
          <p14:tracePt t="18635" x="5803900" y="5689600"/>
          <p14:tracePt t="18651" x="5727700" y="5689600"/>
          <p14:tracePt t="18667" x="5581650" y="5727700"/>
          <p14:tracePt t="18685" x="5473700" y="5759450"/>
          <p14:tracePt t="18701" x="5397500" y="5810250"/>
          <p14:tracePt t="18717" x="5378450" y="5810250"/>
          <p14:tracePt t="18734" x="5378450" y="5797550"/>
          <p14:tracePt t="23450" x="5334000" y="5829300"/>
          <p14:tracePt t="23457" x="5276850" y="5867400"/>
          <p14:tracePt t="23471" x="5213350" y="5911850"/>
          <p14:tracePt t="23485" x="5111750" y="6007100"/>
          <p14:tracePt t="23501" x="5054600" y="6045200"/>
          <p14:tracePt t="23517" x="4997450" y="6096000"/>
          <p14:tracePt t="23534" x="4895850" y="6153150"/>
          <p14:tracePt t="23551" x="4794250" y="6203950"/>
          <p14:tracePt t="23568" x="4743450" y="6216650"/>
          <p14:tracePt t="23584" x="4629150" y="6248400"/>
          <p14:tracePt t="23601" x="4546600" y="6273800"/>
          <p14:tracePt t="23617" x="4502150" y="6292850"/>
          <p14:tracePt t="23634" x="4438650" y="6324600"/>
          <p14:tracePt t="23650" x="4387850" y="6337300"/>
          <p14:tracePt t="23668" x="4343400" y="6343650"/>
          <p14:tracePt t="23683" x="4311650" y="6343650"/>
          <p14:tracePt t="23700" x="4279900" y="6343650"/>
          <p14:tracePt t="23717" x="4248150" y="6343650"/>
          <p14:tracePt t="23733" x="4229100" y="6356350"/>
          <p14:tracePt t="23750" x="4203700" y="6362700"/>
          <p14:tracePt t="23767" x="4159250" y="6375400"/>
          <p14:tracePt t="23783" x="4152900" y="6381750"/>
          <p14:tracePt t="23800" x="4140200" y="6388100"/>
          <p14:tracePt t="23816" x="4121150" y="6388100"/>
          <p14:tracePt t="23833" x="4121150" y="6394450"/>
          <p14:tracePt t="23851" x="4108450" y="6394450"/>
          <p14:tracePt t="23900" x="4108450" y="6400800"/>
          <p14:tracePt t="24026" x="4114800" y="6400800"/>
          <p14:tracePt t="24075" x="4121150" y="6400800"/>
          <p14:tracePt t="24096" x="4127500" y="6400800"/>
          <p14:tracePt t="24103" x="4133850" y="6400800"/>
          <p14:tracePt t="24118" x="4140200" y="6400800"/>
          <p14:tracePt t="24132" x="4152900" y="6400800"/>
          <p14:tracePt t="24148" x="4210050" y="6394450"/>
          <p14:tracePt t="24166" x="4311650" y="6388100"/>
          <p14:tracePt t="24182" x="4406900" y="6375400"/>
          <p14:tracePt t="24198" x="4610100" y="6356350"/>
          <p14:tracePt t="24215" x="4851400" y="6343650"/>
          <p14:tracePt t="24231" x="4978400" y="6343650"/>
          <p14:tracePt t="24248" x="5226050" y="6343650"/>
          <p14:tracePt t="24265" x="5505450" y="6337300"/>
          <p14:tracePt t="24281" x="5619750" y="6324600"/>
          <p14:tracePt t="24298" x="5746750" y="6311900"/>
          <p14:tracePt t="24315" x="6051550" y="6305550"/>
          <p14:tracePt t="24331" x="6127750" y="6292850"/>
          <p14:tracePt t="24349" x="6248400" y="6286500"/>
          <p14:tracePt t="24364" x="6286500" y="6280150"/>
          <p14:tracePt t="24381" x="6343650" y="6267450"/>
          <p14:tracePt t="24398" x="6388100" y="6261100"/>
          <p14:tracePt t="24414" x="6407150" y="6254750"/>
          <p14:tracePt t="24431" x="6432550" y="6248400"/>
          <p14:tracePt t="24448" x="6457950" y="6242050"/>
          <p14:tracePt t="24464" x="6477000" y="6242050"/>
          <p14:tracePt t="24481" x="6502400" y="6235700"/>
          <p14:tracePt t="24497" x="6527800" y="6223000"/>
          <p14:tracePt t="24515" x="6553200" y="6216650"/>
          <p14:tracePt t="24532" x="6610350" y="6203950"/>
          <p14:tracePt t="24547" x="6661150" y="6191250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r>
              <a:rPr lang="en-US" altLang="en-US" b="1" dirty="0" smtClean="0"/>
              <a:t>Function Annotations</a:t>
            </a:r>
            <a:endParaRPr lang="en-US" altLang="en-US" b="1" dirty="0"/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228600" y="987552"/>
            <a:ext cx="8763000" cy="5870448"/>
          </a:xfrm>
        </p:spPr>
        <p:txBody>
          <a:bodyPr/>
          <a:lstStyle/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:float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  <a:r>
              <a:rPr lang="en-US" altLang="en-US" sz="12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#</a:t>
            </a:r>
            <a:r>
              <a:rPr lang="en-US" altLang="en-US" spc="-5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an</a:t>
            </a:r>
            <a:r>
              <a:rPr lang="en-US" altLang="en-US" sz="2000" spc="-5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pc="-5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annotated</a:t>
            </a:r>
            <a:r>
              <a:rPr lang="en-US" altLang="en-US" sz="2000" spc="-5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pc="-5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argument</a:t>
            </a:r>
            <a:endParaRPr lang="en-US" altLang="en-US" spc="-50" dirty="0">
              <a:solidFill>
                <a:srgbClr val="FF0000"/>
              </a:solidFill>
              <a:latin typeface="Lucida Fax" panose="02060602050505020204" pitchFamily="18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rgbClr val="FFC000"/>
                </a:solidFill>
                <a:latin typeface="Lucida Fax" panose="02060602050505020204" pitchFamily="18" charset="0"/>
              </a:rPr>
              <a:t>#It gave no error message, so </a:t>
            </a:r>
            <a:r>
              <a:rPr lang="en-US" altLang="en-US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this syntax </a:t>
            </a:r>
            <a:r>
              <a:rPr lang="en-US" altLang="en-US" dirty="0" smtClean="0">
                <a:solidFill>
                  <a:srgbClr val="FFC000"/>
                </a:solidFill>
                <a:latin typeface="Lucida Fax" panose="02060602050505020204" pitchFamily="18" charset="0"/>
              </a:rPr>
              <a:t>is OK.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pc="-2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b="1" spc="-2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1+2j</a:t>
            </a:r>
            <a:r>
              <a:rPr lang="en-US" altLang="en-US" spc="-1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pc="-2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#</a:t>
            </a:r>
            <a:r>
              <a:rPr lang="en-US" altLang="en-US" spc="-3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What</a:t>
            </a:r>
            <a:r>
              <a:rPr lang="en-US" altLang="en-US" sz="2000" spc="-3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pc="-3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happens</a:t>
            </a:r>
            <a:r>
              <a:rPr lang="en-US" altLang="en-US" sz="2000" spc="-3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pc="-3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if the</a:t>
            </a:r>
            <a:r>
              <a:rPr lang="en-US" altLang="en-US" sz="2000" spc="-3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pc="-3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argument</a:t>
            </a:r>
            <a:r>
              <a:rPr lang="en-US" altLang="en-US" sz="2000" spc="-3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pc="-3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is</a:t>
            </a:r>
            <a:r>
              <a:rPr lang="en-US" altLang="en-US" spc="-5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n't</a:t>
            </a:r>
            <a:r>
              <a:rPr lang="en-US" altLang="en-US" sz="2000" spc="-2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pc="-2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a</a:t>
            </a:r>
            <a:r>
              <a:rPr lang="en-US" altLang="en-US" sz="2000" spc="-2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b="1" spc="-20" dirty="0" smtClean="0">
                <a:solidFill>
                  <a:srgbClr val="FF0000"/>
                </a:solidFill>
                <a:latin typeface="Lucida Fax" panose="02060602050505020204" pitchFamily="18" charset="0"/>
              </a:rPr>
              <a:t>float</a:t>
            </a:r>
            <a:r>
              <a:rPr lang="en-US" altLang="en-US" spc="-20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?</a:t>
            </a:r>
            <a:endParaRPr lang="en-US" altLang="en-US" spc="-2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(1+2j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spc="-2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f(x)</a:t>
            </a:r>
            <a:r>
              <a:rPr lang="en-US" altLang="en-US" b="1" dirty="0" smtClean="0">
                <a:solidFill>
                  <a:srgbClr val="C00000"/>
                </a:solidFill>
                <a:latin typeface="Lucida Console" panose="020B0609040504020204" pitchFamily="49" charset="0"/>
              </a:rPr>
              <a:t>-&gt;</a:t>
            </a:r>
            <a:r>
              <a:rPr lang="en-US" altLang="en-US" b="1" dirty="0" err="1" smtClean="0">
                <a:solidFill>
                  <a:srgbClr val="C0000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  <a:r>
              <a:rPr lang="en-US" altLang="en-US" sz="14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en-US" sz="1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12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rgbClr val="FFCCCC"/>
                </a:solidFill>
                <a:latin typeface="Lucida Fax" panose="02060602050505020204" pitchFamily="18" charset="0"/>
              </a:rPr>
              <a:t>#annotated </a:t>
            </a:r>
            <a:r>
              <a:rPr lang="en-US" altLang="en-US" dirty="0" smtClean="0">
                <a:solidFill>
                  <a:srgbClr val="C00000"/>
                </a:solidFill>
                <a:latin typeface="Lucida Fax" panose="02060602050505020204" pitchFamily="18" charset="0"/>
              </a:rPr>
              <a:t>return value</a:t>
            </a:r>
            <a:endParaRPr lang="en-US" altLang="en-US" dirty="0">
              <a:solidFill>
                <a:srgbClr val="C00000"/>
              </a:solidFill>
              <a:latin typeface="Lucida Fax" panose="02060602050505020204" pitchFamily="18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rgbClr val="FFC000"/>
                </a:solidFill>
                <a:latin typeface="Lucida Fax" panose="02060602050505020204" pitchFamily="18" charset="0"/>
              </a:rPr>
              <a:t>#It gave no error message, so </a:t>
            </a:r>
            <a:r>
              <a:rPr lang="en-US" altLang="en-US" dirty="0">
                <a:solidFill>
                  <a:srgbClr val="C00000"/>
                </a:solidFill>
                <a:latin typeface="Lucida Fax" panose="02060602050505020204" pitchFamily="18" charset="0"/>
              </a:rPr>
              <a:t>this syntax </a:t>
            </a:r>
            <a:r>
              <a:rPr lang="en-US" altLang="en-US" dirty="0">
                <a:solidFill>
                  <a:srgbClr val="FFC000"/>
                </a:solidFill>
                <a:latin typeface="Lucida Fax" panose="02060602050505020204" pitchFamily="18" charset="0"/>
              </a:rPr>
              <a:t>is OK.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f(4.1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dirty="0">
                <a:solidFill>
                  <a:srgbClr val="FFCCCC"/>
                </a:solidFill>
                <a:latin typeface="Lucida Fax" panose="02060602050505020204" pitchFamily="18" charset="0"/>
              </a:rPr>
              <a:t>  </a:t>
            </a:r>
            <a:r>
              <a:rPr lang="en-US" altLang="en-US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#Will it return an </a:t>
            </a:r>
            <a:r>
              <a:rPr lang="en-US" altLang="en-US" b="1" dirty="0" err="1" smtClean="0">
                <a:solidFill>
                  <a:srgbClr val="C00000"/>
                </a:solidFill>
                <a:latin typeface="Lucida Fax" panose="02060602050505020204" pitchFamily="18" charset="0"/>
              </a:rPr>
              <a:t>int</a:t>
            </a:r>
            <a:r>
              <a:rPr lang="en-US" altLang="en-US" dirty="0" smtClean="0">
                <a:solidFill>
                  <a:srgbClr val="FFCCCC"/>
                </a:solidFill>
                <a:latin typeface="Lucida Fax" panose="02060602050505020204" pitchFamily="18" charset="0"/>
              </a:rPr>
              <a:t>?</a:t>
            </a:r>
            <a:endParaRPr lang="en-US" alt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b="1" dirty="0">
                <a:solidFill>
                  <a:srgbClr val="C00000"/>
                </a:solidFill>
                <a:latin typeface="Lucida Console" panose="020B0609040504020204" pitchFamily="49" charset="0"/>
              </a:rPr>
              <a:t>4.1</a:t>
            </a:r>
          </a:p>
          <a:p>
            <a:pPr marL="0" lvl="1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spc="-2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pc="-3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foo(</a:t>
            </a:r>
            <a:r>
              <a:rPr lang="en-US" altLang="en-US" spc="-30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a:int</a:t>
            </a:r>
            <a:r>
              <a:rPr lang="en-US" altLang="en-US" spc="-3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pc="-3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b:expression</a:t>
            </a:r>
            <a:r>
              <a:rPr lang="en-US" altLang="en-US" spc="-3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):return</a:t>
            </a:r>
            <a:r>
              <a:rPr lang="en-US" altLang="en-US" sz="1800" spc="-3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3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a+b</a:t>
            </a:r>
            <a:r>
              <a:rPr lang="en-US" altLang="en-US" dirty="0" err="1" smtClean="0">
                <a:solidFill>
                  <a:srgbClr val="FFCCCC"/>
                </a:solidFill>
                <a:latin typeface="Lucida Fax" panose="02060602050505020204" pitchFamily="18" charset="0"/>
              </a:rPr>
              <a:t>#</a:t>
            </a:r>
            <a:r>
              <a:rPr lang="en-US" altLang="en-US" b="1" dirty="0" err="1" smtClean="0">
                <a:solidFill>
                  <a:srgbClr val="00B0F0"/>
                </a:solidFill>
                <a:latin typeface="Lucida Fax" panose="02060602050505020204" pitchFamily="18" charset="0"/>
              </a:rPr>
              <a:t>m</a:t>
            </a:r>
            <a:r>
              <a:rPr lang="en-US" altLang="en-US" b="1" dirty="0" err="1" smtClean="0">
                <a:solidFill>
                  <a:srgbClr val="00B050"/>
                </a:solidFill>
                <a:latin typeface="Lucida Fax" panose="02060602050505020204" pitchFamily="18" charset="0"/>
              </a:rPr>
              <a:t>u</a:t>
            </a:r>
            <a:r>
              <a:rPr lang="en-US" altLang="en-US" b="1" dirty="0" err="1" smtClean="0">
                <a:solidFill>
                  <a:srgbClr val="00B0F0"/>
                </a:solidFill>
                <a:latin typeface="Lucida Fax" panose="02060602050505020204" pitchFamily="18" charset="0"/>
              </a:rPr>
              <a:t>l</a:t>
            </a:r>
            <a:r>
              <a:rPr lang="en-US" altLang="en-US" b="1" dirty="0" err="1" smtClean="0">
                <a:solidFill>
                  <a:srgbClr val="00B050"/>
                </a:solidFill>
                <a:latin typeface="Lucida Fax" panose="02060602050505020204" pitchFamily="18" charset="0"/>
              </a:rPr>
              <a:t>t</a:t>
            </a:r>
            <a:r>
              <a:rPr lang="en-US" altLang="en-US" b="1" dirty="0" err="1" smtClean="0">
                <a:solidFill>
                  <a:srgbClr val="00B0F0"/>
                </a:solidFill>
                <a:latin typeface="Lucida Fax" panose="02060602050505020204" pitchFamily="18" charset="0"/>
              </a:rPr>
              <a:t>i</a:t>
            </a:r>
            <a:endParaRPr lang="en-US" altLang="en-US" b="1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def foo(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a,b:expression</a:t>
            </a:r>
            <a:r>
              <a:rPr lang="en-US" altLang="en-US" b="1" dirty="0" smtClean="0">
                <a:solidFill>
                  <a:srgbClr val="C40C94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b="1" spc="-100" dirty="0" smtClean="0">
                <a:solidFill>
                  <a:srgbClr val="C40C94"/>
                </a:solidFill>
                <a:latin typeface="Lucida Console" panose="020B0609040504020204" pitchFamily="49" charset="0"/>
              </a:rPr>
              <a:t>5</a:t>
            </a:r>
            <a:r>
              <a:rPr lang="en-US" altLang="en-US" spc="-1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en-US" sz="1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a+b</a:t>
            </a:r>
            <a:r>
              <a:rPr lang="en-US" altLang="en-US" dirty="0" err="1" smtClean="0">
                <a:solidFill>
                  <a:srgbClr val="FFCCCC"/>
                </a:solidFill>
                <a:latin typeface="Lucida Fax" panose="02060602050505020204" pitchFamily="18" charset="0"/>
              </a:rPr>
              <a:t>#</a:t>
            </a:r>
            <a:r>
              <a:rPr lang="en-US" altLang="en-US" b="1" dirty="0" err="1" smtClean="0">
                <a:solidFill>
                  <a:srgbClr val="C40C94"/>
                </a:solidFill>
                <a:latin typeface="Lucida Fax" panose="02060602050505020204" pitchFamily="18" charset="0"/>
              </a:rPr>
              <a:t>default</a:t>
            </a:r>
            <a:endParaRPr lang="en-US" altLang="en-US" b="1" dirty="0">
              <a:solidFill>
                <a:srgbClr val="C40C94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:'what</a:t>
            </a:r>
            <a:r>
              <a:rPr lang="en-US" altLang="en-US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y:'ever'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-&gt;str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  <a:r>
              <a:rPr lang="en-US" altLang="en-US" sz="12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en-US" sz="1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endParaRPr lang="en-US" altLang="en-US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>
                <a:solidFill>
                  <a:srgbClr val="FFC000"/>
                </a:solidFill>
                <a:latin typeface="Lucida Fax" panose="02060602050505020204" pitchFamily="18" charset="0"/>
              </a:rPr>
              <a:t>#So what did we learn? Anno</a:t>
            </a:r>
            <a:r>
              <a:rPr lang="en-US" altLang="en-US" dirty="0">
                <a:solidFill>
                  <a:srgbClr val="FFC000"/>
                </a:solidFill>
                <a:latin typeface="Lucida Fax" panose="02060602050505020204" pitchFamily="18" charset="0"/>
              </a:rPr>
              <a:t>t</a:t>
            </a:r>
            <a:r>
              <a:rPr lang="en-US" altLang="en-US" spc="-100" dirty="0">
                <a:solidFill>
                  <a:srgbClr val="FFC000"/>
                </a:solidFill>
                <a:latin typeface="Lucida Fax" panose="02060602050505020204" pitchFamily="18" charset="0"/>
              </a:rPr>
              <a:t>a</a:t>
            </a:r>
            <a:r>
              <a:rPr lang="en-US" altLang="en-US" dirty="0">
                <a:solidFill>
                  <a:srgbClr val="FFC000"/>
                </a:solidFill>
                <a:latin typeface="Lucida Fax" panose="02060602050505020204" pitchFamily="18" charset="0"/>
              </a:rPr>
              <a:t>t</a:t>
            </a:r>
            <a:r>
              <a:rPr lang="en-US" altLang="en-US" spc="-100" dirty="0">
                <a:solidFill>
                  <a:srgbClr val="FFC000"/>
                </a:solidFill>
                <a:latin typeface="Lucida Fax" panose="02060602050505020204" pitchFamily="18" charset="0"/>
              </a:rPr>
              <a:t>ions are legal &amp; useless.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16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</a:t>
            </a:r>
            <a:r>
              <a:rPr lang="en-US" altLang="en-US" spc="-4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.</a:t>
            </a:r>
            <a:r>
              <a:rPr lang="en-US" altLang="en-US" spc="-500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annotat</a:t>
            </a:r>
            <a:r>
              <a:rPr lang="en-US" altLang="en-US" spc="-1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ion</a:t>
            </a:r>
            <a:r>
              <a:rPr lang="en-US" altLang="en-US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pc="-500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dirty="0" err="1" smtClean="0">
                <a:solidFill>
                  <a:srgbClr val="FFC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pc="-100" dirty="0" err="1" smtClean="0">
                <a:solidFill>
                  <a:srgbClr val="C00000"/>
                </a:solidFill>
                <a:latin typeface="Lucida Fax" panose="02060602050505020204" pitchFamily="18" charset="0"/>
              </a:rPr>
              <a:t>#Well</a:t>
            </a:r>
            <a:r>
              <a:rPr lang="en-US" altLang="en-US" spc="-100" dirty="0" smtClean="0">
                <a:solidFill>
                  <a:srgbClr val="C00000"/>
                </a:solidFill>
                <a:latin typeface="Lucida Fax" panose="02060602050505020204" pitchFamily="18" charset="0"/>
              </a:rPr>
              <a:t>, useless unless </a:t>
            </a:r>
            <a:r>
              <a:rPr lang="en-US" altLang="en-US" u="sng" spc="-100" dirty="0" smtClean="0">
                <a:solidFill>
                  <a:srgbClr val="C00000"/>
                </a:solidFill>
                <a:latin typeface="Lucida Fax" panose="02060602050505020204" pitchFamily="18" charset="0"/>
              </a:rPr>
              <a:t>you</a:t>
            </a:r>
            <a:r>
              <a:rPr lang="en-US" altLang="en-US" spc="-100" dirty="0" smtClean="0">
                <a:solidFill>
                  <a:srgbClr val="C00000"/>
                </a:solidFill>
                <a:latin typeface="Lucida Fax" panose="02060602050505020204" pitchFamily="18" charset="0"/>
              </a:rPr>
              <a:t> use them:</a:t>
            </a:r>
            <a:endParaRPr lang="en-US" altLang="en-US" spc="-100" dirty="0">
              <a:solidFill>
                <a:srgbClr val="C00000"/>
              </a:solidFill>
              <a:latin typeface="Lucida Fax" panose="02060602050505020204" pitchFamily="18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{</a:t>
            </a:r>
            <a:r>
              <a:rPr lang="en-US" altLang="en-US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'x':</a:t>
            </a:r>
            <a:r>
              <a:rPr lang="en-US" altLang="en-US" sz="20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'what'</a:t>
            </a:r>
            <a:r>
              <a:rPr lang="en-US" altLang="en-US" spc="-1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000" spc="-1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'y':</a:t>
            </a:r>
            <a:r>
              <a:rPr lang="en-US" altLang="en-US" sz="200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'ever'</a:t>
            </a:r>
            <a:r>
              <a:rPr lang="en-US" altLang="en-US" spc="-1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000" spc="-1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'return':</a:t>
            </a:r>
            <a:r>
              <a:rPr lang="en-US" altLang="en-US" sz="200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&lt;class</a:t>
            </a:r>
            <a:r>
              <a:rPr lang="en-US" altLang="en-US" sz="200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'&gt;</a:t>
            </a:r>
            <a:r>
              <a:rPr lang="en-US" altLang="en-US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endParaRPr lang="en-US" altLang="en-US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28600" y="987552"/>
            <a:ext cx="762000" cy="5870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Fax" panose="02060602050505020204" pitchFamily="18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</a:p>
          <a:p>
            <a:pPr marL="0" lvl="1" indent="0">
              <a:lnSpc>
                <a:spcPct val="95000"/>
              </a:lnSpc>
              <a:spcBef>
                <a:spcPts val="0"/>
              </a:spcBef>
              <a:buFontTx/>
              <a:buNone/>
            </a:pP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5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Fax" panose="02060602050505020204" pitchFamily="18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 </a:t>
            </a: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</a:p>
          <a:p>
            <a:pPr marL="0" lvl="1" indent="0">
              <a:lnSpc>
                <a:spcPct val="95000"/>
              </a:lnSpc>
              <a:spcBef>
                <a:spcPts val="0"/>
              </a:spcBef>
              <a:buFontTx/>
              <a:buNone/>
            </a:pPr>
            <a:endParaRPr lang="en-US" altLang="en-US" b="1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5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 </a:t>
            </a: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kern="0" spc="-2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 </a:t>
            </a: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kern="0" spc="-2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</a:p>
        </p:txBody>
      </p:sp>
      <p:cxnSp>
        <p:nvCxnSpPr>
          <p:cNvPr id="6" name="Straight Arrow Connector 5"/>
          <p:cNvCxnSpPr/>
          <p:nvPr/>
        </p:nvCxnSpPr>
        <p:spPr bwMode="auto">
          <a:xfrm flipH="1" flipV="1">
            <a:off x="3269412" y="2760454"/>
            <a:ext cx="2277373" cy="50033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5" name="Straight Arrow Connector 14"/>
          <p:cNvCxnSpPr/>
          <p:nvPr/>
        </p:nvCxnSpPr>
        <p:spPr bwMode="auto">
          <a:xfrm flipH="1" flipV="1">
            <a:off x="3283789" y="1161692"/>
            <a:ext cx="2277373" cy="50033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pSp>
        <p:nvGrpSpPr>
          <p:cNvPr id="16" name="Group 15"/>
          <p:cNvGrpSpPr/>
          <p:nvPr/>
        </p:nvGrpSpPr>
        <p:grpSpPr>
          <a:xfrm flipH="1">
            <a:off x="7167285" y="299658"/>
            <a:ext cx="2586315" cy="762761"/>
            <a:chOff x="-617792" y="299658"/>
            <a:chExt cx="2586315" cy="762761"/>
          </a:xfrm>
        </p:grpSpPr>
        <p:sp>
          <p:nvSpPr>
            <p:cNvPr id="17" name="Trapezoid 16"/>
            <p:cNvSpPr/>
            <p:nvPr/>
          </p:nvSpPr>
          <p:spPr bwMode="auto">
            <a:xfrm rot="18900000">
              <a:off x="-617792" y="337317"/>
              <a:ext cx="2586315" cy="676095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 rot="18900000">
              <a:off x="-547293" y="299658"/>
              <a:ext cx="2456662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r</a:t>
              </a: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ecall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Slide #2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14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15656">
        <p14:ripple/>
      </p:transition>
    </mc:Choice>
    <mc:Fallback>
      <p:transition spd="slow" advTm="1565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52" x="6667500" y="6178550"/>
          <p14:tracePt t="367" x="6680200" y="6165850"/>
          <p14:tracePt t="373" x="6699250" y="6146800"/>
          <p14:tracePt t="387" x="6731000" y="6121400"/>
          <p14:tracePt t="399" x="6762750" y="6089650"/>
          <p14:tracePt t="416" x="6832600" y="6007100"/>
          <p14:tracePt t="432" x="6921500" y="5911850"/>
          <p14:tracePt t="450" x="7048500" y="5772150"/>
          <p14:tracePt t="465" x="7207250" y="5613400"/>
          <p14:tracePt t="482" x="7302500" y="5530850"/>
          <p14:tracePt t="499" x="7499350" y="5321300"/>
          <p14:tracePt t="515" x="7613650" y="5181600"/>
          <p14:tracePt t="532" x="7835900" y="4927600"/>
          <p14:tracePt t="549" x="8089900" y="4559300"/>
          <p14:tracePt t="565" x="8204200" y="4356100"/>
          <p14:tracePt t="582" x="8470900" y="3943350"/>
          <p14:tracePt t="598" x="8674100" y="3594100"/>
          <p14:tracePt t="615" x="8769350" y="3416300"/>
          <p14:tracePt t="633" x="8953500" y="3092450"/>
          <p14:tracePt t="648" x="9017000" y="2965450"/>
          <p14:tracePt t="665" x="9124950" y="2692400"/>
          <p14:tracePt t="764" x="9137650" y="1714500"/>
          <p14:tracePt t="781" x="9105900" y="1600200"/>
          <p14:tracePt t="798" x="9061450" y="1530350"/>
          <p14:tracePt t="815" x="8921750" y="1377950"/>
          <p14:tracePt t="831" x="8864600" y="1320800"/>
          <p14:tracePt t="835" x="8794750" y="1263650"/>
          <p14:tracePt t="865" x="8636000" y="1117600"/>
          <p14:tracePt t="881" x="8502650" y="984250"/>
          <p14:tracePt t="898" x="8445500" y="946150"/>
          <p14:tracePt t="914" x="8343900" y="850900"/>
          <p14:tracePt t="931" x="8261350" y="781050"/>
          <p14:tracePt t="947" x="8204200" y="749300"/>
          <p14:tracePt t="963" x="8121650" y="723900"/>
          <p14:tracePt t="980" x="8096250" y="723900"/>
          <p14:tracePt t="997" x="8096250" y="730250"/>
          <p14:tracePt t="1453" x="8096250" y="736600"/>
          <p14:tracePt t="1460" x="8083550" y="749300"/>
          <p14:tracePt t="1466" x="8083550" y="768350"/>
          <p14:tracePt t="1482" x="8070850" y="781050"/>
          <p14:tracePt t="1495" x="8064500" y="793750"/>
          <p14:tracePt t="1512" x="8045450" y="819150"/>
          <p14:tracePt t="1528" x="8026400" y="850900"/>
          <p14:tracePt t="1545" x="8001000" y="895350"/>
          <p14:tracePt t="1562" x="7969250" y="927100"/>
          <p14:tracePt t="1579" x="7886700" y="996950"/>
          <p14:tracePt t="1595" x="7772400" y="1104900"/>
          <p14:tracePt t="1612" x="7689850" y="1155700"/>
          <p14:tracePt t="1629" x="7473950" y="1308100"/>
          <p14:tracePt t="1645" x="7226300" y="1454150"/>
          <p14:tracePt t="1661" x="7073900" y="1543050"/>
          <p14:tracePt t="1678" x="6648450" y="1784350"/>
          <p14:tracePt t="1694" x="6470650" y="1879600"/>
          <p14:tracePt t="1711" x="6318250" y="1968500"/>
          <p14:tracePt t="1728" x="6051550" y="2108200"/>
          <p14:tracePt t="1744" x="5873750" y="2203450"/>
          <p14:tracePt t="1762" x="5721350" y="2305050"/>
          <p14:tracePt t="1777" x="5657850" y="2343150"/>
          <p14:tracePt t="1794" x="5562600" y="2425700"/>
          <p14:tracePt t="1811" x="5537200" y="2495550"/>
          <p14:tracePt t="1827" x="5543550" y="2540000"/>
          <p14:tracePt t="2142" x="5448300" y="2527300"/>
          <p14:tracePt t="2149" x="5321300" y="2495550"/>
          <p14:tracePt t="2163" x="5175250" y="2457450"/>
          <p14:tracePt t="2177" x="4965700" y="2406650"/>
          <p14:tracePt t="2193" x="4616450" y="2273300"/>
          <p14:tracePt t="2209" x="4419600" y="2190750"/>
          <p14:tracePt t="2227" x="4025900" y="1993900"/>
          <p14:tracePt t="2243" x="3702050" y="1809750"/>
          <p14:tracePt t="2259" x="3562350" y="1752600"/>
          <p14:tracePt t="2276" x="3321050" y="1657350"/>
          <p14:tracePt t="2292" x="3136900" y="1593850"/>
          <p14:tracePt t="2309" x="3041650" y="1555750"/>
          <p14:tracePt t="2326" x="2978150" y="1524000"/>
          <p14:tracePt t="2342" x="2851150" y="1473200"/>
          <p14:tracePt t="2360" x="2743200" y="1441450"/>
          <p14:tracePt t="2376" x="2679700" y="1416050"/>
          <p14:tracePt t="2392" x="2660650" y="1403350"/>
          <p14:tracePt t="2409" x="2641600" y="1397000"/>
          <p14:tracePt t="2425" x="2628900" y="1390650"/>
          <p14:tracePt t="2442" x="2622550" y="1384300"/>
          <p14:tracePt t="2476" x="2616200" y="1377950"/>
          <p14:tracePt t="2536" x="2622550" y="1371600"/>
          <p14:tracePt t="2557" x="2628900" y="1352550"/>
          <p14:tracePt t="2563" x="2635250" y="1339850"/>
          <p14:tracePt t="2574" x="2647950" y="1314450"/>
          <p14:tracePt t="2592" x="2692400" y="1263650"/>
          <p14:tracePt t="2609" x="2717800" y="1238250"/>
          <p14:tracePt t="2625" x="2749550" y="1206500"/>
          <p14:tracePt t="2642" x="2870200" y="1130300"/>
          <p14:tracePt t="2658" x="2914650" y="1111250"/>
          <p14:tracePt t="2675" x="2959100" y="1073150"/>
          <p14:tracePt t="2691" x="3060700" y="1022350"/>
          <p14:tracePt t="2708" x="3162300" y="952500"/>
          <p14:tracePt t="2725" x="3251200" y="882650"/>
          <p14:tracePt t="2741" x="3295650" y="857250"/>
          <p14:tracePt t="2758" x="3340100" y="819150"/>
          <p14:tracePt t="2774" x="3352800" y="800100"/>
          <p14:tracePt t="2791" x="3359150" y="800100"/>
          <p14:tracePt t="2837" x="3359150" y="806450"/>
          <p14:tracePt t="2866" x="3352800" y="806450"/>
          <p14:tracePt t="2872" x="3346450" y="812800"/>
          <p14:tracePt t="2887" x="3340100" y="825500"/>
          <p14:tracePt t="2894" x="3327400" y="838200"/>
          <p14:tracePt t="2910" x="3314700" y="863600"/>
          <p14:tracePt t="2924" x="3276600" y="914400"/>
          <p14:tracePt t="2940" x="3244850" y="958850"/>
          <p14:tracePt t="2957" x="3181350" y="1060450"/>
          <p14:tracePt t="2973" x="3143250" y="1104900"/>
          <p14:tracePt t="2990" x="3086100" y="1231900"/>
          <p14:tracePt t="3007" x="3048000" y="1289050"/>
          <p14:tracePt t="3023" x="2990850" y="1435100"/>
          <p14:tracePt t="3041" x="2933700" y="1574800"/>
          <p14:tracePt t="3056" x="2914650" y="1676400"/>
          <p14:tracePt t="3073" x="2908300" y="1720850"/>
          <p14:tracePt t="3090" x="2901950" y="1771650"/>
          <p14:tracePt t="3106" x="2889250" y="1803400"/>
          <p14:tracePt t="3123" x="2889250" y="1816100"/>
          <p14:tracePt t="3139" x="2889250" y="1835150"/>
          <p14:tracePt t="3156" x="2889250" y="1841500"/>
          <p14:tracePt t="3196" x="2889250" y="1828800"/>
          <p14:tracePt t="3217" x="2889250" y="1822450"/>
          <p14:tracePt t="3237" x="2889250" y="1816100"/>
          <p14:tracePt t="3245" x="2889250" y="1809750"/>
          <p14:tracePt t="3259" x="2889250" y="1803400"/>
          <p14:tracePt t="3273" x="2882900" y="1778000"/>
          <p14:tracePt t="3289" x="2863850" y="1727200"/>
          <p14:tracePt t="3306" x="2857500" y="1676400"/>
          <p14:tracePt t="3322" x="2832100" y="1568450"/>
          <p14:tracePt t="3339" x="2813050" y="1460500"/>
          <p14:tracePt t="3356" x="2813050" y="1422400"/>
          <p14:tracePt t="3372" x="2806700" y="1365250"/>
          <p14:tracePt t="3389" x="2806700" y="1339850"/>
          <p14:tracePt t="3406" x="2806700" y="1333500"/>
          <p14:tracePt t="3439" x="2806700" y="1339850"/>
          <p14:tracePt t="3458" x="2806700" y="1352550"/>
          <p14:tracePt t="3472" x="2819400" y="1377950"/>
          <p14:tracePt t="3488" x="2825750" y="1397000"/>
          <p14:tracePt t="3506" x="2851150" y="1479550"/>
          <p14:tracePt t="3522" x="2908300" y="1651000"/>
          <p14:tracePt t="3540" x="2940050" y="1771650"/>
          <p14:tracePt t="3555" x="3016250" y="2114550"/>
          <p14:tracePt t="3572" x="3048000" y="2222500"/>
          <p14:tracePt t="3589" x="3067050" y="2400300"/>
          <p14:tracePt t="3605" x="3073400" y="2476500"/>
          <p14:tracePt t="3621" x="3060700" y="2622550"/>
          <p14:tracePt t="3638" x="3054350" y="2705100"/>
          <p14:tracePt t="3655" x="3041650" y="2743200"/>
          <p14:tracePt t="3671" x="3022600" y="2794000"/>
          <p14:tracePt t="3688" x="3016250" y="2832100"/>
          <p14:tracePt t="3705" x="3016250" y="2838450"/>
          <p14:tracePt t="3750" x="3016250" y="2844800"/>
          <p14:tracePt t="3758" x="3016250" y="2851150"/>
          <p14:tracePt t="3828" x="3016250" y="2844800"/>
          <p14:tracePt t="4080" x="3009900" y="2844800"/>
          <p14:tracePt t="4108" x="3009900" y="2851150"/>
          <p14:tracePt t="4207" x="3009900" y="2838450"/>
          <p14:tracePt t="4228" x="3009900" y="2825750"/>
          <p14:tracePt t="4242" x="3016250" y="2800350"/>
          <p14:tracePt t="4249" x="3016250" y="2774950"/>
          <p14:tracePt t="4256" x="3016250" y="2724150"/>
          <p14:tracePt t="4272" x="3016250" y="2660650"/>
          <p14:tracePt t="4286" x="3016250" y="2559050"/>
          <p14:tracePt t="4303" x="2997200" y="2355850"/>
          <p14:tracePt t="4319" x="2952750" y="2127250"/>
          <p14:tracePt t="4335" x="2933700" y="2006600"/>
          <p14:tracePt t="4352" x="2901950" y="1905000"/>
          <p14:tracePt t="4369" x="2857500" y="1708150"/>
          <p14:tracePt t="4385" x="2832100" y="1568450"/>
          <p14:tracePt t="4388" x="2813050" y="1511300"/>
          <p14:tracePt t="4402" x="2813050" y="1473200"/>
          <p14:tracePt t="4418" x="2794000" y="1416050"/>
          <p14:tracePt t="4435" x="2794000" y="1403350"/>
          <p14:tracePt t="4453" x="2794000" y="1390650"/>
          <p14:tracePt t="4468" x="2794000" y="1384300"/>
          <p14:tracePt t="4523" x="2787650" y="1384300"/>
          <p14:tracePt t="4572" x="2774950" y="1377950"/>
          <p14:tracePt t="4579" x="2774950" y="1371600"/>
          <p14:tracePt t="4593" x="2768600" y="1365250"/>
          <p14:tracePt t="4602" x="2762250" y="1358900"/>
          <p14:tracePt t="4618" x="2755900" y="1346200"/>
          <p14:tracePt t="4635" x="2736850" y="1314450"/>
          <p14:tracePt t="4652" x="2705100" y="1276350"/>
          <p14:tracePt t="4668" x="2686050" y="1257300"/>
          <p14:tracePt t="4685" x="2660650" y="1225550"/>
          <p14:tracePt t="4701" x="2622550" y="1193800"/>
          <p14:tracePt t="4717" x="2616200" y="1193800"/>
          <p14:tracePt t="4735" x="2609850" y="1187450"/>
          <p14:tracePt t="4751" x="2603500" y="1187450"/>
          <p14:tracePt t="4768" x="2597150" y="1187450"/>
          <p14:tracePt t="4784" x="2590800" y="1187450"/>
          <p14:tracePt t="4801" x="2584450" y="1187450"/>
          <p14:tracePt t="4817" x="2578100" y="1187450"/>
          <p14:tracePt t="4835" x="2571750" y="1187450"/>
          <p14:tracePt t="4850" x="2565400" y="1193800"/>
          <p14:tracePt t="4867" x="2559050" y="1193800"/>
          <p14:tracePt t="4884" x="2546350" y="1193800"/>
          <p14:tracePt t="4903" x="2527300" y="1193800"/>
          <p14:tracePt t="4917" x="2514600" y="1193800"/>
          <p14:tracePt t="4934" x="2482850" y="1181100"/>
          <p14:tracePt t="4951" x="2438400" y="1174750"/>
          <p14:tracePt t="4967" x="2419350" y="1162050"/>
          <p14:tracePt t="4983" x="2387600" y="1155700"/>
          <p14:tracePt t="5001" x="2362200" y="1149350"/>
          <p14:tracePt t="5017" x="2355850" y="1149350"/>
          <p14:tracePt t="5033" x="2349500" y="1149350"/>
          <p14:tracePt t="5084" x="2355850" y="1149350"/>
          <p14:tracePt t="5091" x="2362200" y="1149350"/>
          <p14:tracePt t="5099" x="2368550" y="1149350"/>
          <p14:tracePt t="5116" x="2381250" y="1149350"/>
          <p14:tracePt t="5134" x="2413000" y="1149350"/>
          <p14:tracePt t="5149" x="2438400" y="1149350"/>
          <p14:tracePt t="5166" x="2514600" y="1149350"/>
          <p14:tracePt t="5183" x="2622550" y="1162050"/>
          <p14:tracePt t="5199" x="2673350" y="1162050"/>
          <p14:tracePt t="5216" x="2755900" y="1174750"/>
          <p14:tracePt t="5232" x="2806700" y="1174750"/>
          <p14:tracePt t="5249" x="2825750" y="1181100"/>
          <p14:tracePt t="5266" x="2832100" y="1181100"/>
          <p14:tracePt t="5282" x="2838450" y="1181100"/>
          <p14:tracePt t="5299" x="2832100" y="1187450"/>
          <p14:tracePt t="5316" x="2800350" y="1193800"/>
          <p14:tracePt t="5332" x="2736850" y="1212850"/>
          <p14:tracePt t="5349" x="2686050" y="1219200"/>
          <p14:tracePt t="5366" x="2552700" y="1238250"/>
          <p14:tracePt t="5382" x="2400300" y="1250950"/>
          <p14:tracePt t="5398" x="2336800" y="1257300"/>
          <p14:tracePt t="5415" x="2216150" y="1257300"/>
          <p14:tracePt t="5432" x="2165350" y="1257300"/>
          <p14:tracePt t="5448" x="2076450" y="1257300"/>
          <p14:tracePt t="5464" x="2025650" y="1257300"/>
          <p14:tracePt t="5481" x="2012950" y="1257300"/>
          <p14:tracePt t="5499" x="2006600" y="1257300"/>
          <p14:tracePt t="5514" x="2006600" y="1263650"/>
          <p14:tracePt t="5554" x="2012950" y="1263650"/>
          <p14:tracePt t="5561" x="2025650" y="1263650"/>
          <p14:tracePt t="5576" x="2057400" y="1263650"/>
          <p14:tracePt t="5584" x="2082800" y="1257300"/>
          <p14:tracePt t="5598" x="2127250" y="1257300"/>
          <p14:tracePt t="5614" x="2254250" y="1238250"/>
          <p14:tracePt t="5632" x="2330450" y="1225550"/>
          <p14:tracePt t="5648" x="2501900" y="1219200"/>
          <p14:tracePt t="5664" x="2667000" y="1200150"/>
          <p14:tracePt t="5681" x="2781300" y="1200150"/>
          <p14:tracePt t="5697" x="2819400" y="1200150"/>
          <p14:tracePt t="5714" x="2844800" y="1200150"/>
          <p14:tracePt t="5731" x="2857500" y="1200150"/>
          <p14:tracePt t="5765" x="2857500" y="1193800"/>
          <p14:tracePt t="5787" x="2851150" y="1193800"/>
          <p14:tracePt t="5793" x="2832100" y="1193800"/>
          <p14:tracePt t="5801" x="2806700" y="1193800"/>
          <p14:tracePt t="5816" x="2781300" y="1193800"/>
          <p14:tracePt t="5830" x="2743200" y="1193800"/>
          <p14:tracePt t="5847" x="2635250" y="1193800"/>
          <p14:tracePt t="5864" x="2508250" y="1206500"/>
          <p14:tracePt t="5880" x="2444750" y="1206500"/>
          <p14:tracePt t="5884" x="2387600" y="1212850"/>
          <p14:tracePt t="5897" x="2336800" y="1212850"/>
          <p14:tracePt t="5914" x="2279650" y="1212850"/>
          <p14:tracePt t="5930" x="2266950" y="1212850"/>
          <p14:tracePt t="5946" x="2254250" y="1212850"/>
          <p14:tracePt t="5998" x="2254250" y="1219200"/>
          <p14:tracePt t="6011" x="2260600" y="1219200"/>
          <p14:tracePt t="6026" x="2273300" y="1219200"/>
          <p14:tracePt t="6033" x="2292350" y="1219200"/>
          <p14:tracePt t="6049" x="2324100" y="1219200"/>
          <p14:tracePt t="6063" x="2362200" y="1219200"/>
          <p14:tracePt t="6079" x="2463800" y="1212850"/>
          <p14:tracePt t="6096" x="2584450" y="1212850"/>
          <p14:tracePt t="6113" x="2622550" y="1212850"/>
          <p14:tracePt t="6129" x="2673350" y="1219200"/>
          <p14:tracePt t="6146" x="2692400" y="1219200"/>
          <p14:tracePt t="6194" x="2686050" y="1219200"/>
          <p14:tracePt t="6208" x="2667000" y="1219200"/>
          <p14:tracePt t="6216" x="2635250" y="1219200"/>
          <p14:tracePt t="6230" x="2597150" y="1219200"/>
          <p14:tracePt t="6246" x="2463800" y="1231900"/>
          <p14:tracePt t="6262" x="2387600" y="1244600"/>
          <p14:tracePt t="6279" x="2235200" y="1250950"/>
          <p14:tracePt t="6296" x="2082800" y="1263650"/>
          <p14:tracePt t="6312" x="2012950" y="1270000"/>
          <p14:tracePt t="6329" x="1917700" y="1289050"/>
          <p14:tracePt t="6345" x="1898650" y="1295400"/>
          <p14:tracePt t="6363" x="1873250" y="1301750"/>
          <p14:tracePt t="6398" x="1885950" y="1301750"/>
          <p14:tracePt t="6412" x="1905000" y="1295400"/>
          <p14:tracePt t="6428" x="1974850" y="1289050"/>
          <p14:tracePt t="6445" x="2051050" y="1289050"/>
          <p14:tracePt t="6462" x="2203450" y="1282700"/>
          <p14:tracePt t="6478" x="2355850" y="1282700"/>
          <p14:tracePt t="6495" x="2438400" y="1282700"/>
          <p14:tracePt t="6511" x="2540000" y="1282700"/>
          <p14:tracePt t="6528" x="2597150" y="1282700"/>
          <p14:tracePt t="6545" x="2628900" y="1282700"/>
          <p14:tracePt t="6561" x="2654300" y="1282700"/>
          <p14:tracePt t="6577" x="2673350" y="1282700"/>
          <p14:tracePt t="9391" x="2667000" y="1276350"/>
          <p14:tracePt t="9398" x="2635250" y="1257300"/>
          <p14:tracePt t="9405" x="2616200" y="1250950"/>
          <p14:tracePt t="9421" x="2590800" y="1244600"/>
          <p14:tracePt t="9435" x="2565400" y="1231900"/>
          <p14:tracePt t="9451" x="2552700" y="1225550"/>
          <p14:tracePt t="9455" x="2546350" y="1225550"/>
          <p14:tracePt t="9470" x="2533650" y="1225550"/>
          <p14:tracePt t="9496" x="2527300" y="1225550"/>
          <p14:tracePt t="9504" x="2520950" y="1225550"/>
          <p14:tracePt t="9524" x="2514600" y="1225550"/>
          <p14:tracePt t="9538" x="2508250" y="1225550"/>
          <p14:tracePt t="9550" x="2501900" y="1225550"/>
          <p14:tracePt t="9573" x="2489200" y="1225550"/>
          <p14:tracePt t="9636" x="2489200" y="1231900"/>
          <p14:tracePt t="9643" x="2482850" y="1231900"/>
          <p14:tracePt t="9658" x="2476500" y="1231900"/>
          <p14:tracePt t="9667" x="2470150" y="1231900"/>
          <p14:tracePt t="9683" x="2463800" y="1231900"/>
          <p14:tracePt t="9700" x="2457450" y="1231900"/>
          <p14:tracePt t="9717" x="2457450" y="1238250"/>
          <p14:tracePt t="9734" x="2451100" y="1238250"/>
          <p14:tracePt t="9751" x="2432050" y="1244600"/>
          <p14:tracePt t="9767" x="2406650" y="1250950"/>
          <p14:tracePt t="9784" x="2393950" y="1257300"/>
          <p14:tracePt t="9800" x="2355850" y="1270000"/>
          <p14:tracePt t="9816" x="2330450" y="1270000"/>
          <p14:tracePt t="9833" x="2286000" y="1282700"/>
          <p14:tracePt t="9850" x="2273300" y="1282700"/>
          <p14:tracePt t="9866" x="2260600" y="1289050"/>
          <p14:tracePt t="9883" x="2247900" y="1289050"/>
          <p14:tracePt t="9900" x="2241550" y="1289050"/>
          <p14:tracePt t="9917" x="2241550" y="1295400"/>
          <p14:tracePt t="9960" x="2247900" y="1295400"/>
          <p14:tracePt t="9969" x="2254250" y="1295400"/>
          <p14:tracePt t="9983" x="2266950" y="1289050"/>
          <p14:tracePt t="9999" x="2279650" y="1289050"/>
          <p14:tracePt t="10016" x="2336800" y="1289050"/>
          <p14:tracePt t="10032" x="2457450" y="1276350"/>
          <p14:tracePt t="10049" x="2533650" y="1276350"/>
          <p14:tracePt t="10066" x="2711450" y="1276350"/>
          <p14:tracePt t="10082" x="2876550" y="1276350"/>
          <p14:tracePt t="10099" x="2940050" y="1282700"/>
          <p14:tracePt t="10115" x="3041650" y="1282700"/>
          <p14:tracePt t="10132" x="3092450" y="1282700"/>
          <p14:tracePt t="10149" x="3105150" y="1282700"/>
          <p14:tracePt t="10200" x="3098800" y="1282700"/>
          <p14:tracePt t="10205" x="3079750" y="1282700"/>
          <p14:tracePt t="10219" x="3054350" y="1282700"/>
          <p14:tracePt t="10232" x="3035300" y="1289050"/>
          <p14:tracePt t="10248" x="2933700" y="1289050"/>
          <p14:tracePt t="10265" x="2870200" y="1301750"/>
          <p14:tracePt t="10282" x="2743200" y="1295400"/>
          <p14:tracePt t="10298" x="2609850" y="1295400"/>
          <p14:tracePt t="10315" x="2571750" y="1295400"/>
          <p14:tracePt t="10332" x="2514600" y="1295400"/>
          <p14:tracePt t="10348" x="2495550" y="1301750"/>
          <p14:tracePt t="10395" x="2489200" y="1301750"/>
          <p14:tracePt t="10606" x="2495550" y="1295400"/>
          <p14:tracePt t="10648" x="2501900" y="1295400"/>
          <p14:tracePt t="10675" x="2508250" y="129540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r>
              <a:rPr lang="en-US" altLang="en-US" b="1" dirty="0" smtClean="0"/>
              <a:t>The </a:t>
            </a:r>
            <a:r>
              <a:rPr lang="en-US" altLang="en-US" b="1" dirty="0" err="1" smtClean="0"/>
              <a:t>Dataclasses</a:t>
            </a:r>
            <a:r>
              <a:rPr lang="en-US" altLang="en-US" b="1" dirty="0" smtClean="0"/>
              <a:t> Module (Python 3.7)</a:t>
            </a:r>
            <a:endParaRPr lang="en-US" altLang="en-US" b="1" dirty="0"/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8991600" cy="5943600"/>
          </a:xfrm>
        </p:spPr>
        <p:txBody>
          <a:bodyPr/>
          <a:lstStyle/>
          <a:p>
            <a:pPr marL="287338" lvl="1" indent="0">
              <a:lnSpc>
                <a:spcPct val="95000"/>
              </a:lnSpc>
              <a:buNone/>
            </a:pPr>
            <a:r>
              <a:rPr lang="en-US" altLang="en-US" sz="3200" spc="-100" dirty="0" err="1" smtClean="0">
                <a:solidFill>
                  <a:srgbClr val="FF0000"/>
                </a:solidFill>
              </a:rPr>
              <a:t>Dataclass</a:t>
            </a:r>
            <a:r>
              <a:rPr lang="en-US" altLang="en-US" sz="3200" spc="-100" dirty="0" smtClean="0">
                <a:solidFill>
                  <a:srgbClr val="FF0000"/>
                </a:solidFill>
              </a:rPr>
              <a:t> guesses how to define indirect methods:</a:t>
            </a:r>
          </a:p>
          <a:p>
            <a:pPr marL="855662" lvl="2" indent="-514350">
              <a:lnSpc>
                <a:spcPct val="95000"/>
              </a:lnSpc>
              <a:buFont typeface="+mj-lt"/>
              <a:buAutoNum type="arabicPeriod"/>
            </a:pPr>
            <a:r>
              <a:rPr lang="en-US" altLang="en-US" sz="3000" dirty="0">
                <a:solidFill>
                  <a:schemeClr val="accent2"/>
                </a:solidFill>
              </a:rPr>
              <a:t>You can </a:t>
            </a:r>
            <a:r>
              <a:rPr lang="en-US" altLang="en-US" sz="3000" dirty="0" smtClean="0">
                <a:solidFill>
                  <a:schemeClr val="accent2"/>
                </a:solidFill>
              </a:rPr>
              <a:t>override these implementation guesses, </a:t>
            </a:r>
            <a:r>
              <a:rPr lang="en-US" altLang="en-US" sz="3000" dirty="0">
                <a:solidFill>
                  <a:schemeClr val="accent2"/>
                </a:solidFill>
              </a:rPr>
              <a:t>by giving your own definitions. </a:t>
            </a:r>
            <a:endParaRPr lang="en-US" altLang="en-US" sz="3000" dirty="0" smtClean="0">
              <a:solidFill>
                <a:schemeClr val="accent2"/>
              </a:solidFill>
            </a:endParaRPr>
          </a:p>
          <a:p>
            <a:pPr marL="855662" lvl="2" indent="-514350">
              <a:lnSpc>
                <a:spcPct val="95000"/>
              </a:lnSpc>
              <a:spcBef>
                <a:spcPts val="1800"/>
              </a:spcBef>
              <a:buFont typeface="+mj-lt"/>
              <a:buAutoNum type="arabicPeriod"/>
            </a:pPr>
            <a:r>
              <a:rPr lang="en-US" altLang="en-US" sz="3000" dirty="0" smtClean="0">
                <a:solidFill>
                  <a:schemeClr val="accent2"/>
                </a:solidFill>
              </a:rPr>
              <a:t>You can also indicate which methods to make guesses for. These come in 6 categories:</a:t>
            </a:r>
          </a:p>
          <a:p>
            <a:pPr marL="1146175" lvl="3" indent="-409575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altLang="en-US" sz="2800" dirty="0" err="1">
                <a:solidFill>
                  <a:srgbClr val="00B050"/>
                </a:solidFill>
              </a:rPr>
              <a:t>init</a:t>
            </a:r>
            <a:r>
              <a:rPr lang="en-US" altLang="en-US" sz="2800" dirty="0">
                <a:solidFill>
                  <a:schemeClr val="accent2"/>
                </a:solidFill>
              </a:rPr>
              <a:t>: </a:t>
            </a:r>
            <a:r>
              <a:rPr lang="en-US" altLang="en-US" sz="2800" dirty="0" smtClean="0">
                <a:solidFill>
                  <a:schemeClr val="accent2"/>
                </a:solidFill>
              </a:rPr>
              <a:t>Generate </a:t>
            </a:r>
            <a:r>
              <a:rPr lang="en-US" altLang="en-US" sz="2800" dirty="0">
                <a:solidFill>
                  <a:schemeClr val="accent2"/>
                </a:solidFill>
              </a:rPr>
              <a:t>guess for </a:t>
            </a:r>
            <a:r>
              <a:rPr lang="en-US" altLang="en-US" sz="2800" dirty="0">
                <a:solidFill>
                  <a:srgbClr val="FF0000"/>
                </a:solidFill>
              </a:rPr>
              <a:t>__</a:t>
            </a:r>
            <a:r>
              <a:rPr lang="en-US" altLang="en-US" sz="2800" dirty="0" err="1">
                <a:solidFill>
                  <a:srgbClr val="FF0000"/>
                </a:solidFill>
              </a:rPr>
              <a:t>init</a:t>
            </a:r>
            <a:r>
              <a:rPr lang="en-US" altLang="en-US" sz="2800" dirty="0">
                <a:solidFill>
                  <a:srgbClr val="FF0000"/>
                </a:solidFill>
              </a:rPr>
              <a:t>__()</a:t>
            </a:r>
            <a:r>
              <a:rPr lang="en-US" altLang="en-US" sz="2800" dirty="0">
                <a:solidFill>
                  <a:schemeClr val="accent2"/>
                </a:solidFill>
              </a:rPr>
              <a:t>.</a:t>
            </a:r>
          </a:p>
          <a:p>
            <a:pPr marL="1146175" lvl="3" indent="-409575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altLang="en-US" sz="2800" dirty="0" err="1" smtClean="0">
                <a:solidFill>
                  <a:srgbClr val="00B050"/>
                </a:solidFill>
              </a:rPr>
              <a:t>eq</a:t>
            </a:r>
            <a:r>
              <a:rPr lang="en-US" altLang="en-US" sz="2800" dirty="0" smtClean="0">
                <a:solidFill>
                  <a:schemeClr val="accent2"/>
                </a:solidFill>
              </a:rPr>
              <a:t>: Generate guess for </a:t>
            </a:r>
            <a:r>
              <a:rPr lang="en-US" altLang="en-US" sz="2800" dirty="0" smtClean="0">
                <a:solidFill>
                  <a:srgbClr val="FF0000"/>
                </a:solidFill>
              </a:rPr>
              <a:t>__</a:t>
            </a:r>
            <a:r>
              <a:rPr lang="en-US" altLang="en-US" sz="2800" dirty="0" err="1" smtClean="0">
                <a:solidFill>
                  <a:srgbClr val="FF0000"/>
                </a:solidFill>
              </a:rPr>
              <a:t>eq</a:t>
            </a:r>
            <a:r>
              <a:rPr lang="en-US" altLang="en-US" sz="2800" dirty="0" smtClean="0">
                <a:solidFill>
                  <a:srgbClr val="FF0000"/>
                </a:solidFill>
              </a:rPr>
              <a:t>__()</a:t>
            </a:r>
            <a:r>
              <a:rPr lang="en-US" altLang="en-US" sz="2800" dirty="0" smtClean="0">
                <a:solidFill>
                  <a:schemeClr val="accent2"/>
                </a:solidFill>
              </a:rPr>
              <a:t>.</a:t>
            </a:r>
            <a:endParaRPr lang="en-US" altLang="en-US" sz="2800" dirty="0">
              <a:solidFill>
                <a:schemeClr val="accent2"/>
              </a:solidFill>
            </a:endParaRPr>
          </a:p>
          <a:p>
            <a:pPr marL="1146175" lvl="3" indent="-409575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B050"/>
                </a:solidFill>
              </a:rPr>
              <a:t>o</a:t>
            </a:r>
            <a:r>
              <a:rPr lang="en-US" altLang="en-US" sz="2800" dirty="0" smtClean="0">
                <a:solidFill>
                  <a:srgbClr val="00B050"/>
                </a:solidFill>
              </a:rPr>
              <a:t>rder</a:t>
            </a:r>
            <a:r>
              <a:rPr lang="en-US" altLang="en-US" sz="2800" dirty="0" smtClean="0">
                <a:solidFill>
                  <a:schemeClr val="accent2"/>
                </a:solidFill>
              </a:rPr>
              <a:t>: Generate guesses for </a:t>
            </a:r>
            <a:r>
              <a:rPr lang="en-US" altLang="en-US" sz="2800" dirty="0" smtClean="0">
                <a:solidFill>
                  <a:srgbClr val="FF0000"/>
                </a:solidFill>
              </a:rPr>
              <a:t>__</a:t>
            </a:r>
            <a:r>
              <a:rPr lang="en-US" altLang="en-US" sz="2800" dirty="0" err="1">
                <a:solidFill>
                  <a:srgbClr val="FF0000"/>
                </a:solidFill>
              </a:rPr>
              <a:t>lt</a:t>
            </a:r>
            <a:r>
              <a:rPr lang="en-US" altLang="en-US" sz="2800" dirty="0">
                <a:solidFill>
                  <a:srgbClr val="FF0000"/>
                </a:solidFill>
              </a:rPr>
              <a:t>__(), __le__(), </a:t>
            </a:r>
          </a:p>
          <a:p>
            <a:pPr marL="736600" lvl="3" indent="4981575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sz="2800" dirty="0" smtClean="0">
                <a:solidFill>
                  <a:srgbClr val="FF0000"/>
                </a:solidFill>
              </a:rPr>
              <a:t>__</a:t>
            </a:r>
            <a:r>
              <a:rPr lang="en-US" altLang="en-US" sz="2800" dirty="0" err="1">
                <a:solidFill>
                  <a:srgbClr val="FF0000"/>
                </a:solidFill>
              </a:rPr>
              <a:t>gt</a:t>
            </a:r>
            <a:r>
              <a:rPr lang="en-US" altLang="en-US" sz="2800" dirty="0" smtClean="0">
                <a:solidFill>
                  <a:srgbClr val="FF0000"/>
                </a:solidFill>
              </a:rPr>
              <a:t>__(), </a:t>
            </a:r>
            <a:r>
              <a:rPr lang="en-US" altLang="en-US" sz="2800" dirty="0">
                <a:solidFill>
                  <a:srgbClr val="FF0000"/>
                </a:solidFill>
              </a:rPr>
              <a:t>__</a:t>
            </a:r>
            <a:r>
              <a:rPr lang="en-US" altLang="en-US" sz="2800" dirty="0" err="1">
                <a:solidFill>
                  <a:srgbClr val="FF0000"/>
                </a:solidFill>
              </a:rPr>
              <a:t>ge</a:t>
            </a:r>
            <a:r>
              <a:rPr lang="en-US" altLang="en-US" sz="2800" dirty="0" smtClean="0">
                <a:solidFill>
                  <a:srgbClr val="FF0000"/>
                </a:solidFill>
              </a:rPr>
              <a:t>__()</a:t>
            </a:r>
          </a:p>
          <a:p>
            <a:pPr marL="1146175" lvl="3" indent="-409575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altLang="en-US" sz="2800" dirty="0" err="1">
                <a:solidFill>
                  <a:srgbClr val="00B050"/>
                </a:solidFill>
              </a:rPr>
              <a:t>unsafe_hash</a:t>
            </a:r>
            <a:r>
              <a:rPr lang="en-US" altLang="en-US" sz="2800" dirty="0">
                <a:solidFill>
                  <a:schemeClr val="accent2"/>
                </a:solidFill>
              </a:rPr>
              <a:t>: Whether to generate </a:t>
            </a:r>
            <a:r>
              <a:rPr lang="en-US" altLang="en-US" sz="2800" dirty="0">
                <a:solidFill>
                  <a:srgbClr val="FF0000"/>
                </a:solidFill>
              </a:rPr>
              <a:t>__hash__()</a:t>
            </a:r>
          </a:p>
          <a:p>
            <a:pPr marL="1146175" lvl="3" indent="-409575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altLang="en-US" sz="2800" dirty="0" err="1" smtClean="0">
                <a:solidFill>
                  <a:srgbClr val="00B050"/>
                </a:solidFill>
              </a:rPr>
              <a:t>repr</a:t>
            </a:r>
            <a:r>
              <a:rPr lang="en-US" altLang="en-US" sz="2800" dirty="0" smtClean="0">
                <a:solidFill>
                  <a:schemeClr val="accent2"/>
                </a:solidFill>
              </a:rPr>
              <a:t>: Generate guess for </a:t>
            </a:r>
            <a:r>
              <a:rPr lang="en-US" altLang="en-US" sz="2800" dirty="0" smtClean="0">
                <a:solidFill>
                  <a:srgbClr val="FF0000"/>
                </a:solidFill>
              </a:rPr>
              <a:t>__</a:t>
            </a:r>
            <a:r>
              <a:rPr lang="en-US" altLang="en-US" sz="2800" dirty="0" err="1" smtClean="0">
                <a:solidFill>
                  <a:srgbClr val="FF0000"/>
                </a:solidFill>
              </a:rPr>
              <a:t>repr</a:t>
            </a:r>
            <a:r>
              <a:rPr lang="en-US" altLang="en-US" sz="2800" dirty="0" smtClean="0">
                <a:solidFill>
                  <a:srgbClr val="FF0000"/>
                </a:solidFill>
              </a:rPr>
              <a:t>__()</a:t>
            </a:r>
            <a:endParaRPr lang="en-US" altLang="en-US" sz="2800" dirty="0">
              <a:solidFill>
                <a:srgbClr val="FF0000"/>
              </a:solidFill>
            </a:endParaRPr>
          </a:p>
          <a:p>
            <a:pPr marL="1146175" lvl="3" indent="-409575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rgbClr val="00B050"/>
                </a:solidFill>
              </a:rPr>
              <a:t>frozen</a:t>
            </a:r>
            <a:r>
              <a:rPr lang="en-US" altLang="en-US" sz="2800" dirty="0">
                <a:solidFill>
                  <a:schemeClr val="accent2"/>
                </a:solidFill>
              </a:rPr>
              <a:t>: </a:t>
            </a:r>
            <a:r>
              <a:rPr lang="en-US" altLang="en-US" sz="2800" dirty="0" smtClean="0">
                <a:solidFill>
                  <a:schemeClr val="accent2"/>
                </a:solidFill>
              </a:rPr>
              <a:t>assigning </a:t>
            </a:r>
            <a:r>
              <a:rPr lang="en-US" altLang="en-US" sz="2800" dirty="0">
                <a:solidFill>
                  <a:schemeClr val="accent2"/>
                </a:solidFill>
              </a:rPr>
              <a:t>to fields </a:t>
            </a:r>
            <a:r>
              <a:rPr lang="en-US" altLang="en-US" sz="2800" dirty="0" smtClean="0">
                <a:solidFill>
                  <a:schemeClr val="accent2"/>
                </a:solidFill>
              </a:rPr>
              <a:t>raises an error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00775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7910"/>
    </mc:Choice>
    <mc:Fallback>
      <p:transition spd="slow" advTm="779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17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5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483" x="2514600" y="1295400"/>
          <p14:tracePt t="2490" x="2520950" y="1295400"/>
          <p14:tracePt t="2498" x="2533650" y="1289050"/>
          <p14:tracePt t="2515" x="2559050" y="1257300"/>
          <p14:tracePt t="2532" x="2603500" y="1225550"/>
          <p14:tracePt t="2548" x="2635250" y="1212850"/>
          <p14:tracePt t="2565" x="2667000" y="1200150"/>
          <p14:tracePt t="2582" x="2711450" y="1193800"/>
          <p14:tracePt t="2598" x="2743200" y="1187450"/>
          <p14:tracePt t="2615" x="2774950" y="1187450"/>
          <p14:tracePt t="2631" x="2813050" y="1187450"/>
          <p14:tracePt t="2648" x="2832100" y="1187450"/>
          <p14:tracePt t="2665" x="2863850" y="1187450"/>
          <p14:tracePt t="2681" x="2876550" y="1187450"/>
          <p14:tracePt t="2698" x="2889250" y="1187450"/>
          <p14:tracePt t="2715" x="2895600" y="1193800"/>
          <p14:tracePt t="2747" x="2901950" y="1200150"/>
          <p14:tracePt t="2764" x="2901950" y="1206500"/>
          <p14:tracePt t="2785" x="2901950" y="1212850"/>
          <p14:tracePt t="2806" x="2901950" y="1219200"/>
          <p14:tracePt t="2834" x="2908300" y="1225550"/>
          <p14:tracePt t="2849" x="2908300" y="1231900"/>
          <p14:tracePt t="2855" x="2914650" y="1238250"/>
          <p14:tracePt t="2869" x="2914650" y="1244600"/>
          <p14:tracePt t="2880" x="2921000" y="1244600"/>
          <p14:tracePt t="2897" x="2921000" y="1257300"/>
          <p14:tracePt t="2913" x="2933700" y="1270000"/>
          <p14:tracePt t="2930" x="2940050" y="1295400"/>
          <p14:tracePt t="2934" x="2946400" y="1314450"/>
          <p14:tracePt t="2947" x="2952750" y="1352550"/>
          <p14:tracePt t="2963" x="2959100" y="1384300"/>
          <p14:tracePt t="2980" x="2965450" y="1416050"/>
          <p14:tracePt t="2997" x="2971800" y="1460500"/>
          <p14:tracePt t="3013" x="2971800" y="1492250"/>
          <p14:tracePt t="3030" x="2971800" y="1517650"/>
          <p14:tracePt t="3046" x="2965450" y="1530350"/>
          <p14:tracePt t="3063" x="2965450" y="1543050"/>
          <p14:tracePt t="3080" x="2959100" y="1555750"/>
          <p14:tracePt t="3096" x="2952750" y="1562100"/>
          <p14:tracePt t="3129" x="2952750" y="1568450"/>
          <p14:tracePt t="3164" x="2952750" y="1574800"/>
          <p14:tracePt t="3171" x="2946400" y="1574800"/>
          <p14:tracePt t="3185" x="2946400" y="1581150"/>
          <p14:tracePt t="7694" x="2952750" y="1600200"/>
          <p14:tracePt t="7701" x="2965450" y="1631950"/>
          <p14:tracePt t="7713" x="2984500" y="1676400"/>
          <p14:tracePt t="7730" x="3041650" y="1784350"/>
          <p14:tracePt t="7747" x="3067050" y="1835150"/>
          <p14:tracePt t="7764" x="3124200" y="1898650"/>
          <p14:tracePt t="7780" x="3162300" y="1943100"/>
          <p14:tracePt t="7797" x="3187700" y="1981200"/>
          <p14:tracePt t="7814" x="3238500" y="2025650"/>
          <p14:tracePt t="7830" x="3263900" y="2063750"/>
          <p14:tracePt t="7846" x="3289300" y="2089150"/>
          <p14:tracePt t="7863" x="3327400" y="2127250"/>
          <p14:tracePt t="7880" x="3359150" y="2165350"/>
          <p14:tracePt t="7897" x="3384550" y="2197100"/>
          <p14:tracePt t="7913" x="3429000" y="2241550"/>
          <p14:tracePt t="7930" x="3454400" y="2260600"/>
          <p14:tracePt t="7947" x="3498850" y="2286000"/>
          <p14:tracePt t="7963" x="3517900" y="2305050"/>
          <p14:tracePt t="7979" x="3530600" y="2311400"/>
          <p14:tracePt t="7996" x="3543300" y="2330450"/>
          <p14:tracePt t="8073" x="3549650" y="2330450"/>
          <p14:tracePt t="8121" x="3556000" y="2336800"/>
          <p14:tracePt t="8179" x="3556000" y="2343150"/>
          <p14:tracePt t="8200" x="3568700" y="2343150"/>
          <p14:tracePt t="8235" x="3575050" y="2349500"/>
          <p14:tracePt t="8241" x="3581400" y="2349500"/>
          <p14:tracePt t="8248" x="3594100" y="2349500"/>
          <p14:tracePt t="8262" x="3600450" y="2355850"/>
          <p14:tracePt t="8278" x="3613150" y="2362200"/>
          <p14:tracePt t="8295" x="3638550" y="2368550"/>
          <p14:tracePt t="8312" x="3663950" y="2381250"/>
          <p14:tracePt t="8328" x="3683000" y="2387600"/>
          <p14:tracePt t="8345" x="3695700" y="2400300"/>
          <p14:tracePt t="8362" x="3714750" y="2400300"/>
          <p14:tracePt t="8378" x="3721100" y="2400300"/>
          <p14:tracePt t="8395" x="3727450" y="2406650"/>
          <p14:tracePt t="8473" x="3727450" y="2413000"/>
          <p14:tracePt t="20997" x="3746500" y="2406650"/>
          <p14:tracePt t="21004" x="3771900" y="2393950"/>
          <p14:tracePt t="21018" x="3848100" y="2349500"/>
          <p14:tracePt t="21034" x="3917950" y="2336800"/>
          <p14:tracePt t="21051" x="4025900" y="2317750"/>
          <p14:tracePt t="21068" x="4184650" y="2298700"/>
          <p14:tracePt t="21084" x="4305300" y="2279650"/>
          <p14:tracePt t="21101" x="4387850" y="2266950"/>
          <p14:tracePt t="21117" x="4508500" y="2266950"/>
          <p14:tracePt t="21134" x="4565650" y="2266950"/>
          <p14:tracePt t="21151" x="4629150" y="2266950"/>
          <p14:tracePt t="21167" x="4673600" y="2266950"/>
          <p14:tracePt t="21184" x="4705350" y="2273300"/>
          <p14:tracePt t="21187" x="4718050" y="2273300"/>
          <p14:tracePt t="21201" x="4762500" y="2273300"/>
          <p14:tracePt t="21217" x="4781550" y="2273300"/>
          <p14:tracePt t="21234" x="4813300" y="2273300"/>
          <p14:tracePt t="21250" x="4851400" y="2273300"/>
          <p14:tracePt t="21267" x="4870450" y="2279650"/>
          <p14:tracePt t="21285" x="4908550" y="2286000"/>
          <p14:tracePt t="21300" x="4933950" y="2286000"/>
          <p14:tracePt t="21317" x="4946650" y="2292350"/>
          <p14:tracePt t="21334" x="4978400" y="2292350"/>
          <p14:tracePt t="21350" x="4997450" y="2292350"/>
          <p14:tracePt t="21367" x="5010150" y="2286000"/>
          <p14:tracePt t="21383" x="5041900" y="2279650"/>
          <p14:tracePt t="21400" x="5060950" y="2273300"/>
          <p14:tracePt t="21416" x="5067300" y="2260600"/>
          <p14:tracePt t="21433" x="5086350" y="2254250"/>
          <p14:tracePt t="21449" x="5105400" y="2241550"/>
          <p14:tracePt t="21467" x="5111750" y="2228850"/>
          <p14:tracePt t="21483" x="5130800" y="2209800"/>
          <p14:tracePt t="21499" x="5143500" y="2197100"/>
          <p14:tracePt t="21517" x="5156200" y="2171700"/>
          <p14:tracePt t="21532" x="5162550" y="2159000"/>
          <p14:tracePt t="21549" x="5168900" y="2139950"/>
          <p14:tracePt t="21566" x="5168900" y="2108200"/>
          <p14:tracePt t="21582" x="5168900" y="2095500"/>
          <p14:tracePt t="21599" x="5162550" y="2076450"/>
          <p14:tracePt t="21616" x="5130800" y="2032000"/>
          <p14:tracePt t="21632" x="5105400" y="2000250"/>
          <p14:tracePt t="21650" x="5048250" y="1962150"/>
          <p14:tracePt t="21665" x="5010150" y="1936750"/>
          <p14:tracePt t="21682" x="4953000" y="1917700"/>
          <p14:tracePt t="21699" x="4870450" y="1892300"/>
          <p14:tracePt t="21715" x="4787900" y="1879600"/>
          <p14:tracePt t="21732" x="4692650" y="1860550"/>
          <p14:tracePt t="21749" x="4521200" y="1854200"/>
          <p14:tracePt t="21765" x="4394200" y="1854200"/>
          <p14:tracePt t="21782" x="4267200" y="1854200"/>
          <p14:tracePt t="21798" x="4095750" y="1835150"/>
          <p14:tracePt t="21815" x="3987800" y="1835150"/>
          <p14:tracePt t="21832" x="3829050" y="1822450"/>
          <p14:tracePt t="21849" x="3689350" y="1816100"/>
          <p14:tracePt t="21865" x="3600450" y="1816100"/>
          <p14:tracePt t="21882" x="3454400" y="1778000"/>
          <p14:tracePt t="21898" x="3359150" y="1746250"/>
          <p14:tracePt t="21915" x="3219450" y="1663700"/>
          <p14:tracePt t="21931" x="3086100" y="1587500"/>
          <p14:tracePt t="21948" x="3028950" y="1555750"/>
          <p14:tracePt t="21964" x="2933700" y="1473200"/>
          <p14:tracePt t="21981" x="2876550" y="1428750"/>
          <p14:tracePt t="21997" x="2857500" y="1416050"/>
          <p14:tracePt t="22015" x="2806700" y="1377950"/>
          <p14:tracePt t="22031" x="2781300" y="1358900"/>
          <p14:tracePt t="22047" x="2768600" y="1352550"/>
          <p14:tracePt t="22065" x="2749550" y="1339850"/>
          <p14:tracePt t="22081" x="2736850" y="1327150"/>
          <p14:tracePt t="22097" x="2724150" y="1320800"/>
          <p14:tracePt t="22114" x="2705100" y="1320800"/>
          <p14:tracePt t="22131" x="2679700" y="1314450"/>
          <p14:tracePt t="22147" x="2667000" y="1314450"/>
          <p14:tracePt t="22164" x="2647950" y="1320800"/>
          <p14:tracePt t="22180" x="2641600" y="1320800"/>
          <p14:tracePt t="22198" x="2628900" y="1333500"/>
          <p14:tracePt t="22213" x="2622550" y="1333500"/>
          <p14:tracePt t="22230" x="2616200" y="1339850"/>
          <p14:tracePt t="22247" x="2609850" y="1352550"/>
          <p14:tracePt t="22264" x="2603500" y="1365250"/>
          <p14:tracePt t="22280" x="2603500" y="1377950"/>
          <p14:tracePt t="22297" x="2597150" y="1384300"/>
          <p14:tracePt t="22313" x="2590800" y="1397000"/>
          <p14:tracePt t="22330" x="2584450" y="1403350"/>
          <p14:tracePt t="22347" x="2584450" y="1409700"/>
          <p14:tracePt t="22363" x="2584450" y="1416050"/>
          <p14:tracePt t="22408" x="2584450" y="1422400"/>
          <p14:tracePt t="22422" x="2584450" y="1428750"/>
          <p14:tracePt t="22432" x="2590800" y="1435100"/>
          <p14:tracePt t="22446" x="2597150" y="1441450"/>
          <p14:tracePt t="22463" x="2603500" y="1454150"/>
          <p14:tracePt t="22479" x="2679700" y="1524000"/>
          <p14:tracePt t="22496" x="2711450" y="1555750"/>
          <p14:tracePt t="22514" x="2832100" y="1676400"/>
          <p14:tracePt t="22529" x="2889250" y="1733550"/>
          <p14:tracePt t="22546" x="3035300" y="1866900"/>
          <p14:tracePt t="22563" x="3175000" y="1987550"/>
          <p14:tracePt t="22579" x="3232150" y="2044700"/>
          <p14:tracePt t="22596" x="3352800" y="2152650"/>
          <p14:tracePt t="22612" x="3441700" y="2228850"/>
          <p14:tracePt t="22629" x="3473450" y="2254250"/>
          <p14:tracePt t="22646" x="3517900" y="2292350"/>
          <p14:tracePt t="22662" x="3536950" y="2298700"/>
          <p14:tracePt t="22678" x="3543300" y="2298700"/>
          <p14:tracePt t="22696" x="3549650" y="2298700"/>
          <p14:tracePt t="22801" x="3549650" y="2305050"/>
          <p14:tracePt t="22816" x="3556000" y="2305050"/>
          <p14:tracePt t="22822" x="3562350" y="2305050"/>
          <p14:tracePt t="22831" x="3562350" y="2311400"/>
          <p14:tracePt t="22845" x="3562350" y="2317750"/>
          <p14:tracePt t="25137" x="3568700" y="2330450"/>
          <p14:tracePt t="25151" x="3587750" y="2362200"/>
          <p14:tracePt t="25159" x="3600450" y="2393950"/>
          <p14:tracePt t="25173" x="3625850" y="2425700"/>
          <p14:tracePt t="25187" x="3663950" y="2476500"/>
          <p14:tracePt t="25203" x="3683000" y="2508250"/>
          <p14:tracePt t="25220" x="3695700" y="2540000"/>
          <p14:tracePt t="25237" x="3733800" y="2603500"/>
          <p14:tracePt t="25253" x="3771900" y="2692400"/>
          <p14:tracePt t="25257" x="3784600" y="2724150"/>
          <p14:tracePt t="25272" x="3803650" y="2768600"/>
          <p14:tracePt t="25286" x="3822700" y="2806700"/>
          <p14:tracePt t="25303" x="3848100" y="2870200"/>
          <p14:tracePt t="25320" x="3873500" y="2914650"/>
          <p14:tracePt t="25336" x="3886200" y="2933700"/>
          <p14:tracePt t="25353" x="3898900" y="2971800"/>
          <p14:tracePt t="25370" x="3905250" y="2990850"/>
          <p14:tracePt t="25386" x="3905250" y="2997200"/>
          <p14:tracePt t="25496" x="3911600" y="3003550"/>
          <p14:tracePt t="27155" x="3911600" y="3016250"/>
          <p14:tracePt t="27161" x="3911600" y="3035300"/>
          <p14:tracePt t="27176" x="3911600" y="3048000"/>
          <p14:tracePt t="27183" x="3905250" y="3060700"/>
          <p14:tracePt t="27199" x="3905250" y="3086100"/>
          <p14:tracePt t="27213" x="3892550" y="3105150"/>
          <p14:tracePt t="27229" x="3886200" y="3143250"/>
          <p14:tracePt t="27247" x="3867150" y="3194050"/>
          <p14:tracePt t="27263" x="3860800" y="3225800"/>
          <p14:tracePt t="27279" x="3848100" y="3276600"/>
          <p14:tracePt t="27297" x="3816350" y="3327400"/>
          <p14:tracePt t="27312" x="3803650" y="3359150"/>
          <p14:tracePt t="27329" x="3765550" y="3409950"/>
          <p14:tracePt t="27346" x="3733800" y="3467100"/>
          <p14:tracePt t="27362" x="3714750" y="3486150"/>
          <p14:tracePt t="27379" x="3676650" y="3530600"/>
          <p14:tracePt t="27396" x="3638550" y="3568700"/>
          <p14:tracePt t="27412" x="3619500" y="3581400"/>
          <p14:tracePt t="27429" x="3600450" y="3594100"/>
          <p14:tracePt t="27445" x="3587750" y="3600450"/>
          <p14:tracePt t="27479" x="3581400" y="3600450"/>
          <p14:tracePt t="27498" x="3581400" y="3606800"/>
          <p14:tracePt t="27512" x="3575050" y="3606800"/>
          <p14:tracePt t="27528" x="3575050" y="3619500"/>
          <p14:tracePt t="27562" x="3575050" y="3625850"/>
          <p14:tracePt t="28600" x="3587750" y="3625850"/>
          <p14:tracePt t="28608" x="3600450" y="3625850"/>
          <p14:tracePt t="28628" x="3613150" y="3625850"/>
          <p14:tracePt t="28643" x="3619500" y="3625850"/>
          <p14:tracePt t="28649" x="3632200" y="3625850"/>
          <p14:tracePt t="28658" x="3638550" y="3625850"/>
          <p14:tracePt t="28674" x="3651250" y="3625850"/>
          <p14:tracePt t="28694" x="3663950" y="3625850"/>
          <p14:tracePt t="28708" x="3670300" y="3625850"/>
          <p14:tracePt t="28724" x="3689350" y="3619500"/>
          <p14:tracePt t="28742" x="3714750" y="3613150"/>
          <p14:tracePt t="28758" x="3733800" y="3613150"/>
          <p14:tracePt t="28774" x="3765550" y="3606800"/>
          <p14:tracePt t="28791" x="3810000" y="3600450"/>
          <p14:tracePt t="28807" x="3822700" y="3587750"/>
          <p14:tracePt t="28825" x="3854450" y="3587750"/>
          <p14:tracePt t="28841" x="3886200" y="3587750"/>
          <p14:tracePt t="28857" x="3892550" y="3587750"/>
          <p14:tracePt t="28874" x="3905250" y="3587750"/>
          <p14:tracePt t="28890" x="3911600" y="3587750"/>
          <p14:tracePt t="28907" x="3917950" y="3587750"/>
          <p14:tracePt t="28924" x="3924300" y="3587750"/>
          <p14:tracePt t="28940" x="3930650" y="3587750"/>
          <p14:tracePt t="29028" x="3937000" y="3587750"/>
          <p14:tracePt t="29057" x="3937000" y="3594100"/>
          <p14:tracePt t="31599" x="3911600" y="3606800"/>
          <p14:tracePt t="31606" x="3867150" y="3632200"/>
          <p14:tracePt t="31620" x="3816350" y="3670300"/>
          <p14:tracePt t="31631" x="3771900" y="3695700"/>
          <p14:tracePt t="31648" x="3683000" y="3759200"/>
          <p14:tracePt t="31664" x="3638550" y="3790950"/>
          <p14:tracePt t="31681" x="3536950" y="3841750"/>
          <p14:tracePt t="31698" x="3448050" y="3898900"/>
          <p14:tracePt t="31714" x="3403600" y="3924300"/>
          <p14:tracePt t="31731" x="3308350" y="3968750"/>
          <p14:tracePt t="31747" x="3219450" y="4000500"/>
          <p14:tracePt t="31764" x="3194050" y="4013200"/>
          <p14:tracePt t="31781" x="3168650" y="4019550"/>
          <p14:tracePt t="31797" x="3124200" y="4032250"/>
          <p14:tracePt t="31814" x="3111500" y="4038600"/>
          <p14:tracePt t="31831" x="3098800" y="4038600"/>
          <p14:tracePt t="31847" x="3098800" y="4044950"/>
          <p14:tracePt t="31864" x="3092450" y="4044950"/>
          <p14:tracePt t="31922" x="3092450" y="4051300"/>
          <p14:tracePt t="31957" x="3098800" y="4051300"/>
          <p14:tracePt t="31971" x="3111500" y="4051300"/>
          <p14:tracePt t="31978" x="3124200" y="4057650"/>
          <p14:tracePt t="31992" x="3143250" y="4057650"/>
          <p14:tracePt t="32000" x="3162300" y="4057650"/>
          <p14:tracePt t="32016" x="3213100" y="4057650"/>
          <p14:tracePt t="32030" x="3365500" y="4057650"/>
          <p14:tracePt t="32046" x="3479800" y="4057650"/>
          <p14:tracePt t="32063" x="3733800" y="4025900"/>
          <p14:tracePt t="32079" x="4019550" y="3994150"/>
          <p14:tracePt t="32098" x="4260850" y="3962400"/>
          <p14:tracePt t="32112" x="4375150" y="3949700"/>
          <p14:tracePt t="32129" x="4464050" y="3930650"/>
          <p14:tracePt t="32147" x="4635500" y="3905250"/>
          <p14:tracePt t="32162" x="4667250" y="3905250"/>
          <p14:tracePt t="32179" x="4679950" y="3898900"/>
          <p14:tracePt t="32196" x="4699000" y="3898900"/>
          <p14:tracePt t="32212" x="4699000" y="3892550"/>
          <p14:tracePt t="32357" x="4705350" y="3892550"/>
          <p14:tracePt t="32378" x="4711700" y="3892550"/>
          <p14:tracePt t="32393" x="4718050" y="3892550"/>
          <p14:tracePt t="32399" x="4730750" y="3892550"/>
          <p14:tracePt t="32415" x="4737100" y="3892550"/>
          <p14:tracePt t="32428" x="4756150" y="3892550"/>
          <p14:tracePt t="32445" x="4781550" y="3892550"/>
          <p14:tracePt t="32462" x="4845050" y="3898900"/>
          <p14:tracePt t="32478" x="4895850" y="3905250"/>
          <p14:tracePt t="32495" x="4991100" y="3924300"/>
          <p14:tracePt t="32512" x="5099050" y="3949700"/>
          <p14:tracePt t="32529" x="5143500" y="3956050"/>
          <p14:tracePt t="32544" x="5213350" y="3975100"/>
          <p14:tracePt t="32561" x="5270500" y="3987800"/>
          <p14:tracePt t="32578" x="5314950" y="4006850"/>
          <p14:tracePt t="32595" x="5365750" y="4019550"/>
          <p14:tracePt t="32611" x="5422900" y="4038600"/>
          <p14:tracePt t="32627" x="5441950" y="4038600"/>
          <p14:tracePt t="32645" x="5499100" y="4051300"/>
          <p14:tracePt t="32661" x="5549900" y="4057650"/>
          <p14:tracePt t="32677" x="5581650" y="4064000"/>
          <p14:tracePt t="32695" x="5626100" y="4064000"/>
          <p14:tracePt t="32710" x="5651500" y="4064000"/>
          <p14:tracePt t="32728" x="5695950" y="4064000"/>
          <p14:tracePt t="32744" x="5727700" y="4064000"/>
          <p14:tracePt t="32760" x="5765800" y="4064000"/>
          <p14:tracePt t="32777" x="5791200" y="4057650"/>
          <p14:tracePt t="32794" x="5829300" y="4057650"/>
          <p14:tracePt t="32810" x="5848350" y="4051300"/>
          <p14:tracePt t="32827" x="5880100" y="4051300"/>
          <p14:tracePt t="32843" x="5918200" y="4044950"/>
          <p14:tracePt t="32860" x="5943600" y="4038600"/>
          <p14:tracePt t="32877" x="5981700" y="4038600"/>
          <p14:tracePt t="32893" x="6026150" y="4019550"/>
          <p14:tracePt t="32910" x="6038850" y="4013200"/>
          <p14:tracePt t="32913" x="6051550" y="4006850"/>
          <p14:tracePt t="32927" x="6064250" y="4006850"/>
          <p14:tracePt t="32943" x="6089650" y="4000500"/>
          <p14:tracePt t="32960" x="6096000" y="4000500"/>
          <p14:tracePt t="32977" x="6108700" y="4000500"/>
          <p14:tracePt t="32993" x="6121400" y="3994150"/>
          <p14:tracePt t="33010" x="6134100" y="3994150"/>
          <p14:tracePt t="33043" x="6140450" y="3987800"/>
          <p14:tracePt t="33060" x="6159500" y="3987800"/>
          <p14:tracePt t="33076" x="6165850" y="3987800"/>
          <p14:tracePt t="33093" x="6172200" y="3987800"/>
          <p14:tracePt t="33109" x="6178550" y="3987800"/>
          <p14:tracePt t="33126" x="6191250" y="3987800"/>
          <p14:tracePt t="33144" x="6210300" y="3987800"/>
          <p14:tracePt t="33159" x="6223000" y="3987800"/>
          <p14:tracePt t="33176" x="6248400" y="3987800"/>
          <p14:tracePt t="33193" x="6280150" y="3987800"/>
          <p14:tracePt t="33209" x="6299200" y="3987800"/>
          <p14:tracePt t="33225" x="6324600" y="3987800"/>
          <p14:tracePt t="33242" x="6350000" y="3987800"/>
          <p14:tracePt t="33259" x="6362700" y="3987800"/>
          <p14:tracePt t="33292" x="6381750" y="3987800"/>
          <p14:tracePt t="33325" x="6388100" y="3987800"/>
          <p14:tracePt t="33347" x="6394450" y="3987800"/>
          <p14:tracePt t="33621" x="6400800" y="3994150"/>
          <p14:tracePt t="33642" x="6400800" y="4000500"/>
          <p14:tracePt t="33656" x="6407150" y="4000500"/>
          <p14:tracePt t="33677" x="6413500" y="4000500"/>
          <p14:tracePt t="33692" x="6419850" y="4000500"/>
          <p14:tracePt t="33712" x="6426200" y="4000500"/>
          <p14:tracePt t="33733" x="6426200" y="4006850"/>
          <p14:tracePt t="33761" x="6432550" y="4006850"/>
          <p14:tracePt t="33796" x="6438900" y="4006850"/>
          <p14:tracePt t="33825" x="6445250" y="4013200"/>
          <p14:tracePt t="33867" x="6451600" y="4013200"/>
          <p14:tracePt t="33875" x="6457950" y="4013200"/>
          <p14:tracePt t="33902" x="6464300" y="4013200"/>
          <p14:tracePt t="33922" x="6470650" y="4013200"/>
          <p14:tracePt t="33944" x="6477000" y="4013200"/>
          <p14:tracePt t="37646" x="6464300" y="4013200"/>
          <p14:tracePt t="37653" x="6451600" y="4013200"/>
          <p14:tracePt t="37667" x="6438900" y="4013200"/>
          <p14:tracePt t="37676" x="6432550" y="4013200"/>
          <p14:tracePt t="37693" x="6426200" y="4013200"/>
          <p14:tracePt t="37710" x="6419850" y="4006850"/>
          <p14:tracePt t="37727" x="6413500" y="4006850"/>
          <p14:tracePt t="37772" x="6413500" y="4000500"/>
          <p14:tracePt t="37801" x="6413500" y="3994150"/>
          <p14:tracePt t="37807" x="6413500" y="3987800"/>
          <p14:tracePt t="37821" x="6413500" y="3981450"/>
          <p14:tracePt t="37836" x="6413500" y="3975100"/>
          <p14:tracePt t="37845" x="6413500" y="3968750"/>
          <p14:tracePt t="37859" x="6419850" y="3962400"/>
          <p14:tracePt t="37876" x="6419850" y="3956050"/>
          <p14:tracePt t="37893" x="6426200" y="3924300"/>
          <p14:tracePt t="37909" x="6432550" y="3905250"/>
          <p14:tracePt t="37926" x="6445250" y="3879850"/>
          <p14:tracePt t="37942" x="6445250" y="3860800"/>
          <p14:tracePt t="37959" x="6451600" y="3841750"/>
          <p14:tracePt t="37976" x="6451600" y="3822700"/>
          <p14:tracePt t="37992" x="6451600" y="3790950"/>
          <p14:tracePt t="38009" x="6451600" y="3771900"/>
          <p14:tracePt t="38026" x="6445250" y="3714750"/>
          <p14:tracePt t="38059" x="6445250" y="3695700"/>
          <p14:tracePt t="38075" x="6438900" y="3670300"/>
          <p14:tracePt t="38092" x="6438900" y="3657600"/>
          <p14:tracePt t="38125" x="6407150" y="3657600"/>
          <p14:tracePt t="38142" x="6388100" y="3657600"/>
          <p14:tracePt t="38158" x="6343650" y="3663950"/>
          <p14:tracePt t="38175" x="6292850" y="3683000"/>
          <p14:tracePt t="38192" x="6280150" y="3689350"/>
          <p14:tracePt t="38208" x="6254750" y="3708400"/>
          <p14:tracePt t="38242" x="6261100" y="3714750"/>
          <p14:tracePt t="38258" x="6280150" y="3721100"/>
          <p14:tracePt t="38292" x="6318250" y="3721100"/>
          <p14:tracePt t="38308" x="6350000" y="3721100"/>
          <p14:tracePt t="38341" x="6426200" y="3721100"/>
          <p14:tracePt t="38358" x="6464300" y="3721100"/>
          <p14:tracePt t="38374" x="6496050" y="3708400"/>
          <p14:tracePt t="38391" x="6527800" y="3695700"/>
          <p14:tracePt t="38407" x="6540500" y="3689350"/>
          <p14:tracePt t="38425" x="6553200" y="3683000"/>
          <p14:tracePt t="38510" x="6540500" y="3683000"/>
          <p14:tracePt t="38525" x="6521450" y="3683000"/>
          <p14:tracePt t="38530" x="6508750" y="3683000"/>
          <p14:tracePt t="38540" x="6496050" y="3683000"/>
          <p14:tracePt t="38556" x="6477000" y="3689350"/>
          <p14:tracePt t="38574" x="6432550" y="3702050"/>
          <p14:tracePt t="38590" x="6407150" y="3721100"/>
          <p14:tracePt t="38608" x="6388100" y="3727450"/>
          <p14:tracePt t="38623" x="6388100" y="3733800"/>
          <p14:tracePt t="38640" x="6381750" y="3740150"/>
          <p14:tracePt t="38685" x="6394450" y="3740150"/>
          <p14:tracePt t="38699" x="6400800" y="3740150"/>
          <p14:tracePt t="38720" x="6407150" y="3740150"/>
          <p14:tracePt t="38734" x="6426200" y="3733800"/>
          <p14:tracePt t="38748" x="6438900" y="3727450"/>
          <p14:tracePt t="38769" x="6457950" y="3721100"/>
          <p14:tracePt t="38783" x="6477000" y="3708400"/>
          <p14:tracePt t="38797" x="6489700" y="3683000"/>
          <p14:tracePt t="38806" x="6502400" y="3670300"/>
          <p14:tracePt t="38822" x="6508750" y="3663950"/>
          <p14:tracePt t="38840" x="6515100" y="3651250"/>
          <p14:tracePt t="38856" x="6527800" y="3632200"/>
          <p14:tracePt t="38937" x="6521450" y="3632200"/>
          <p14:tracePt t="38945" x="6508750" y="3632200"/>
          <p14:tracePt t="38959" x="6508750" y="3638550"/>
          <p14:tracePt t="38973" x="6496050" y="3651250"/>
          <p14:tracePt t="38989" x="6489700" y="3657600"/>
          <p14:tracePt t="39006" x="6489700" y="3670300"/>
          <p14:tracePt t="39022" x="6483350" y="3670300"/>
          <p14:tracePt t="39038" x="6483350" y="3676650"/>
          <p14:tracePt t="39058" x="6477000" y="3683000"/>
          <p14:tracePt t="39156" x="6470650" y="3689350"/>
          <p14:tracePt t="39219" x="6464300" y="3689350"/>
          <p14:tracePt t="39247" x="6464300" y="3683000"/>
          <p14:tracePt t="39274" x="6464300" y="3676650"/>
          <p14:tracePt t="39324" x="6457950" y="3676650"/>
          <p14:tracePt t="39345" x="6451600" y="3676650"/>
          <p14:tracePt t="39352" x="6451600" y="3683000"/>
          <p14:tracePt t="39373" x="6451600" y="3689350"/>
          <p14:tracePt t="39401" x="6445250" y="3695700"/>
          <p14:tracePt t="39408" x="6438900" y="3702050"/>
          <p14:tracePt t="39423" x="6438900" y="3708400"/>
          <p14:tracePt t="39450" x="6432550" y="3708400"/>
          <p14:tracePt t="39457" x="6432550" y="3714750"/>
          <p14:tracePt t="39478" x="6426200" y="3721100"/>
          <p14:tracePt t="39500" x="6419850" y="3727450"/>
          <p14:tracePt t="39521" x="6413500" y="3733800"/>
          <p14:tracePt t="39548" x="6413500" y="3740150"/>
          <p14:tracePt t="39661" x="6413500" y="3733800"/>
          <p14:tracePt t="39682" x="6413500" y="3727450"/>
          <p14:tracePt t="39731" x="6419850" y="3714750"/>
          <p14:tracePt t="39745" x="6419850" y="3708400"/>
          <p14:tracePt t="39759" x="6426200" y="3708400"/>
          <p14:tracePt t="39773" x="6426200" y="3702050"/>
          <p14:tracePt t="39794" x="6426200" y="3695700"/>
          <p14:tracePt t="39808" x="6432550" y="3683000"/>
          <p14:tracePt t="39822" x="6438900" y="3676650"/>
          <p14:tracePt t="39843" x="6445250" y="3663950"/>
          <p14:tracePt t="39857" x="6445250" y="3651250"/>
          <p14:tracePt t="39871" x="6451600" y="3638550"/>
          <p14:tracePt t="39887" x="6457950" y="3625850"/>
          <p14:tracePt t="39907" x="6464300" y="3613150"/>
          <p14:tracePt t="39921" x="6464300" y="3606800"/>
          <p14:tracePt t="39934" x="6470650" y="3600450"/>
          <p14:tracePt t="39970" x="6477000" y="3594100"/>
          <p14:tracePt t="40005" x="6477000" y="3587750"/>
          <p14:tracePt t="40020" x="6477000" y="3581400"/>
          <p14:tracePt t="40033" x="6483350" y="3581400"/>
          <p14:tracePt t="40046" x="6483350" y="3575050"/>
          <p14:tracePt t="40055" x="6489700" y="3568700"/>
          <p14:tracePt t="40069" x="6489700" y="3562350"/>
          <p14:tracePt t="40085" x="6496050" y="3562350"/>
          <p14:tracePt t="40102" x="6502400" y="3562350"/>
          <p14:tracePt t="40118" x="6508750" y="3549650"/>
          <p14:tracePt t="40135" x="6508750" y="3543300"/>
          <p14:tracePt t="40152" x="6508750" y="3536950"/>
          <p14:tracePt t="40188" x="6515100" y="3530600"/>
          <p14:tracePt t="40230" x="6515100" y="3524250"/>
          <p14:tracePt t="40363" x="6515100" y="3530600"/>
          <p14:tracePt t="40377" x="6515100" y="3536950"/>
          <p14:tracePt t="40391" x="6515100" y="3543300"/>
          <p14:tracePt t="40412" x="6515100" y="3556000"/>
          <p14:tracePt t="40426" x="6515100" y="3575050"/>
          <p14:tracePt t="40440" x="6515100" y="3587750"/>
          <p14:tracePt t="40450" x="6508750" y="3619500"/>
          <p14:tracePt t="40467" x="6489700" y="3670300"/>
          <p14:tracePt t="40484" x="6483350" y="3708400"/>
          <p14:tracePt t="40501" x="6477000" y="3733800"/>
          <p14:tracePt t="40517" x="6470650" y="3765550"/>
          <p14:tracePt t="40533" x="6470650" y="3784600"/>
          <p14:tracePt t="40550" x="6464300" y="3784600"/>
          <p14:tracePt t="40554" x="6464300" y="3790950"/>
          <p14:tracePt t="40569" x="6464300" y="3797300"/>
          <p14:tracePt t="40583" x="6464300" y="3803650"/>
          <p14:tracePt t="40600" x="6464300" y="3810000"/>
          <p14:tracePt t="40617" x="6464300" y="3816350"/>
          <p14:tracePt t="40720" x="6457950" y="3816350"/>
          <p14:tracePt t="41297" x="6457950" y="3810000"/>
          <p14:tracePt t="41318" x="6457950" y="3803650"/>
          <p14:tracePt t="41325" x="6464300" y="3797300"/>
          <p14:tracePt t="41339" x="6470650" y="3790950"/>
          <p14:tracePt t="41367" x="6477000" y="3784600"/>
          <p14:tracePt t="41395" x="6483350" y="3778250"/>
          <p14:tracePt t="41438" x="6483350" y="3771900"/>
          <p14:tracePt t="41803" x="6489700" y="3771900"/>
          <p14:tracePt t="41816" x="6496050" y="3778250"/>
          <p14:tracePt t="41824" x="6502400" y="3778250"/>
          <p14:tracePt t="41832" x="6508750" y="3784600"/>
          <p14:tracePt t="41846" x="6515100" y="3784600"/>
          <p14:tracePt t="41862" x="6521450" y="3784600"/>
          <p14:tracePt t="41880" x="6527800" y="3797300"/>
          <p14:tracePt t="41912" x="6546850" y="3810000"/>
          <p14:tracePt t="41929" x="6559550" y="3829050"/>
          <p14:tracePt t="41945" x="6591300" y="3879850"/>
          <p14:tracePt t="41962" x="6623050" y="3943350"/>
          <p14:tracePt t="41979" x="6667500" y="4044950"/>
          <p14:tracePt t="41995" x="6686550" y="4089400"/>
          <p14:tracePt t="42012" x="6711950" y="4197350"/>
          <p14:tracePt t="42028" x="6737350" y="4305300"/>
          <p14:tracePt t="42046" x="6750050" y="4356100"/>
          <p14:tracePt t="42062" x="6756400" y="4476750"/>
          <p14:tracePt t="42078" x="6756400" y="4578350"/>
          <p14:tracePt t="42095" x="6756400" y="4629150"/>
          <p14:tracePt t="42112" x="6756400" y="4718050"/>
          <p14:tracePt t="42128" x="6756400" y="4775200"/>
          <p14:tracePt t="42145" x="6756400" y="4794250"/>
          <p14:tracePt t="42162" x="6756400" y="4832350"/>
          <p14:tracePt t="42178" x="6756400" y="4845050"/>
          <p14:tracePt t="42195" x="6756400" y="4851400"/>
          <p14:tracePt t="42211" x="6750050" y="4857750"/>
          <p14:tracePt t="42228" x="6750050" y="4870450"/>
          <p14:tracePt t="42245" x="6750050" y="4883150"/>
          <p14:tracePt t="42261" x="6743700" y="4889500"/>
          <p14:tracePt t="42902" x="6731000" y="4889500"/>
          <p14:tracePt t="42910" x="6718300" y="4883150"/>
          <p14:tracePt t="42923" x="6705600" y="4864100"/>
          <p14:tracePt t="42930" x="6686550" y="4851400"/>
          <p14:tracePt t="42945" x="6661150" y="4838700"/>
          <p14:tracePt t="42959" x="6629400" y="4800600"/>
          <p14:tracePt t="42975" x="6616700" y="4787900"/>
          <p14:tracePt t="42993" x="6591300" y="4775200"/>
          <p14:tracePt t="43008" x="6565900" y="4730750"/>
          <p14:tracePt t="43025" x="6534150" y="4699000"/>
          <p14:tracePt t="43042" x="6527800" y="4679950"/>
          <p14:tracePt t="43058" x="6515100" y="4660900"/>
          <p14:tracePt t="43075" x="6496050" y="4629150"/>
          <p14:tracePt t="43092" x="6489700" y="4616450"/>
          <p14:tracePt t="43108" x="6483350" y="4610100"/>
          <p14:tracePt t="43125" x="6483350" y="4603750"/>
          <p14:tracePt t="43148" x="6483350" y="4597400"/>
          <p14:tracePt t="43457" x="6489700" y="4597400"/>
          <p14:tracePt t="43534" x="6496050" y="4597400"/>
          <p14:tracePt t="43640" x="6502400" y="4597400"/>
          <p14:tracePt t="43835" x="6502400" y="4591050"/>
          <p14:tracePt t="43870" x="6502400" y="4584700"/>
          <p14:tracePt t="43919" x="6508750" y="4578350"/>
          <p14:tracePt t="43975" x="6515100" y="4572000"/>
          <p14:tracePt t="44010" x="6521450" y="4565650"/>
          <p14:tracePt t="44039" x="6527800" y="4565650"/>
          <p14:tracePt t="44060" x="6534150" y="4559300"/>
          <p14:tracePt t="44130" x="6540500" y="4552950"/>
          <p14:tracePt t="44138" x="6546850" y="4552950"/>
          <p14:tracePt t="44144" x="6546850" y="4546600"/>
          <p14:tracePt t="44165" x="6546850" y="4540250"/>
          <p14:tracePt t="44174" x="6546850" y="4533900"/>
          <p14:tracePt t="44187" x="6553200" y="4533900"/>
          <p14:tracePt t="44204" x="6553200" y="4527550"/>
          <p14:tracePt t="55992" x="6546850" y="4546600"/>
          <p14:tracePt t="55999" x="6521450" y="4584700"/>
          <p14:tracePt t="56006" x="6502400" y="4622800"/>
          <p14:tracePt t="56014" x="6477000" y="4660900"/>
          <p14:tracePt t="56030" x="6426200" y="4737100"/>
          <p14:tracePt t="56047" x="6369050" y="4813300"/>
          <p14:tracePt t="56063" x="6273800" y="4914900"/>
          <p14:tracePt t="56080" x="6216650" y="4959350"/>
          <p14:tracePt t="56097" x="6076950" y="5054600"/>
          <p14:tracePt t="56113" x="5975350" y="5105400"/>
          <p14:tracePt t="56129" x="5861050" y="5175250"/>
          <p14:tracePt t="56147" x="5702300" y="5276850"/>
          <p14:tracePt t="56163" x="5588000" y="5346700"/>
          <p14:tracePt t="56179" x="5486400" y="5416550"/>
          <p14:tracePt t="56197" x="5302250" y="5543550"/>
          <p14:tracePt t="56213" x="5187950" y="5619750"/>
          <p14:tracePt t="56230" x="5029200" y="5702300"/>
          <p14:tracePt t="56247" x="4933950" y="5759450"/>
          <p14:tracePt t="56263" x="4806950" y="5797550"/>
          <p14:tracePt t="56280" x="4660900" y="5854700"/>
          <p14:tracePt t="56297" x="4489450" y="5899150"/>
          <p14:tracePt t="56314" x="4318000" y="5969000"/>
          <p14:tracePt t="56329" x="4254500" y="5988050"/>
          <p14:tracePt t="56346" x="4133850" y="6013450"/>
          <p14:tracePt t="56363" x="4076700" y="6013450"/>
          <p14:tracePt t="56379" x="3949700" y="6013450"/>
          <p14:tracePt t="56396" x="3917950" y="6019800"/>
          <p14:tracePt t="56413" x="3917950" y="6064250"/>
          <p14:tracePt t="56858" x="3816350" y="6064250"/>
          <p14:tracePt t="56865" x="3683000" y="6064250"/>
          <p14:tracePt t="56880" x="3543300" y="6064250"/>
          <p14:tracePt t="56894" x="3403600" y="6064250"/>
          <p14:tracePt t="56910" x="3149600" y="6070600"/>
          <p14:tracePt t="56927" x="3073400" y="6070600"/>
          <p14:tracePt t="56943" x="2882900" y="6096000"/>
          <p14:tracePt t="56960" x="2749550" y="6134100"/>
          <p14:tracePt t="56977" x="2667000" y="6159500"/>
          <p14:tracePt t="56994" x="2635250" y="6172200"/>
          <p14:tracePt t="57010" x="2590800" y="6203950"/>
          <p14:tracePt t="57027" x="2552700" y="6229350"/>
          <p14:tracePt t="57043" x="2546350" y="6235700"/>
          <p14:tracePt t="57060" x="2540000" y="6248400"/>
          <p14:tracePt t="57077" x="2533650" y="6248400"/>
          <p14:tracePt t="57160" x="2540000" y="6248400"/>
          <p14:tracePt t="57167" x="2546350" y="6254750"/>
          <p14:tracePt t="57180" x="2559050" y="6254750"/>
          <p14:tracePt t="57193" x="2571750" y="6261100"/>
          <p14:tracePt t="57209" x="2597150" y="6267450"/>
          <p14:tracePt t="57226" x="2616200" y="6273800"/>
          <p14:tracePt t="57243" x="2660650" y="6292850"/>
          <p14:tracePt t="57259" x="2711450" y="6311900"/>
          <p14:tracePt t="57276" x="2749550" y="6318250"/>
          <p14:tracePt t="57293" x="2857500" y="6330950"/>
          <p14:tracePt t="57309" x="2971800" y="6330950"/>
          <p14:tracePt t="57325" x="3048000" y="6330950"/>
          <p14:tracePt t="57342" x="3200400" y="6324600"/>
          <p14:tracePt t="57359" x="3378200" y="6318250"/>
          <p14:tracePt t="57375" x="3454400" y="6318250"/>
          <p14:tracePt t="57392" x="3587750" y="6305550"/>
          <p14:tracePt t="57408" x="3638550" y="6299200"/>
          <p14:tracePt t="57426" x="3746500" y="6299200"/>
          <p14:tracePt t="57441" x="3803650" y="6299200"/>
          <p14:tracePt t="57458" x="3829050" y="6299200"/>
          <p14:tracePt t="57475" x="3867150" y="6305550"/>
          <p14:tracePt t="57491" x="3873500" y="6305550"/>
          <p14:tracePt t="57539" x="3867150" y="6305550"/>
          <p14:tracePt t="57546" x="3860800" y="6305550"/>
          <p14:tracePt t="57567" x="3860800" y="6311900"/>
          <p14:tracePt t="57595" x="3867150" y="6299200"/>
          <p14:tracePt t="58142" x="3879850" y="6299200"/>
          <p14:tracePt t="58148" x="3892550" y="6292850"/>
          <p14:tracePt t="58163" x="3917950" y="6286500"/>
          <p14:tracePt t="58172" x="3937000" y="6280150"/>
          <p14:tracePt t="58189" x="3949700" y="6280150"/>
          <p14:tracePt t="58206" x="3981450" y="6267450"/>
          <p14:tracePt t="58222" x="4013200" y="6261100"/>
          <p14:tracePt t="58240" x="4051300" y="6248400"/>
          <p14:tracePt t="58256" x="4070350" y="6242050"/>
          <p14:tracePt t="58272" x="4114800" y="6223000"/>
          <p14:tracePt t="58289" x="4152900" y="6210300"/>
          <p14:tracePt t="58306" x="4178300" y="6191250"/>
          <p14:tracePt t="58321" x="4197350" y="6184900"/>
          <p14:tracePt t="58339" x="4254500" y="6165850"/>
          <p14:tracePt t="58356" x="4273550" y="6165850"/>
          <p14:tracePt t="58372" x="4279900" y="6159500"/>
          <p14:tracePt t="58389" x="4292600" y="6146800"/>
          <p14:tracePt t="58405" x="4305300" y="6146800"/>
          <p14:tracePt t="58423" x="4311650" y="6140450"/>
          <p14:tracePt t="58438" x="4318000" y="6140450"/>
          <p14:tracePt t="58455" x="4324350" y="6140450"/>
          <p14:tracePt t="58472" x="4324350" y="6134100"/>
          <p14:tracePt t="58504" x="4324350" y="6127750"/>
          <p14:tracePt t="59192" x="4337050" y="6121400"/>
          <p14:tracePt t="59206" x="4362450" y="6115050"/>
          <p14:tracePt t="59213" x="4381500" y="6115050"/>
          <p14:tracePt t="59227" x="4400550" y="6102350"/>
          <p14:tracePt t="59235" x="4413250" y="6096000"/>
          <p14:tracePt t="59252" x="4438650" y="6089650"/>
          <p14:tracePt t="59269" x="4470400" y="6070600"/>
          <p14:tracePt t="59286" x="4514850" y="6057900"/>
          <p14:tracePt t="59302" x="4533900" y="6051550"/>
          <p14:tracePt t="59319" x="4584700" y="6026150"/>
          <p14:tracePt t="59335" x="4635500" y="6000750"/>
          <p14:tracePt t="59352" x="4648200" y="5994400"/>
          <p14:tracePt t="59368" x="4673600" y="5975350"/>
          <p14:tracePt t="59385" x="4699000" y="5962650"/>
          <p14:tracePt t="59403" x="4711700" y="5949950"/>
          <p14:tracePt t="59418" x="4718050" y="5943600"/>
          <p14:tracePt t="59435" x="4724400" y="5937250"/>
          <p14:tracePt t="59452" x="4737100" y="5930900"/>
          <p14:tracePt t="59494" x="4743450" y="5930900"/>
          <p14:tracePt t="59515" x="4743450" y="5924550"/>
          <p14:tracePt t="59522" x="4743450" y="5918200"/>
          <p14:tracePt t="59946" x="4756150" y="5918200"/>
          <p14:tracePt t="59953" x="4787900" y="5918200"/>
          <p14:tracePt t="59969" x="4800600" y="5911850"/>
          <p14:tracePt t="59983" x="4819650" y="5905500"/>
          <p14:tracePt t="60000" x="4870450" y="5899150"/>
          <p14:tracePt t="60016" x="4921250" y="5873750"/>
          <p14:tracePt t="60033" x="4940300" y="5867400"/>
          <p14:tracePt t="60049" x="4991100" y="5842000"/>
          <p14:tracePt t="60067" x="5041900" y="5822950"/>
          <p14:tracePt t="60083" x="5067300" y="5816600"/>
          <p14:tracePt t="60100" x="5118100" y="5791200"/>
          <p14:tracePt t="60116" x="5168900" y="5772150"/>
          <p14:tracePt t="60132" x="5187950" y="5765800"/>
          <p14:tracePt t="60150" x="5245100" y="5753100"/>
          <p14:tracePt t="60166" x="5289550" y="5734050"/>
          <p14:tracePt t="60182" x="5308600" y="5727700"/>
          <p14:tracePt t="60199" x="5353050" y="5721350"/>
          <p14:tracePt t="60215" x="5359400" y="5715000"/>
          <p14:tracePt t="60232" x="5372100" y="5708650"/>
          <p14:tracePt t="60249" x="5378450" y="5708650"/>
          <p14:tracePt t="60265" x="5384800" y="5708650"/>
          <p14:tracePt t="60283" x="5391150" y="5715000"/>
          <p14:tracePt t="60298" x="5403850" y="5721350"/>
          <p14:tracePt t="60745" x="5410200" y="5734050"/>
          <p14:tracePt t="60758" x="5435600" y="5746750"/>
          <p14:tracePt t="60767" x="5448300" y="5759450"/>
          <p14:tracePt t="60783" x="5467350" y="5784850"/>
          <p14:tracePt t="60797" x="5486400" y="5803900"/>
          <p14:tracePt t="60813" x="5518150" y="5842000"/>
          <p14:tracePt t="60830" x="5568950" y="5880100"/>
          <p14:tracePt t="60847" x="5594350" y="5892800"/>
          <p14:tracePt t="60863" x="5645150" y="5911850"/>
          <p14:tracePt t="60879" x="5676900" y="5949950"/>
          <p14:tracePt t="60897" x="5702300" y="5969000"/>
          <p14:tracePt t="60914" x="5753100" y="5994400"/>
          <p14:tracePt t="60930" x="5803900" y="6013450"/>
          <p14:tracePt t="60946" x="5822950" y="6019800"/>
          <p14:tracePt t="60963" x="5861050" y="6038850"/>
          <p14:tracePt t="60979" x="5886450" y="6064250"/>
          <p14:tracePt t="60996" x="5899150" y="6070600"/>
          <p14:tracePt t="61012" x="5918200" y="6076950"/>
          <p14:tracePt t="61029" x="5924550" y="6089650"/>
          <p14:tracePt t="61047" x="5924550" y="6096000"/>
          <p14:tracePt t="61079" x="5930900" y="6102350"/>
          <p14:tracePt t="61307" x="5943600" y="6102350"/>
          <p14:tracePt t="61321" x="5962650" y="6108700"/>
          <p14:tracePt t="61329" x="5994400" y="6115050"/>
          <p14:tracePt t="61342" x="6019800" y="6115050"/>
          <p14:tracePt t="61349" x="6057900" y="6121400"/>
          <p14:tracePt t="61365" x="6089650" y="6127750"/>
          <p14:tracePt t="61378" x="6159500" y="6146800"/>
          <p14:tracePt t="61395" x="6203950" y="6153150"/>
          <p14:tracePt t="61412" x="6261100" y="6159500"/>
          <p14:tracePt t="61428" x="6280150" y="6159500"/>
          <p14:tracePt t="61444" x="6324600" y="6178550"/>
          <p14:tracePt t="61462" x="6350000" y="6184900"/>
          <p14:tracePt t="61478" x="6369050" y="6191250"/>
          <p14:tracePt t="61494" x="6381750" y="6197600"/>
          <p14:tracePt t="61511" x="6407150" y="6203950"/>
          <p14:tracePt t="61527" x="6419850" y="6203950"/>
          <p14:tracePt t="61546" x="6445250" y="6216650"/>
          <p14:tracePt t="61561" x="6457950" y="6216650"/>
          <p14:tracePt t="61578" x="6470650" y="6223000"/>
          <p14:tracePt t="61595" x="6496050" y="6229350"/>
          <p14:tracePt t="61611" x="6508750" y="6229350"/>
          <p14:tracePt t="61627" x="6521450" y="6229350"/>
          <p14:tracePt t="61644" x="6540500" y="6235700"/>
          <p14:tracePt t="61660" x="6553200" y="6235700"/>
          <p14:tracePt t="61677" x="6578600" y="6235700"/>
          <p14:tracePt t="61694" x="6623050" y="6235700"/>
          <p14:tracePt t="61710" x="6635750" y="6242050"/>
          <p14:tracePt t="61727" x="6673850" y="6248400"/>
          <p14:tracePt t="61743" x="6718300" y="6248400"/>
          <p14:tracePt t="61760" x="6737350" y="6248400"/>
          <p14:tracePt t="61777" x="6769100" y="6248400"/>
          <p14:tracePt t="61793" x="6800850" y="6248400"/>
          <p14:tracePt t="61810" x="6819900" y="6242050"/>
          <p14:tracePt t="61827" x="6838950" y="6235700"/>
          <p14:tracePt t="61843" x="6864350" y="6229350"/>
          <p14:tracePt t="61860" x="6870700" y="6223000"/>
          <p14:tracePt t="61876" x="6889750" y="6216650"/>
          <p14:tracePt t="61893" x="6902450" y="6210300"/>
          <p14:tracePt t="61911" x="6921500" y="6197600"/>
          <p14:tracePt t="61926" x="6927850" y="6197600"/>
          <p14:tracePt t="61943" x="6934200" y="6197600"/>
          <p14:tracePt t="61960" x="6946900" y="6184900"/>
          <p14:tracePt t="61993" x="6953250" y="6178550"/>
          <p14:tracePt t="62012" x="6959600" y="6178550"/>
          <p14:tracePt t="62052" x="6965950" y="6172200"/>
          <p14:tracePt t="62072" x="6972300" y="6165850"/>
          <p14:tracePt t="62079" x="6972300" y="6159500"/>
          <p14:tracePt t="62114" x="6978650" y="6159500"/>
          <p14:tracePt t="62192" x="6978650" y="6165850"/>
          <p14:tracePt t="62206" x="6972300" y="6172200"/>
          <p14:tracePt t="62212" x="6965950" y="6172200"/>
          <p14:tracePt t="62225" x="6953250" y="6184900"/>
          <p14:tracePt t="62242" x="6902450" y="6216650"/>
          <p14:tracePt t="62258" x="6858000" y="6229350"/>
          <p14:tracePt t="62276" x="6743700" y="6299200"/>
          <p14:tracePt t="62292" x="6667500" y="6330950"/>
          <p14:tracePt t="62308" x="6527800" y="6394450"/>
          <p14:tracePt t="62325" x="6394450" y="6457950"/>
          <p14:tracePt t="62342" x="6337300" y="6470650"/>
          <p14:tracePt t="62358" x="6242050" y="6508750"/>
          <p14:tracePt t="62375" x="6178550" y="6534150"/>
          <p14:tracePt t="62391" x="6146800" y="6546850"/>
          <p14:tracePt t="62408" x="6121400" y="6559550"/>
          <p14:tracePt t="62424" x="6102350" y="6565900"/>
          <p14:tracePt t="62441" x="6096000" y="6565900"/>
          <p14:tracePt t="62458" x="6089650" y="6572250"/>
          <p14:tracePt t="62487" x="6089650" y="6578600"/>
          <p14:tracePt t="62515" x="6096000" y="6578600"/>
          <p14:tracePt t="62521" x="6102350" y="6578600"/>
          <p14:tracePt t="62536" x="6121400" y="6572250"/>
          <p14:tracePt t="62550" x="6134100" y="6572250"/>
          <p14:tracePt t="62558" x="6146800" y="6565900"/>
          <p14:tracePt t="62573" x="6172200" y="6559550"/>
          <p14:tracePt t="62591" x="6248400" y="6540500"/>
          <p14:tracePt t="62607" x="6343650" y="6515100"/>
          <p14:tracePt t="62625" x="6394450" y="6508750"/>
          <p14:tracePt t="62641" x="6502400" y="6489700"/>
          <p14:tracePt t="62657" x="6584950" y="6464300"/>
          <p14:tracePt t="62674" x="6629400" y="6457950"/>
          <p14:tracePt t="62691" x="6686550" y="6438900"/>
          <p14:tracePt t="62707" x="6731000" y="6432550"/>
          <p14:tracePt t="62723" x="6743700" y="6426200"/>
          <p14:tracePt t="62740" x="6775450" y="6419850"/>
          <p14:tracePt t="62757" x="6813550" y="6419850"/>
          <p14:tracePt t="62774" x="6832600" y="6419850"/>
          <p14:tracePt t="62790" x="6845300" y="6419850"/>
          <p14:tracePt t="62806" x="6858000" y="6413500"/>
          <p14:tracePt t="62824" x="6883400" y="6413500"/>
          <p14:tracePt t="62840" x="6896100" y="6413500"/>
          <p14:tracePt t="62856" x="6908800" y="6413500"/>
          <p14:tracePt t="62873" x="6934200" y="6413500"/>
          <p14:tracePt t="62889" x="6940550" y="6413500"/>
          <p14:tracePt t="62923" x="6959600" y="6407150"/>
          <p14:tracePt t="62939" x="6972300" y="6400800"/>
          <p14:tracePt t="62957" x="6985000" y="6394450"/>
          <p14:tracePt t="62972" x="6991350" y="6394450"/>
          <p14:tracePt t="62989" x="6997700" y="6394450"/>
          <p14:tracePt t="63097" x="6997700" y="6388100"/>
          <p14:tracePt t="63132" x="6991350" y="6388100"/>
          <p14:tracePt t="63147" x="6985000" y="6388100"/>
          <p14:tracePt t="63153" x="6965950" y="6388100"/>
          <p14:tracePt t="63168" x="6946900" y="6388100"/>
          <p14:tracePt t="63175" x="6927850" y="6388100"/>
          <p14:tracePt t="63191" x="6889750" y="6388100"/>
          <p14:tracePt t="63206" x="6794500" y="6388100"/>
          <p14:tracePt t="63222" x="6756400" y="6388100"/>
          <p14:tracePt t="63239" x="6654800" y="6388100"/>
          <p14:tracePt t="63255" x="6610350" y="6394450"/>
          <p14:tracePt t="63272" x="6553200" y="6394450"/>
          <p14:tracePt t="63288" x="6521450" y="6394450"/>
          <p14:tracePt t="63305" x="6508750" y="6394450"/>
          <p14:tracePt t="63322" x="6496050" y="6394450"/>
          <p14:tracePt t="63354" x="6502400" y="6394450"/>
          <p14:tracePt t="63371" x="6527800" y="6394450"/>
          <p14:tracePt t="63388" x="6572250" y="6375400"/>
          <p14:tracePt t="63404" x="6591300" y="6362700"/>
          <p14:tracePt t="63421" x="6642100" y="6350000"/>
          <p14:tracePt t="63437" x="6705600" y="6324600"/>
          <p14:tracePt t="63455" x="6731000" y="6318250"/>
          <p14:tracePt t="63471" x="6775450" y="6305550"/>
          <p14:tracePt t="63487" x="6800850" y="6305550"/>
          <p14:tracePt t="63505" x="6813550" y="6305550"/>
          <p14:tracePt t="63521" x="6819900" y="6305550"/>
          <p14:tracePt t="63537" x="6826250" y="6305550"/>
          <p14:tracePt t="63554" x="6832600" y="6305550"/>
          <p14:tracePt t="63596" x="6838950" y="6305550"/>
          <p14:tracePt t="63617" x="6845300" y="6305550"/>
          <p14:tracePt t="63624" x="6851650" y="6305550"/>
          <p14:tracePt t="63645" x="6858000" y="6305550"/>
          <p14:tracePt t="63659" x="6864350" y="6305550"/>
          <p14:tracePt t="63670" x="6870700" y="6305550"/>
          <p14:tracePt t="63687" x="6883400" y="6305550"/>
          <p14:tracePt t="63720" x="6902450" y="6305550"/>
          <p14:tracePt t="63737" x="6934200" y="6305550"/>
          <p14:tracePt t="63753" x="6946900" y="6305550"/>
          <p14:tracePt t="63770" x="6991350" y="6305550"/>
          <p14:tracePt t="63787" x="7023100" y="6305550"/>
          <p14:tracePt t="63803" x="7035800" y="6299200"/>
          <p14:tracePt t="63821" x="7061200" y="6299200"/>
          <p14:tracePt t="63852" x="7067550" y="6299200"/>
          <p14:tracePt t="63870" x="7073900" y="6292850"/>
          <p14:tracePt t="63886" x="7080250" y="6292850"/>
          <p14:tracePt t="63940" x="7086600" y="6292850"/>
          <p14:tracePt t="64172" x="7092950" y="6286500"/>
          <p14:tracePt t="64178" x="7092950" y="6280150"/>
          <p14:tracePt t="64192" x="7099300" y="6280150"/>
          <p14:tracePt t="64202" x="7105650" y="6273800"/>
          <p14:tracePt t="64218" x="7112000" y="6261100"/>
          <p14:tracePt t="64235" x="7150100" y="6229350"/>
          <p14:tracePt t="64252" x="7194550" y="6191250"/>
          <p14:tracePt t="64268" x="7213600" y="6172200"/>
          <p14:tracePt t="64285" x="7251700" y="6134100"/>
          <p14:tracePt t="64301" x="7277100" y="6127750"/>
          <p14:tracePt t="64319" x="7283450" y="6127750"/>
          <p14:tracePt t="67217" x="7258050" y="6076950"/>
          <p14:tracePt t="67223" x="7207250" y="6019800"/>
          <p14:tracePt t="67231" x="7150100" y="5937250"/>
          <p14:tracePt t="67241" x="7073900" y="5854700"/>
          <p14:tracePt t="67259" x="6889750" y="5651500"/>
          <p14:tracePt t="67275" x="6807200" y="5556250"/>
          <p14:tracePt t="67291" x="6623050" y="5346700"/>
          <p14:tracePt t="67308" x="6438900" y="5168900"/>
          <p14:tracePt t="67324" x="6324600" y="5048250"/>
          <p14:tracePt t="67341" x="6064250" y="4813300"/>
          <p14:tracePt t="67358" x="5842000" y="4635500"/>
          <p14:tracePt t="67374" x="5746750" y="4559300"/>
          <p14:tracePt t="67392" x="5581650" y="4445000"/>
          <p14:tracePt t="67407" x="5480050" y="4394200"/>
          <p14:tracePt t="67424" x="5422900" y="4375150"/>
          <p14:tracePt t="67441" x="5321300" y="4356100"/>
          <p14:tracePt t="67457" x="5213350" y="4368800"/>
          <p14:tracePt t="67474" x="5156200" y="4387850"/>
          <p14:tracePt t="67491" x="5022850" y="4445000"/>
          <p14:tracePt t="67507" x="4908550" y="4521200"/>
          <p14:tracePt t="67523" x="4838700" y="4572000"/>
          <p14:tracePt t="67540" x="4718050" y="4692650"/>
          <p14:tracePt t="67557" x="4667250" y="4749800"/>
          <p14:tracePt t="67574" x="4610100" y="4870450"/>
          <p14:tracePt t="67590" x="4603750" y="5003800"/>
          <p14:tracePt t="67607" x="4603750" y="5080000"/>
          <p14:tracePt t="67624" x="4673600" y="5251450"/>
          <p14:tracePt t="67640" x="4787900" y="5429250"/>
          <p14:tracePt t="67657" x="4876800" y="5511800"/>
          <p14:tracePt t="67673" x="5048250" y="5626100"/>
          <p14:tracePt t="67690" x="5264150" y="5721350"/>
          <p14:tracePt t="67706" x="5365750" y="5740400"/>
          <p14:tracePt t="67723" x="5594350" y="5753100"/>
          <p14:tracePt t="67739" x="5791200" y="5708650"/>
          <p14:tracePt t="67757" x="5924550" y="5638800"/>
          <p14:tracePt t="67773" x="5981700" y="5581650"/>
          <p14:tracePt t="67789" x="6057900" y="5480050"/>
          <p14:tracePt t="67807" x="6096000" y="5365750"/>
          <p14:tracePt t="67822" x="6102350" y="5327650"/>
          <p14:tracePt t="67839" x="6102350" y="5264150"/>
          <p14:tracePt t="67856" x="6057900" y="5086350"/>
          <p14:tracePt t="67872" x="6026150" y="5041900"/>
          <p14:tracePt t="67889" x="6007100" y="4972050"/>
          <p14:tracePt t="67905" x="5956300" y="4876800"/>
          <p14:tracePt t="67922" x="5892800" y="4794250"/>
          <p14:tracePt t="67940" x="5829300" y="4743450"/>
          <p14:tracePt t="67956" x="5797550" y="4718050"/>
          <p14:tracePt t="67972" x="5683250" y="4673600"/>
          <p14:tracePt t="67989" x="5556250" y="4667250"/>
          <p14:tracePt t="68005" x="5473700" y="4667250"/>
          <p14:tracePt t="68022" x="5283200" y="4718050"/>
          <p14:tracePt t="68038" x="5130800" y="4781550"/>
          <p14:tracePt t="68055" x="5067300" y="4806950"/>
          <p14:tracePt t="68072" x="4940300" y="4895850"/>
          <p14:tracePt t="68088" x="4857750" y="4965700"/>
          <p14:tracePt t="68105" x="4838700" y="4997450"/>
          <p14:tracePt t="68122" x="4819650" y="5054600"/>
          <p14:tracePt t="68138" x="4819650" y="5111750"/>
          <p14:tracePt t="68155" x="4826000" y="5137150"/>
          <p14:tracePt t="68172" x="4851400" y="5213350"/>
          <p14:tracePt t="68188" x="4889500" y="5238750"/>
          <p14:tracePt t="68571" x="4902200" y="5226050"/>
          <p14:tracePt t="68578" x="4914900" y="5181600"/>
          <p14:tracePt t="68592" x="4933950" y="5130800"/>
          <p14:tracePt t="68603" x="4953000" y="5060950"/>
          <p14:tracePt t="68621" x="4984750" y="4940300"/>
          <p14:tracePt t="68636" x="4991100" y="4876800"/>
          <p14:tracePt t="68653" x="5010150" y="4699000"/>
          <p14:tracePt t="68670" x="4997450" y="4502150"/>
          <p14:tracePt t="68686" x="4978400" y="4400550"/>
          <p14:tracePt t="68703" x="4933950" y="4216400"/>
          <p14:tracePt t="68719" x="4889500" y="4095750"/>
          <p14:tracePt t="68736" x="4883150" y="4064000"/>
          <p14:tracePt t="68753" x="4851400" y="4032250"/>
          <p14:tracePt t="68769" x="4737100" y="3975100"/>
          <p14:tracePt t="68786" x="4673600" y="3943350"/>
          <p14:tracePt t="68803" x="4514850" y="3937000"/>
          <p14:tracePt t="68819" x="4419600" y="3937000"/>
          <p14:tracePt t="68836" x="4210050" y="3968750"/>
          <p14:tracePt t="68853" x="3987800" y="4076700"/>
          <p14:tracePt t="68869" x="3879850" y="4127500"/>
          <p14:tracePt t="68886" x="3714750" y="4273550"/>
          <p14:tracePt t="68902" x="3625850" y="4413250"/>
          <p14:tracePt t="68919" x="3606800" y="4521200"/>
          <p14:tracePt t="68936" x="3594100" y="4699000"/>
          <p14:tracePt t="68952" x="3638550" y="4883150"/>
          <p14:tracePt t="68969" x="3689350" y="4959350"/>
          <p14:tracePt t="68986" x="3835400" y="5105400"/>
          <p14:tracePt t="69002" x="4019550" y="5219700"/>
          <p14:tracePt t="69018" x="4127500" y="5251450"/>
          <p14:tracePt t="69022" x="4216400" y="5264150"/>
          <p14:tracePt t="69038" x="4343400" y="5276850"/>
          <p14:tracePt t="69052" x="4559300" y="5251450"/>
          <p14:tracePt t="69068" x="4641850" y="5207000"/>
          <p14:tracePt t="69085" x="4794250" y="5099050"/>
          <p14:tracePt t="69102" x="4845050" y="5035550"/>
          <p14:tracePt t="69119" x="4927600" y="4895850"/>
          <p14:tracePt t="69134" x="4933950" y="4851400"/>
          <p14:tracePt t="69151" x="4933950" y="4826000"/>
          <p14:tracePt t="69168" x="4933950" y="4756150"/>
          <p14:tracePt t="69185" x="4895850" y="4667250"/>
          <p14:tracePt t="69201" x="4857750" y="4603750"/>
          <p14:tracePt t="69218" x="4819650" y="4476750"/>
          <p14:tracePt t="69767" x="4819650" y="4438650"/>
          <p14:tracePt t="69774" x="4813300" y="4400550"/>
          <p14:tracePt t="69782" x="4794250" y="4343400"/>
          <p14:tracePt t="69799" x="4775200" y="4286250"/>
          <p14:tracePt t="69817" x="4711700" y="4171950"/>
          <p14:tracePt t="69832" x="4673600" y="4108450"/>
          <p14:tracePt t="69849" x="4559300" y="3930650"/>
          <p14:tracePt t="69866" x="4445000" y="3765550"/>
          <p14:tracePt t="69882" x="4381500" y="3683000"/>
          <p14:tracePt t="69899" x="4241800" y="3568700"/>
          <p14:tracePt t="69916" x="4114800" y="3505200"/>
          <p14:tracePt t="69932" x="4051300" y="3492500"/>
          <p14:tracePt t="69950" x="3956050" y="3486150"/>
          <p14:tracePt t="69965" x="3886200" y="3492500"/>
          <p14:tracePt t="69982" x="3841750" y="3524250"/>
          <p14:tracePt t="69999" x="3784600" y="3568700"/>
          <p14:tracePt t="70015" x="3740150" y="3625850"/>
          <p14:tracePt t="70032" x="3727450" y="3644900"/>
          <p14:tracePt t="70048" x="3708400" y="3670300"/>
          <p14:tracePt t="70065" x="3695700" y="3683000"/>
          <p14:tracePt t="70083" x="3695700" y="3708400"/>
          <p14:tracePt t="70098" x="3695700" y="3721100"/>
          <p14:tracePt t="70114" x="3702050" y="3740150"/>
          <p14:tracePt t="70132" x="3759200" y="3771900"/>
          <p14:tracePt t="70148" x="3784600" y="3784600"/>
          <p14:tracePt t="70165" x="3816350" y="3790950"/>
          <p14:tracePt t="70181" x="3937000" y="3797300"/>
          <p14:tracePt t="70198" x="4102100" y="3797300"/>
          <p14:tracePt t="70214" x="4203700" y="3784600"/>
          <p14:tracePt t="70231" x="4419600" y="3752850"/>
          <p14:tracePt t="70247" x="4629150" y="3714750"/>
          <p14:tracePt t="70264" x="4730750" y="3683000"/>
          <p14:tracePt t="70280" x="4883150" y="3613150"/>
          <p14:tracePt t="70297" x="4991100" y="3556000"/>
          <p14:tracePt t="70315" x="5054600" y="3498850"/>
          <p14:tracePt t="70331" x="5073650" y="3473450"/>
          <p14:tracePt t="70347" x="5086350" y="3460750"/>
          <p14:tracePt t="70364" x="5092700" y="3422650"/>
          <p14:tracePt t="70380" x="5092700" y="3416300"/>
          <p14:tracePt t="70414" x="5080000" y="3416300"/>
          <p14:tracePt t="70430" x="5073650" y="3416300"/>
          <p14:tracePt t="70447" x="5067300" y="3416300"/>
          <p14:tracePt t="70463" x="5054600" y="3409950"/>
          <p14:tracePt t="70788" x="5130800" y="3371850"/>
          <p14:tracePt t="70796" x="5232400" y="3321050"/>
          <p14:tracePt t="70809" x="5327650" y="3263900"/>
          <p14:tracePt t="70816" x="5422900" y="3200400"/>
          <p14:tracePt t="70832" x="5518150" y="3149600"/>
          <p14:tracePt t="70845" x="5670550" y="3041650"/>
          <p14:tracePt t="70862" x="5753100" y="2978150"/>
          <p14:tracePt t="70879" x="5861050" y="2825750"/>
          <p14:tracePt t="70895" x="5911850" y="2743200"/>
          <p14:tracePt t="70912" x="6007100" y="2578100"/>
          <p14:tracePt t="70929" x="6057900" y="2406650"/>
          <p14:tracePt t="70945" x="6096000" y="2330450"/>
          <p14:tracePt t="70962" x="6115050" y="2247900"/>
          <p14:tracePt t="70979" x="6146800" y="2114550"/>
          <p14:tracePt t="70995" x="6146800" y="2063750"/>
          <p14:tracePt t="71012" x="6146800" y="1987550"/>
          <p14:tracePt t="71028" x="6140450" y="1905000"/>
          <p14:tracePt t="71045" x="6127750" y="1873250"/>
          <p14:tracePt t="71049" x="6121400" y="1860550"/>
          <p14:tracePt t="71064" x="6115050" y="1847850"/>
          <p14:tracePt t="71078" x="6108700" y="1835150"/>
          <p14:tracePt t="71111" x="6108700" y="1828800"/>
          <p14:tracePt t="71160" x="6102350" y="1828800"/>
          <p14:tracePt t="71174" x="6096000" y="1835150"/>
          <p14:tracePt t="71181" x="6089650" y="1860550"/>
          <p14:tracePt t="71197" x="6070600" y="1885950"/>
          <p14:tracePt t="71211" x="6045200" y="1943100"/>
          <p14:tracePt t="71227" x="5981700" y="2114550"/>
          <p14:tracePt t="71245" x="5943600" y="2374900"/>
          <p14:tracePt t="71260" x="5905500" y="2654300"/>
          <p14:tracePt t="71277" x="5886450" y="2781300"/>
          <p14:tracePt t="71294" x="5842000" y="3092450"/>
          <p14:tracePt t="71310" x="5797550" y="3352800"/>
          <p14:tracePt t="71327" x="5778500" y="3467100"/>
          <p14:tracePt t="71344" x="5721350" y="3676650"/>
          <p14:tracePt t="71360" x="5670550" y="3873500"/>
          <p14:tracePt t="71378" x="5613400" y="4044950"/>
          <p14:tracePt t="71393" x="5594350" y="4102100"/>
          <p14:tracePt t="71410" x="5549900" y="4197350"/>
          <p14:tracePt t="71427" x="5511800" y="4298950"/>
          <p14:tracePt t="71443" x="5499100" y="4337050"/>
          <p14:tracePt t="71460" x="5499100" y="4368800"/>
          <p14:tracePt t="71477" x="5480050" y="4445000"/>
          <p14:tracePt t="71493" x="5473700" y="4470400"/>
          <p14:tracePt t="71510" x="5473700" y="4476750"/>
          <p14:tracePt t="71526" x="5473700" y="4483100"/>
          <p14:tracePt t="71553" x="5473700" y="4476750"/>
          <p14:tracePt t="71567" x="5480050" y="4470400"/>
          <p14:tracePt t="71576" x="5499100" y="4457700"/>
          <p14:tracePt t="73847" x="5454650" y="4432300"/>
          <p14:tracePt t="73854" x="5397500" y="4381500"/>
          <p14:tracePt t="73871" x="5327650" y="4343400"/>
          <p14:tracePt t="73885" x="5149850" y="4241800"/>
          <p14:tracePt t="73901" x="5067300" y="4191000"/>
          <p14:tracePt t="73918" x="4870450" y="4083050"/>
          <p14:tracePt t="73935" x="4762500" y="4032250"/>
          <p14:tracePt t="73951" x="4540250" y="3905250"/>
          <p14:tracePt t="73968" x="4318000" y="3810000"/>
          <p14:tracePt t="73985" x="4197350" y="3752850"/>
          <p14:tracePt t="74002" x="3956050" y="3632200"/>
          <p14:tracePt t="74018" x="3746500" y="3556000"/>
          <p14:tracePt t="74034" x="3638550" y="3517900"/>
          <p14:tracePt t="74051" x="3460750" y="3486150"/>
          <p14:tracePt t="74067" x="3340100" y="3473450"/>
          <p14:tracePt t="74084" x="3289300" y="3479800"/>
          <p14:tracePt t="74101" x="3206750" y="3492500"/>
          <p14:tracePt t="74117" x="3130550" y="3517900"/>
          <p14:tracePt t="74135" x="3098800" y="3536950"/>
          <p14:tracePt t="74138" x="3060700" y="3549650"/>
          <p14:tracePt t="74151" x="3003550" y="3568700"/>
          <p14:tracePt t="74167" x="2882900" y="3606800"/>
          <p14:tracePt t="74184" x="2749550" y="3619500"/>
          <p14:tracePt t="74200" x="2673350" y="3619500"/>
          <p14:tracePt t="74217" x="2597150" y="3613150"/>
          <p14:tracePt t="74234" x="2311400" y="3562350"/>
          <p14:tracePt t="74250" x="2197100" y="3530600"/>
          <p14:tracePt t="74267" x="2108200" y="3524250"/>
          <p14:tracePt t="74284" x="1955800" y="3524250"/>
          <p14:tracePt t="74300" x="1873250" y="3524250"/>
          <p14:tracePt t="74317" x="1816100" y="3524250"/>
          <p14:tracePt t="74334" x="1797050" y="3524250"/>
          <p14:tracePt t="74350" x="1771650" y="3524250"/>
          <p14:tracePt t="74367" x="1746250" y="3536950"/>
          <p14:tracePt t="74383" x="1739900" y="3536950"/>
          <p14:tracePt t="74400" x="1727200" y="3543300"/>
          <p14:tracePt t="74528" x="1733550" y="3543300"/>
          <p14:tracePt t="74571" x="1739900" y="3536950"/>
          <p14:tracePt t="74606" x="1746250" y="3536950"/>
          <p14:tracePt t="74767" x="1752600" y="3536950"/>
          <p14:tracePt t="74788" x="1758950" y="3530600"/>
          <p14:tracePt t="74795" x="1765300" y="3530600"/>
          <p14:tracePt t="74808" x="1771650" y="3530600"/>
          <p14:tracePt t="74818" x="1778000" y="3530600"/>
          <p14:tracePt t="74837" x="1784350" y="3530600"/>
          <p14:tracePt t="74852" x="1790700" y="3524250"/>
          <p14:tracePt t="74865" x="1841500" y="3517900"/>
          <p14:tracePt t="74881" x="1866900" y="3517900"/>
          <p14:tracePt t="74898" x="1917700" y="3511550"/>
          <p14:tracePt t="74915" x="2070100" y="3511550"/>
          <p14:tracePt t="74931" x="2286000" y="3524250"/>
          <p14:tracePt t="74948" x="2425700" y="3536950"/>
          <p14:tracePt t="74964" x="2717800" y="3568700"/>
          <p14:tracePt t="74981" x="2997200" y="3600450"/>
          <p14:tracePt t="74998" x="3251200" y="3632200"/>
          <p14:tracePt t="75014" x="3352800" y="3644900"/>
          <p14:tracePt t="75031" x="3517900" y="3651250"/>
          <p14:tracePt t="75048" x="3625850" y="3670300"/>
          <p14:tracePt t="75064" x="3670300" y="3676650"/>
          <p14:tracePt t="75081" x="3708400" y="3676650"/>
          <p14:tracePt t="75097" x="3733800" y="3676650"/>
          <p14:tracePt t="75114" x="3740150" y="3676650"/>
          <p14:tracePt t="75147" x="3746500" y="3676650"/>
          <p14:tracePt t="75174" x="3752850" y="3676650"/>
          <p14:tracePt t="75195" x="3759200" y="3676650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r>
              <a:rPr lang="en-US" altLang="en-US" b="1" dirty="0" smtClean="0"/>
              <a:t>A </a:t>
            </a:r>
            <a:r>
              <a:rPr lang="en-US" altLang="en-US" b="1" dirty="0" err="1" smtClean="0"/>
              <a:t>Dataclasses</a:t>
            </a:r>
            <a:r>
              <a:rPr lang="en-US" altLang="en-US" b="1" dirty="0" smtClean="0"/>
              <a:t> Example</a:t>
            </a:r>
            <a:endParaRPr lang="en-US" altLang="en-US" b="1" dirty="0"/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-228600" y="987552"/>
            <a:ext cx="9372600" cy="5870448"/>
          </a:xfrm>
        </p:spPr>
        <p:txBody>
          <a:bodyPr/>
          <a:lstStyle/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from </a:t>
            </a:r>
            <a:r>
              <a:rPr lang="en-US" altLang="en-US" sz="26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600" dirty="0">
                <a:solidFill>
                  <a:schemeClr val="accent2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00" dirty="0">
                <a:solidFill>
                  <a:schemeClr val="tx1"/>
                </a:solidFill>
                <a:latin typeface="Lucida Console" panose="020B0609040504020204" pitchFamily="49" charset="0"/>
              </a:rPr>
              <a:t>import </a:t>
            </a:r>
            <a:r>
              <a:rPr lang="en-US" altLang="en-US" sz="26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6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6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en-US" sz="26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InventoryItem</a:t>
            </a:r>
            <a:r>
              <a:rPr lang="en-US" altLang="en-US" sz="26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600" dirty="0" smtClean="0">
                <a:solidFill>
                  <a:srgbClr val="FFC000"/>
                </a:solidFill>
                <a:latin typeface="Lucida Console" panose="020B0609040504020204" pitchFamily="49" charset="0"/>
              </a:rPr>
              <a:t>name</a:t>
            </a:r>
            <a:r>
              <a:rPr lang="en-US" altLang="en-US" sz="2600" dirty="0">
                <a:solidFill>
                  <a:srgbClr val="FFC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en-US" sz="26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str</a:t>
            </a:r>
            <a:endParaRPr lang="en-US" altLang="en-US" sz="2600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6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price</a:t>
            </a:r>
            <a:r>
              <a:rPr lang="en-US" altLang="en-US" sz="2600" dirty="0">
                <a:solidFill>
                  <a:srgbClr val="00B050"/>
                </a:solidFill>
                <a:latin typeface="Lucida Console" panose="020B0609040504020204" pitchFamily="49" charset="0"/>
              </a:rPr>
              <a:t>: float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600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quantity: </a:t>
            </a:r>
            <a:r>
              <a:rPr lang="en-US" altLang="en-US" sz="26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2600" dirty="0">
                <a:solidFill>
                  <a:srgbClr val="00B0F0"/>
                </a:solidFill>
                <a:latin typeface="Lucida Console" panose="020B0609040504020204" pitchFamily="49" charset="0"/>
              </a:rPr>
              <a:t> = 0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6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total_cost</a:t>
            </a:r>
            <a:r>
              <a:rPr lang="en-US" altLang="en-US" sz="2600" dirty="0">
                <a:solidFill>
                  <a:schemeClr val="tx1"/>
                </a:solidFill>
                <a:latin typeface="Lucida Console" panose="020B0609040504020204" pitchFamily="49" charset="0"/>
              </a:rPr>
              <a:t>(self) -&gt; float: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  </a:t>
            </a:r>
            <a:r>
              <a:rPr lang="en-US" altLang="en-US" sz="2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en-US" sz="26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self.price</a:t>
            </a:r>
            <a:r>
              <a:rPr lang="en-US" altLang="en-US" sz="26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* </a:t>
            </a:r>
            <a:r>
              <a:rPr lang="en-US" altLang="en-US" sz="26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self.quantity</a:t>
            </a:r>
            <a:endParaRPr lang="en-US" altLang="en-US" sz="260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00" spc="-5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#The above auto-creates this constructor:</a:t>
            </a:r>
            <a:endParaRPr lang="en-US" altLang="en-US" sz="2600" spc="-5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00" spc="-1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6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6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6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__(self, name: </a:t>
            </a:r>
            <a:r>
              <a:rPr lang="en-US" altLang="en-US" sz="26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6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600" spc="-100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price:float</a:t>
            </a:r>
            <a:r>
              <a:rPr lang="en-US" altLang="en-US" sz="2600" spc="-1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spc="-1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         </a:t>
            </a:r>
            <a:r>
              <a:rPr lang="en-US" altLang="en-US" sz="2600" spc="-1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quantity: </a:t>
            </a:r>
            <a:r>
              <a:rPr lang="en-US" altLang="en-US" sz="26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26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=0):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600" dirty="0">
                <a:solidFill>
                  <a:srgbClr val="FFC000"/>
                </a:solidFill>
                <a:latin typeface="Lucida Console" panose="020B0609040504020204" pitchFamily="49" charset="0"/>
              </a:rPr>
              <a:t>self.name = name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60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self.price</a:t>
            </a:r>
            <a:r>
              <a:rPr lang="en-US" altLang="en-US" sz="26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00" dirty="0">
                <a:solidFill>
                  <a:srgbClr val="00B050"/>
                </a:solidFill>
                <a:latin typeface="Lucida Console" panose="020B0609040504020204" pitchFamily="49" charset="0"/>
              </a:rPr>
              <a:t>= </a:t>
            </a:r>
            <a:r>
              <a:rPr lang="en-US" altLang="en-US" sz="26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price</a:t>
            </a:r>
            <a:endParaRPr lang="en-US" altLang="en-US" sz="260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600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self.quantity</a:t>
            </a:r>
            <a:r>
              <a:rPr lang="en-US" altLang="en-US" sz="2600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00" dirty="0">
                <a:solidFill>
                  <a:srgbClr val="00B0F0"/>
                </a:solidFill>
                <a:latin typeface="Lucida Console" panose="020B0609040504020204" pitchFamily="49" charset="0"/>
              </a:rPr>
              <a:t>= </a:t>
            </a:r>
            <a:r>
              <a:rPr lang="en-US" altLang="en-US" sz="2600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quantity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6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try:self</a:t>
            </a:r>
            <a:r>
              <a:rPr lang="en-US" altLang="en-US" sz="26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.__</a:t>
            </a:r>
            <a:r>
              <a:rPr lang="en-US" altLang="en-US" sz="26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post_init</a:t>
            </a:r>
            <a:r>
              <a:rPr lang="en-US" altLang="en-US" sz="26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__()</a:t>
            </a:r>
            <a:endParaRPr lang="en-US" altLang="en-US" sz="2600" dirty="0">
              <a:solidFill>
                <a:srgbClr val="7030A0"/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Rounded Rectangular Callout 1"/>
          <p:cNvSpPr/>
          <p:nvPr/>
        </p:nvSpPr>
        <p:spPr bwMode="auto">
          <a:xfrm>
            <a:off x="2971800" y="2286000"/>
            <a:ext cx="6019800" cy="2895600"/>
          </a:xfrm>
          <a:prstGeom prst="wedgeRoundRectCallout">
            <a:avLst>
              <a:gd name="adj1" fmla="val -19699"/>
              <a:gd name="adj2" fmla="val 91722"/>
              <a:gd name="adj3" fmla="val 16667"/>
            </a:avLst>
          </a:prstGeom>
          <a:solidFill>
            <a:srgbClr val="D1B2E8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en-US" sz="3200" dirty="0" smtClean="0">
                <a:solidFill>
                  <a:schemeClr val="tx1"/>
                </a:solidFill>
                <a:latin typeface="+mj-lt"/>
              </a:rPr>
              <a:t>if you define a __</a:t>
            </a:r>
            <a:r>
              <a:rPr lang="en-US" altLang="en-US" sz="3200" dirty="0" err="1">
                <a:solidFill>
                  <a:schemeClr val="tx1"/>
                </a:solidFill>
                <a:latin typeface="+mj-lt"/>
              </a:rPr>
              <a:t>post_init</a:t>
            </a:r>
            <a:r>
              <a:rPr lang="en-US" altLang="en-US" sz="3200" dirty="0">
                <a:solidFill>
                  <a:schemeClr val="tx1"/>
                </a:solidFill>
                <a:latin typeface="+mj-lt"/>
              </a:rPr>
              <a:t>__() </a:t>
            </a:r>
            <a:r>
              <a:rPr lang="en-US" altLang="en-US" sz="3200" dirty="0" smtClean="0">
                <a:solidFill>
                  <a:schemeClr val="tx1"/>
                </a:solidFill>
                <a:latin typeface="+mj-lt"/>
              </a:rPr>
              <a:t>in your class, then this lets </a:t>
            </a:r>
            <a:br>
              <a:rPr lang="en-US" altLang="en-US" sz="3200" dirty="0" smtClean="0">
                <a:solidFill>
                  <a:schemeClr val="tx1"/>
                </a:solidFill>
                <a:latin typeface="+mj-lt"/>
              </a:rPr>
            </a:br>
            <a:r>
              <a:rPr lang="en-US" altLang="en-US" sz="3200" dirty="0" smtClean="0">
                <a:solidFill>
                  <a:schemeClr val="tx1"/>
                </a:solidFill>
                <a:latin typeface="+mj-lt"/>
              </a:rPr>
              <a:t>you add on additional post-processing after the default initialization stuff is done.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86765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39"/>
    </mc:Choice>
    <mc:Fallback>
      <p:transition spd="slow" advTm="1300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17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17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17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317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3174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174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174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6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2" grpId="0" animBg="1"/>
    </p:bldLst>
  </p:timing>
  <p:extLst>
    <p:ext uri="{3A86A75C-4F4B-4683-9AE1-C65F6400EC91}">
      <p14:laserTraceLst xmlns:p14="http://schemas.microsoft.com/office/powerpoint/2010/main">
        <p14:tracePtLst>
          <p14:tracePt t="1434" x="3759200" y="3663950"/>
          <p14:tracePt t="1441" x="3746500" y="3638550"/>
          <p14:tracePt t="1448" x="3721100" y="3568700"/>
          <p14:tracePt t="1462" x="3689350" y="3511550"/>
          <p14:tracePt t="1472" x="3663950" y="3441700"/>
          <p14:tracePt t="1489" x="3632200" y="3378200"/>
          <p14:tracePt t="1506" x="3575050" y="3219450"/>
          <p14:tracePt t="1522" x="3486150" y="3016250"/>
          <p14:tracePt t="1539" x="3403600" y="2806700"/>
          <p14:tracePt t="1555" x="3365500" y="2705100"/>
          <p14:tracePt t="1572" x="3308350" y="2609850"/>
          <p14:tracePt t="1589" x="3175000" y="2292350"/>
          <p14:tracePt t="1605" x="3130550" y="2203450"/>
          <p14:tracePt t="1622" x="3105150" y="2120900"/>
          <p14:tracePt t="1638" x="3048000" y="1993900"/>
          <p14:tracePt t="1656" x="3009900" y="1911350"/>
          <p14:tracePt t="1673" x="2990850" y="1860550"/>
          <p14:tracePt t="1689" x="2978150" y="1847850"/>
          <p14:tracePt t="1705" x="2971800" y="1822450"/>
          <p14:tracePt t="1722" x="2959100" y="1803400"/>
          <p14:tracePt t="1738" x="2959100" y="1797050"/>
          <p14:tracePt t="1755" x="2959100" y="1790700"/>
          <p14:tracePt t="1772" x="2952750" y="1784350"/>
          <p14:tracePt t="1822" x="2946400" y="1784350"/>
          <p14:tracePt t="1869" x="2946400" y="1790700"/>
          <p14:tracePt t="1890" x="2946400" y="1797050"/>
          <p14:tracePt t="1932" x="2946400" y="1803400"/>
          <p14:tracePt t="2143" x="2952750" y="1803400"/>
          <p14:tracePt t="2192" x="2952750" y="1797050"/>
          <p14:tracePt t="2220" x="2952750" y="1790700"/>
          <p14:tracePt t="2262" x="2952750" y="1784350"/>
          <p14:tracePt t="2284" x="2952750" y="1771650"/>
          <p14:tracePt t="2304" x="2952750" y="1758950"/>
          <p14:tracePt t="2326" x="2952750" y="1746250"/>
          <p14:tracePt t="2339" x="2952750" y="1720850"/>
          <p14:tracePt t="2354" x="2952750" y="1701800"/>
          <p14:tracePt t="2361" x="2952750" y="1676400"/>
          <p14:tracePt t="2375" x="2952750" y="1644650"/>
          <p14:tracePt t="2389" x="2952750" y="1606550"/>
          <p14:tracePt t="2404" x="2940050" y="1568450"/>
          <p14:tracePt t="2419" x="2940050" y="1536700"/>
          <p14:tracePt t="2436" x="2940050" y="1498600"/>
          <p14:tracePt t="2453" x="2940050" y="1454150"/>
          <p14:tracePt t="2469" x="2940050" y="1428750"/>
          <p14:tracePt t="2486" x="2940050" y="1403350"/>
          <p14:tracePt t="2519" x="2940050" y="1390650"/>
          <p14:tracePt t="3103" x="2940050" y="1397000"/>
          <p14:tracePt t="3118" x="2940050" y="1403350"/>
          <p14:tracePt t="3138" x="2940050" y="1409700"/>
          <p14:tracePt t="3159" x="2940050" y="1416050"/>
          <p14:tracePt t="3173" x="2940050" y="1422400"/>
          <p14:tracePt t="3187" x="2940050" y="1428750"/>
          <p14:tracePt t="3215" x="2940050" y="1435100"/>
          <p14:tracePt t="3243" x="2927350" y="1435100"/>
          <p14:tracePt t="3306" x="2914650" y="1435100"/>
          <p14:tracePt t="3313" x="2908300" y="1441450"/>
          <p14:tracePt t="3327" x="2901950" y="1441450"/>
          <p14:tracePt t="3336" x="2895600" y="1441450"/>
          <p14:tracePt t="3355" x="2882900" y="1447800"/>
          <p14:tracePt t="3370" x="2876550" y="1447800"/>
          <p14:tracePt t="3383" x="2857500" y="1454150"/>
          <p14:tracePt t="3399" x="2800350" y="1454150"/>
          <p14:tracePt t="3416" x="2762250" y="1460500"/>
          <p14:tracePt t="3434" x="2552700" y="1479550"/>
          <p14:tracePt t="3449" x="2476500" y="1492250"/>
          <p14:tracePt t="3466" x="2400300" y="1498600"/>
          <p14:tracePt t="3483" x="2254250" y="1517650"/>
          <p14:tracePt t="3499" x="2139950" y="1530350"/>
          <p14:tracePt t="3516" x="2082800" y="1536700"/>
          <p14:tracePt t="3532" x="2006600" y="1536700"/>
          <p14:tracePt t="3549" x="1943100" y="1555750"/>
          <p14:tracePt t="3566" x="1911350" y="1562100"/>
          <p14:tracePt t="3582" x="1905000" y="1562100"/>
          <p14:tracePt t="3598" x="1885950" y="1568450"/>
          <p14:tracePt t="3616" x="1885950" y="1574800"/>
          <p14:tracePt t="3632" x="1885950" y="1581150"/>
          <p14:tracePt t="3665" x="1885950" y="1587500"/>
          <p14:tracePt t="4045" x="1885950" y="1568450"/>
          <p14:tracePt t="4051" x="1885950" y="1543050"/>
          <p14:tracePt t="4067" x="1885950" y="1524000"/>
          <p14:tracePt t="4082" x="1898650" y="1479550"/>
          <p14:tracePt t="4097" x="1911350" y="1422400"/>
          <p14:tracePt t="4114" x="1917700" y="1390650"/>
          <p14:tracePt t="4130" x="1924050" y="1358900"/>
          <p14:tracePt t="4147" x="1943100" y="1327150"/>
          <p14:tracePt t="4164" x="1955800" y="1308100"/>
          <p14:tracePt t="4180" x="1962150" y="1295400"/>
          <p14:tracePt t="4196" x="1968500" y="1289050"/>
          <p14:tracePt t="4213" x="1974850" y="1282700"/>
          <p14:tracePt t="4230" x="1974850" y="1276350"/>
          <p14:tracePt t="4263" x="1981200" y="1270000"/>
          <p14:tracePt t="4280" x="1981200" y="1263650"/>
          <p14:tracePt t="4354" x="1993900" y="1257300"/>
          <p14:tracePt t="4361" x="2000250" y="1257300"/>
          <p14:tracePt t="4368" x="2006600" y="1257300"/>
          <p14:tracePt t="4389" x="2012950" y="1257300"/>
          <p14:tracePt t="4402" x="2025650" y="1257300"/>
          <p14:tracePt t="4412" x="2025650" y="1263650"/>
          <p14:tracePt t="4429" x="2032000" y="1263650"/>
          <p14:tracePt t="4445" x="2076450" y="1270000"/>
          <p14:tracePt t="4462" x="2139950" y="1270000"/>
          <p14:tracePt t="4479" x="2184400" y="1276350"/>
          <p14:tracePt t="4496" x="2286000" y="1289050"/>
          <p14:tracePt t="4512" x="2406650" y="1295400"/>
          <p14:tracePt t="4530" x="2533650" y="1295400"/>
          <p14:tracePt t="4545" x="2584450" y="1295400"/>
          <p14:tracePt t="4562" x="2698750" y="1295400"/>
          <p14:tracePt t="4579" x="2806700" y="1295400"/>
          <p14:tracePt t="4595" x="2870200" y="1282700"/>
          <p14:tracePt t="4612" x="2933700" y="1282700"/>
          <p14:tracePt t="4628" x="3155950" y="1257300"/>
          <p14:tracePt t="4645" x="3232150" y="1257300"/>
          <p14:tracePt t="4663" x="3397250" y="1244600"/>
          <p14:tracePt t="4678" x="3473450" y="1244600"/>
          <p14:tracePt t="4695" x="3638550" y="1244600"/>
          <p14:tracePt t="4712" x="3829050" y="1225550"/>
          <p14:tracePt t="4728" x="3917950" y="1225550"/>
          <p14:tracePt t="4745" x="4089400" y="1212850"/>
          <p14:tracePt t="4761" x="4152900" y="1206500"/>
          <p14:tracePt t="4778" x="4260850" y="1187450"/>
          <p14:tracePt t="4795" x="4305300" y="1168400"/>
          <p14:tracePt t="4811" x="4381500" y="1162050"/>
          <p14:tracePt t="4828" x="4425950" y="1155700"/>
          <p14:tracePt t="4845" x="4451350" y="1149350"/>
          <p14:tracePt t="4861" x="4464050" y="1149350"/>
          <p14:tracePt t="4878" x="4470400" y="1149350"/>
          <p14:tracePt t="4943" x="4464050" y="1149350"/>
          <p14:tracePt t="4950" x="4457700" y="1149350"/>
          <p14:tracePt t="4979" x="4451350" y="1149350"/>
          <p14:tracePt t="5161" x="4457700" y="1149350"/>
          <p14:tracePt t="5175" x="4464050" y="1149350"/>
          <p14:tracePt t="5182" x="4470400" y="1149350"/>
          <p14:tracePt t="5193" x="4476750" y="1149350"/>
          <p14:tracePt t="5210" x="4508500" y="1155700"/>
          <p14:tracePt t="5226" x="4533900" y="1155700"/>
          <p14:tracePt t="5243" x="4572000" y="1162050"/>
          <p14:tracePt t="5260" x="4775200" y="1174750"/>
          <p14:tracePt t="5276" x="4876800" y="1181100"/>
          <p14:tracePt t="5293" x="4978400" y="1193800"/>
          <p14:tracePt t="5309" x="5213350" y="1212850"/>
          <p14:tracePt t="5326" x="5441950" y="1238250"/>
          <p14:tracePt t="5343" x="5670550" y="1257300"/>
          <p14:tracePt t="5359" x="5772150" y="1276350"/>
          <p14:tracePt t="5376" x="5949950" y="1289050"/>
          <p14:tracePt t="5393" x="6089650" y="1295400"/>
          <p14:tracePt t="5409" x="6159500" y="1295400"/>
          <p14:tracePt t="5412" x="6210300" y="1295400"/>
          <p14:tracePt t="5426" x="6248400" y="1301750"/>
          <p14:tracePt t="5443" x="6337300" y="1301750"/>
          <p14:tracePt t="5459" x="6369050" y="1301750"/>
          <p14:tracePt t="5475" x="6438900" y="1301750"/>
          <p14:tracePt t="5492" x="6496050" y="1301750"/>
          <p14:tracePt t="5509" x="6515100" y="1301750"/>
          <p14:tracePt t="5527" x="6572250" y="1301750"/>
          <p14:tracePt t="5542" x="6604000" y="1301750"/>
          <p14:tracePt t="5558" x="6642100" y="1301750"/>
          <p14:tracePt t="5575" x="6699250" y="1301750"/>
          <p14:tracePt t="5592" x="6788150" y="1301750"/>
          <p14:tracePt t="5608" x="6832600" y="1295400"/>
          <p14:tracePt t="5625" x="6896100" y="1289050"/>
          <p14:tracePt t="5641" x="6953250" y="1289050"/>
          <p14:tracePt t="5658" x="6978650" y="1276350"/>
          <p14:tracePt t="5675" x="7048500" y="1276350"/>
          <p14:tracePt t="5691" x="7067550" y="1270000"/>
          <p14:tracePt t="5708" x="7105650" y="1270000"/>
          <p14:tracePt t="5724" x="7143750" y="1263650"/>
          <p14:tracePt t="5741" x="7162800" y="1263650"/>
          <p14:tracePt t="5758" x="7207250" y="1263650"/>
          <p14:tracePt t="5774" x="7277100" y="1263650"/>
          <p14:tracePt t="5791" x="7302500" y="1257300"/>
          <p14:tracePt t="5808" x="7372350" y="1257300"/>
          <p14:tracePt t="5824" x="7429500" y="1250950"/>
          <p14:tracePt t="5841" x="7448550" y="1250950"/>
          <p14:tracePt t="5857" x="7473950" y="1250950"/>
          <p14:tracePt t="5874" x="7480300" y="1250950"/>
          <p14:tracePt t="5891" x="7486650" y="1250950"/>
          <p14:tracePt t="5912" x="7480300" y="1250950"/>
          <p14:tracePt t="5933" x="7467600" y="1250950"/>
          <p14:tracePt t="5954" x="7454900" y="1250950"/>
          <p14:tracePt t="5961" x="7429500" y="1250950"/>
          <p14:tracePt t="5976" x="7410450" y="1250950"/>
          <p14:tracePt t="5990" x="7391400" y="1257300"/>
          <p14:tracePt t="6007" x="7296150" y="1276350"/>
          <p14:tracePt t="6024" x="7245350" y="1282700"/>
          <p14:tracePt t="6040" x="7112000" y="1314450"/>
          <p14:tracePt t="6056" x="7035800" y="1333500"/>
          <p14:tracePt t="6074" x="6877050" y="1352550"/>
          <p14:tracePt t="6090" x="6711950" y="1358900"/>
          <p14:tracePt t="6107" x="6623050" y="1358900"/>
          <p14:tracePt t="6123" x="6407150" y="1358900"/>
          <p14:tracePt t="6140" x="6350000" y="1346200"/>
          <p14:tracePt t="6158" x="6242050" y="1333500"/>
          <p14:tracePt t="6173" x="6159500" y="1314450"/>
          <p14:tracePt t="6189" x="6121400" y="1295400"/>
          <p14:tracePt t="6207" x="6070600" y="1289050"/>
          <p14:tracePt t="6223" x="6051550" y="1289050"/>
          <p14:tracePt t="6239" x="6013450" y="1282700"/>
          <p14:tracePt t="6256" x="5994400" y="1276350"/>
          <p14:tracePt t="6273" x="5988050" y="1270000"/>
          <p14:tracePt t="6289" x="5962650" y="1263650"/>
          <p14:tracePt t="6307" x="5899150" y="1250950"/>
          <p14:tracePt t="6323" x="5848350" y="1238250"/>
          <p14:tracePt t="6340" x="5702300" y="1219200"/>
          <p14:tracePt t="6356" x="5511800" y="1200150"/>
          <p14:tracePt t="6373" x="5384800" y="1193800"/>
          <p14:tracePt t="6389" x="5067300" y="1168400"/>
          <p14:tracePt t="6405" x="4718050" y="1143000"/>
          <p14:tracePt t="6422" x="4502150" y="1130300"/>
          <p14:tracePt t="6425" x="4337050" y="1117600"/>
          <p14:tracePt t="6441" x="4152900" y="1117600"/>
          <p14:tracePt t="6455" x="3879850" y="1098550"/>
          <p14:tracePt t="6472" x="3765550" y="1085850"/>
          <p14:tracePt t="6489" x="3549650" y="1085850"/>
          <p14:tracePt t="6505" x="3460750" y="1092200"/>
          <p14:tracePt t="6522" x="3308350" y="1098550"/>
          <p14:tracePt t="6538" x="3213100" y="1111250"/>
          <p14:tracePt t="6555" x="3194050" y="1111250"/>
          <p14:tracePt t="6572" x="3175000" y="1111250"/>
          <p14:tracePt t="6604" x="3175000" y="1117600"/>
          <p14:tracePt t="6649" x="3187700" y="1117600"/>
          <p14:tracePt t="6656" x="3206750" y="1117600"/>
          <p14:tracePt t="6663" x="3238500" y="1117600"/>
          <p14:tracePt t="6678" x="3282950" y="1117600"/>
          <p14:tracePt t="6687" x="3346450" y="1117600"/>
          <p14:tracePt t="6705" x="3441700" y="1130300"/>
          <p14:tracePt t="6721" x="3619500" y="1136650"/>
          <p14:tracePt t="6738" x="3746500" y="1136650"/>
          <p14:tracePt t="6755" x="4241800" y="1130300"/>
          <p14:tracePt t="6771" x="4432300" y="1117600"/>
          <p14:tracePt t="6787" x="4616450" y="1117600"/>
          <p14:tracePt t="6804" x="5276850" y="1092200"/>
          <p14:tracePt t="6821" x="5543550" y="1079500"/>
          <p14:tracePt t="6837" x="5784850" y="1066800"/>
          <p14:tracePt t="6854" x="6235700" y="1060450"/>
          <p14:tracePt t="6871" x="6629400" y="1060450"/>
          <p14:tracePt t="6888" x="6883400" y="1060450"/>
          <p14:tracePt t="6905" x="6997700" y="1060450"/>
          <p14:tracePt t="6920" x="7099300" y="1060450"/>
          <p14:tracePt t="6938" x="7251700" y="1060450"/>
          <p14:tracePt t="6954" x="7353300" y="1060450"/>
          <p14:tracePt t="6970" x="7372350" y="1060450"/>
          <p14:tracePt t="6987" x="7397750" y="1060450"/>
          <p14:tracePt t="7004" x="7404100" y="1060450"/>
          <p14:tracePt t="7028" x="7404100" y="1066800"/>
          <p14:tracePt t="7057" x="7397750" y="1066800"/>
          <p14:tracePt t="7106" x="7391400" y="1066800"/>
          <p14:tracePt t="7155" x="7385050" y="1066800"/>
          <p14:tracePt t="7170" x="7378700" y="1066800"/>
          <p14:tracePt t="7197" x="7366000" y="1066800"/>
          <p14:tracePt t="7225" x="7353300" y="1066800"/>
          <p14:tracePt t="7239" x="7334250" y="1085850"/>
          <p14:tracePt t="7246" x="7302500" y="1098550"/>
          <p14:tracePt t="7256" x="7258050" y="1123950"/>
          <p14:tracePt t="7269" x="7194550" y="1143000"/>
          <p14:tracePt t="7286" x="7016750" y="1219200"/>
          <p14:tracePt t="7302" x="6915150" y="1244600"/>
          <p14:tracePt t="7319" x="6616700" y="1327150"/>
          <p14:tracePt t="7336" x="6362700" y="1390650"/>
          <p14:tracePt t="7352" x="5702300" y="1517650"/>
          <p14:tracePt t="7369" x="5302250" y="1568450"/>
          <p14:tracePt t="7386" x="4495800" y="1714500"/>
          <p14:tracePt t="7402" x="3784600" y="1758950"/>
          <p14:tracePt t="7419" x="3517900" y="1790700"/>
          <p14:tracePt t="7436" x="2984500" y="1803400"/>
          <p14:tracePt t="7452" x="2832100" y="1803400"/>
          <p14:tracePt t="7469" x="2692400" y="1803400"/>
          <p14:tracePt t="7485" x="2451100" y="1803400"/>
          <p14:tracePt t="7502" x="2260600" y="1803400"/>
          <p14:tracePt t="7518" x="2184400" y="1803400"/>
          <p14:tracePt t="7535" x="2063750" y="1790700"/>
          <p14:tracePt t="7552" x="2006600" y="1784350"/>
          <p14:tracePt t="7568" x="1987550" y="1778000"/>
          <p14:tracePt t="7585" x="1930400" y="1727200"/>
          <p14:tracePt t="7601" x="1924050" y="1714500"/>
          <p14:tracePt t="7618" x="1936750" y="1714500"/>
          <p14:tracePt t="7934" x="1936750" y="1739900"/>
          <p14:tracePt t="7941" x="1936750" y="1765300"/>
          <p14:tracePt t="7955" x="1936750" y="1803400"/>
          <p14:tracePt t="7966" x="1936750" y="1828800"/>
          <p14:tracePt t="7984" x="1949450" y="1879600"/>
          <p14:tracePt t="8000" x="1962150" y="1949450"/>
          <p14:tracePt t="8017" x="1968500" y="1987550"/>
          <p14:tracePt t="8034" x="1993900" y="2076450"/>
          <p14:tracePt t="8050" x="2000250" y="2127250"/>
          <p14:tracePt t="8068" x="2076450" y="2286000"/>
          <p14:tracePt t="8083" x="2101850" y="2343150"/>
          <p14:tracePt t="8100" x="2127250" y="2374900"/>
          <p14:tracePt t="8117" x="2165350" y="2425700"/>
          <p14:tracePt t="8133" x="2197100" y="2451100"/>
          <p14:tracePt t="8149" x="2203450" y="2457450"/>
          <p14:tracePt t="8166" x="2216150" y="2457450"/>
          <p14:tracePt t="8183" x="2228850" y="2451100"/>
          <p14:tracePt t="8216" x="2235200" y="2438400"/>
          <p14:tracePt t="8233" x="2235200" y="2425700"/>
          <p14:tracePt t="8250" x="2235200" y="2413000"/>
          <p14:tracePt t="8266" x="2235200" y="2406650"/>
          <p14:tracePt t="8282" x="2235200" y="2393950"/>
          <p14:tracePt t="8300" x="2235200" y="2387600"/>
          <p14:tracePt t="8315" x="2235200" y="2374900"/>
          <p14:tracePt t="8348" x="2235200" y="2311400"/>
          <p14:tracePt t="8365" x="2235200" y="2286000"/>
          <p14:tracePt t="8382" x="2222500" y="2241550"/>
          <p14:tracePt t="8398" x="2222500" y="2178050"/>
          <p14:tracePt t="8415" x="2209800" y="2108200"/>
          <p14:tracePt t="8433" x="2203450" y="2057400"/>
          <p14:tracePt t="8448" x="2203450" y="2038350"/>
          <p14:tracePt t="8465" x="2203450" y="2012950"/>
          <p14:tracePt t="8482" x="2203450" y="2000250"/>
          <p14:tracePt t="8524" x="2203450" y="2006600"/>
          <p14:tracePt t="8532" x="2197100" y="2012950"/>
          <p14:tracePt t="8545" x="2197100" y="2019300"/>
          <p14:tracePt t="8552" x="2190750" y="2025650"/>
          <p14:tracePt t="8565" x="2190750" y="2038350"/>
          <p14:tracePt t="8581" x="2184400" y="2089150"/>
          <p14:tracePt t="8598" x="2184400" y="2127250"/>
          <p14:tracePt t="8615" x="2184400" y="2254250"/>
          <p14:tracePt t="8631" x="2190750" y="2444750"/>
          <p14:tracePt t="8648" x="2203450" y="2546350"/>
          <p14:tracePt t="8665" x="2235200" y="2774950"/>
          <p14:tracePt t="8681" x="2241550" y="2901950"/>
          <p14:tracePt t="8698" x="2260600" y="3130550"/>
          <p14:tracePt t="8715" x="2286000" y="3314700"/>
          <p14:tracePt t="8731" x="2292350" y="3403600"/>
          <p14:tracePt t="8748" x="2305050" y="3505200"/>
          <p14:tracePt t="8764" x="2311400" y="3549650"/>
          <p14:tracePt t="8781" x="2311400" y="3562350"/>
          <p14:tracePt t="8814" x="2317750" y="3556000"/>
          <p14:tracePt t="8830" x="2324100" y="3543300"/>
          <p14:tracePt t="8847" x="2324100" y="3530600"/>
          <p14:tracePt t="8864" x="2343150" y="3479800"/>
          <p14:tracePt t="8880" x="2343150" y="3448050"/>
          <p14:tracePt t="8897" x="2349500" y="3346450"/>
          <p14:tracePt t="8913" x="2349500" y="3219450"/>
          <p14:tracePt t="8931" x="2343150" y="3067050"/>
          <p14:tracePt t="8947" x="2336800" y="2990850"/>
          <p14:tracePt t="8963" x="2324100" y="2901950"/>
          <p14:tracePt t="8980" x="2286000" y="2616200"/>
          <p14:tracePt t="8996" x="2273300" y="2540000"/>
          <p14:tracePt t="9013" x="2254250" y="2444750"/>
          <p14:tracePt t="9030" x="2235200" y="2292350"/>
          <p14:tracePt t="9046" x="2228850" y="2197100"/>
          <p14:tracePt t="9063" x="2228850" y="2178050"/>
          <p14:tracePt t="9080" x="2228850" y="2159000"/>
          <p14:tracePt t="9114" x="2222500" y="2165350"/>
          <p14:tracePt t="9130" x="2222500" y="2171700"/>
          <p14:tracePt t="9146" x="2222500" y="2190750"/>
          <p14:tracePt t="9163" x="2222500" y="2241550"/>
          <p14:tracePt t="9179" x="2222500" y="2292350"/>
          <p14:tracePt t="9196" x="2228850" y="2393950"/>
          <p14:tracePt t="9213" x="2247900" y="2552700"/>
          <p14:tracePt t="9229" x="2254250" y="2641600"/>
          <p14:tracePt t="9246" x="2273300" y="2743200"/>
          <p14:tracePt t="9262" x="2349500" y="3067050"/>
          <p14:tracePt t="9279" x="2368550" y="3168650"/>
          <p14:tracePt t="9296" x="2406650" y="3340100"/>
          <p14:tracePt t="9312" x="2425700" y="3409950"/>
          <p14:tracePt t="9329" x="2457450" y="3517900"/>
          <p14:tracePt t="9346" x="2476500" y="3556000"/>
          <p14:tracePt t="9362" x="2482850" y="3568700"/>
          <p14:tracePt t="9378" x="2482850" y="3581400"/>
          <p14:tracePt t="9395" x="2482850" y="3587750"/>
          <p14:tracePt t="9465" x="2482850" y="3581400"/>
          <p14:tracePt t="9472" x="2482850" y="3575050"/>
          <p14:tracePt t="9485" x="2489200" y="3575050"/>
          <p14:tracePt t="9494" x="2489200" y="3568700"/>
          <p14:tracePt t="9541" x="2489200" y="3562350"/>
          <p14:tracePt t="9577" x="2489200" y="3556000"/>
          <p14:tracePt t="9584" x="2489200" y="3549650"/>
          <p14:tracePt t="9605" x="2495550" y="3549650"/>
          <p14:tracePt t="9633" x="2495550" y="3543300"/>
          <p14:tracePt t="9654" x="2501900" y="3536950"/>
          <p14:tracePt t="9682" x="2501900" y="3530600"/>
          <p14:tracePt t="9696" x="2508250" y="3524250"/>
          <p14:tracePt t="9703" x="2508250" y="3517900"/>
          <p14:tracePt t="9718" x="2508250" y="3511550"/>
          <p14:tracePt t="9727" x="2508250" y="3505200"/>
          <p14:tracePt t="9744" x="2508250" y="3492500"/>
          <p14:tracePt t="9760" x="2514600" y="3454400"/>
          <p14:tracePt t="9777" x="2527300" y="3384550"/>
          <p14:tracePt t="9794" x="2520950" y="3282950"/>
          <p14:tracePt t="9810" x="2520950" y="3213100"/>
          <p14:tracePt t="9827" x="2514600" y="3073400"/>
          <p14:tracePt t="9844" x="2501900" y="2908300"/>
          <p14:tracePt t="9860" x="2495550" y="2832100"/>
          <p14:tracePt t="9877" x="2482850" y="2749550"/>
          <p14:tracePt t="9894" x="2476500" y="2546350"/>
          <p14:tracePt t="9910" x="2476500" y="2482850"/>
          <p14:tracePt t="9927" x="2476500" y="2444750"/>
          <p14:tracePt t="9943" x="2476500" y="2374900"/>
          <p14:tracePt t="9960" x="2476500" y="2336800"/>
          <p14:tracePt t="9977" x="2476500" y="2311400"/>
          <p14:tracePt t="9993" x="2482850" y="2298700"/>
          <p14:tracePt t="10010" x="2482850" y="2279650"/>
          <p14:tracePt t="10027" x="2489200" y="2266950"/>
          <p14:tracePt t="10059" x="2489200" y="2260600"/>
          <p14:tracePt t="10097" x="2495550" y="2260600"/>
          <p14:tracePt t="10244" x="2489200" y="2260600"/>
          <p14:tracePt t="10258" x="2482850" y="2266950"/>
          <p14:tracePt t="10265" x="2470150" y="2266950"/>
          <p14:tracePt t="10279" x="2451100" y="2266950"/>
          <p14:tracePt t="10293" x="2438400" y="2273300"/>
          <p14:tracePt t="10309" x="2368550" y="2273300"/>
          <p14:tracePt t="10325" x="2330450" y="2279650"/>
          <p14:tracePt t="10342" x="2247900" y="2292350"/>
          <p14:tracePt t="10359" x="2178050" y="2305050"/>
          <p14:tracePt t="10375" x="2159000" y="2305050"/>
          <p14:tracePt t="10392" x="2114550" y="2317750"/>
          <p14:tracePt t="10408" x="2089150" y="2324100"/>
          <p14:tracePt t="10425" x="2082800" y="2330450"/>
          <p14:tracePt t="10442" x="2076450" y="2336800"/>
          <p14:tracePt t="10489" x="2070100" y="2336800"/>
          <p14:tracePt t="10525" x="2070100" y="2343150"/>
          <p14:tracePt t="10567" x="2070100" y="2349500"/>
          <p14:tracePt t="10581" x="2076450" y="2349500"/>
          <p14:tracePt t="10588" x="2082800" y="2349500"/>
          <p14:tracePt t="10595" x="2089150" y="2355850"/>
          <p14:tracePt t="10611" x="2095500" y="2355850"/>
          <p14:tracePt t="10624" x="2101850" y="2355850"/>
          <p14:tracePt t="10641" x="2114550" y="2355850"/>
          <p14:tracePt t="10658" x="2152650" y="2368550"/>
          <p14:tracePt t="10674" x="2178050" y="2368550"/>
          <p14:tracePt t="10690" x="2260600" y="2374900"/>
          <p14:tracePt t="10708" x="2387600" y="2393950"/>
          <p14:tracePt t="10724" x="2463800" y="2393950"/>
          <p14:tracePt t="10741" x="2622550" y="2413000"/>
          <p14:tracePt t="10757" x="2749550" y="2425700"/>
          <p14:tracePt t="10774" x="2794000" y="2432050"/>
          <p14:tracePt t="10791" x="2832100" y="2432050"/>
          <p14:tracePt t="10807" x="2876550" y="2432050"/>
          <p14:tracePt t="10823" x="2882900" y="2438400"/>
          <p14:tracePt t="10841" x="2889250" y="2438400"/>
          <p14:tracePt t="10897" x="2876550" y="2438400"/>
          <p14:tracePt t="10911" x="2870200" y="2438400"/>
          <p14:tracePt t="10918" x="2863850" y="2438400"/>
          <p14:tracePt t="10932" x="2857500" y="2438400"/>
          <p14:tracePt t="10940" x="2844800" y="2438400"/>
          <p14:tracePt t="10956" x="2832100" y="2444750"/>
          <p14:tracePt t="10974" x="2781300" y="2457450"/>
          <p14:tracePt t="10989" x="2711450" y="2482850"/>
          <p14:tracePt t="11006" x="2667000" y="2501900"/>
          <p14:tracePt t="11023" x="2584450" y="2527300"/>
          <p14:tracePt t="11039" x="2508250" y="2559050"/>
          <p14:tracePt t="11056" x="2476500" y="2571750"/>
          <p14:tracePt t="11073" x="2438400" y="2597150"/>
          <p14:tracePt t="11089" x="2413000" y="2603500"/>
          <p14:tracePt t="11106" x="2406650" y="2609850"/>
          <p14:tracePt t="11122" x="2393950" y="2609850"/>
          <p14:tracePt t="11142" x="2393950" y="2616200"/>
          <p14:tracePt t="11156" x="2393950" y="2628900"/>
          <p14:tracePt t="11172" x="2406650" y="2628900"/>
          <p14:tracePt t="11189" x="2419350" y="2628900"/>
          <p14:tracePt t="11207" x="2457450" y="2628900"/>
          <p14:tracePt t="11222" x="2546350" y="2635250"/>
          <p14:tracePt t="11239" x="2622550" y="2635250"/>
          <p14:tracePt t="11255" x="2806700" y="2660650"/>
          <p14:tracePt t="11273" x="2984500" y="2667000"/>
          <p14:tracePt t="11289" x="3073400" y="2667000"/>
          <p14:tracePt t="11305" x="3213100" y="2667000"/>
          <p14:tracePt t="11322" x="3251200" y="2667000"/>
          <p14:tracePt t="11339" x="3302000" y="2667000"/>
          <p14:tracePt t="11355" x="3308350" y="2667000"/>
          <p14:tracePt t="11372" x="3314700" y="2667000"/>
          <p14:tracePt t="11416" x="3308350" y="2667000"/>
          <p14:tracePt t="11425" x="3295650" y="2673350"/>
          <p14:tracePt t="11439" x="3276600" y="2673350"/>
          <p14:tracePt t="11454" x="3225800" y="2692400"/>
          <p14:tracePt t="11472" x="3181350" y="2705100"/>
          <p14:tracePt t="11487" x="3073400" y="2736850"/>
          <p14:tracePt t="11504" x="2952750" y="2787650"/>
          <p14:tracePt t="11522" x="2825750" y="2832100"/>
          <p14:tracePt t="11538" x="2774950" y="2863850"/>
          <p14:tracePt t="11541" x="2717800" y="2882900"/>
          <p14:tracePt t="11555" x="2660650" y="2908300"/>
          <p14:tracePt t="11571" x="2597150" y="2946400"/>
          <p14:tracePt t="11587" x="2578100" y="2965450"/>
          <p14:tracePt t="11604" x="2559050" y="2978150"/>
          <p14:tracePt t="11621" x="2552700" y="2978150"/>
          <p14:tracePt t="11655" x="2552700" y="2990850"/>
          <p14:tracePt t="11687" x="2559050" y="2990850"/>
          <p14:tracePt t="11704" x="2597150" y="2990850"/>
          <p14:tracePt t="11720" x="2673350" y="2978150"/>
          <p14:tracePt t="11737" x="2743200" y="2959100"/>
          <p14:tracePt t="11754" x="2921000" y="2959100"/>
          <p14:tracePt t="11770" x="3022600" y="2946400"/>
          <p14:tracePt t="11788" x="3124200" y="2933700"/>
          <p14:tracePt t="11804" x="3340100" y="2933700"/>
          <p14:tracePt t="11821" x="3556000" y="2940050"/>
          <p14:tracePt t="11838" x="3746500" y="2959100"/>
          <p14:tracePt t="11853" x="3879850" y="2971800"/>
          <p14:tracePt t="11870" x="3917950" y="2971800"/>
          <p14:tracePt t="11887" x="3975100" y="2978150"/>
          <p14:tracePt t="11904" x="4000500" y="2978150"/>
          <p14:tracePt t="11921" x="4006850" y="2978150"/>
          <p14:tracePt t="11992" x="4006850" y="2984500"/>
          <p14:tracePt t="12020" x="4000500" y="2984500"/>
          <p14:tracePt t="12041" x="3994150" y="2984500"/>
          <p14:tracePt t="12070" x="3987800" y="2984500"/>
          <p14:tracePt t="12105" x="3981450" y="2984500"/>
          <p14:tracePt t="12140" x="3975100" y="2984500"/>
          <p14:tracePt t="12400" x="3962400" y="2978150"/>
          <p14:tracePt t="12414" x="3924300" y="2946400"/>
          <p14:tracePt t="12421" x="3879850" y="2914650"/>
          <p14:tracePt t="12438" x="3835400" y="2876550"/>
          <p14:tracePt t="12452" x="3778250" y="2825750"/>
          <p14:tracePt t="12468" x="3651250" y="2717800"/>
          <p14:tracePt t="12485" x="3505200" y="2609850"/>
          <p14:tracePt t="12501" x="3435350" y="2546350"/>
          <p14:tracePt t="12518" x="3321050" y="2451100"/>
          <p14:tracePt t="12535" x="3238500" y="2387600"/>
          <p14:tracePt t="12551" x="3219450" y="2368550"/>
          <p14:tracePt t="12568" x="3181350" y="2343150"/>
          <p14:tracePt t="12584" x="3175000" y="2336800"/>
          <p14:tracePt t="12600" x="3168650" y="2336800"/>
          <p14:tracePt t="12625" x="3168650" y="2343150"/>
          <p14:tracePt t="12653" x="3168650" y="2349500"/>
          <p14:tracePt t="12668" x="3175000" y="2355850"/>
          <p14:tracePt t="12674" x="3175000" y="2362200"/>
          <p14:tracePt t="12695" x="3181350" y="2374900"/>
          <p14:tracePt t="12703" x="3194050" y="2381250"/>
          <p14:tracePt t="12718" x="3213100" y="2387600"/>
          <p14:tracePt t="12734" x="3232150" y="2400300"/>
          <p14:tracePt t="12751" x="3308350" y="2444750"/>
          <p14:tracePt t="12767" x="3460750" y="2546350"/>
          <p14:tracePt t="12783" x="3543300" y="2603500"/>
          <p14:tracePt t="12801" x="3752850" y="2743200"/>
          <p14:tracePt t="12816" x="3943350" y="2914650"/>
          <p14:tracePt t="12833" x="4025900" y="2984500"/>
          <p14:tracePt t="12850" x="4171950" y="3111500"/>
          <p14:tracePt t="12866" x="4241800" y="3187700"/>
          <p14:tracePt t="12883" x="4260850" y="3200400"/>
          <p14:tracePt t="12900" x="4273550" y="3213100"/>
          <p14:tracePt t="12948" x="4267200" y="3206750"/>
          <p14:tracePt t="12955" x="4267200" y="3200400"/>
          <p14:tracePt t="12966" x="4260850" y="3187700"/>
          <p14:tracePt t="12983" x="4254500" y="3181350"/>
          <p14:tracePt t="12999" x="4222750" y="3149600"/>
          <p14:tracePt t="13016" x="4191000" y="3124200"/>
          <p14:tracePt t="13033" x="4083050" y="3048000"/>
          <p14:tracePt t="13049" x="3956050" y="2940050"/>
          <p14:tracePt t="13066" x="3886200" y="2870200"/>
          <p14:tracePt t="13083" x="3708400" y="2724150"/>
          <p14:tracePt t="13099" x="3556000" y="2609850"/>
          <p14:tracePt t="13117" x="3435350" y="2514600"/>
          <p14:tracePt t="13132" x="3390900" y="2476500"/>
          <p14:tracePt t="13149" x="3333750" y="2425700"/>
          <p14:tracePt t="13166" x="3302000" y="2400300"/>
          <p14:tracePt t="13182" x="3295650" y="2393950"/>
          <p14:tracePt t="13199" x="3289300" y="2387600"/>
          <p14:tracePt t="13235" x="3289300" y="2393950"/>
          <p14:tracePt t="13249" x="3295650" y="2400300"/>
          <p14:tracePt t="13265" x="3302000" y="2413000"/>
          <p14:tracePt t="13282" x="3314700" y="2425700"/>
          <p14:tracePt t="13299" x="3359150" y="2451100"/>
          <p14:tracePt t="13315" x="3454400" y="2514600"/>
          <p14:tracePt t="13332" x="3524250" y="2565400"/>
          <p14:tracePt t="13349" x="3702050" y="2692400"/>
          <p14:tracePt t="13365" x="3797300" y="2762250"/>
          <p14:tracePt t="13381" x="3975100" y="2914650"/>
          <p14:tracePt t="13398" x="4102100" y="3041650"/>
          <p14:tracePt t="13415" x="4159250" y="3079750"/>
          <p14:tracePt t="13431" x="4222750" y="3149600"/>
          <p14:tracePt t="13448" x="4241800" y="3181350"/>
          <p14:tracePt t="13464" x="4248150" y="3181350"/>
          <p14:tracePt t="13497" x="4241800" y="3181350"/>
          <p14:tracePt t="13514" x="4235450" y="3181350"/>
          <p14:tracePt t="13531" x="4222750" y="3168650"/>
          <p14:tracePt t="13547" x="4184650" y="3124200"/>
          <p14:tracePt t="13564" x="4159250" y="3105150"/>
          <p14:tracePt t="13581" x="4083050" y="3035300"/>
          <p14:tracePt t="13597" x="3962400" y="2933700"/>
          <p14:tracePt t="13615" x="3822700" y="2800350"/>
          <p14:tracePt t="13630" x="3727450" y="2730500"/>
          <p14:tracePt t="13647" x="3644900" y="2654300"/>
          <p14:tracePt t="13664" x="3467100" y="2520950"/>
          <p14:tracePt t="13680" x="3390900" y="2457450"/>
          <p14:tracePt t="13697" x="3263900" y="2349500"/>
          <p14:tracePt t="13713" x="3206750" y="2305050"/>
          <p14:tracePt t="13730" x="3136900" y="2228850"/>
          <p14:tracePt t="13747" x="3111500" y="2209800"/>
          <p14:tracePt t="13763" x="3098800" y="2197100"/>
          <p14:tracePt t="13780" x="3092450" y="2190750"/>
          <p14:tracePt t="13826" x="3092450" y="2203450"/>
          <p14:tracePt t="13839" x="3111500" y="2216150"/>
          <p14:tracePt t="13854" x="3111500" y="2222500"/>
          <p14:tracePt t="13863" x="3130550" y="2241550"/>
          <p14:tracePt t="13880" x="3162300" y="2254250"/>
          <p14:tracePt t="13897" x="3384550" y="2393950"/>
          <p14:tracePt t="13912" x="3511550" y="2476500"/>
          <p14:tracePt t="13929" x="3613150" y="2540000"/>
          <p14:tracePt t="13946" x="4006850" y="2813050"/>
          <p14:tracePt t="13963" x="4114800" y="2889250"/>
          <p14:tracePt t="13980" x="4279900" y="3009900"/>
          <p14:tracePt t="13996" x="4349750" y="3073400"/>
          <p14:tracePt t="14012" x="4425950" y="3111500"/>
          <p14:tracePt t="14029" x="4445000" y="3124200"/>
          <p14:tracePt t="14046" x="4451350" y="3124200"/>
          <p14:tracePt t="14079" x="4457700" y="3130550"/>
          <p14:tracePt t="14099" x="4451350" y="3130550"/>
          <p14:tracePt t="14127" x="4445000" y="3130550"/>
          <p14:tracePt t="14148" x="4438650" y="3124200"/>
          <p14:tracePt t="14657" x="4419600" y="3136900"/>
          <p14:tracePt t="14664" x="4381500" y="3168650"/>
          <p14:tracePt t="14677" x="4349750" y="3200400"/>
          <p14:tracePt t="14694" x="4292600" y="3263900"/>
          <p14:tracePt t="14710" x="4267200" y="3295650"/>
          <p14:tracePt t="14728" x="4191000" y="3378200"/>
          <p14:tracePt t="14744" x="4165600" y="3409950"/>
          <p14:tracePt t="14760" x="4152900" y="3422650"/>
          <p14:tracePt t="14777" x="4127500" y="3454400"/>
          <p14:tracePt t="14793" x="4089400" y="3498850"/>
          <p14:tracePt t="14810" x="4070350" y="3524250"/>
          <p14:tracePt t="14827" x="4038600" y="3562350"/>
          <p14:tracePt t="14843" x="4025900" y="3600450"/>
          <p14:tracePt t="14860" x="4019550" y="3606800"/>
          <p14:tracePt t="14877" x="4013200" y="3619500"/>
          <p14:tracePt t="14893" x="4013200" y="3625850"/>
          <p14:tracePt t="14926" x="4006850" y="3625850"/>
          <p14:tracePt t="14943" x="4000500" y="3625850"/>
          <p14:tracePt t="15072" x="4000500" y="3619500"/>
          <p14:tracePt t="15099" x="3994150" y="3619500"/>
          <p14:tracePt t="15113" x="3987800" y="3619500"/>
          <p14:tracePt t="15121" x="3987800" y="3613150"/>
          <p14:tracePt t="15134" x="3975100" y="3606800"/>
          <p14:tracePt t="15143" x="3962400" y="3600450"/>
          <p14:tracePt t="15158" x="3943350" y="3587750"/>
          <p14:tracePt t="15175" x="3854450" y="3524250"/>
          <p14:tracePt t="15192" x="3714750" y="3441700"/>
          <p14:tracePt t="15208" x="3625850" y="3390900"/>
          <p14:tracePt t="15225" x="3422650" y="3295650"/>
          <p14:tracePt t="15242" x="3225800" y="3213100"/>
          <p14:tracePt t="15258" x="3149600" y="3187700"/>
          <p14:tracePt t="15275" x="3003550" y="3143250"/>
          <p14:tracePt t="15291" x="2921000" y="3136900"/>
          <p14:tracePt t="15308" x="2889250" y="3130550"/>
          <p14:tracePt t="15325" x="2863850" y="3130550"/>
          <p14:tracePt t="15341" x="2851150" y="3136900"/>
          <p14:tracePt t="15358" x="2844800" y="3143250"/>
          <p14:tracePt t="15374" x="2838450" y="3155950"/>
          <p14:tracePt t="15408" x="2838450" y="3162300"/>
          <p14:tracePt t="15425" x="2838450" y="3168650"/>
          <p14:tracePt t="15450" x="2838450" y="3175000"/>
          <p14:tracePt t="15486" x="2838450" y="3181350"/>
          <p14:tracePt t="15499" x="2838450" y="3187700"/>
          <p14:tracePt t="15521" x="2838450" y="3194050"/>
          <p14:tracePt t="15563" x="2838450" y="3206750"/>
          <p14:tracePt t="15569" x="2838450" y="3213100"/>
          <p14:tracePt t="15592" x="2838450" y="3219450"/>
          <p14:tracePt t="15612" x="2832100" y="3225800"/>
          <p14:tracePt t="15626" x="2832100" y="3232150"/>
          <p14:tracePt t="15632" x="2832100" y="3238500"/>
          <p14:tracePt t="15654" x="2825750" y="3251200"/>
          <p14:tracePt t="15661" x="2819400" y="3263900"/>
          <p14:tracePt t="15677" x="2813050" y="3276600"/>
          <p14:tracePt t="15690" x="2794000" y="3314700"/>
          <p14:tracePt t="15706" x="2781300" y="3333750"/>
          <p14:tracePt t="15724" x="2762250" y="3359150"/>
          <p14:tracePt t="15739" x="2755900" y="3371850"/>
          <p14:tracePt t="15756" x="2743200" y="3390900"/>
          <p14:tracePt t="15774" x="2743200" y="3403600"/>
          <p14:tracePt t="15790" x="2736850" y="3409950"/>
          <p14:tracePt t="15806" x="2736850" y="3416300"/>
          <p14:tracePt t="15839" x="2730500" y="3416300"/>
          <p14:tracePt t="15873" x="2730500" y="3422650"/>
          <p14:tracePt t="15963" x="2730500" y="3429000"/>
          <p14:tracePt t="16061" x="2736850" y="3429000"/>
          <p14:tracePt t="16103" x="2743200" y="3429000"/>
          <p14:tracePt t="16117" x="2749550" y="3429000"/>
          <p14:tracePt t="16131" x="2755900" y="3429000"/>
          <p14:tracePt t="16145" x="2762250" y="3429000"/>
          <p14:tracePt t="16167" x="2768600" y="3429000"/>
          <p14:tracePt t="16175" x="2774950" y="3429000"/>
          <p14:tracePt t="16189" x="2781300" y="3429000"/>
          <p14:tracePt t="16205" x="2800350" y="3429000"/>
          <p14:tracePt t="16222" x="2819400" y="3429000"/>
          <p14:tracePt t="16238" x="2857500" y="3422650"/>
          <p14:tracePt t="16255" x="2889250" y="3422650"/>
          <p14:tracePt t="16273" x="3003550" y="3422650"/>
          <p14:tracePt t="16288" x="3054350" y="3422650"/>
          <p14:tracePt t="16305" x="3098800" y="3422650"/>
          <p14:tracePt t="16321" x="3213100" y="3416300"/>
          <p14:tracePt t="16338" x="3314700" y="3416300"/>
          <p14:tracePt t="16354" x="3378200" y="3416300"/>
          <p14:tracePt t="16371" x="3511550" y="3416300"/>
          <p14:tracePt t="16388" x="3638550" y="3416300"/>
          <p14:tracePt t="16405" x="3765550" y="3429000"/>
          <p14:tracePt t="16421" x="3835400" y="3435350"/>
          <p14:tracePt t="16437" x="3924300" y="3448050"/>
          <p14:tracePt t="16455" x="4006850" y="3454400"/>
          <p14:tracePt t="16471" x="4038600" y="3460750"/>
          <p14:tracePt t="16487" x="4076700" y="3467100"/>
          <p14:tracePt t="16505" x="4095750" y="3467100"/>
          <p14:tracePt t="16521" x="4108450" y="3467100"/>
          <p14:tracePt t="16537" x="4114800" y="3467100"/>
          <p14:tracePt t="16554" x="4121150" y="3467100"/>
          <p14:tracePt t="16827" x="4133850" y="3467100"/>
          <p14:tracePt t="16834" x="4171950" y="3467100"/>
          <p14:tracePt t="16848" x="4222750" y="3467100"/>
          <p14:tracePt t="16856" x="4286250" y="3467100"/>
          <p14:tracePt t="16870" x="4362450" y="3473450"/>
          <p14:tracePt t="16886" x="4451350" y="3473450"/>
          <p14:tracePt t="16903" x="4552950" y="3473450"/>
          <p14:tracePt t="16919" x="4730750" y="3473450"/>
          <p14:tracePt t="16936" x="4806950" y="3473450"/>
          <p14:tracePt t="16953" x="4921250" y="3473450"/>
          <p14:tracePt t="16969" x="4972050" y="3473450"/>
          <p14:tracePt t="16985" x="5029200" y="3473450"/>
          <p14:tracePt t="17002" x="5041900" y="3473450"/>
          <p14:tracePt t="17019" x="5060950" y="3467100"/>
          <p14:tracePt t="17036" x="5073650" y="3467100"/>
          <p14:tracePt t="17052" x="5080000" y="3467100"/>
          <p14:tracePt t="17121" x="5080000" y="3460750"/>
          <p14:tracePt t="17163" x="5080000" y="3454400"/>
          <p14:tracePt t="17191" x="5073650" y="3454400"/>
          <p14:tracePt t="17206" x="5073650" y="3448050"/>
          <p14:tracePt t="17499" x="5016500" y="3441700"/>
          <p14:tracePt t="17505" x="4908550" y="3422650"/>
          <p14:tracePt t="17520" x="4806950" y="3409950"/>
          <p14:tracePt t="17534" x="4692650" y="3409950"/>
          <p14:tracePt t="17550" x="4476750" y="3416300"/>
          <p14:tracePt t="17568" x="4368800" y="3416300"/>
          <p14:tracePt t="17584" x="4127500" y="3422650"/>
          <p14:tracePt t="17600" x="3898900" y="3448050"/>
          <p14:tracePt t="17617" x="3784600" y="3454400"/>
          <p14:tracePt t="17634" x="3568700" y="3467100"/>
          <p14:tracePt t="17650" x="3365500" y="3479800"/>
          <p14:tracePt t="17667" x="3263900" y="3479800"/>
          <p14:tracePt t="17683" x="3105150" y="3460750"/>
          <p14:tracePt t="17700" x="2933700" y="3422650"/>
          <p14:tracePt t="17717" x="2800350" y="3384550"/>
          <p14:tracePt t="17733" x="2743200" y="3359150"/>
          <p14:tracePt t="17750" x="2692400" y="3340100"/>
          <p14:tracePt t="17767" x="2559050" y="3276600"/>
          <p14:tracePt t="17783" x="2533650" y="3270250"/>
          <p14:tracePt t="17800" x="2508250" y="3257550"/>
          <p14:tracePt t="17816" x="2432050" y="3225800"/>
          <p14:tracePt t="17833" x="2406650" y="3213100"/>
          <p14:tracePt t="17850" x="2362200" y="3213100"/>
          <p14:tracePt t="17866" x="2330450" y="3213100"/>
          <p14:tracePt t="17882" x="2292350" y="3213100"/>
          <p14:tracePt t="17899" x="2254250" y="3244850"/>
          <p14:tracePt t="17916" x="2235200" y="3257550"/>
          <p14:tracePt t="17932" x="2197100" y="3302000"/>
          <p14:tracePt t="17949" x="2159000" y="3340100"/>
          <p14:tracePt t="17965" x="2146300" y="3384550"/>
          <p14:tracePt t="17982" x="2120900" y="3441700"/>
          <p14:tracePt t="17999" x="2108200" y="3524250"/>
          <p14:tracePt t="18015" x="2108200" y="3581400"/>
          <p14:tracePt t="18032" x="2108200" y="3670300"/>
          <p14:tracePt t="18048" x="2133600" y="3759200"/>
          <p14:tracePt t="18065" x="2139950" y="3784600"/>
          <p14:tracePt t="18082" x="2152650" y="3816350"/>
          <p14:tracePt t="18754" x="2152650" y="3803650"/>
          <p14:tracePt t="18761" x="2152650" y="3784600"/>
          <p14:tracePt t="18775" x="2152650" y="3771900"/>
          <p14:tracePt t="18782" x="2159000" y="3746500"/>
          <p14:tracePt t="18796" x="2159000" y="3727450"/>
          <p14:tracePt t="18813" x="2171700" y="3676650"/>
          <p14:tracePt t="18829" x="2171700" y="3651250"/>
          <p14:tracePt t="18846" x="2184400" y="3600450"/>
          <p14:tracePt t="18862" x="2197100" y="3562350"/>
          <p14:tracePt t="18879" x="2203450" y="3543300"/>
          <p14:tracePt t="18895" x="2209800" y="3517900"/>
          <p14:tracePt t="18929" x="2216150" y="3517900"/>
          <p14:tracePt t="19014" x="2197100" y="3517900"/>
          <p14:tracePt t="19020" x="2178050" y="3517900"/>
          <p14:tracePt t="19035" x="2165350" y="3524250"/>
          <p14:tracePt t="19045" x="2146300" y="3524250"/>
          <p14:tracePt t="19062" x="2114550" y="3530600"/>
          <p14:tracePt t="19078" x="2019300" y="3556000"/>
          <p14:tracePt t="19095" x="1917700" y="3600450"/>
          <p14:tracePt t="19112" x="1822450" y="3644900"/>
          <p14:tracePt t="19128" x="1784350" y="3683000"/>
          <p14:tracePt t="19145" x="1727200" y="3746500"/>
          <p14:tracePt t="19162" x="1695450" y="3822700"/>
          <p14:tracePt t="19178" x="1695450" y="3860800"/>
          <p14:tracePt t="19194" x="1695450" y="3930650"/>
          <p14:tracePt t="19212" x="1739900" y="4019550"/>
          <p14:tracePt t="19228" x="1784350" y="4064000"/>
          <p14:tracePt t="19245" x="1892300" y="4152900"/>
          <p14:tracePt t="19261" x="1955800" y="4178300"/>
          <p14:tracePt t="19278" x="2101850" y="4216400"/>
          <p14:tracePt t="19295" x="2209800" y="4216400"/>
          <p14:tracePt t="19311" x="2247900" y="4210050"/>
          <p14:tracePt t="19327" x="2305050" y="4178300"/>
          <p14:tracePt t="19344" x="2330450" y="4159250"/>
          <p14:tracePt t="19361" x="2336800" y="4152900"/>
          <p14:tracePt t="19378" x="2343150" y="4133850"/>
          <p14:tracePt t="19394" x="2343150" y="4127500"/>
          <p14:tracePt t="19435" x="2330450" y="4127500"/>
          <p14:tracePt t="19444" x="2324100" y="4127500"/>
          <p14:tracePt t="19460" x="2311400" y="4127500"/>
          <p14:tracePt t="20510" x="2305050" y="4121150"/>
          <p14:tracePt t="20516" x="2298700" y="4102100"/>
          <p14:tracePt t="20526" x="2286000" y="4083050"/>
          <p14:tracePt t="20540" x="2273300" y="4051300"/>
          <p14:tracePt t="20557" x="2254250" y="4019550"/>
          <p14:tracePt t="20573" x="2222500" y="3968750"/>
          <p14:tracePt t="20590" x="2197100" y="3905250"/>
          <p14:tracePt t="20607" x="2178050" y="3873500"/>
          <p14:tracePt t="20623" x="2146300" y="3810000"/>
          <p14:tracePt t="20640" x="2108200" y="3759200"/>
          <p14:tracePt t="20657" x="2089150" y="3708400"/>
          <p14:tracePt t="20673" x="2076450" y="3683000"/>
          <p14:tracePt t="20689" x="2051050" y="3651250"/>
          <p14:tracePt t="20706" x="2032000" y="3619500"/>
          <p14:tracePt t="20723" x="2019300" y="3594100"/>
          <p14:tracePt t="20739" x="1987550" y="3562350"/>
          <p14:tracePt t="20756" x="1968500" y="3524250"/>
          <p14:tracePt t="20772" x="1955800" y="3498850"/>
          <p14:tracePt t="20790" x="1917700" y="3441700"/>
          <p14:tracePt t="20805" x="1879600" y="3390900"/>
          <p14:tracePt t="20823" x="1854200" y="3352800"/>
          <p14:tracePt t="20840" x="1809750" y="3270250"/>
          <p14:tracePt t="20856" x="1765300" y="3181350"/>
          <p14:tracePt t="20872" x="1739900" y="3136900"/>
          <p14:tracePt t="20889" x="1695450" y="3048000"/>
          <p14:tracePt t="20905" x="1682750" y="3016250"/>
          <p14:tracePt t="20922" x="1644650" y="2921000"/>
          <p14:tracePt t="20939" x="1619250" y="2832100"/>
          <p14:tracePt t="20955" x="1606550" y="2794000"/>
          <p14:tracePt t="20972" x="1600200" y="2711450"/>
          <p14:tracePt t="20988" x="1593850" y="2635250"/>
          <p14:tracePt t="21005" x="1593850" y="2603500"/>
          <p14:tracePt t="21022" x="1600200" y="2571750"/>
          <p14:tracePt t="21038" x="1606550" y="2546350"/>
          <p14:tracePt t="21055" x="1612900" y="2540000"/>
          <p14:tracePt t="21071" x="1612900" y="2533650"/>
          <p14:tracePt t="21106" x="1619250" y="2533650"/>
          <p14:tracePt t="21141" x="1625600" y="2533650"/>
          <p14:tracePt t="21170" x="1631950" y="2533650"/>
          <p14:tracePt t="21176" x="1631950" y="2540000"/>
          <p14:tracePt t="21198" x="1631950" y="2546350"/>
          <p14:tracePt t="21212" x="1631950" y="2552700"/>
          <p14:tracePt t="21220" x="1631950" y="2559050"/>
          <p14:tracePt t="21237" x="1638300" y="2578100"/>
          <p14:tracePt t="21255" x="1651000" y="2635250"/>
          <p14:tracePt t="21271" x="1676400" y="2755900"/>
          <p14:tracePt t="21288" x="1701800" y="2851150"/>
          <p14:tracePt t="21304" x="1739900" y="3067050"/>
          <p14:tracePt t="21321" x="1784350" y="3295650"/>
          <p14:tracePt t="21338" x="1822450" y="3505200"/>
          <p14:tracePt t="21354" x="1841500" y="3594100"/>
          <p14:tracePt t="21370" x="1873250" y="3752850"/>
          <p14:tracePt t="21388" x="1898650" y="3860800"/>
          <p14:tracePt t="21404" x="1911350" y="3905250"/>
          <p14:tracePt t="21420" x="1917700" y="3930650"/>
          <p14:tracePt t="21437" x="1924050" y="3962400"/>
          <p14:tracePt t="21453" x="1930400" y="3968750"/>
          <p14:tracePt t="21492" x="1930400" y="3975100"/>
          <p14:tracePt t="22019" x="1930400" y="3968750"/>
          <p14:tracePt t="22054" x="1936750" y="3962400"/>
          <p14:tracePt t="22061" x="1936750" y="3956050"/>
          <p14:tracePt t="22070" x="1936750" y="3949700"/>
          <p14:tracePt t="22110" x="1943100" y="3943350"/>
          <p14:tracePt t="22124" x="1943100" y="3937000"/>
          <p14:tracePt t="22131" x="1943100" y="3930650"/>
          <p14:tracePt t="22138" x="1943100" y="3917950"/>
          <p14:tracePt t="22154" x="1949450" y="3898900"/>
          <p14:tracePt t="22168" x="1949450" y="3879850"/>
          <p14:tracePt t="22184" x="1968500" y="3822700"/>
          <p14:tracePt t="22202" x="1968500" y="3727450"/>
          <p14:tracePt t="22217" x="1974850" y="3663950"/>
          <p14:tracePt t="22221" x="1987550" y="3600450"/>
          <p14:tracePt t="22234" x="1987550" y="3530600"/>
          <p14:tracePt t="22251" x="1987550" y="3390900"/>
          <p14:tracePt t="22267" x="1987550" y="3314700"/>
          <p14:tracePt t="22284" x="1981200" y="3187700"/>
          <p14:tracePt t="22301" x="1974850" y="3054350"/>
          <p14:tracePt t="22317" x="1974850" y="3003550"/>
          <p14:tracePt t="22335" x="1962150" y="2914650"/>
          <p14:tracePt t="22351" x="1962150" y="2844800"/>
          <p14:tracePt t="22367" x="1962150" y="2832100"/>
          <p14:tracePt t="22385" x="1955800" y="2800350"/>
          <p14:tracePt t="22400" x="1955800" y="2787650"/>
          <p14:tracePt t="22417" x="1949450" y="2768600"/>
          <p14:tracePt t="22461" x="1949450" y="2774950"/>
          <p14:tracePt t="22470" x="1943100" y="2774950"/>
          <p14:tracePt t="22484" x="1943100" y="2781300"/>
          <p14:tracePt t="22500" x="1943100" y="2787650"/>
          <p14:tracePt t="23051" x="1943100" y="2781300"/>
          <p14:tracePt t="23066" x="1949450" y="2762250"/>
          <p14:tracePt t="23071" x="1962150" y="2749550"/>
          <p14:tracePt t="23086" x="1968500" y="2724150"/>
          <p14:tracePt t="23098" x="1974850" y="2711450"/>
          <p14:tracePt t="23114" x="1993900" y="2679700"/>
          <p14:tracePt t="23131" x="2000250" y="2667000"/>
          <p14:tracePt t="23148" x="2006600" y="2641600"/>
          <p14:tracePt t="23164" x="2019300" y="2616200"/>
          <p14:tracePt t="23181" x="2019300" y="2603500"/>
          <p14:tracePt t="23198" x="2025650" y="2571750"/>
          <p14:tracePt t="23214" x="2038350" y="2540000"/>
          <p14:tracePt t="23230" x="2038350" y="2533650"/>
          <p14:tracePt t="23235" x="2044700" y="2520950"/>
          <p14:tracePt t="23250" x="2057400" y="2501900"/>
          <p14:tracePt t="23264" x="2063750" y="2495550"/>
          <p14:tracePt t="23280" x="2070100" y="2482850"/>
          <p14:tracePt t="23297" x="2076450" y="2470150"/>
          <p14:tracePt t="23314" x="2082800" y="2470150"/>
          <p14:tracePt t="23347" x="2089150" y="2463800"/>
          <p14:tracePt t="23395" x="2089150" y="2470150"/>
          <p14:tracePt t="23402" x="2089150" y="2476500"/>
          <p14:tracePt t="23416" x="2089150" y="2482850"/>
          <p14:tracePt t="23437" x="2089150" y="2489200"/>
          <p14:tracePt t="23446" x="2082800" y="2489200"/>
          <p14:tracePt t="23466" x="2082800" y="2495550"/>
          <p14:tracePt t="23480" x="2082800" y="2508250"/>
          <p14:tracePt t="23496" x="2076450" y="2533650"/>
          <p14:tracePt t="23514" x="2070100" y="2559050"/>
          <p14:tracePt t="23529" x="2063750" y="2654300"/>
          <p14:tracePt t="23546" x="2044700" y="2787650"/>
          <p14:tracePt t="23563" x="2025650" y="2927350"/>
          <p14:tracePt t="23580" x="2012950" y="2997200"/>
          <p14:tracePt t="23596" x="2012950" y="3073400"/>
          <p14:tracePt t="23613" x="1993900" y="3238500"/>
          <p14:tracePt t="23630" x="1993900" y="3282950"/>
          <p14:tracePt t="23646" x="1987550" y="3308350"/>
          <p14:tracePt t="23662" x="1987550" y="3340100"/>
          <p14:tracePt t="23679" x="1987550" y="3352800"/>
          <p14:tracePt t="23696" x="1981200" y="3359150"/>
          <p14:tracePt t="24466" x="1981200" y="3352800"/>
          <p14:tracePt t="24473" x="2000250" y="3333750"/>
          <p14:tracePt t="24487" x="2012950" y="3308350"/>
          <p14:tracePt t="24496" x="2019300" y="3289300"/>
          <p14:tracePt t="24509" x="2032000" y="3276600"/>
          <p14:tracePt t="24526" x="2044700" y="3244850"/>
          <p14:tracePt t="24543" x="2057400" y="3213100"/>
          <p14:tracePt t="24559" x="2057400" y="3206750"/>
          <p14:tracePt t="24576" x="2063750" y="3200400"/>
          <p14:tracePt t="24593" x="2070100" y="3168650"/>
          <p14:tracePt t="24609" x="2070100" y="3155950"/>
          <p14:tracePt t="24626" x="2076450" y="3149600"/>
          <p14:tracePt t="24642" x="2076450" y="3136900"/>
          <p14:tracePt t="24659" x="2082800" y="3111500"/>
          <p14:tracePt t="24676" x="2082800" y="3086100"/>
          <p14:tracePt t="24692" x="2082800" y="3073400"/>
          <p14:tracePt t="24709" x="2089150" y="3054350"/>
          <p14:tracePt t="24726" x="2095500" y="3009900"/>
          <p14:tracePt t="24742" x="2101850" y="2990850"/>
          <p14:tracePt t="24759" x="2108200" y="2971800"/>
          <p14:tracePt t="24762" x="2114550" y="2946400"/>
          <p14:tracePt t="24776" x="2127250" y="2927350"/>
          <p14:tracePt t="24792" x="2159000" y="2882900"/>
          <p14:tracePt t="24808" x="2171700" y="2870200"/>
          <p14:tracePt t="24825" x="2209800" y="2851150"/>
          <p14:tracePt t="24842" x="2235200" y="2838450"/>
          <p14:tracePt t="24859" x="2260600" y="2825750"/>
          <p14:tracePt t="24875" x="2292350" y="2813050"/>
          <p14:tracePt t="24891" x="2317750" y="2813050"/>
          <p14:tracePt t="24908" x="2374900" y="2794000"/>
          <p14:tracePt t="24925" x="2425700" y="2787650"/>
          <p14:tracePt t="24941" x="2546350" y="2768600"/>
          <p14:tracePt t="24958" x="2654300" y="2749550"/>
          <p14:tracePt t="24975" x="2717800" y="2749550"/>
          <p14:tracePt t="24992" x="2825750" y="2730500"/>
          <p14:tracePt t="25008" x="2895600" y="2717800"/>
          <p14:tracePt t="25025" x="2933700" y="2711450"/>
          <p14:tracePt t="25041" x="2984500" y="2705100"/>
          <p14:tracePt t="25058" x="3009900" y="2692400"/>
          <p14:tracePt t="25074" x="3022600" y="2692400"/>
          <p14:tracePt t="25091" x="3041650" y="2679700"/>
          <p14:tracePt t="25107" x="3048000" y="2673350"/>
          <p14:tracePt t="25141" x="3048000" y="2660650"/>
          <p14:tracePt t="25175" x="3048000" y="2647950"/>
          <p14:tracePt t="25190" x="3048000" y="2641600"/>
          <p14:tracePt t="25217" x="3048000" y="2635250"/>
          <p14:tracePt t="25231" x="3048000" y="2628900"/>
          <p14:tracePt t="25245" x="3048000" y="2622550"/>
          <p14:tracePt t="25265" x="3048000" y="2616200"/>
          <p14:tracePt t="25287" x="3048000" y="2609850"/>
          <p14:tracePt t="25315" x="3048000" y="2603500"/>
          <p14:tracePt t="25337" x="3048000" y="2597150"/>
          <p14:tracePt t="25351" x="3041650" y="2590800"/>
          <p14:tracePt t="25359" x="3041650" y="2584450"/>
          <p14:tracePt t="25378" x="3041650" y="2571750"/>
          <p14:tracePt t="25393" x="3035300" y="2565400"/>
          <p14:tracePt t="25407" x="3028950" y="2552700"/>
          <p14:tracePt t="25423" x="3028950" y="2540000"/>
          <p14:tracePt t="25440" x="3022600" y="2527300"/>
          <p14:tracePt t="25456" x="3016250" y="2501900"/>
          <p14:tracePt t="25473" x="3009900" y="2495550"/>
          <p14:tracePt t="25490" x="3003550" y="2482850"/>
          <p14:tracePt t="25506" x="2971800" y="2470150"/>
          <p14:tracePt t="25523" x="2959100" y="2457450"/>
          <p14:tracePt t="25541" x="2908300" y="2432050"/>
          <p14:tracePt t="25556" x="2876550" y="2425700"/>
          <p14:tracePt t="25573" x="2794000" y="2406650"/>
          <p14:tracePt t="25589" x="2755900" y="2400300"/>
          <p14:tracePt t="25606" x="2679700" y="2374900"/>
          <p14:tracePt t="25622" x="2597150" y="2355850"/>
          <p14:tracePt t="25639" x="2546350" y="2343150"/>
          <p14:tracePt t="25655" x="2527300" y="2336800"/>
          <p14:tracePt t="25673" x="2501900" y="2330450"/>
          <p14:tracePt t="25689" x="2476500" y="2324100"/>
          <p14:tracePt t="25706" x="2470150" y="2324100"/>
          <p14:tracePt t="25723" x="2457450" y="2317750"/>
          <p14:tracePt t="25739" x="2432050" y="2317750"/>
          <p14:tracePt t="25755" x="2425700" y="2317750"/>
          <p14:tracePt t="25772" x="2400300" y="2317750"/>
          <p14:tracePt t="25788" x="2387600" y="2317750"/>
          <p14:tracePt t="25828" x="2381250" y="2317750"/>
          <p14:tracePt t="25869" x="2374900" y="2317750"/>
          <p14:tracePt t="25948" x="2368550" y="2324100"/>
          <p14:tracePt t="25968" x="2362200" y="2330450"/>
          <p14:tracePt t="25975" x="2355850" y="2330450"/>
          <p14:tracePt t="25997" x="2349500" y="2330450"/>
          <p14:tracePt t="26453" x="2336800" y="2330450"/>
          <p14:tracePt t="26459" x="2305050" y="2330450"/>
          <p14:tracePt t="26474" x="2273300" y="2330450"/>
          <p14:tracePt t="26486" x="2235200" y="2317750"/>
          <p14:tracePt t="26502" x="2190750" y="2317750"/>
          <p14:tracePt t="26519" x="2178050" y="2311400"/>
          <p14:tracePt t="26536" x="2152650" y="2311400"/>
          <p14:tracePt t="26552" x="2139950" y="2311400"/>
          <p14:tracePt t="26569" x="2133600" y="2311400"/>
          <p14:tracePt t="26586" x="2127250" y="2311400"/>
          <p14:tracePt t="26602" x="2120900" y="2311400"/>
          <p14:tracePt t="26642" x="2114550" y="2311400"/>
          <p14:tracePt t="26775" x="2108200" y="2311400"/>
          <p14:tracePt t="27035" x="2108200" y="2317750"/>
          <p14:tracePt t="27070" x="2108200" y="2324100"/>
          <p14:tracePt t="27092" x="2108200" y="2336800"/>
          <p14:tracePt t="27106" x="2108200" y="2343150"/>
          <p14:tracePt t="27127" x="2114550" y="2343150"/>
          <p14:tracePt t="27135" x="2114550" y="2355850"/>
          <p14:tracePt t="27141" x="2120900" y="2368550"/>
          <p14:tracePt t="27155" x="2127250" y="2393950"/>
          <p14:tracePt t="27167" x="2133600" y="2413000"/>
          <p14:tracePt t="27184" x="2159000" y="2470150"/>
          <p14:tracePt t="27200" x="2184400" y="2508250"/>
          <p14:tracePt t="27217" x="2209800" y="2578100"/>
          <p14:tracePt t="27233" x="2228850" y="2628900"/>
          <p14:tracePt t="27250" x="2235200" y="2654300"/>
          <p14:tracePt t="27267" x="2254250" y="2686050"/>
          <p14:tracePt t="27283" x="2254250" y="2705100"/>
          <p14:tracePt t="27300" x="2254250" y="2711450"/>
          <p14:tracePt t="27323" x="2254250" y="2717800"/>
          <p14:tracePt t="27555" x="2254250" y="2730500"/>
          <p14:tracePt t="27562" x="2260600" y="2736850"/>
          <p14:tracePt t="27576" x="2260600" y="2743200"/>
          <p14:tracePt t="27585" x="2266950" y="2749550"/>
          <p14:tracePt t="27599" x="2266950" y="2755900"/>
          <p14:tracePt t="27615" x="2266950" y="2768600"/>
          <p14:tracePt t="27633" x="2286000" y="2832100"/>
          <p14:tracePt t="27649" x="2286000" y="2851150"/>
          <p14:tracePt t="27665" x="2298700" y="2882900"/>
          <p14:tracePt t="27683" x="2311400" y="2933700"/>
          <p14:tracePt t="27698" x="2317750" y="2971800"/>
          <p14:tracePt t="27715" x="2324100" y="2984500"/>
          <p14:tracePt t="27732" x="2330450" y="3003550"/>
          <p14:tracePt t="27748" x="2330450" y="3016250"/>
          <p14:tracePt t="27766" x="2330450" y="3022600"/>
          <p14:tracePt t="28558" x="2336800" y="3022600"/>
          <p14:tracePt t="28564" x="2349500" y="3035300"/>
          <p14:tracePt t="28581" x="2362200" y="3041650"/>
          <p14:tracePt t="28595" x="2381250" y="3054350"/>
          <p14:tracePt t="28612" x="2438400" y="3079750"/>
          <p14:tracePt t="28629" x="2514600" y="3105150"/>
          <p14:tracePt t="28645" x="2546350" y="3111500"/>
          <p14:tracePt t="28662" x="2609850" y="3117850"/>
          <p14:tracePt t="28678" x="2679700" y="3124200"/>
          <p14:tracePt t="28695" x="2717800" y="3124200"/>
          <p14:tracePt t="28712" x="2774950" y="3124200"/>
          <p14:tracePt t="28728" x="2819400" y="3124200"/>
          <p14:tracePt t="28745" x="2844800" y="3124200"/>
          <p14:tracePt t="28762" x="2882900" y="3117850"/>
          <p14:tracePt t="28778" x="2914650" y="3111500"/>
          <p14:tracePt t="28795" x="2933700" y="3111500"/>
          <p14:tracePt t="28811" x="2959100" y="3105150"/>
          <p14:tracePt t="28828" x="2971800" y="3098800"/>
          <p14:tracePt t="28845" x="2990850" y="3098800"/>
          <p14:tracePt t="28861" x="3003550" y="3092450"/>
          <p14:tracePt t="28878" x="3016250" y="3092450"/>
          <p14:tracePt t="28895" x="3035300" y="3092450"/>
          <p14:tracePt t="28911" x="3067050" y="3092450"/>
          <p14:tracePt t="28927" x="3086100" y="3092450"/>
          <p14:tracePt t="28944" x="3143250" y="3092450"/>
          <p14:tracePt t="28961" x="3232150" y="3086100"/>
          <p14:tracePt t="28977" x="3295650" y="3086100"/>
          <p14:tracePt t="28994" x="3429000" y="3073400"/>
          <p14:tracePt t="29011" x="3568700" y="3054350"/>
          <p14:tracePt t="29027" x="3651250" y="3041650"/>
          <p14:tracePt t="29043" x="3790950" y="3016250"/>
          <p14:tracePt t="29060" x="3911600" y="2990850"/>
          <p14:tracePt t="29078" x="4006850" y="2971800"/>
          <p14:tracePt t="29094" x="4038600" y="2965450"/>
          <p14:tracePt t="29110" x="4064000" y="2959100"/>
          <p14:tracePt t="29127" x="4114800" y="2952750"/>
          <p14:tracePt t="29144" x="4127500" y="2946400"/>
          <p14:tracePt t="29160" x="4133850" y="2940050"/>
          <p14:tracePt t="29176" x="4140200" y="2940050"/>
          <p14:tracePt t="29193" x="4152900" y="2940050"/>
          <p14:tracePt t="29309" x="4146550" y="2940050"/>
          <p14:tracePt t="29338" x="4140200" y="2940050"/>
          <p14:tracePt t="29729" x="4127500" y="2940050"/>
          <p14:tracePt t="29743" x="4102100" y="2946400"/>
          <p14:tracePt t="29750" x="4083050" y="2959100"/>
          <p14:tracePt t="29764" x="4070350" y="2959100"/>
          <p14:tracePt t="29774" x="4057650" y="2965450"/>
          <p14:tracePt t="29792" x="4032250" y="2978150"/>
          <p14:tracePt t="29808" x="4019550" y="2978150"/>
          <p14:tracePt t="29825" x="4006850" y="2984500"/>
          <p14:tracePt t="29841" x="4000500" y="2990850"/>
          <p14:tracePt t="29857" x="3994150" y="2990850"/>
          <p14:tracePt t="29874" x="3987800" y="2997200"/>
          <p14:tracePt t="29891" x="3981450" y="3003550"/>
          <p14:tracePt t="29939" x="3975100" y="3009900"/>
          <p14:tracePt t="29981" x="3975100" y="3016250"/>
          <p14:tracePt t="30024" x="3981450" y="3016250"/>
          <p14:tracePt t="30044" x="3994150" y="3016250"/>
          <p14:tracePt t="30065" x="4006850" y="3016250"/>
          <p14:tracePt t="30072" x="4019550" y="3016250"/>
          <p14:tracePt t="30080" x="4032250" y="3016250"/>
          <p14:tracePt t="30094" x="4051300" y="3009900"/>
          <p14:tracePt t="30107" x="4076700" y="3009900"/>
          <p14:tracePt t="30123" x="4159250" y="3003550"/>
          <p14:tracePt t="30140" x="4222750" y="3003550"/>
          <p14:tracePt t="30157" x="4349750" y="2997200"/>
          <p14:tracePt t="30173" x="4495800" y="2984500"/>
          <p14:tracePt t="30190" x="4559300" y="2984500"/>
          <p14:tracePt t="30207" x="4699000" y="2984500"/>
          <p14:tracePt t="30223" x="4813300" y="2984500"/>
          <p14:tracePt t="30240" x="4851400" y="2984500"/>
          <p14:tracePt t="30257" x="4921250" y="2984500"/>
          <p14:tracePt t="30273" x="4946650" y="2984500"/>
          <p14:tracePt t="30290" x="4991100" y="2984500"/>
          <p14:tracePt t="30306" x="5010150" y="2984500"/>
          <p14:tracePt t="30323" x="5016500" y="2984500"/>
          <p14:tracePt t="30340" x="5029200" y="2990850"/>
          <p14:tracePt t="30356" x="5035550" y="2990850"/>
          <p14:tracePt t="30373" x="5041900" y="2990850"/>
          <p14:tracePt t="30663" x="5035550" y="2990850"/>
          <p14:tracePt t="30676" x="5029200" y="2990850"/>
          <p14:tracePt t="30684" x="5022850" y="2990850"/>
          <p14:tracePt t="30706" x="5010150" y="2997200"/>
          <p14:tracePt t="30711" x="4997450" y="3003550"/>
          <p14:tracePt t="30726" x="4972050" y="3009900"/>
          <p14:tracePt t="30737" x="4959350" y="3016250"/>
          <p14:tracePt t="30755" x="4908550" y="3041650"/>
          <p14:tracePt t="30771" x="4889500" y="3054350"/>
          <p14:tracePt t="30789" x="4845050" y="3092450"/>
          <p14:tracePt t="30806" x="4819650" y="3117850"/>
          <p14:tracePt t="30821" x="4813300" y="3130550"/>
          <p14:tracePt t="30838" x="4806950" y="3155950"/>
          <p14:tracePt t="30854" x="4819650" y="3187700"/>
          <p14:tracePt t="30871" x="4832350" y="3206750"/>
          <p14:tracePt t="30888" x="4864100" y="3219450"/>
          <p14:tracePt t="30905" x="4908550" y="3225800"/>
          <p14:tracePt t="30921" x="4972050" y="3225800"/>
          <p14:tracePt t="30937" x="5041900" y="3225800"/>
          <p14:tracePt t="30953" x="5080000" y="3206750"/>
          <p14:tracePt t="30971" x="5137150" y="3175000"/>
          <p14:tracePt t="30987" x="5168900" y="3143250"/>
          <p14:tracePt t="31004" x="5187950" y="3124200"/>
          <p14:tracePt t="31021" x="5194300" y="3092450"/>
          <p14:tracePt t="31037" x="5194300" y="3054350"/>
          <p14:tracePt t="31054" x="5194300" y="3041650"/>
          <p14:tracePt t="31070" x="5168900" y="3003550"/>
          <p14:tracePt t="31087" x="5143500" y="2971800"/>
          <p14:tracePt t="31105" x="5105400" y="2921000"/>
          <p14:tracePt t="31120" x="5086350" y="2901950"/>
          <p14:tracePt t="31137" x="5029200" y="2857500"/>
          <p14:tracePt t="31154" x="4978400" y="2825750"/>
          <p14:tracePt t="31170" x="4946650" y="2819400"/>
          <p14:tracePt t="31186" x="4927600" y="2813050"/>
          <p14:tracePt t="31204" x="4851400" y="2813050"/>
          <p14:tracePt t="31220" x="4819650" y="2819400"/>
          <p14:tracePt t="31236" x="4787900" y="2838450"/>
          <p14:tracePt t="31253" x="4749800" y="2857500"/>
          <p14:tracePt t="31270" x="4711700" y="2895600"/>
          <p14:tracePt t="31287" x="4673600" y="2921000"/>
          <p14:tracePt t="31304" x="4667250" y="2940050"/>
          <p14:tracePt t="31319" x="4654550" y="2990850"/>
          <p14:tracePt t="31337" x="4648200" y="3041650"/>
          <p14:tracePt t="31353" x="4648200" y="3073400"/>
          <p14:tracePt t="31370" x="4660900" y="3124200"/>
          <p14:tracePt t="31386" x="4686300" y="3162300"/>
          <p14:tracePt t="31403" x="4705350" y="3175000"/>
          <p14:tracePt t="31419" x="4768850" y="3206750"/>
          <p14:tracePt t="31436" x="4826000" y="3238500"/>
          <p14:tracePt t="31453" x="4883150" y="3251200"/>
          <p14:tracePt t="31469" x="4921250" y="3257550"/>
          <p14:tracePt t="31485" x="5054600" y="3257550"/>
          <p14:tracePt t="31502" x="5099050" y="3244850"/>
          <p14:tracePt t="31519" x="5181600" y="3225800"/>
          <p14:tracePt t="31535" x="5213350" y="3206750"/>
          <p14:tracePt t="31552" x="5257800" y="3168650"/>
          <p14:tracePt t="31569" x="5289550" y="3130550"/>
          <p14:tracePt t="31585" x="5295900" y="3111500"/>
          <p14:tracePt t="31602" x="5302250" y="3079750"/>
          <p14:tracePt t="31618" x="5302250" y="3041650"/>
          <p14:tracePt t="31635" x="5302250" y="3016250"/>
          <p14:tracePt t="31652" x="5289550" y="2965450"/>
          <p14:tracePt t="31668" x="5270500" y="2927350"/>
          <p14:tracePt t="31684" x="5257800" y="2914650"/>
          <p14:tracePt t="31702" x="5232400" y="2876550"/>
          <p14:tracePt t="31718" x="5175250" y="2838450"/>
          <p14:tracePt t="31735" x="5156200" y="2832100"/>
          <p14:tracePt t="31751" x="5086350" y="2819400"/>
          <p14:tracePt t="31768" x="5016500" y="2806700"/>
          <p14:tracePt t="31785" x="4978400" y="2806700"/>
          <p14:tracePt t="31801" x="4895850" y="2825750"/>
          <p14:tracePt t="31818" x="4864100" y="2844800"/>
          <p14:tracePt t="31835" x="4730750" y="2927350"/>
          <p14:tracePt t="31851" x="4686300" y="2952750"/>
          <p14:tracePt t="31868" x="4648200" y="2984500"/>
          <p14:tracePt t="31885" x="4578350" y="3079750"/>
          <p14:tracePt t="31901" x="4533900" y="3175000"/>
          <p14:tracePt t="31917" x="4521200" y="3206750"/>
          <p14:tracePt t="31934" x="4508500" y="3257550"/>
          <p14:tracePt t="31950" x="4514850" y="3295650"/>
          <p14:tracePt t="31968" x="4521200" y="3308350"/>
          <p14:tracePt t="31984" x="4559300" y="3340100"/>
          <p14:tracePt t="32001" x="4616450" y="3352800"/>
          <p14:tracePt t="32018" x="4724400" y="3371850"/>
          <p14:tracePt t="32033" x="4787900" y="3371850"/>
          <p14:tracePt t="32050" x="4933950" y="3359150"/>
          <p14:tracePt t="32067" x="5086350" y="3327400"/>
          <p14:tracePt t="32083" x="5156200" y="3302000"/>
          <p14:tracePt t="32101" x="5213350" y="3270250"/>
          <p14:tracePt t="32117" x="5327650" y="3175000"/>
          <p14:tracePt t="32133" x="5334000" y="3136900"/>
          <p14:tracePt t="32150" x="5353050" y="3105150"/>
          <p14:tracePt t="32167" x="5353050" y="3048000"/>
          <p14:tracePt t="32183" x="5346700" y="2997200"/>
          <p14:tracePt t="32200" x="5327650" y="2952750"/>
          <p14:tracePt t="32216" x="5321300" y="2940050"/>
          <p14:tracePt t="32233" x="5295900" y="2901950"/>
          <p14:tracePt t="32250" x="5245100" y="2863850"/>
          <p14:tracePt t="32266" x="5219700" y="2844800"/>
          <p14:tracePt t="32283" x="5137150" y="2813050"/>
          <p14:tracePt t="32299" x="5029200" y="2794000"/>
          <p14:tracePt t="32316" x="4978400" y="2787650"/>
          <p14:tracePt t="32332" x="4864100" y="2787650"/>
          <p14:tracePt t="32349" x="4730750" y="2806700"/>
          <p14:tracePt t="32366" x="4673600" y="2825750"/>
          <p14:tracePt t="32369" x="4629150" y="2857500"/>
          <p14:tracePt t="32385" x="4572000" y="2895600"/>
          <p14:tracePt t="32400" x="4483100" y="2965450"/>
          <p14:tracePt t="32416" x="4451350" y="2990850"/>
          <p14:tracePt t="32433" x="4400550" y="3092450"/>
          <p14:tracePt t="32449" x="4387850" y="3124200"/>
          <p14:tracePt t="32466" x="4381500" y="3162300"/>
          <p14:tracePt t="32483" x="4381500" y="3206750"/>
          <p14:tracePt t="32499" x="4387850" y="3219450"/>
          <p14:tracePt t="32515" x="4413250" y="3244850"/>
          <p14:tracePt t="32532" x="4457700" y="3257550"/>
          <p14:tracePt t="32548" x="4502150" y="3263900"/>
          <p14:tracePt t="32566" x="4603750" y="3282950"/>
          <p14:tracePt t="32581" x="4749800" y="3282950"/>
          <p14:tracePt t="32598" x="4813300" y="3263900"/>
          <p14:tracePt t="32615" x="4972050" y="3232150"/>
          <p14:tracePt t="32632" x="5073650" y="3187700"/>
          <p14:tracePt t="32648" x="5111750" y="3168650"/>
          <p14:tracePt t="32665" x="5156200" y="3124200"/>
          <p14:tracePt t="32681" x="5181600" y="3092450"/>
          <p14:tracePt t="32698" x="5181600" y="3048000"/>
          <p14:tracePt t="32714" x="5181600" y="3028950"/>
          <p14:tracePt t="32732" x="5181600" y="3009900"/>
          <p14:tracePt t="32748" x="5168900" y="2978150"/>
          <p14:tracePt t="32765" x="5156200" y="2940050"/>
          <p14:tracePt t="32781" x="5143500" y="2921000"/>
          <p14:tracePt t="32798" x="5105400" y="2882900"/>
          <p14:tracePt t="32814" x="5067300" y="2857500"/>
          <p14:tracePt t="32831" x="5022850" y="2832100"/>
          <p14:tracePt t="32847" x="4940300" y="2813050"/>
          <p14:tracePt t="32864" x="4845050" y="2806700"/>
          <p14:tracePt t="32880" x="4794250" y="2813050"/>
          <p14:tracePt t="32897" x="4673600" y="2825750"/>
          <p14:tracePt t="32914" x="4565650" y="2876550"/>
          <p14:tracePt t="32931" x="4464050" y="2940050"/>
          <p14:tracePt t="32947" x="4425950" y="2971800"/>
          <p14:tracePt t="32964" x="4368800" y="3028950"/>
          <p14:tracePt t="32980" x="4343400" y="3092450"/>
          <p14:tracePt t="32997" x="4330700" y="3124200"/>
          <p14:tracePt t="33014" x="4324350" y="3149600"/>
          <p14:tracePt t="33030" x="4324350" y="3238500"/>
          <p14:tracePt t="33047" x="4330700" y="3257550"/>
          <p14:tracePt t="33064" x="4330700" y="3282950"/>
          <p14:tracePt t="33080" x="4368800" y="3314700"/>
          <p14:tracePt t="33097" x="4432300" y="3346450"/>
          <p14:tracePt t="33114" x="4514850" y="3365500"/>
          <p14:tracePt t="33130" x="4565650" y="3365500"/>
          <p14:tracePt t="33146" x="4679950" y="3359150"/>
          <p14:tracePt t="33163" x="4794250" y="3321050"/>
          <p14:tracePt t="33179" x="4838700" y="3295650"/>
          <p14:tracePt t="33198" x="4895850" y="3238500"/>
          <p14:tracePt t="33213" x="4927600" y="3206750"/>
          <p14:tracePt t="33230" x="4933950" y="3181350"/>
          <p14:tracePt t="33247" x="4933950" y="3124200"/>
          <p14:tracePt t="33263" x="4940300" y="3098800"/>
          <p14:tracePt t="33855" x="4965700" y="3098800"/>
          <p14:tracePt t="33862" x="5003800" y="3098800"/>
          <p14:tracePt t="33876" x="5041900" y="3079750"/>
          <p14:tracePt t="33883" x="5099050" y="3067050"/>
          <p14:tracePt t="33897" x="5143500" y="3054350"/>
          <p14:tracePt t="33911" x="5181600" y="3035300"/>
          <p14:tracePt t="33927" x="5238750" y="2997200"/>
          <p14:tracePt t="33944" x="5270500" y="2971800"/>
          <p14:tracePt t="33960" x="5314950" y="2927350"/>
          <p14:tracePt t="33977" x="5346700" y="2863850"/>
          <p14:tracePt t="33994" x="5353050" y="2844800"/>
          <p14:tracePt t="34010" x="5359400" y="2794000"/>
          <p14:tracePt t="34026" x="5353050" y="2755900"/>
          <p14:tracePt t="34045" x="5327650" y="2717800"/>
          <p14:tracePt t="34060" x="5308600" y="2698750"/>
          <p14:tracePt t="34077" x="5257800" y="2667000"/>
          <p14:tracePt t="34094" x="5232400" y="2660650"/>
          <p14:tracePt t="34110" x="5168900" y="2647950"/>
          <p14:tracePt t="34126" x="5130800" y="2635250"/>
          <p14:tracePt t="34143" x="4972050" y="2628900"/>
          <p14:tracePt t="34160" x="4933950" y="2628900"/>
          <p14:tracePt t="34176" x="4864100" y="2641600"/>
          <p14:tracePt t="34193" x="4756150" y="2667000"/>
          <p14:tracePt t="34209" x="4660900" y="2711450"/>
          <p14:tracePt t="34227" x="4603750" y="2749550"/>
          <p14:tracePt t="34242" x="4584700" y="2774950"/>
          <p14:tracePt t="34259" x="4552950" y="2806700"/>
          <p14:tracePt t="34277" x="4533900" y="2851150"/>
          <p14:tracePt t="34292" x="4527550" y="2870200"/>
          <p14:tracePt t="34309" x="4521200" y="2921000"/>
          <p14:tracePt t="34326" x="4521200" y="2978150"/>
          <p14:tracePt t="34342" x="4521200" y="3016250"/>
          <p14:tracePt t="34359" x="4552950" y="3105150"/>
          <p14:tracePt t="34375" x="4591050" y="3143250"/>
          <p14:tracePt t="34392" x="4616450" y="3181350"/>
          <p14:tracePt t="34409" x="4667250" y="3206750"/>
          <p14:tracePt t="34425" x="4749800" y="3225800"/>
          <p14:tracePt t="34442" x="4787900" y="3225800"/>
          <p14:tracePt t="34459" x="4895850" y="3225800"/>
          <p14:tracePt t="34475" x="4933950" y="3225800"/>
          <p14:tracePt t="34492" x="5041900" y="3187700"/>
          <p14:tracePt t="34508" x="5137150" y="3124200"/>
          <p14:tracePt t="34525" x="5168900" y="3086100"/>
          <p14:tracePt t="34543" x="5207000" y="3041650"/>
          <p14:tracePt t="34558" x="5219700" y="2990850"/>
          <p14:tracePt t="34575" x="5219700" y="2971800"/>
          <p14:tracePt t="34592" x="5226050" y="2940050"/>
          <p14:tracePt t="34608" x="5226050" y="2921000"/>
          <p14:tracePt t="34625" x="5219700" y="2914650"/>
          <p14:tracePt t="34641" x="5219700" y="2908300"/>
          <p14:tracePt t="34659" x="5207000" y="2901950"/>
          <p14:tracePt t="34674" x="5200650" y="2889250"/>
          <p14:tracePt t="34691" x="5194300" y="2882900"/>
          <p14:tracePt t="35059" x="5187950" y="2895600"/>
          <p14:tracePt t="35066" x="5181600" y="2927350"/>
          <p14:tracePt t="35080" x="5168900" y="2946400"/>
          <p14:tracePt t="35089" x="5168900" y="2971800"/>
          <p14:tracePt t="35106" x="5156200" y="3003550"/>
          <p14:tracePt t="35123" x="5143500" y="3054350"/>
          <p14:tracePt t="35139" x="5124450" y="3086100"/>
          <p14:tracePt t="35157" x="5099050" y="3130550"/>
          <p14:tracePt t="35173" x="5099050" y="3149600"/>
          <p14:tracePt t="35189" x="5092700" y="3162300"/>
          <p14:tracePt t="35206" x="5067300" y="3213100"/>
          <p14:tracePt t="35222" x="5060950" y="3225800"/>
          <p14:tracePt t="35239" x="5048250" y="3238500"/>
          <p14:tracePt t="35256" x="5035550" y="3263900"/>
          <p14:tracePt t="35272" x="5029200" y="3276600"/>
          <p14:tracePt t="35289" x="5016500" y="3276600"/>
          <p14:tracePt t="35306" x="5010150" y="3282950"/>
          <p14:tracePt t="35322" x="5003800" y="3289300"/>
          <p14:tracePt t="35340" x="4997450" y="3289300"/>
          <p14:tracePt t="35372" x="4991100" y="3289300"/>
          <p14:tracePt t="35410" x="4984750" y="3289300"/>
          <p14:tracePt t="35459" x="4978400" y="3289300"/>
          <p14:tracePt t="35508" x="4978400" y="3295650"/>
          <p14:tracePt t="35592" x="4984750" y="3295650"/>
          <p14:tracePt t="35599" x="4991100" y="3295650"/>
          <p14:tracePt t="35621" x="4997450" y="3295650"/>
          <p14:tracePt t="35627" x="5010150" y="3295650"/>
          <p14:tracePt t="35642" x="5022850" y="3295650"/>
          <p14:tracePt t="35655" x="5041900" y="3295650"/>
          <p14:tracePt t="35671" x="5092700" y="3295650"/>
          <p14:tracePt t="35687" x="5111750" y="3289300"/>
          <p14:tracePt t="35705" x="5156200" y="3276600"/>
          <p14:tracePt t="35721" x="5181600" y="3270250"/>
          <p14:tracePt t="35737" x="5187950" y="3263900"/>
          <p14:tracePt t="35754" x="5194300" y="3263900"/>
          <p14:tracePt t="35782" x="5194300" y="3257550"/>
          <p14:tracePt t="35790" x="5187950" y="3257550"/>
          <p14:tracePt t="35804" x="5168900" y="3251200"/>
          <p14:tracePt t="35820" x="5137150" y="3244850"/>
          <p14:tracePt t="35838" x="4940300" y="3206750"/>
          <p14:tracePt t="35854" x="4851400" y="3175000"/>
          <p14:tracePt t="35870" x="4730750" y="3143250"/>
          <p14:tracePt t="35874" x="4584700" y="3098800"/>
          <p14:tracePt t="35887" x="4229100" y="2971800"/>
          <p14:tracePt t="35903" x="4051300" y="2914650"/>
          <p14:tracePt t="35920" x="3860800" y="2851150"/>
          <p14:tracePt t="35937" x="3536950" y="2736850"/>
          <p14:tracePt t="35953" x="3263900" y="2635250"/>
          <p14:tracePt t="35970" x="3143250" y="2590800"/>
          <p14:tracePt t="35986" x="2908300" y="2495550"/>
          <p14:tracePt t="36003" x="2762250" y="2406650"/>
          <p14:tracePt t="36020" x="2660650" y="2349500"/>
          <p14:tracePt t="36036" x="2616200" y="2324100"/>
          <p14:tracePt t="36053" x="2527300" y="2286000"/>
          <p14:tracePt t="36070" x="2489200" y="2273300"/>
          <p14:tracePt t="36086" x="2482850" y="2266950"/>
          <p14:tracePt t="36103" x="2476500" y="2266950"/>
          <p14:tracePt t="36239" x="2489200" y="2260600"/>
          <p14:tracePt t="36524" x="2540000" y="2292350"/>
          <p14:tracePt t="36531" x="2597150" y="2349500"/>
          <p14:tracePt t="36545" x="2667000" y="2413000"/>
          <p14:tracePt t="36554" x="2749550" y="2463800"/>
          <p14:tracePt t="36567" x="2844800" y="2520950"/>
          <p14:tracePt t="36584" x="3009900" y="2667000"/>
          <p14:tracePt t="36602" x="3162300" y="2800350"/>
          <p14:tracePt t="36618" x="3232150" y="2851150"/>
          <p14:tracePt t="36634" x="3302000" y="2901950"/>
          <p14:tracePt t="36651" x="3397250" y="2984500"/>
          <p14:tracePt t="36667" x="3409950" y="2997200"/>
          <p14:tracePt t="36685" x="3422650" y="3009900"/>
          <p14:tracePt t="36701" x="3429000" y="3016250"/>
          <p14:tracePt t="36784" x="3429000" y="3009900"/>
          <p14:tracePt t="36790" x="3422650" y="3009900"/>
          <p14:tracePt t="36812" x="3416300" y="2997200"/>
          <p14:tracePt t="36826" x="3409950" y="2990850"/>
          <p14:tracePt t="36834" x="3397250" y="2978150"/>
          <p14:tracePt t="36850" x="3390900" y="2965450"/>
          <p14:tracePt t="36867" x="3333750" y="2908300"/>
          <p14:tracePt t="36884" x="3225800" y="2800350"/>
          <p14:tracePt t="36900" x="3155950" y="2730500"/>
          <p14:tracePt t="36918" x="2997200" y="2584450"/>
          <p14:tracePt t="36934" x="2870200" y="2476500"/>
          <p14:tracePt t="36950" x="2813050" y="2419350"/>
          <p14:tracePt t="36967" x="2743200" y="2349500"/>
          <p14:tracePt t="36983" x="2705100" y="2305050"/>
          <p14:tracePt t="36999" x="2660650" y="2266950"/>
          <p14:tracePt t="37016" x="2641600" y="2247900"/>
          <p14:tracePt t="37033" x="2641600" y="2241550"/>
          <p14:tracePt t="37050" x="2635250" y="2241550"/>
          <p14:tracePt t="37107" x="2635250" y="2247900"/>
          <p14:tracePt t="37113" x="2635250" y="2254250"/>
          <p14:tracePt t="37135" x="2635250" y="2260600"/>
          <p14:tracePt t="37142" x="2641600" y="2266950"/>
          <p14:tracePt t="37155" x="2654300" y="2279650"/>
          <p14:tracePt t="37165" x="2673350" y="2286000"/>
          <p14:tracePt t="37183" x="2705100" y="2311400"/>
          <p14:tracePt t="37199" x="2832100" y="2387600"/>
          <p14:tracePt t="37216" x="3009900" y="2514600"/>
          <p14:tracePt t="37232" x="3130550" y="2578100"/>
          <p14:tracePt t="37248" x="3340100" y="2743200"/>
          <p14:tracePt t="37265" x="3435350" y="2813050"/>
          <p14:tracePt t="37283" x="3683000" y="3022600"/>
          <p14:tracePt t="37299" x="3740150" y="3073400"/>
          <p14:tracePt t="37315" x="3784600" y="3098800"/>
          <p14:tracePt t="37332" x="3822700" y="3124200"/>
          <p14:tracePt t="37349" x="3829050" y="3130550"/>
          <p14:tracePt t="37394" x="3829050" y="3124200"/>
          <p14:tracePt t="37408" x="3822700" y="3124200"/>
          <p14:tracePt t="37418" x="3816350" y="3111500"/>
          <p14:tracePt t="37437" x="3803650" y="3098800"/>
          <p14:tracePt t="37447" x="3784600" y="3079750"/>
          <p14:tracePt t="37465" x="3733800" y="3041650"/>
          <p14:tracePt t="37482" x="3676650" y="2997200"/>
          <p14:tracePt t="37498" x="3536950" y="2895600"/>
          <p14:tracePt t="37515" x="3359150" y="2768600"/>
          <p14:tracePt t="37531" x="3263900" y="2698750"/>
          <p14:tracePt t="37549" x="3168650" y="2622550"/>
          <p14:tracePt t="37564" x="2933700" y="2457450"/>
          <p14:tracePt t="37581" x="2876550" y="2419350"/>
          <p14:tracePt t="37598" x="2800350" y="2362200"/>
          <p14:tracePt t="37614" x="2768600" y="2336800"/>
          <p14:tracePt t="37631" x="2736850" y="2317750"/>
          <p14:tracePt t="37648" x="2730500" y="2305050"/>
          <p14:tracePt t="37690" x="2730500" y="2311400"/>
          <p14:tracePt t="37698" x="2730500" y="2317750"/>
          <p14:tracePt t="37714" x="2736850" y="2317750"/>
          <p14:tracePt t="37731" x="2762250" y="2330450"/>
          <p14:tracePt t="37747" x="2825750" y="2349500"/>
          <p14:tracePt t="37764" x="2882900" y="2381250"/>
          <p14:tracePt t="37781" x="3041650" y="2438400"/>
          <p14:tracePt t="37797" x="3251200" y="2533650"/>
          <p14:tracePt t="37813" x="3359150" y="2584450"/>
          <p14:tracePt t="37831" x="3556000" y="2692400"/>
          <p14:tracePt t="37846" x="3695700" y="2794000"/>
          <p14:tracePt t="37863" x="3752850" y="2832100"/>
          <p14:tracePt t="37880" x="3822700" y="2901950"/>
          <p14:tracePt t="37896" x="3835400" y="2914650"/>
          <p14:tracePt t="37914" x="3848100" y="2933700"/>
          <p14:tracePt t="37917" x="3848100" y="2940050"/>
          <p14:tracePt t="37971" x="3841750" y="2933700"/>
          <p14:tracePt t="37977" x="3835400" y="2927350"/>
          <p14:tracePt t="37985" x="3829050" y="2914650"/>
          <p14:tracePt t="38000" x="3822700" y="2901950"/>
          <p14:tracePt t="38013" x="3803650" y="2889250"/>
          <p14:tracePt t="38030" x="3721100" y="2819400"/>
          <p14:tracePt t="38046" x="3657600" y="2781300"/>
          <p14:tracePt t="38063" x="3505200" y="2667000"/>
          <p14:tracePt t="38079" x="3340100" y="2546350"/>
          <p14:tracePt t="38096" x="3175000" y="2419350"/>
          <p14:tracePt t="38112" x="3105150" y="2381250"/>
          <p14:tracePt t="38129" x="3003550" y="2324100"/>
          <p14:tracePt t="38146" x="2946400" y="2286000"/>
          <p14:tracePt t="38162" x="2933700" y="2279650"/>
          <p14:tracePt t="38179" x="2927350" y="2273300"/>
          <p14:tracePt t="38225" x="2927350" y="2279650"/>
          <p14:tracePt t="38232" x="2927350" y="2286000"/>
          <p14:tracePt t="38248" x="2927350" y="2292350"/>
          <p14:tracePt t="38262" x="2933700" y="2292350"/>
          <p14:tracePt t="38279" x="2971800" y="2305050"/>
          <p14:tracePt t="38296" x="3035300" y="2336800"/>
          <p14:tracePt t="38311" x="3092450" y="2368550"/>
          <p14:tracePt t="38328" x="3238500" y="2438400"/>
          <p14:tracePt t="38345" x="3403600" y="2540000"/>
          <p14:tracePt t="38362" x="3486150" y="2578100"/>
          <p14:tracePt t="38378" x="3613150" y="2667000"/>
          <p14:tracePt t="38395" x="3702050" y="2736850"/>
          <p14:tracePt t="38411" x="3740150" y="2762250"/>
          <p14:tracePt t="38429" x="3771900" y="2800350"/>
          <p14:tracePt t="38445" x="3778250" y="2813050"/>
          <p14:tracePt t="38484" x="3771900" y="2813050"/>
          <p14:tracePt t="38494" x="3765550" y="2813050"/>
          <p14:tracePt t="38511" x="3765550" y="2806700"/>
          <p14:tracePt t="38528" x="3752850" y="2787650"/>
          <p14:tracePt t="38544" x="3727450" y="2781300"/>
          <p14:tracePt t="38561" x="3663950" y="2730500"/>
          <p14:tracePt t="38578" x="3498850" y="2641600"/>
          <p14:tracePt t="38594" x="3409950" y="2590800"/>
          <p14:tracePt t="38611" x="3181350" y="2470150"/>
          <p14:tracePt t="38627" x="2971800" y="2355850"/>
          <p14:tracePt t="38644" x="2876550" y="2305050"/>
          <p14:tracePt t="38661" x="2749550" y="2216150"/>
          <p14:tracePt t="38677" x="2660650" y="2171700"/>
          <p14:tracePt t="38694" x="2641600" y="2159000"/>
          <p14:tracePt t="38710" x="2616200" y="2146300"/>
          <p14:tracePt t="38727" x="2609850" y="2146300"/>
          <p14:tracePt t="38773" x="2609850" y="2159000"/>
          <p14:tracePt t="38787" x="2616200" y="2165350"/>
          <p14:tracePt t="38796" x="2628900" y="2178050"/>
          <p14:tracePt t="38810" x="2641600" y="2190750"/>
          <p14:tracePt t="38827" x="2673350" y="2216150"/>
          <p14:tracePt t="38844" x="2927350" y="2368550"/>
          <p14:tracePt t="38860" x="3054350" y="2451100"/>
          <p14:tracePt t="38877" x="3181350" y="2533650"/>
          <p14:tracePt t="38893" x="3460750" y="2698750"/>
          <p14:tracePt t="38910" x="3663950" y="2851150"/>
          <p14:tracePt t="38926" x="3746500" y="2921000"/>
          <p14:tracePt t="38945" x="3886200" y="3035300"/>
          <p14:tracePt t="38960" x="3981450" y="3117850"/>
          <p14:tracePt t="38977" x="4013200" y="3136900"/>
          <p14:tracePt t="38993" x="4019550" y="3143250"/>
          <p14:tracePt t="39009" x="4019550" y="3149600"/>
          <p14:tracePt t="39055" x="4019550" y="3143250"/>
          <p14:tracePt t="39068" x="4013200" y="3136900"/>
          <p14:tracePt t="39077" x="4006850" y="3136900"/>
          <p14:tracePt t="39092" x="4006850" y="3149600"/>
          <p14:tracePt t="39109" x="4000500" y="3155950"/>
          <p14:tracePt t="41002" x="4000500" y="3111500"/>
          <p14:tracePt t="41016" x="4000500" y="3086100"/>
          <p14:tracePt t="41030" x="4000500" y="3054350"/>
          <p14:tracePt t="41039" x="4000500" y="3035300"/>
          <p14:tracePt t="41053" x="4000500" y="3016250"/>
          <p14:tracePt t="41069" x="3994150" y="2997200"/>
          <p14:tracePt t="41087" x="3987800" y="2971800"/>
          <p14:tracePt t="41102" x="3981450" y="2959100"/>
          <p14:tracePt t="41119" x="3962400" y="2952750"/>
          <p14:tracePt t="41136" x="3937000" y="2940050"/>
          <p14:tracePt t="41152" x="3917950" y="2933700"/>
          <p14:tracePt t="41169" x="3892550" y="2933700"/>
          <p14:tracePt t="41185" x="3765550" y="2921000"/>
          <p14:tracePt t="41202" x="3689350" y="2914650"/>
          <p14:tracePt t="41219" x="3575050" y="2914650"/>
          <p14:tracePt t="41235" x="3346450" y="2901950"/>
          <p14:tracePt t="41252" x="3232150" y="2901950"/>
          <p14:tracePt t="41269" x="2990850" y="2901950"/>
          <p14:tracePt t="41285" x="2889250" y="2908300"/>
          <p14:tracePt t="41301" x="2800350" y="2914650"/>
          <p14:tracePt t="41318" x="2667000" y="2933700"/>
          <p14:tracePt t="41335" x="2622550" y="2952750"/>
          <p14:tracePt t="41351" x="2552700" y="2978150"/>
          <p14:tracePt t="41368" x="2527300" y="2997200"/>
          <p14:tracePt t="41385" x="2508250" y="3003550"/>
          <p14:tracePt t="41402" x="2508250" y="3009900"/>
          <p14:tracePt t="41418" x="2501900" y="3016250"/>
          <p14:tracePt t="41434" x="2495550" y="3022600"/>
          <p14:tracePt t="41438" x="2489200" y="3022600"/>
          <p14:tracePt t="41451" x="2482850" y="3041650"/>
          <p14:tracePt t="41467" x="2482850" y="3054350"/>
          <p14:tracePt t="41484" x="2476500" y="3067050"/>
          <p14:tracePt t="41501" x="2470150" y="3092450"/>
          <p14:tracePt t="41517" x="2463800" y="3105150"/>
          <p14:tracePt t="41534" x="2463800" y="3111500"/>
          <p14:tracePt t="41824" x="2476500" y="3111500"/>
          <p14:tracePt t="41838" x="2489200" y="3105150"/>
          <p14:tracePt t="41844" x="2501900" y="3098800"/>
          <p14:tracePt t="41859" x="2533650" y="3098800"/>
          <p14:tracePt t="41868" x="2584450" y="3086100"/>
          <p14:tracePt t="41883" x="2647950" y="3079750"/>
          <p14:tracePt t="41901" x="2851150" y="3060700"/>
          <p14:tracePt t="41916" x="2978150" y="3048000"/>
          <p14:tracePt t="41933" x="3117850" y="3048000"/>
          <p14:tracePt t="41937" x="3257550" y="3035300"/>
          <p14:tracePt t="41953" x="3416300" y="3028950"/>
          <p14:tracePt t="41965" x="3536950" y="3028950"/>
          <p14:tracePt t="41982" x="3651250" y="3016250"/>
          <p14:tracePt t="42000" x="3835400" y="3003550"/>
          <p14:tracePt t="42016" x="3886200" y="3003550"/>
          <p14:tracePt t="42032" x="3924300" y="3003550"/>
          <p14:tracePt t="42049" x="3975100" y="2997200"/>
          <p14:tracePt t="42066" x="3981450" y="2990850"/>
          <p14:tracePt t="42082" x="3987800" y="2990850"/>
          <p14:tracePt t="42372" x="4038600" y="2990850"/>
          <p14:tracePt t="42386" x="4102100" y="2997200"/>
          <p14:tracePt t="42407" x="4191000" y="2997200"/>
          <p14:tracePt t="42421" x="4305300" y="2997200"/>
          <p14:tracePt t="42435" x="4419600" y="2997200"/>
          <p14:tracePt t="42442" x="4540250" y="2997200"/>
          <p14:tracePt t="42456" x="4654550" y="2997200"/>
          <p14:tracePt t="42469" x="4768850" y="2997200"/>
          <p14:tracePt t="42484" x="4857750" y="2997200"/>
          <p14:tracePt t="42498" x="4933950" y="2997200"/>
          <p14:tracePt t="42514" x="4997450" y="2997200"/>
          <p14:tracePt t="42530" x="5054600" y="3003550"/>
          <p14:tracePt t="42547" x="5080000" y="3003550"/>
          <p14:tracePt t="42564" x="5086350" y="3003550"/>
          <p14:tracePt t="42580" x="5086350" y="3009900"/>
          <p14:tracePt t="42898" x="5086350" y="3003550"/>
          <p14:tracePt t="42919" x="5086350" y="2997200"/>
          <p14:tracePt t="42928" x="5086350" y="3009900"/>
          <p14:tracePt t="45065" x="5086350" y="3041650"/>
          <p14:tracePt t="45079" x="5086350" y="3079750"/>
          <p14:tracePt t="45086" x="5086350" y="3111500"/>
          <p14:tracePt t="45093" x="5086350" y="3143250"/>
          <p14:tracePt t="45108" x="5086350" y="3175000"/>
          <p14:tracePt t="45122" x="5086350" y="3213100"/>
          <p14:tracePt t="45138" x="5067300" y="3295650"/>
          <p14:tracePt t="45155" x="5060950" y="3327400"/>
          <p14:tracePt t="45171" x="5035550" y="3397250"/>
          <p14:tracePt t="45188" x="5022850" y="3441700"/>
          <p14:tracePt t="45206" x="5022850" y="3473450"/>
          <p14:tracePt t="45221" x="5016500" y="3486150"/>
          <p14:tracePt t="45238" x="5010150" y="3517900"/>
          <p14:tracePt t="45255" x="5003800" y="3543300"/>
          <p14:tracePt t="45271" x="5003800" y="3556000"/>
          <p14:tracePt t="45289" x="5003800" y="3562350"/>
          <p14:tracePt t="45304" x="5003800" y="3568700"/>
          <p14:tracePt t="45339" x="5003800" y="3575050"/>
          <p14:tracePt t="45480" x="5003800" y="3581400"/>
          <p14:tracePt t="45501" x="5010150" y="3594100"/>
          <p14:tracePt t="45508" x="5010150" y="3600450"/>
          <p14:tracePt t="45521" x="5010150" y="3606800"/>
          <p14:tracePt t="45536" x="5010150" y="3625850"/>
          <p14:tracePt t="45553" x="5016500" y="3625850"/>
          <p14:tracePt t="45571" x="5022850" y="3657600"/>
          <p14:tracePt t="45587" x="5029200" y="3702050"/>
          <p14:tracePt t="45603" x="5029200" y="3714750"/>
          <p14:tracePt t="45620" x="5035550" y="3746500"/>
          <p14:tracePt t="45636" x="5035550" y="3759200"/>
          <p14:tracePt t="45653" x="5041900" y="3771900"/>
          <p14:tracePt t="45670" x="5041900" y="3778250"/>
          <p14:tracePt t="45718" x="5041900" y="3784600"/>
          <p14:tracePt t="45746" x="5035550" y="3784600"/>
          <p14:tracePt t="45759" x="5029200" y="3784600"/>
          <p14:tracePt t="45767" x="5022850" y="3784600"/>
          <p14:tracePt t="45781" x="5010150" y="3784600"/>
          <p14:tracePt t="45789" x="4997450" y="3784600"/>
          <p14:tracePt t="45803" x="4978400" y="3784600"/>
          <p14:tracePt t="45819" x="4908550" y="3784600"/>
          <p14:tracePt t="45836" x="4857750" y="3778250"/>
          <p14:tracePt t="45853" x="4756150" y="3765550"/>
          <p14:tracePt t="45869" x="4622800" y="3765550"/>
          <p14:tracePt t="45886" x="4483100" y="3746500"/>
          <p14:tracePt t="45902" x="4419600" y="3746500"/>
          <p14:tracePt t="45919" x="4349750" y="3727450"/>
          <p14:tracePt t="45936" x="4203700" y="3708400"/>
          <p14:tracePt t="45952" x="4165600" y="3702050"/>
          <p14:tracePt t="45969" x="4133850" y="3695700"/>
          <p14:tracePt t="45985" x="4121150" y="3695700"/>
          <p14:tracePt t="46281" x="4083050" y="3708400"/>
          <p14:tracePt t="46288" x="4025900" y="3740150"/>
          <p14:tracePt t="46303" x="3981450" y="3765550"/>
          <p14:tracePt t="46317" x="3879850" y="3803650"/>
          <p14:tracePt t="46334" x="3841750" y="3816350"/>
          <p14:tracePt t="46351" x="3752850" y="3873500"/>
          <p14:tracePt t="46367" x="3695700" y="3911600"/>
          <p14:tracePt t="46384" x="3568700" y="3975100"/>
          <p14:tracePt t="46401" x="3441700" y="4025900"/>
          <p14:tracePt t="46417" x="3390900" y="4044950"/>
          <p14:tracePt t="46434" x="3314700" y="4070350"/>
          <p14:tracePt t="46450" x="3257550" y="4083050"/>
          <p14:tracePt t="46467" x="3225800" y="4089400"/>
          <p14:tracePt t="46484" x="3181350" y="4095750"/>
          <p14:tracePt t="46500" x="3143250" y="4108450"/>
          <p14:tracePt t="46517" x="3130550" y="4114800"/>
          <p14:tracePt t="46520" x="3117850" y="4121150"/>
          <p14:tracePt t="46536" x="3105150" y="4127500"/>
          <p14:tracePt t="46550" x="3092450" y="4127500"/>
          <p14:tracePt t="46567" x="3073400" y="4133850"/>
          <p14:tracePt t="46583" x="3060700" y="4140200"/>
          <p14:tracePt t="46600" x="3054350" y="4140200"/>
          <p14:tracePt t="46617" x="3028950" y="4146550"/>
          <p14:tracePt t="46633" x="3003550" y="4171950"/>
          <p14:tracePt t="46650" x="2990850" y="4171950"/>
          <p14:tracePt t="46667" x="2978150" y="4178300"/>
          <p14:tracePt t="46683" x="2965450" y="4184650"/>
          <p14:tracePt t="46699" x="2959100" y="4191000"/>
          <p14:tracePt t="46716" x="2952750" y="4197350"/>
          <p14:tracePt t="46733" x="2952750" y="4203700"/>
          <p14:tracePt t="46766" x="2959100" y="4210050"/>
          <p14:tracePt t="46783" x="2971800" y="4210050"/>
          <p14:tracePt t="46799" x="2984500" y="4216400"/>
          <p14:tracePt t="46816" x="3048000" y="4216400"/>
          <p14:tracePt t="46833" x="3111500" y="4216400"/>
          <p14:tracePt t="46850" x="3302000" y="4197350"/>
          <p14:tracePt t="46865" x="3556000" y="4178300"/>
          <p14:tracePt t="46882" x="3702050" y="4159250"/>
          <p14:tracePt t="46899" x="4019550" y="4127500"/>
          <p14:tracePt t="46915" x="4095750" y="4127500"/>
          <p14:tracePt t="46932" x="4152900" y="4114800"/>
          <p14:tracePt t="46949" x="4210050" y="4102100"/>
          <p14:tracePt t="46965" x="4235450" y="4102100"/>
          <p14:tracePt t="46982" x="4241800" y="4095750"/>
          <p14:tracePt t="46998" x="4254500" y="4095750"/>
          <p14:tracePt t="47032" x="4254500" y="4089400"/>
          <p14:tracePt t="47061" x="4260850" y="4083050"/>
          <p14:tracePt t="47109" x="4267200" y="4083050"/>
          <p14:tracePt t="47144" x="4267200" y="4076700"/>
          <p14:tracePt t="47166" x="4273550" y="4076700"/>
          <p14:tracePt t="47173" x="4279900" y="4070350"/>
          <p14:tracePt t="47181" x="4286250" y="4070350"/>
          <p14:tracePt t="47197" x="4286250" y="4064000"/>
          <p14:tracePt t="47215" x="4298950" y="4057650"/>
          <p14:tracePt t="47231" x="4343400" y="4044950"/>
          <p14:tracePt t="47248" x="4400550" y="4019550"/>
          <p14:tracePt t="47264" x="4489450" y="3987800"/>
          <p14:tracePt t="47281" x="4546600" y="3956050"/>
          <p14:tracePt t="47298" x="4629150" y="3924300"/>
          <p14:tracePt t="47314" x="4705350" y="3892550"/>
          <p14:tracePt t="47330" x="4724400" y="3873500"/>
          <p14:tracePt t="47348" x="4768850" y="3860800"/>
          <p14:tracePt t="47364" x="4787900" y="3835400"/>
          <p14:tracePt t="47380" x="4800600" y="3829050"/>
          <p14:tracePt t="47397" x="4813300" y="3816350"/>
          <p14:tracePt t="47414" x="4819650" y="3810000"/>
          <p14:tracePt t="47461" x="4813300" y="3810000"/>
          <p14:tracePt t="47481" x="4806950" y="3810000"/>
          <p14:tracePt t="47496" x="4800600" y="3810000"/>
          <p14:tracePt t="47503" x="4794250" y="3810000"/>
          <p14:tracePt t="47817" x="4800600" y="3816350"/>
          <p14:tracePt t="47824" x="4813300" y="3822700"/>
          <p14:tracePt t="47838" x="4845050" y="3848100"/>
          <p14:tracePt t="47846" x="4870450" y="3860800"/>
          <p14:tracePt t="47862" x="4895850" y="3879850"/>
          <p14:tracePt t="47879" x="4978400" y="3892550"/>
          <p14:tracePt t="47896" x="5073650" y="3911600"/>
          <p14:tracePt t="47912" x="5124450" y="3911600"/>
          <p14:tracePt t="47929" x="5207000" y="3911600"/>
          <p14:tracePt t="47945" x="5289550" y="3911600"/>
          <p14:tracePt t="47962" x="5314950" y="3911600"/>
          <p14:tracePt t="47979" x="5359400" y="3892550"/>
          <p14:tracePt t="47995" x="5397500" y="3879850"/>
          <p14:tracePt t="48012" x="5410200" y="3873500"/>
          <p14:tracePt t="48028" x="5454650" y="3860800"/>
          <p14:tracePt t="48045" x="5473700" y="3860800"/>
          <p14:tracePt t="48063" x="5530850" y="3841750"/>
          <p14:tracePt t="48078" x="5543550" y="3835400"/>
          <p14:tracePt t="48095" x="5562600" y="3835400"/>
          <p14:tracePt t="48112" x="5594350" y="3829050"/>
          <p14:tracePt t="48128" x="5613400" y="3829050"/>
          <p14:tracePt t="48144" x="5619750" y="3829050"/>
          <p14:tracePt t="48161" x="5632450" y="3829050"/>
          <p14:tracePt t="48178" x="5651500" y="3829050"/>
          <p14:tracePt t="48195" x="5670550" y="3829050"/>
          <p14:tracePt t="48211" x="5676900" y="3829050"/>
          <p14:tracePt t="48227" x="5695950" y="3829050"/>
          <p14:tracePt t="48245" x="5727700" y="3829050"/>
          <p14:tracePt t="48261" x="5746750" y="3829050"/>
          <p14:tracePt t="48277" x="5759450" y="3829050"/>
          <p14:tracePt t="48294" x="5822950" y="3822700"/>
          <p14:tracePt t="48311" x="5835650" y="3822700"/>
          <p14:tracePt t="48328" x="5842000" y="3822700"/>
          <p14:tracePt t="48344" x="5854700" y="3816350"/>
          <p14:tracePt t="48428" x="5854700" y="3810000"/>
          <p14:tracePt t="48449" x="5848350" y="3810000"/>
          <p14:tracePt t="48456" x="5835650" y="3810000"/>
          <p14:tracePt t="48470" x="5822950" y="3810000"/>
          <p14:tracePt t="48480" x="5791200" y="3803650"/>
          <p14:tracePt t="48493" x="5753100" y="3803650"/>
          <p14:tracePt t="48510" x="5645150" y="3784600"/>
          <p14:tracePt t="48526" x="5505450" y="3771900"/>
          <p14:tracePt t="48543" x="5429250" y="3765550"/>
          <p14:tracePt t="48560" x="5308600" y="3752850"/>
          <p14:tracePt t="48577" x="5232400" y="3746500"/>
          <p14:tracePt t="48594" x="5200650" y="3746500"/>
          <p14:tracePt t="48611" x="5168900" y="3740150"/>
          <p14:tracePt t="48626" x="5149850" y="3740150"/>
          <p14:tracePt t="48643" x="5143500" y="3740150"/>
          <p14:tracePt t="48687" x="5149850" y="3740150"/>
          <p14:tracePt t="48696" x="5156200" y="3733800"/>
          <p14:tracePt t="48710" x="5175250" y="3733800"/>
          <p14:tracePt t="48726" x="5200650" y="3727450"/>
          <p14:tracePt t="48743" x="5295900" y="3727450"/>
          <p14:tracePt t="48759" x="5422900" y="3721100"/>
          <p14:tracePt t="48775" x="5486400" y="3721100"/>
          <p14:tracePt t="48793" x="5619750" y="3702050"/>
          <p14:tracePt t="48809" x="5727700" y="3683000"/>
          <p14:tracePt t="48826" x="5765800" y="3676650"/>
          <p14:tracePt t="48842" x="5816600" y="3657600"/>
          <p14:tracePt t="48859" x="5835650" y="3638550"/>
          <p14:tracePt t="48875" x="5848350" y="3632200"/>
          <p14:tracePt t="48892" x="5854700" y="3619500"/>
          <p14:tracePt t="48909" x="5854700" y="3613150"/>
          <p14:tracePt t="48926" x="5854700" y="3600450"/>
          <p14:tracePt t="48958" x="5854700" y="3594100"/>
          <p14:tracePt t="48975" x="5835650" y="3587750"/>
          <p14:tracePt t="48991" x="5829300" y="3587750"/>
          <p14:tracePt t="49008" x="5803900" y="3581400"/>
          <p14:tracePt t="49024" x="5734050" y="3562350"/>
          <p14:tracePt t="49041" x="5613400" y="3530600"/>
          <p14:tracePt t="49058" x="5549900" y="3511550"/>
          <p14:tracePt t="49075" x="5391150" y="3473450"/>
          <p14:tracePt t="49091" x="5232400" y="3435350"/>
          <p14:tracePt t="49109" x="5086350" y="3384550"/>
          <p14:tracePt t="49124" x="5003800" y="3352800"/>
          <p14:tracePt t="49141" x="4857750" y="3308350"/>
          <p14:tracePt t="49158" x="4711700" y="3244850"/>
          <p14:tracePt t="49174" x="4629150" y="3219450"/>
          <p14:tracePt t="49191" x="4483100" y="3136900"/>
          <p14:tracePt t="49208" x="4337050" y="3035300"/>
          <p14:tracePt t="49224" x="4254500" y="2971800"/>
          <p14:tracePt t="49241" x="4184650" y="2901950"/>
          <p14:tracePt t="49257" x="3962400" y="2730500"/>
          <p14:tracePt t="49274" x="3905250" y="2679700"/>
          <p14:tracePt t="49291" x="3803650" y="2628900"/>
          <p14:tracePt t="49307" x="3759200" y="2609850"/>
          <p14:tracePt t="49324" x="3708400" y="2584450"/>
          <p14:tracePt t="49341" x="3651250" y="2565400"/>
          <p14:tracePt t="49357" x="3625850" y="2559050"/>
          <p14:tracePt t="49374" x="3568700" y="2540000"/>
          <p14:tracePt t="49390" x="3492500" y="2508250"/>
          <p14:tracePt t="49407" x="3467100" y="2501900"/>
          <p14:tracePt t="49423" x="3441700" y="2489200"/>
          <p14:tracePt t="49440" x="3384550" y="2476500"/>
          <p14:tracePt t="49457" x="3352800" y="2463800"/>
          <p14:tracePt t="49474" x="3308350" y="2451100"/>
          <p14:tracePt t="49490" x="3282950" y="2444750"/>
          <p14:tracePt t="49506" x="3270250" y="2444750"/>
          <p14:tracePt t="49523" x="3238500" y="2432050"/>
          <p14:tracePt t="49540" x="3219450" y="2425700"/>
          <p14:tracePt t="49556" x="3206750" y="2425700"/>
          <p14:tracePt t="49573" x="3194050" y="2419350"/>
          <p14:tracePt t="49589" x="3187700" y="2419350"/>
          <p14:tracePt t="49621" x="3187700" y="2425700"/>
          <p14:tracePt t="49628" x="3187700" y="2432050"/>
          <p14:tracePt t="49649" x="3187700" y="2444750"/>
          <p14:tracePt t="49664" x="3194050" y="2457450"/>
          <p14:tracePt t="49672" x="3200400" y="2470150"/>
          <p14:tracePt t="49689" x="3225800" y="2495550"/>
          <p14:tracePt t="49706" x="3282950" y="2559050"/>
          <p14:tracePt t="49722" x="3378200" y="2654300"/>
          <p14:tracePt t="49739" x="3422650" y="2705100"/>
          <p14:tracePt t="49755" x="3505200" y="2787650"/>
          <p14:tracePt t="49772" x="3562350" y="2832100"/>
          <p14:tracePt t="49790" x="3581400" y="2851150"/>
          <p14:tracePt t="49805" x="3587750" y="2857500"/>
          <p14:tracePt t="49822" x="3594100" y="2857500"/>
          <p14:tracePt t="49839" x="3594100" y="2844800"/>
          <p14:tracePt t="49855" x="3594100" y="2832100"/>
          <p14:tracePt t="49872" x="3587750" y="2819400"/>
          <p14:tracePt t="49889" x="3568700" y="2768600"/>
          <p14:tracePt t="49905" x="3549650" y="2743200"/>
          <p14:tracePt t="49922" x="3511550" y="2698750"/>
          <p14:tracePt t="49939" x="3416300" y="2616200"/>
          <p14:tracePt t="49955" x="3371850" y="2571750"/>
          <p14:tracePt t="49972" x="3263900" y="2451100"/>
          <p14:tracePt t="49988" x="3181350" y="2381250"/>
          <p14:tracePt t="50005" x="3162300" y="2355850"/>
          <p14:tracePt t="50022" x="3130550" y="2324100"/>
          <p14:tracePt t="50038" x="3130550" y="2317750"/>
          <p14:tracePt t="50113" x="3130550" y="2324100"/>
          <p14:tracePt t="50119" x="3143250" y="2330450"/>
          <p14:tracePt t="50134" x="3155950" y="2343150"/>
          <p14:tracePt t="50148" x="3187700" y="2349500"/>
          <p14:tracePt t="50157" x="3232150" y="2381250"/>
          <p14:tracePt t="50171" x="3289300" y="2419350"/>
          <p14:tracePt t="50187" x="3403600" y="2482850"/>
          <p14:tracePt t="50205" x="3505200" y="2559050"/>
          <p14:tracePt t="50220" x="3530600" y="2571750"/>
          <p14:tracePt t="50238" x="3556000" y="2597150"/>
          <p14:tracePt t="50254" x="3562350" y="2597150"/>
          <p14:tracePt t="50295" x="3556000" y="2590800"/>
          <p14:tracePt t="50302" x="3536950" y="2578100"/>
          <p14:tracePt t="50316" x="3524250" y="2571750"/>
          <p14:tracePt t="50331" x="3505200" y="2552700"/>
          <p14:tracePt t="50344" x="3486150" y="2540000"/>
          <p14:tracePt t="50353" x="3467100" y="2514600"/>
          <p14:tracePt t="50370" x="3448050" y="2501900"/>
          <p14:tracePt t="50387" x="3429000" y="2482850"/>
          <p14:tracePt t="50404" x="3429000" y="2476500"/>
          <p14:tracePt t="50450" x="3460750" y="2495550"/>
          <p14:tracePt t="50457" x="3505200" y="2508250"/>
          <p14:tracePt t="50470" x="3600450" y="2565400"/>
          <p14:tracePt t="50486" x="3905250" y="2711450"/>
          <p14:tracePt t="50503" x="4127500" y="2813050"/>
          <p14:tracePt t="50520" x="4572000" y="3022600"/>
          <p14:tracePt t="50537" x="4991100" y="3238500"/>
          <p14:tracePt t="50553" x="5111750" y="3289300"/>
          <p14:tracePt t="50569" x="5295900" y="3384550"/>
          <p14:tracePt t="50586" x="5384800" y="3429000"/>
          <p14:tracePt t="50603" x="5391150" y="3435350"/>
          <p14:tracePt t="50606" x="5397500" y="3441700"/>
          <p14:tracePt t="50632" x="5391150" y="3441700"/>
          <p14:tracePt t="50646" x="5378450" y="3441700"/>
          <p14:tracePt t="50655" x="5353050" y="3448050"/>
          <p14:tracePt t="50669" x="5308600" y="3454400"/>
          <p14:tracePt t="50686" x="5187950" y="3492500"/>
          <p14:tracePt t="50703" x="5067300" y="3524250"/>
          <p14:tracePt t="50719" x="4978400" y="3524250"/>
          <p14:tracePt t="50735" x="4800600" y="3530600"/>
          <p14:tracePt t="50752" x="4667250" y="3549650"/>
          <p14:tracePt t="50769" x="4629150" y="3549650"/>
          <p14:tracePt t="50785" x="4603750" y="3549650"/>
          <p14:tracePt t="50802" x="4578350" y="3556000"/>
          <p14:tracePt t="50836" x="4597400" y="3556000"/>
          <p14:tracePt t="50852" x="4616450" y="3543300"/>
          <p14:tracePt t="50868" x="4711700" y="3517900"/>
          <p14:tracePt t="50886" x="4870450" y="3479800"/>
          <p14:tracePt t="50902" x="4997450" y="3454400"/>
          <p14:tracePt t="50918" x="5270500" y="3390900"/>
          <p14:tracePt t="50935" x="5549900" y="3321050"/>
          <p14:tracePt t="50952" x="5670550" y="3302000"/>
          <p14:tracePt t="50969" x="5816600" y="3263900"/>
          <p14:tracePt t="50984" x="5899150" y="3238500"/>
          <p14:tracePt t="51001" x="5918200" y="3238500"/>
          <p14:tracePt t="51019" x="5930900" y="3232150"/>
          <p14:tracePt t="51035" x="5937250" y="3232150"/>
          <p14:tracePt t="51051" x="5937250" y="3225800"/>
          <p14:tracePt t="51068" x="5937250" y="3219450"/>
          <p14:tracePt t="51084" x="5930900" y="3219450"/>
          <p14:tracePt t="51118" x="5924550" y="3213100"/>
          <p14:tracePt t="51134" x="5918200" y="3213100"/>
          <p14:tracePt t="51151" x="5911850" y="3213100"/>
          <p14:tracePt t="51173" x="5905500" y="3213100"/>
          <p14:tracePt t="56439" x="5911850" y="3238500"/>
          <p14:tracePt t="56446" x="5924550" y="3263900"/>
          <p14:tracePt t="56452" x="5924550" y="3302000"/>
          <p14:tracePt t="56467" x="5943600" y="3378200"/>
          <p14:tracePt t="56482" x="5969000" y="3460750"/>
          <p14:tracePt t="56499" x="6007100" y="3562350"/>
          <p14:tracePt t="56517" x="6045200" y="3651250"/>
          <p14:tracePt t="56532" x="6076950" y="3740150"/>
          <p14:tracePt t="56549" x="6102350" y="3790950"/>
          <p14:tracePt t="56565" x="6134100" y="3822700"/>
          <p14:tracePt t="56582" x="6146800" y="3829050"/>
          <p14:tracePt t="56599" x="6153150" y="3829050"/>
          <p14:tracePt t="56631" x="6159500" y="3848100"/>
          <p14:tracePt t="56649" x="6178550" y="3905250"/>
          <p14:tracePt t="56665" x="6191250" y="3937000"/>
          <p14:tracePt t="56682" x="6210300" y="3981450"/>
          <p14:tracePt t="56699" x="6235700" y="4044950"/>
          <p14:tracePt t="56715" x="6248400" y="4083050"/>
          <p14:tracePt t="56731" x="6267450" y="4133850"/>
          <p14:tracePt t="56735" x="6273800" y="4165600"/>
          <p14:tracePt t="56748" x="6292850" y="4222750"/>
          <p14:tracePt t="56765" x="6305550" y="4298950"/>
          <p14:tracePt t="56783" x="6324600" y="4375150"/>
          <p14:tracePt t="56798" x="6337300" y="4406900"/>
          <p14:tracePt t="56815" x="6337300" y="4413250"/>
          <p14:tracePt t="56832" x="6375400" y="4425950"/>
          <p14:tracePt t="58653" x="6311900" y="4483100"/>
          <p14:tracePt t="58659" x="6216650" y="4552950"/>
          <p14:tracePt t="58666" x="6121400" y="4610100"/>
          <p14:tracePt t="58674" x="6026150" y="4667250"/>
          <p14:tracePt t="58691" x="5829300" y="4775200"/>
          <p14:tracePt t="58708" x="5505450" y="4959350"/>
          <p14:tracePt t="58724" x="5308600" y="5029200"/>
          <p14:tracePt t="58741" x="5137150" y="5111750"/>
          <p14:tracePt t="58758" x="4921250" y="5213350"/>
          <p14:tracePt t="58774" x="4806950" y="5270500"/>
          <p14:tracePt t="58791" x="4692650" y="5334000"/>
          <p14:tracePt t="58808" x="4533900" y="5429250"/>
          <p14:tracePt t="58824" x="4457700" y="5461000"/>
          <p14:tracePt t="58841" x="4394200" y="5492750"/>
          <p14:tracePt t="58857" x="4292600" y="5549900"/>
          <p14:tracePt t="58874" x="4235450" y="5581650"/>
          <p14:tracePt t="58891" x="4184650" y="5607050"/>
          <p14:tracePt t="58907" x="4114800" y="5626100"/>
          <p14:tracePt t="58924" x="4064000" y="5626100"/>
          <p14:tracePt t="58941" x="3994150" y="5626100"/>
          <p14:tracePt t="58957" x="3956050" y="5626100"/>
          <p14:tracePt t="58974" x="3911600" y="5594350"/>
          <p14:tracePt t="58990" x="3848100" y="5575300"/>
          <p14:tracePt t="59007" x="3803650" y="5543550"/>
          <p14:tracePt t="59025" x="3733800" y="5499100"/>
          <p14:tracePt t="59040" x="3676650" y="5435600"/>
          <p14:tracePt t="59057" x="3632200" y="5391150"/>
          <p14:tracePt t="59074" x="3530600" y="5308600"/>
          <p14:tracePt t="59090" x="3486150" y="5251450"/>
          <p14:tracePt t="59107" x="3448050" y="5207000"/>
          <p14:tracePt t="59123" x="3409950" y="5156200"/>
          <p14:tracePt t="59140" x="3397250" y="5118100"/>
          <p14:tracePt t="59156" x="3384550" y="5092700"/>
          <p14:tracePt t="59173" x="3384550" y="5067300"/>
          <p14:tracePt t="59190" x="3384550" y="5054600"/>
          <p14:tracePt t="59207" x="3390900" y="5048250"/>
          <p14:tracePt t="59223" x="3397250" y="5041900"/>
          <p14:tracePt t="59239" x="3409950" y="5035550"/>
          <p14:tracePt t="59257" x="3441700" y="5029200"/>
          <p14:tracePt t="59273" x="3467100" y="5022850"/>
          <p14:tracePt t="59289" x="3492500" y="5016500"/>
          <p14:tracePt t="59306" x="3568700" y="5003800"/>
          <p14:tracePt t="59323" x="3625850" y="5003800"/>
          <p14:tracePt t="59339" x="3695700" y="5010150"/>
          <p14:tracePt t="59356" x="3784600" y="5022850"/>
          <p14:tracePt t="59373" x="3822700" y="5035550"/>
          <p14:tracePt t="59390" x="3848100" y="5048250"/>
          <p14:tracePt t="59432" x="3841750" y="5048250"/>
          <p14:tracePt t="59442" x="3822700" y="5041900"/>
          <p14:tracePt t="59455" x="3759200" y="5022850"/>
          <p14:tracePt t="59472" x="3625850" y="4991100"/>
          <p14:tracePt t="59489" x="3327400" y="4933950"/>
          <p14:tracePt t="59505" x="3136900" y="4889500"/>
          <p14:tracePt t="59522" x="2990850" y="4870450"/>
          <p14:tracePt t="59538" x="2768600" y="4819650"/>
          <p14:tracePt t="59555" x="2647950" y="4794250"/>
          <p14:tracePt t="59572" x="2540000" y="4768850"/>
          <p14:tracePt t="59588" x="2444750" y="4737100"/>
          <p14:tracePt t="59605" x="2419350" y="4724400"/>
          <p14:tracePt t="59622" x="2387600" y="4711700"/>
          <p14:tracePt t="59638" x="2387600" y="4699000"/>
          <p14:tracePt t="59672" x="2387600" y="4692650"/>
          <p14:tracePt t="59699" x="2393950" y="4686300"/>
          <p14:tracePt t="59719" x="2400300" y="4686300"/>
          <p14:tracePt t="59741" x="2406650" y="4686300"/>
          <p14:tracePt t="59769" x="2406650" y="4692650"/>
          <p14:tracePt t="59790" x="2406650" y="4699000"/>
          <p14:tracePt t="59811" x="2406650" y="4705350"/>
          <p14:tracePt t="59818" x="2406650" y="4711700"/>
          <p14:tracePt t="59853" x="2413000" y="4718050"/>
          <p14:tracePt t="59874" x="2419350" y="4718050"/>
          <p14:tracePt t="59881" x="2425700" y="4724400"/>
          <p14:tracePt t="59890" x="2432050" y="4724400"/>
          <p14:tracePt t="59904" x="2457450" y="4737100"/>
          <p14:tracePt t="59920" x="2520950" y="4762500"/>
          <p14:tracePt t="59937" x="2660650" y="4813300"/>
          <p14:tracePt t="59954" x="2794000" y="4864100"/>
          <p14:tracePt t="59971" x="2940050" y="4914900"/>
          <p14:tracePt t="59987" x="3143250" y="4991100"/>
          <p14:tracePt t="60003" x="3257550" y="5029200"/>
          <p14:tracePt t="60020" x="3321050" y="5060950"/>
          <p14:tracePt t="60037" x="3378200" y="5073650"/>
          <p14:tracePt t="60053" x="3390900" y="5073650"/>
          <p14:tracePt t="60070" x="3397250" y="5073650"/>
          <p14:tracePt t="60106" x="3390900" y="5073650"/>
          <p14:tracePt t="60120" x="3384550" y="5073650"/>
          <p14:tracePt t="60136" x="3378200" y="5073650"/>
          <p14:tracePt t="60153" x="3352800" y="5060950"/>
          <p14:tracePt t="60170" x="3276600" y="5041900"/>
          <p14:tracePt t="60186" x="3143250" y="5010150"/>
          <p14:tracePt t="60203" x="2984500" y="4984750"/>
          <p14:tracePt t="60219" x="2749550" y="4946650"/>
          <p14:tracePt t="60236" x="2609850" y="4927600"/>
          <p14:tracePt t="60254" x="2451100" y="4914900"/>
          <p14:tracePt t="60269" x="2400300" y="4908550"/>
          <p14:tracePt t="60286" x="2336800" y="4895850"/>
          <p14:tracePt t="60303" x="2305050" y="4895850"/>
          <p14:tracePt t="60336" x="2298700" y="4895850"/>
          <p14:tracePt t="60421" x="2298700" y="4889500"/>
          <p14:tracePt t="60443" x="2292350" y="4883150"/>
          <p14:tracePt t="60450" x="2286000" y="4870450"/>
          <p14:tracePt t="60464" x="2260600" y="4845050"/>
          <p14:tracePt t="60472" x="2241550" y="4826000"/>
          <p14:tracePt t="60487" x="2203450" y="4781550"/>
          <p14:tracePt t="60502" x="2146300" y="4730750"/>
          <p14:tracePt t="60519" x="1968500" y="4565650"/>
          <p14:tracePt t="60535" x="1905000" y="4508500"/>
          <p14:tracePt t="60552" x="1847850" y="4445000"/>
          <p14:tracePt t="60569" x="1765300" y="4362450"/>
          <p14:tracePt t="60585" x="1720850" y="4318000"/>
          <p14:tracePt t="60601" x="1714500" y="4311650"/>
          <p14:tracePt t="60618" x="1708150" y="4311650"/>
          <p14:tracePt t="60660" x="1708150" y="4318000"/>
          <p14:tracePt t="60675" x="1708150" y="4324350"/>
          <p14:tracePt t="60696" x="1708150" y="4330700"/>
          <p14:tracePt t="60716" x="1708150" y="4337050"/>
          <p14:tracePt t="60724" x="1708150" y="4343400"/>
          <p14:tracePt t="60734" x="1708150" y="4356100"/>
          <p14:tracePt t="60752" x="1695450" y="4387850"/>
          <p14:tracePt t="60767" x="1701800" y="4406900"/>
          <p14:tracePt t="60784" x="1701800" y="4432300"/>
          <p14:tracePt t="60788" x="1701800" y="4470400"/>
          <p14:tracePt t="60801" x="1708150" y="4533900"/>
          <p14:tracePt t="60817" x="1714500" y="4578350"/>
          <p14:tracePt t="60834" x="1714500" y="4616450"/>
          <p14:tracePt t="60851" x="1727200" y="4673600"/>
          <p14:tracePt t="60867" x="1733550" y="4718050"/>
          <p14:tracePt t="60884" x="1739900" y="4724400"/>
          <p14:tracePt t="60900" x="1758950" y="4730750"/>
          <p14:tracePt t="60917" x="1771650" y="4724400"/>
          <p14:tracePt t="60935" x="1784350" y="4686300"/>
          <p14:tracePt t="60950" x="1790700" y="4660900"/>
          <p14:tracePt t="60967" x="1822450" y="4540250"/>
          <p14:tracePt t="60984" x="1841500" y="4324350"/>
          <p14:tracePt t="61000" x="1841500" y="4184650"/>
          <p14:tracePt t="61017" x="1835150" y="3848100"/>
          <p14:tracePt t="61034" x="1797050" y="3467100"/>
          <p14:tracePt t="61050" x="1771650" y="3295650"/>
          <p14:tracePt t="61067" x="1758950" y="3168650"/>
          <p14:tracePt t="61083" x="1758950" y="2914650"/>
          <p14:tracePt t="61100" x="1765300" y="2876550"/>
          <p14:tracePt t="61117" x="1771650" y="2819400"/>
          <p14:tracePt t="61133" x="1778000" y="2806700"/>
          <p14:tracePt t="61149" x="1778000" y="2800350"/>
          <p14:tracePt t="61166" x="1778000" y="2787650"/>
          <p14:tracePt t="61183" x="1784350" y="2787650"/>
          <p14:tracePt t="61199" x="1790700" y="2787650"/>
          <p14:tracePt t="61243" x="1790700" y="2794000"/>
          <p14:tracePt t="61278" x="1790700" y="2819400"/>
          <p14:tracePt t="61285" x="1790700" y="2851150"/>
          <p14:tracePt t="61299" x="1790700" y="2895600"/>
          <p14:tracePt t="61316" x="1822450" y="3079750"/>
          <p14:tracePt t="61332" x="1841500" y="3206750"/>
          <p14:tracePt t="61349" x="1905000" y="3549650"/>
          <p14:tracePt t="61365" x="1987550" y="3975100"/>
          <p14:tracePt t="61383" x="2025650" y="4203700"/>
          <p14:tracePt t="61399" x="2089150" y="4521200"/>
          <p14:tracePt t="61415" x="2108200" y="4641850"/>
          <p14:tracePt t="61432" x="2139950" y="4819650"/>
          <p14:tracePt t="61448" x="2139950" y="4883150"/>
          <p14:tracePt t="61465" x="2152650" y="4946650"/>
          <p14:tracePt t="61482" x="2159000" y="4959350"/>
          <p14:tracePt t="61498" x="2165350" y="4972050"/>
          <p14:tracePt t="61515" x="2171700" y="4978400"/>
          <p14:tracePt t="61532" x="2178050" y="4984750"/>
          <p14:tracePt t="61548" x="2184400" y="4984750"/>
          <p14:tracePt t="61581" x="2190750" y="4984750"/>
          <p14:tracePt t="61622" x="2197100" y="4984750"/>
          <p14:tracePt t="61629" x="2203450" y="4984750"/>
          <p14:tracePt t="61657" x="2209800" y="4984750"/>
          <p14:tracePt t="61679" x="2216150" y="4978400"/>
          <p14:tracePt t="61707" x="2222500" y="4978400"/>
          <p14:tracePt t="61713" x="2228850" y="4972050"/>
          <p14:tracePt t="61728" x="2235200" y="4972050"/>
          <p14:tracePt t="61742" x="2247900" y="4972050"/>
          <p14:tracePt t="61756" x="2260600" y="4972050"/>
          <p14:tracePt t="61764" x="2286000" y="4965700"/>
          <p14:tracePt t="61781" x="2311400" y="4965700"/>
          <p14:tracePt t="61797" x="2349500" y="4965700"/>
          <p14:tracePt t="61814" x="2451100" y="4965700"/>
          <p14:tracePt t="61830" x="2527300" y="4965700"/>
          <p14:tracePt t="61847" x="2609850" y="4965700"/>
          <p14:tracePt t="61864" x="2698750" y="4965700"/>
          <p14:tracePt t="61880" x="2787650" y="4991100"/>
          <p14:tracePt t="61897" x="3022600" y="5054600"/>
          <p14:tracePt t="61914" x="3149600" y="5092700"/>
          <p14:tracePt t="61931" x="3371850" y="5181600"/>
          <p14:tracePt t="61947" x="3568700" y="5251450"/>
          <p14:tracePt t="61963" x="3651250" y="5270500"/>
          <p14:tracePt t="61980" x="3778250" y="5314950"/>
          <p14:tracePt t="61996" x="3797300" y="5321300"/>
          <p14:tracePt t="62013" x="3810000" y="5321300"/>
          <p14:tracePt t="62030" x="3816350" y="5321300"/>
          <p14:tracePt t="62063" x="3810000" y="5321300"/>
          <p14:tracePt t="62080" x="3797300" y="5314950"/>
          <p14:tracePt t="62096" x="3790950" y="5314950"/>
          <p14:tracePt t="62114" x="3771900" y="5308600"/>
          <p14:tracePt t="62129" x="3746500" y="5302250"/>
          <p14:tracePt t="62146" x="3676650" y="5276850"/>
          <p14:tracePt t="62163" x="3619500" y="5257800"/>
          <p14:tracePt t="62179" x="3543300" y="5226050"/>
          <p14:tracePt t="62196" x="3460750" y="5194300"/>
          <p14:tracePt t="62213" x="3289300" y="5137150"/>
          <p14:tracePt t="62229" x="3232150" y="5118100"/>
          <p14:tracePt t="62262" x="3162300" y="5086350"/>
          <p14:tracePt t="62279" x="3155950" y="5080000"/>
          <p14:tracePt t="62296" x="3181350" y="5060950"/>
          <p14:tracePt t="62312" x="3225800" y="5054600"/>
          <p14:tracePt t="62329" x="3302000" y="5054600"/>
          <p14:tracePt t="62346" x="3543300" y="5054600"/>
          <p14:tracePt t="62362" x="3733800" y="5060950"/>
          <p14:tracePt t="62379" x="3975100" y="5073650"/>
          <p14:tracePt t="62395" x="4432300" y="5111750"/>
          <p14:tracePt t="62412" x="4622800" y="5124450"/>
          <p14:tracePt t="62429" x="4762500" y="5137150"/>
          <p14:tracePt t="62445" x="4972050" y="5168900"/>
          <p14:tracePt t="62462" x="5022850" y="5187950"/>
          <p14:tracePt t="62479" x="5060950" y="5187950"/>
          <p14:tracePt t="62495" x="5067300" y="5187950"/>
          <p14:tracePt t="62563" x="5073650" y="5187950"/>
          <p14:tracePt t="62612" x="5080000" y="5187950"/>
          <p14:tracePt t="62633" x="5086350" y="5187950"/>
          <p14:tracePt t="62661" x="5099050" y="5187950"/>
          <p14:tracePt t="62675" x="5111750" y="5187950"/>
          <p14:tracePt t="62682" x="5130800" y="5187950"/>
          <p14:tracePt t="62698" x="5156200" y="5187950"/>
          <p14:tracePt t="62713" x="5200650" y="5187950"/>
          <p14:tracePt t="62727" x="5251450" y="5187950"/>
          <p14:tracePt t="62744" x="5327650" y="5200650"/>
          <p14:tracePt t="62761" x="5486400" y="5226050"/>
          <p14:tracePt t="62777" x="5549900" y="5245100"/>
          <p14:tracePt t="62794" x="5632450" y="5264150"/>
          <p14:tracePt t="62810" x="5695950" y="5276850"/>
          <p14:tracePt t="62827" x="5759450" y="5283200"/>
          <p14:tracePt t="62844" x="5816600" y="5302250"/>
          <p14:tracePt t="62860" x="5854700" y="5302250"/>
          <p14:tracePt t="62877" x="5873750" y="5302250"/>
          <p14:tracePt t="62894" x="5880100" y="5302250"/>
          <p14:tracePt t="62914" x="5880100" y="5295900"/>
          <p14:tracePt t="62935" x="5880100" y="5289550"/>
          <p14:tracePt t="63378" x="5873750" y="5289550"/>
          <p14:tracePt t="63393" x="5854700" y="5289550"/>
          <p14:tracePt t="63399" x="5842000" y="5289550"/>
          <p14:tracePt t="63413" x="5829300" y="5283200"/>
          <p14:tracePt t="63426" x="5816600" y="5276850"/>
          <p14:tracePt t="63442" x="5797550" y="5276850"/>
          <p14:tracePt t="63458" x="5784850" y="5270500"/>
          <p14:tracePt t="63492" x="5778500" y="5264150"/>
          <p14:tracePt t="63539" x="5778500" y="5251450"/>
          <p14:tracePt t="63560" x="5791200" y="5238750"/>
          <p14:tracePt t="63574" x="5797550" y="5226050"/>
          <p14:tracePt t="63580" x="5810250" y="5200650"/>
          <p14:tracePt t="63595" x="5816600" y="5187950"/>
          <p14:tracePt t="63608" x="5829300" y="5168900"/>
          <p14:tracePt t="63624" x="5861050" y="5118100"/>
          <p14:tracePt t="63641" x="5886450" y="5086350"/>
          <p14:tracePt t="63658" x="5905500" y="5035550"/>
          <p14:tracePt t="63675" x="5930900" y="4984750"/>
          <p14:tracePt t="63691" x="5937250" y="4972050"/>
          <p14:tracePt t="63708" x="5943600" y="4933950"/>
          <p14:tracePt t="63724" x="5949950" y="4921250"/>
          <p14:tracePt t="63740" x="5949950" y="4914900"/>
          <p14:tracePt t="63757" x="5949950" y="4908550"/>
          <p14:tracePt t="63775" x="5949950" y="4902200"/>
          <p14:tracePt t="63793" x="5949950" y="4895850"/>
          <p14:tracePt t="63813" x="5949950" y="4889500"/>
          <p14:tracePt t="63842" x="5943600" y="4889500"/>
          <p14:tracePt t="63855" x="5943600" y="4883150"/>
          <p14:tracePt t="63882" x="5943600" y="4876800"/>
          <p14:tracePt t="63910" x="5943600" y="4870450"/>
          <p14:tracePt t="63918" x="5943600" y="4864100"/>
          <p14:tracePt t="63946" x="5943600" y="4857750"/>
          <p14:tracePt t="63953" x="5949950" y="4857750"/>
          <p14:tracePt t="63996" x="5949950" y="4851400"/>
          <p14:tracePt t="64003" x="5956300" y="4845050"/>
          <p14:tracePt t="64031" x="5962650" y="4838700"/>
          <p14:tracePt t="64066" x="5962650" y="4832350"/>
          <p14:tracePt t="64101" x="5969000" y="4826000"/>
          <p14:tracePt t="64143" x="5969000" y="4819650"/>
          <p14:tracePt t="64157" x="5962650" y="4819650"/>
          <p14:tracePt t="64164" x="5956300" y="4819650"/>
          <p14:tracePt t="64192" x="5949950" y="4819650"/>
          <p14:tracePt t="64199" x="5924550" y="4819650"/>
          <p14:tracePt t="64213" x="5905500" y="4813300"/>
          <p14:tracePt t="64227" x="5886450" y="4813300"/>
          <p14:tracePt t="64242" x="5848350" y="4813300"/>
          <p14:tracePt t="64256" x="5816600" y="4813300"/>
          <p14:tracePt t="64273" x="5778500" y="4813300"/>
          <p14:tracePt t="64289" x="5715000" y="4813300"/>
          <p14:tracePt t="64306" x="5683250" y="4813300"/>
          <p14:tracePt t="64322" x="5664200" y="4813300"/>
          <p14:tracePt t="64339" x="5632450" y="4813300"/>
          <p14:tracePt t="64355" x="5619750" y="4813300"/>
          <p14:tracePt t="64372" x="5607050" y="4813300"/>
          <p14:tracePt t="64389" x="5594350" y="4813300"/>
          <p14:tracePt t="64405" x="5575300" y="4813300"/>
          <p14:tracePt t="64421" x="5524500" y="4813300"/>
          <p14:tracePt t="64438" x="5480050" y="4813300"/>
          <p14:tracePt t="64455" x="5441950" y="4813300"/>
          <p14:tracePt t="64471" x="5397500" y="4813300"/>
          <p14:tracePt t="64488" x="5346700" y="4813300"/>
          <p14:tracePt t="64504" x="5327650" y="4813300"/>
          <p14:tracePt t="64522" x="5276850" y="4813300"/>
          <p14:tracePt t="64538" x="5245100" y="4806950"/>
          <p14:tracePt t="64554" x="5219700" y="4806950"/>
          <p14:tracePt t="64572" x="5162550" y="4800600"/>
          <p14:tracePt t="64588" x="5130800" y="4800600"/>
          <p14:tracePt t="64604" x="5111750" y="4800600"/>
          <p14:tracePt t="64621" x="5086350" y="4800600"/>
          <p14:tracePt t="64638" x="5073650" y="4800600"/>
          <p14:tracePt t="64670" x="5060950" y="4800600"/>
          <p14:tracePt t="64704" x="5054600" y="4800600"/>
          <p14:tracePt t="64747" x="5048250" y="4800600"/>
          <p14:tracePt t="64755" x="5041900" y="4800600"/>
          <p14:tracePt t="64768" x="5035550" y="4800600"/>
          <p14:tracePt t="64789" x="5029200" y="4806950"/>
          <p14:tracePt t="64796" x="5016500" y="4806950"/>
          <p14:tracePt t="64806" x="5010150" y="4806950"/>
          <p14:tracePt t="64820" x="4997450" y="4806950"/>
          <p14:tracePt t="64837" x="4984750" y="4813300"/>
          <p14:tracePt t="64841" x="4965700" y="4819650"/>
          <p14:tracePt t="64854" x="4953000" y="4819650"/>
          <p14:tracePt t="64870" x="4902200" y="4826000"/>
          <p14:tracePt t="64888" x="4845050" y="4826000"/>
          <p14:tracePt t="64903" x="4819650" y="4826000"/>
          <p14:tracePt t="64920" x="4775200" y="4832350"/>
          <p14:tracePt t="64937" x="4743450" y="4838700"/>
          <p14:tracePt t="64953" x="4737100" y="4838700"/>
          <p14:tracePt t="64970" x="4724400" y="4845050"/>
          <p14:tracePt t="65014" x="4724400" y="4851400"/>
          <p14:tracePt t="65070" x="4730750" y="4851400"/>
          <p14:tracePt t="65084" x="4743450" y="4851400"/>
          <p14:tracePt t="65098" x="4756150" y="4857750"/>
          <p14:tracePt t="65106" x="4775200" y="4857750"/>
          <p14:tracePt t="65121" x="4806950" y="4857750"/>
          <p14:tracePt t="65136" x="4857750" y="4864100"/>
          <p14:tracePt t="65153" x="5060950" y="4883150"/>
          <p14:tracePt t="65169" x="5435600" y="4921250"/>
          <p14:tracePt t="65185" x="5702300" y="4953000"/>
          <p14:tracePt t="65203" x="6000750" y="4984750"/>
          <p14:tracePt t="65218" x="6959600" y="5080000"/>
          <p14:tracePt t="65235" x="7207250" y="5111750"/>
          <p14:tracePt t="65252" x="7607300" y="5118100"/>
          <p14:tracePt t="65269" x="7854950" y="5118100"/>
          <p14:tracePt t="65285" x="7943850" y="5105400"/>
          <p14:tracePt t="65302" x="8102600" y="5086350"/>
          <p14:tracePt t="65318" x="8210550" y="5067300"/>
          <p14:tracePt t="65335" x="8248650" y="5060950"/>
          <p14:tracePt t="65352" x="8318500" y="5048250"/>
          <p14:tracePt t="65368" x="8362950" y="5029200"/>
          <p14:tracePt t="65385" x="8382000" y="5022850"/>
          <p14:tracePt t="65401" x="8407400" y="5016500"/>
          <p14:tracePt t="65418" x="8432800" y="5010150"/>
          <p14:tracePt t="65435" x="8445500" y="5010150"/>
          <p14:tracePt t="65451" x="8458200" y="5003800"/>
          <p14:tracePt t="65468" x="8483600" y="4991100"/>
          <p14:tracePt t="65484" x="8496300" y="4984750"/>
          <p14:tracePt t="65501" x="8502650" y="4972050"/>
          <p14:tracePt t="65518" x="8509000" y="4972050"/>
          <p14:tracePt t="65550" x="8509000" y="4965700"/>
          <p14:tracePt t="65575" x="8509000" y="4959350"/>
          <p14:tracePt t="65611" x="8509000" y="4953000"/>
          <p14:tracePt t="65673" x="8502650" y="4953000"/>
          <p14:tracePt t="65680" x="8496300" y="4953000"/>
          <p14:tracePt t="65709" x="8489950" y="4953000"/>
          <p14:tracePt t="65717" x="8483600" y="4953000"/>
          <p14:tracePt t="65730" x="8464550" y="4953000"/>
          <p14:tracePt t="65744" x="8439150" y="4953000"/>
          <p14:tracePt t="65758" x="8382000" y="4953000"/>
          <p14:tracePt t="65766" x="8286750" y="4940300"/>
          <p14:tracePt t="65787" x="8159750" y="4933950"/>
          <p14:tracePt t="65800" x="7969250" y="4921250"/>
          <p14:tracePt t="65817" x="7708900" y="4921250"/>
          <p14:tracePt t="65833" x="6997700" y="4889500"/>
          <p14:tracePt t="65850" x="6610350" y="4870450"/>
          <p14:tracePt t="65866" x="6216650" y="4851400"/>
          <p14:tracePt t="65870" x="5829300" y="4851400"/>
          <p14:tracePt t="65883" x="5492750" y="4851400"/>
          <p14:tracePt t="65900" x="4921250" y="4851400"/>
          <p14:tracePt t="65916" x="4705350" y="4857750"/>
          <p14:tracePt t="65933" x="4445000" y="4870450"/>
          <p14:tracePt t="65950" x="4248150" y="4889500"/>
          <p14:tracePt t="65966" x="4184650" y="4902200"/>
          <p14:tracePt t="65983" x="4089400" y="4927600"/>
          <p14:tracePt t="65999" x="4025900" y="4953000"/>
          <p14:tracePt t="66016" x="4006850" y="4959350"/>
          <p14:tracePt t="66033" x="3987800" y="4972050"/>
          <p14:tracePt t="66066" x="3981450" y="4978400"/>
          <p14:tracePt t="66082" x="3975100" y="4978400"/>
          <p14:tracePt t="66099" x="3975100" y="4984750"/>
          <p14:tracePt t="66116" x="3956050" y="5003800"/>
          <p14:tracePt t="66132" x="3937000" y="5029200"/>
          <p14:tracePt t="66149" x="3924300" y="5041900"/>
          <p14:tracePt t="66165" x="3898900" y="5067300"/>
          <p14:tracePt t="66182" x="3860800" y="5086350"/>
          <p14:tracePt t="66199" x="3848100" y="5092700"/>
          <p14:tracePt t="66215" x="3835400" y="5105400"/>
          <p14:tracePt t="66231" x="3829050" y="5105400"/>
          <p14:tracePt t="66292" x="3822700" y="5111750"/>
          <p14:tracePt t="66320" x="3822700" y="5118100"/>
          <p14:tracePt t="66369" x="3829050" y="5124450"/>
          <p14:tracePt t="66404" x="3835400" y="5124450"/>
          <p14:tracePt t="66411" x="3835400" y="5130800"/>
          <p14:tracePt t="66418" x="3841750" y="5130800"/>
          <p14:tracePt t="66434" x="3848100" y="5130800"/>
          <p14:tracePt t="66454" x="3854450" y="5130800"/>
          <p14:tracePt t="66464" x="3860800" y="5137150"/>
          <p14:tracePt t="66481" x="3867150" y="5143500"/>
          <p14:tracePt t="66498" x="3879850" y="5143500"/>
          <p14:tracePt t="66514" x="3949700" y="5156200"/>
          <p14:tracePt t="66531" x="4108450" y="5194300"/>
          <p14:tracePt t="66547" x="4222750" y="5213350"/>
          <p14:tracePt t="66564" x="4470400" y="5257800"/>
          <p14:tracePt t="66581" x="4711700" y="5289550"/>
          <p14:tracePt t="66597" x="4813300" y="5302250"/>
          <p14:tracePt t="66615" x="4978400" y="5321300"/>
          <p14:tracePt t="66630" x="5086350" y="5327650"/>
          <p14:tracePt t="66647" x="5111750" y="5327650"/>
          <p14:tracePt t="66665" x="5137150" y="5334000"/>
          <p14:tracePt t="66681" x="5143500" y="5334000"/>
          <p14:tracePt t="66698" x="5149850" y="5334000"/>
          <p14:tracePt t="66755" x="5143500" y="5327650"/>
          <p14:tracePt t="66924" x="5156200" y="5327650"/>
          <p14:tracePt t="66931" x="5162550" y="5327650"/>
          <p14:tracePt t="66945" x="5175250" y="5327650"/>
          <p14:tracePt t="66952" x="5194300" y="5314950"/>
          <p14:tracePt t="66966" x="5213350" y="5314950"/>
          <p14:tracePt t="66980" x="5264150" y="5308600"/>
          <p14:tracePt t="66996" x="5372100" y="5289550"/>
          <p14:tracePt t="67013" x="5435600" y="5283200"/>
          <p14:tracePt t="67030" x="5568950" y="5264150"/>
          <p14:tracePt t="67046" x="5632450" y="5251450"/>
          <p14:tracePt t="67063" x="5689600" y="5238750"/>
          <p14:tracePt t="67079" x="5753100" y="5219700"/>
          <p14:tracePt t="67095" x="5778500" y="5213350"/>
          <p14:tracePt t="67113" x="5791200" y="5213350"/>
          <p14:tracePt t="67129" x="5797550" y="5200650"/>
          <p14:tracePt t="67165" x="5797550" y="5194300"/>
          <p14:tracePt t="67359" x="5791200" y="5194300"/>
          <p14:tracePt t="67493" x="5784850" y="5194300"/>
          <p14:tracePt t="67521" x="5778500" y="5194300"/>
          <p14:tracePt t="67898" x="5740400" y="5194300"/>
          <p14:tracePt t="67905" x="5702300" y="5187950"/>
          <p14:tracePt t="67919" x="5670550" y="5181600"/>
          <p14:tracePt t="67929" x="5645150" y="5181600"/>
          <p14:tracePt t="67943" x="5613400" y="5181600"/>
          <p14:tracePt t="67959" x="5581650" y="5175250"/>
          <p14:tracePt t="67976" x="5562600" y="5175250"/>
          <p14:tracePt t="67992" x="5556250" y="5175250"/>
          <p14:tracePt t="68025" x="5549900" y="5187950"/>
          <p14:tracePt t="68073" x="5556250" y="5194300"/>
          <p14:tracePt t="68081" x="5568950" y="5200650"/>
          <p14:tracePt t="68092" x="5594350" y="5207000"/>
          <p14:tracePt t="68109" x="5651500" y="5232400"/>
          <p14:tracePt t="68125" x="5695950" y="5238750"/>
          <p14:tracePt t="68142" x="5803900" y="5257800"/>
          <p14:tracePt t="68159" x="5899150" y="5276850"/>
          <p14:tracePt t="68175" x="5937250" y="5283200"/>
          <p14:tracePt t="68192" x="6007100" y="5283200"/>
          <p14:tracePt t="68208" x="6057900" y="5276850"/>
          <p14:tracePt t="68225" x="6076950" y="5270500"/>
          <p14:tracePt t="68242" x="6096000" y="5251450"/>
          <p14:tracePt t="68258" x="6115050" y="5232400"/>
          <p14:tracePt t="68275" x="6121400" y="5226050"/>
          <p14:tracePt t="68291" x="6127750" y="5213350"/>
          <p14:tracePt t="68308" x="6127750" y="5207000"/>
          <p14:tracePt t="68325" x="6127750" y="5200650"/>
          <p14:tracePt t="68341" x="6127750" y="5194300"/>
          <p14:tracePt t="68389" x="6127750" y="5187950"/>
          <p14:tracePt t="68446" x="6127750" y="5194300"/>
          <p14:tracePt t="68467" x="6121400" y="5200650"/>
          <p14:tracePt t="68488" x="6121400" y="5207000"/>
          <p14:tracePt t="68495" x="6115050" y="5207000"/>
          <p14:tracePt t="68511" x="6115050" y="5213350"/>
          <p14:tracePt t="68524" x="6108700" y="5226050"/>
          <p14:tracePt t="68541" x="6108700" y="5257800"/>
          <p14:tracePt t="68558" x="6102350" y="5302250"/>
          <p14:tracePt t="68574" x="6102350" y="5327650"/>
          <p14:tracePt t="68590" x="6115050" y="5384800"/>
          <p14:tracePt t="68607" x="6140450" y="5429250"/>
          <p14:tracePt t="68623" x="6153150" y="5448300"/>
          <p14:tracePt t="68640" x="6178550" y="5467350"/>
          <p14:tracePt t="68658" x="6210300" y="5461000"/>
          <p14:tracePt t="68673" x="6216650" y="5461000"/>
          <p14:tracePt t="68690" x="6229350" y="5441950"/>
          <p14:tracePt t="68707" x="6242050" y="5372100"/>
          <p14:tracePt t="68723" x="6242050" y="5340350"/>
          <p14:tracePt t="68741" x="6242050" y="5283200"/>
          <p14:tracePt t="68756" x="6235700" y="5251450"/>
          <p14:tracePt t="68773" x="6203950" y="5213350"/>
          <p14:tracePt t="68790" x="6165850" y="5156200"/>
          <p14:tracePt t="68807" x="6146800" y="5143500"/>
          <p14:tracePt t="68823" x="6115050" y="5105400"/>
          <p14:tracePt t="68840" x="6070600" y="5092700"/>
          <p14:tracePt t="68857" x="6051550" y="5080000"/>
          <p14:tracePt t="68874" x="6013450" y="5080000"/>
          <p14:tracePt t="68889" x="5981700" y="5080000"/>
          <p14:tracePt t="68906" x="5969000" y="5080000"/>
          <p14:tracePt t="68923" x="5956300" y="5086350"/>
          <p14:tracePt t="68939" x="5937250" y="5099050"/>
          <p14:tracePt t="68956" x="5930900" y="5111750"/>
          <p14:tracePt t="68973" x="5918200" y="5118100"/>
          <p14:tracePt t="68989" x="5918200" y="5137150"/>
          <p14:tracePt t="69006" x="5911850" y="5143500"/>
          <p14:tracePt t="69023" x="5911850" y="5162550"/>
          <p14:tracePt t="69056" x="5930900" y="5175250"/>
          <p14:tracePt t="69072" x="5949950" y="5200650"/>
          <p14:tracePt t="69089" x="5975350" y="5219700"/>
          <p14:tracePt t="69106" x="6013450" y="5238750"/>
          <p14:tracePt t="69122" x="6064250" y="5251450"/>
          <p14:tracePt t="69138" x="6096000" y="5251450"/>
          <p14:tracePt t="69155" x="6146800" y="5238750"/>
          <p14:tracePt t="69172" x="6184900" y="5219700"/>
          <p14:tracePt t="69188" x="6203950" y="5194300"/>
          <p14:tracePt t="69205" x="6216650" y="5162550"/>
          <p14:tracePt t="69221" x="6223000" y="5124450"/>
          <p14:tracePt t="69239" x="6216650" y="5092700"/>
          <p14:tracePt t="69255" x="6210300" y="5080000"/>
          <p14:tracePt t="69271" x="6203950" y="5060950"/>
          <p14:tracePt t="69289" x="6191250" y="5054600"/>
          <p14:tracePt t="69304" x="6184900" y="5048250"/>
          <p14:tracePt t="69321" x="6172200" y="5041900"/>
          <p14:tracePt t="69338" x="6134100" y="5041900"/>
          <p14:tracePt t="69354" x="6115050" y="5041900"/>
          <p14:tracePt t="69371" x="6096000" y="5041900"/>
          <p14:tracePt t="69388" x="6051550" y="5048250"/>
          <p14:tracePt t="69405" x="6000750" y="5080000"/>
          <p14:tracePt t="69422" x="5969000" y="5105400"/>
          <p14:tracePt t="69437" x="5956300" y="5124450"/>
          <p14:tracePt t="69454" x="5930900" y="5162550"/>
          <p14:tracePt t="69471" x="5930900" y="5181600"/>
          <p14:tracePt t="69487" x="5930900" y="5207000"/>
          <p14:tracePt t="69504" x="5962650" y="5232400"/>
          <p14:tracePt t="69521" x="6000750" y="5264150"/>
          <p14:tracePt t="69537" x="6026150" y="5270500"/>
          <p14:tracePt t="69554" x="6064250" y="5283200"/>
          <p14:tracePt t="69570" x="6172200" y="5283200"/>
          <p14:tracePt t="69587" x="6203950" y="5276850"/>
          <p14:tracePt t="69604" x="6254750" y="5251450"/>
          <p14:tracePt t="69620" x="6286500" y="5226050"/>
          <p14:tracePt t="69637" x="6299200" y="5207000"/>
          <p14:tracePt t="69654" x="6305550" y="5194300"/>
          <p14:tracePt t="69670" x="6305550" y="5181600"/>
          <p14:tracePt t="69687" x="6305550" y="5168900"/>
          <p14:tracePt t="69703" x="6299200" y="5156200"/>
          <p14:tracePt t="69720" x="6292850" y="5149850"/>
          <p14:tracePt t="69737" x="6267450" y="5130800"/>
          <p14:tracePt t="69753" x="6229350" y="5092700"/>
          <p14:tracePt t="69770" x="6197600" y="5080000"/>
          <p14:tracePt t="69787" x="6115050" y="5041900"/>
          <p14:tracePt t="69803" x="6013450" y="5016500"/>
          <p14:tracePt t="69819" x="5962650" y="5016500"/>
          <p14:tracePt t="69836" x="5873750" y="5016500"/>
          <p14:tracePt t="69853" x="5810250" y="5029200"/>
          <p14:tracePt t="69870" x="5791200" y="5041900"/>
          <p14:tracePt t="69886" x="5746750" y="5086350"/>
          <p14:tracePt t="69902" x="5708650" y="5137150"/>
          <p14:tracePt t="69920" x="5702300" y="5168900"/>
          <p14:tracePt t="69935" x="5695950" y="5219700"/>
          <p14:tracePt t="69952" x="5695950" y="5238750"/>
          <p14:tracePt t="69970" x="5708650" y="5314950"/>
          <p14:tracePt t="69986" x="5727700" y="5340350"/>
          <p14:tracePt t="70002" x="5753100" y="5359400"/>
          <p14:tracePt t="70019" x="5816600" y="5391150"/>
          <p14:tracePt t="70035" x="5899150" y="5416550"/>
          <p14:tracePt t="70052" x="5949950" y="5416550"/>
          <p14:tracePt t="70069" x="6045200" y="5422900"/>
          <p14:tracePt t="70085" x="6153150" y="5397500"/>
          <p14:tracePt t="70102" x="6197600" y="5372100"/>
          <p14:tracePt t="70119" x="6280150" y="5308600"/>
          <p14:tracePt t="70135" x="6324600" y="5238750"/>
          <p14:tracePt t="70152" x="6343650" y="5181600"/>
          <p14:tracePt t="70169" x="6343650" y="5168900"/>
          <p14:tracePt t="70185" x="6350000" y="5118100"/>
          <p14:tracePt t="70202" x="6330950" y="5080000"/>
          <p14:tracePt t="70218" x="6324600" y="5048250"/>
          <p14:tracePt t="70234" x="6311900" y="5029200"/>
          <p14:tracePt t="70251" x="6273800" y="4953000"/>
          <p14:tracePt t="70269" x="6261100" y="4933950"/>
          <p14:tracePt t="70285" x="6216650" y="4908550"/>
          <p14:tracePt t="70301" x="6197600" y="4895850"/>
          <p14:tracePt t="70318" x="6146800" y="4883150"/>
          <p14:tracePt t="70335" x="6121400" y="4883150"/>
          <p14:tracePt t="70351" x="6051550" y="4883150"/>
          <p14:tracePt t="70368" x="5981700" y="4908550"/>
          <p14:tracePt t="70385" x="5918200" y="4940300"/>
          <p14:tracePt t="70401" x="5886450" y="4965700"/>
          <p14:tracePt t="70405" x="5867400" y="4984750"/>
          <p14:tracePt t="70417" x="5848350" y="5010150"/>
          <p14:tracePt t="70434" x="5822950" y="5060950"/>
          <p14:tracePt t="70451" x="5816600" y="5080000"/>
          <p14:tracePt t="70468" x="5810250" y="5137150"/>
          <p14:tracePt t="70484" x="5822950" y="5200650"/>
          <p14:tracePt t="70501" x="5835650" y="5226050"/>
          <p14:tracePt t="70518" x="5886450" y="5295900"/>
          <p14:tracePt t="70534" x="5943600" y="5359400"/>
          <p14:tracePt t="70550" x="5975350" y="5384800"/>
          <p14:tracePt t="70567" x="6038850" y="5429250"/>
          <p14:tracePt t="70583" x="6070600" y="5435600"/>
          <p14:tracePt t="70600" x="6140450" y="5441950"/>
          <p14:tracePt t="70617" x="6210300" y="5441950"/>
          <p14:tracePt t="70633" x="6248400" y="5422900"/>
          <p14:tracePt t="70651" x="6305550" y="5384800"/>
          <p14:tracePt t="70666" x="6343650" y="5340350"/>
          <p14:tracePt t="70683" x="6356350" y="5321300"/>
          <p14:tracePt t="70701" x="6375400" y="5264150"/>
          <p14:tracePt t="70716" x="6388100" y="5213350"/>
          <p14:tracePt t="70733" x="6388100" y="5200650"/>
          <p14:tracePt t="70750" x="6381750" y="5156200"/>
          <p14:tracePt t="70766" x="6362700" y="5124450"/>
          <p14:tracePt t="70783" x="6350000" y="5111750"/>
          <p14:tracePt t="70799" x="6330950" y="5092700"/>
          <p14:tracePt t="70816" x="6299200" y="5073650"/>
          <p14:tracePt t="70833" x="6254750" y="5048250"/>
          <p14:tracePt t="70849" x="6235700" y="5041900"/>
          <p14:tracePt t="70866" x="6210300" y="5035550"/>
          <p14:tracePt t="70883" x="6153150" y="5029200"/>
          <p14:tracePt t="70899" x="6127750" y="5029200"/>
          <p14:tracePt t="70916" x="6115050" y="5029200"/>
          <p14:tracePt t="70919" x="6102350" y="5029200"/>
          <p14:tracePt t="70939" x="6089650" y="5035550"/>
          <p14:tracePt t="70953" x="6083300" y="5035550"/>
          <p14:tracePt t="70974" x="6083300" y="5041900"/>
          <p14:tracePt t="71016" x="6083300" y="5048250"/>
          <p14:tracePt t="71400" x="6045200" y="5054600"/>
          <p14:tracePt t="71407" x="6007100" y="5060950"/>
          <p14:tracePt t="71416" x="5949950" y="5080000"/>
          <p14:tracePt t="71430" x="5924550" y="5086350"/>
          <p14:tracePt t="71447" x="5892800" y="5099050"/>
          <p14:tracePt t="71464" x="5842000" y="5111750"/>
          <p14:tracePt t="71480" x="5810250" y="5118100"/>
          <p14:tracePt t="71497" x="5784850" y="5124450"/>
          <p14:tracePt t="71514" x="5778500" y="5124450"/>
          <p14:tracePt t="71530" x="5765800" y="5124450"/>
          <p14:tracePt t="71563" x="5753100" y="5118100"/>
          <p14:tracePt t="71580" x="5746750" y="5111750"/>
          <p14:tracePt t="71597" x="5734050" y="5073650"/>
          <p14:tracePt t="71614" x="5721350" y="5054600"/>
          <p14:tracePt t="71630" x="5708650" y="5003800"/>
          <p14:tracePt t="71647" x="5683250" y="4946650"/>
          <p14:tracePt t="71663" x="5670550" y="4914900"/>
          <p14:tracePt t="71680" x="5664200" y="4883150"/>
          <p14:tracePt t="71696" x="5638800" y="4851400"/>
          <p14:tracePt t="71713" x="5626100" y="4832350"/>
          <p14:tracePt t="71730" x="5607050" y="4813300"/>
          <p14:tracePt t="71746" x="5600700" y="4813300"/>
          <p14:tracePt t="71763" x="5594350" y="4806950"/>
          <p14:tracePt t="71780" x="5594350" y="4800600"/>
          <p14:tracePt t="71885" x="5600700" y="4800600"/>
          <p14:tracePt t="71920" x="5613400" y="4800600"/>
          <p14:tracePt t="71934" x="5619750" y="4800600"/>
          <p14:tracePt t="71948" x="5632450" y="4800600"/>
          <p14:tracePt t="71963" x="5645150" y="4800600"/>
          <p14:tracePt t="71976" x="5664200" y="4794250"/>
          <p14:tracePt t="71983" x="5683250" y="4794250"/>
          <p14:tracePt t="71998" x="5715000" y="4794250"/>
          <p14:tracePt t="72014" x="5740400" y="4787900"/>
          <p14:tracePt t="72029" x="5759450" y="4781550"/>
          <p14:tracePt t="72045" x="5791200" y="4768850"/>
          <p14:tracePt t="72062" x="5822950" y="4762500"/>
          <p14:tracePt t="72079" x="5829300" y="4756150"/>
          <p14:tracePt t="72096" x="5848350" y="4749800"/>
          <p14:tracePt t="72131" x="5848350" y="4743450"/>
          <p14:tracePt t="72159" x="5829300" y="4743450"/>
          <p14:tracePt t="72173" x="5810250" y="4743450"/>
          <p14:tracePt t="72182" x="5778500" y="4743450"/>
          <p14:tracePt t="72195" x="5753100" y="4743450"/>
          <p14:tracePt t="72211" x="5702300" y="4743450"/>
          <p14:tracePt t="72228" x="5645150" y="4749800"/>
          <p14:tracePt t="72244" x="5530850" y="4762500"/>
          <p14:tracePt t="72261" x="5473700" y="4768850"/>
          <p14:tracePt t="72278" x="5397500" y="4775200"/>
          <p14:tracePt t="72294" x="5334000" y="4794250"/>
          <p14:tracePt t="72311" x="5314950" y="4794250"/>
          <p14:tracePt t="72328" x="5295900" y="4800600"/>
          <p14:tracePt t="72360" x="5295900" y="4806950"/>
          <p14:tracePt t="72405" x="5302250" y="4806950"/>
          <p14:tracePt t="72412" x="5308600" y="4806950"/>
          <p14:tracePt t="72426" x="5327650" y="4806950"/>
          <p14:tracePt t="72440" x="5353050" y="4800600"/>
          <p14:tracePt t="72454" x="5384800" y="4787900"/>
          <p14:tracePt t="72467" x="5435600" y="4781550"/>
          <p14:tracePt t="72483" x="5499100" y="4781550"/>
          <p14:tracePt t="72503" x="5549900" y="4781550"/>
          <p14:tracePt t="72517" x="5607050" y="4775200"/>
          <p14:tracePt t="72531" x="5657850" y="4762500"/>
          <p14:tracePt t="72547" x="5702300" y="4756150"/>
          <p14:tracePt t="72566" x="5721350" y="4756150"/>
          <p14:tracePt t="72580" x="5740400" y="4749800"/>
          <p14:tracePt t="72597" x="5746750" y="4749800"/>
          <p14:tracePt t="72672" x="5740400" y="4749800"/>
          <p14:tracePt t="72679" x="5721350" y="4749800"/>
          <p14:tracePt t="72694" x="5702300" y="4756150"/>
          <p14:tracePt t="72700" x="5670550" y="4762500"/>
          <p14:tracePt t="72714" x="5638800" y="4768850"/>
          <p14:tracePt t="72726" x="5600700" y="4787900"/>
          <p14:tracePt t="72743" x="5537200" y="4800600"/>
          <p14:tracePt t="72759" x="5511800" y="4813300"/>
          <p14:tracePt t="72776" x="5480050" y="4819650"/>
          <p14:tracePt t="72793" x="5461000" y="4826000"/>
          <p14:tracePt t="72826" x="5448300" y="4826000"/>
          <p14:tracePt t="72877" x="5448300" y="4832350"/>
          <p14:tracePt t="72945" x="5454650" y="4832350"/>
          <p14:tracePt t="72974" x="5461000" y="4832350"/>
          <p14:tracePt t="72995" x="5467350" y="4832350"/>
          <p14:tracePt t="73010" x="5486400" y="4832350"/>
          <p14:tracePt t="73022" x="5499100" y="4832350"/>
          <p14:tracePt t="73029" x="5530850" y="4832350"/>
          <p14:tracePt t="73045" x="5575300" y="4832350"/>
          <p14:tracePt t="73060" x="5632450" y="4826000"/>
          <p14:tracePt t="73075" x="5695950" y="4813300"/>
          <p14:tracePt t="73091" x="5759450" y="4813300"/>
          <p14:tracePt t="73108" x="5867400" y="4806950"/>
          <p14:tracePt t="73125" x="5905500" y="4800600"/>
          <p14:tracePt t="73143" x="5956300" y="4794250"/>
          <p14:tracePt t="73158" x="5975350" y="4794250"/>
          <p14:tracePt t="73175" x="5988050" y="4794250"/>
          <p14:tracePt t="73191" x="5988050" y="4787900"/>
          <p14:tracePt t="73208" x="5994400" y="4781550"/>
          <p14:tracePt t="73234" x="5994400" y="4775200"/>
          <p14:tracePt t="73248" x="5988050" y="4775200"/>
          <p14:tracePt t="73261" x="5975350" y="4775200"/>
          <p14:tracePt t="73291" x="5956300" y="4775200"/>
          <p14:tracePt t="73303" x="5930900" y="4775200"/>
          <p14:tracePt t="73311" x="5905500" y="4775200"/>
          <p14:tracePt t="73327" x="5854700" y="4775200"/>
          <p14:tracePt t="73340" x="5803900" y="4775200"/>
          <p14:tracePt t="73357" x="5753100" y="4775200"/>
          <p14:tracePt t="73374" x="5626100" y="4781550"/>
          <p14:tracePt t="73390" x="5505450" y="4787900"/>
          <p14:tracePt t="73407" x="5467350" y="4794250"/>
          <p14:tracePt t="73424" x="5384800" y="4806950"/>
          <p14:tracePt t="73440" x="5365750" y="4806950"/>
          <p14:tracePt t="73458" x="5353050" y="4806950"/>
          <p14:tracePt t="73474" x="5346700" y="4806950"/>
          <p14:tracePt t="73521" x="5340350" y="4806950"/>
          <p14:tracePt t="73557" x="5340350" y="4813300"/>
          <p14:tracePt t="73683" x="5346700" y="4813300"/>
          <p14:tracePt t="73697" x="5353050" y="4813300"/>
          <p14:tracePt t="73704" x="5359400" y="4813300"/>
          <p14:tracePt t="73725" x="5365750" y="4813300"/>
          <p14:tracePt t="73732" x="5384800" y="4813300"/>
          <p14:tracePt t="73746" x="5410200" y="4813300"/>
          <p14:tracePt t="73760" x="5461000" y="4813300"/>
          <p14:tracePt t="73772" x="5524500" y="4826000"/>
          <p14:tracePt t="73789" x="5600700" y="4826000"/>
          <p14:tracePt t="73805" x="5689600" y="4832350"/>
          <p14:tracePt t="73823" x="5867400" y="4845050"/>
          <p14:tracePt t="73839" x="5943600" y="4845050"/>
          <p14:tracePt t="73855" x="6007100" y="4845050"/>
          <p14:tracePt t="73873" x="6115050" y="4845050"/>
          <p14:tracePt t="73889" x="6134100" y="4845050"/>
          <p14:tracePt t="73906" x="6172200" y="4845050"/>
          <p14:tracePt t="73922" x="6184900" y="4845050"/>
          <p14:tracePt t="73955" x="6191250" y="4838700"/>
          <p14:tracePt t="73972" x="6191250" y="4832350"/>
          <p14:tracePt t="74020" x="6197600" y="4819650"/>
          <p14:tracePt t="74034" x="6197600" y="4813300"/>
          <p14:tracePt t="74551" x="6273800" y="4813300"/>
          <p14:tracePt t="74557" x="6400800" y="4813300"/>
          <p14:tracePt t="74572" x="6508750" y="4813300"/>
          <p14:tracePt t="74587" x="6635750" y="4826000"/>
          <p14:tracePt t="74603" x="6775450" y="4826000"/>
          <p14:tracePt t="74620" x="7016750" y="4826000"/>
          <p14:tracePt t="74636" x="7118350" y="4819650"/>
          <p14:tracePt t="74653" x="7296150" y="4800600"/>
          <p14:tracePt t="74670" x="7353300" y="4794250"/>
          <p14:tracePt t="74686" x="7416800" y="4781550"/>
          <p14:tracePt t="74703" x="7499350" y="4768850"/>
          <p14:tracePt t="74719" x="7518400" y="4762500"/>
          <p14:tracePt t="74736" x="7543800" y="4756150"/>
          <p14:tracePt t="74753" x="7550150" y="4749800"/>
          <p14:tracePt t="74769" x="7556500" y="4749800"/>
          <p14:tracePt t="74786" x="7569200" y="4749800"/>
          <p14:tracePt t="74845" x="7562850" y="4749800"/>
          <p14:tracePt t="74894" x="7556500" y="4749800"/>
          <p14:tracePt t="75000" x="7562850" y="4756150"/>
          <p14:tracePt t="75035" x="7569200" y="4756150"/>
          <p14:tracePt t="75049" x="7575550" y="4756150"/>
          <p14:tracePt t="75063" x="7581900" y="4762500"/>
          <p14:tracePt t="75077" x="7588250" y="4762500"/>
          <p14:tracePt t="75085" x="7600950" y="4768850"/>
          <p14:tracePt t="75101" x="7626350" y="4775200"/>
          <p14:tracePt t="75118" x="7651750" y="4781550"/>
          <p14:tracePt t="75134" x="7747000" y="4794250"/>
          <p14:tracePt t="75151" x="7810500" y="4800600"/>
          <p14:tracePt t="75169" x="7969250" y="4813300"/>
          <p14:tracePt t="75184" x="8032750" y="4819650"/>
          <p14:tracePt t="75201" x="8096250" y="4819650"/>
          <p14:tracePt t="75218" x="8191500" y="4819650"/>
          <p14:tracePt t="75234" x="8216900" y="4813300"/>
          <p14:tracePt t="75251" x="8242300" y="4806950"/>
          <p14:tracePt t="75267" x="8255000" y="4806950"/>
          <p14:tracePt t="75284" x="8261350" y="4806950"/>
          <p14:tracePt t="75317" x="8261350" y="4800600"/>
          <p14:tracePt t="75352" x="8255000" y="4800600"/>
          <p14:tracePt t="75435" x="8242300" y="4800600"/>
          <p14:tracePt t="75451" x="8235950" y="4800600"/>
          <p14:tracePt t="75463" x="8223250" y="4800600"/>
          <p14:tracePt t="75470" x="8210550" y="4800600"/>
          <p14:tracePt t="75483" x="8191500" y="4800600"/>
          <p14:tracePt t="75500" x="8096250" y="4813300"/>
          <p14:tracePt t="75516" x="8032750" y="4826000"/>
          <p14:tracePt t="75533" x="7969250" y="4832350"/>
          <p14:tracePt t="75550" x="7721600" y="4870450"/>
          <p14:tracePt t="75566" x="7645400" y="4883150"/>
          <p14:tracePt t="75583" x="7512050" y="4902200"/>
          <p14:tracePt t="75599" x="7473950" y="4908550"/>
          <p14:tracePt t="75616" x="7423150" y="4914900"/>
          <p14:tracePt t="75633" x="7397750" y="4927600"/>
          <p14:tracePt t="75649" x="7391400" y="4927600"/>
          <p14:tracePt t="75666" x="7378700" y="4927600"/>
          <p14:tracePt t="75699" x="7372350" y="4927600"/>
          <p14:tracePt t="75730" x="7366000" y="4927600"/>
          <p14:tracePt t="75744" x="7359650" y="4933950"/>
          <p14:tracePt t="75758" x="7353300" y="4933950"/>
          <p14:tracePt t="75772" x="7340600" y="4933950"/>
          <p14:tracePt t="75783" x="7327900" y="4933950"/>
          <p14:tracePt t="75799" x="7315200" y="4940300"/>
          <p14:tracePt t="75815" x="7258050" y="4959350"/>
          <p14:tracePt t="75833" x="7137400" y="4972050"/>
          <p14:tracePt t="75850" x="6978650" y="5003800"/>
          <p14:tracePt t="75865" x="6877050" y="5016500"/>
          <p14:tracePt t="75882" x="6762750" y="5035550"/>
          <p14:tracePt t="75899" x="6375400" y="5099050"/>
          <p14:tracePt t="75915" x="6248400" y="5124450"/>
          <p14:tracePt t="75932" x="6134100" y="5143500"/>
          <p14:tracePt t="75948" x="5892800" y="5194300"/>
          <p14:tracePt t="75964" x="5657850" y="5238750"/>
          <p14:tracePt t="75981" x="5556250" y="5245100"/>
          <p14:tracePt t="75985" x="5454650" y="5270500"/>
          <p14:tracePt t="75998" x="5365750" y="5276850"/>
          <p14:tracePt t="76015" x="5207000" y="5314950"/>
          <p14:tracePt t="76032" x="5099050" y="5346700"/>
          <p14:tracePt t="76048" x="5054600" y="5353050"/>
          <p14:tracePt t="76065" x="4997450" y="5353050"/>
          <p14:tracePt t="76081" x="4959350" y="5353050"/>
          <p14:tracePt t="76098" x="4940300" y="5353050"/>
          <p14:tracePt t="76114" x="4914900" y="5353050"/>
          <p14:tracePt t="76132" x="4902200" y="5353050"/>
          <p14:tracePt t="76148" x="4895850" y="5353050"/>
          <p14:tracePt t="76165" x="4889500" y="5353050"/>
          <p14:tracePt t="76222" x="4889500" y="5346700"/>
          <p14:tracePt t="76236" x="4895850" y="5346700"/>
          <p14:tracePt t="76243" x="4895850" y="5340350"/>
          <p14:tracePt t="76257" x="4895850" y="5334000"/>
          <p14:tracePt t="81877" x="4870450" y="5334000"/>
          <p14:tracePt t="81884" x="4826000" y="5334000"/>
          <p14:tracePt t="81894" x="4787900" y="5334000"/>
          <p14:tracePt t="81911" x="4730750" y="5340350"/>
          <p14:tracePt t="81927" x="4616450" y="5372100"/>
          <p14:tracePt t="81944" x="4508500" y="5391150"/>
          <p14:tracePt t="81962" x="4337050" y="5416550"/>
          <p14:tracePt t="81977" x="4235450" y="5429250"/>
          <p14:tracePt t="81994" x="4140200" y="5422900"/>
          <p14:tracePt t="82011" x="4006850" y="5435600"/>
          <p14:tracePt t="82027" x="3911600" y="5441950"/>
          <p14:tracePt t="82044" x="3841750" y="5454650"/>
          <p14:tracePt t="82061" x="3721100" y="5467350"/>
          <p14:tracePt t="82077" x="3638550" y="5486400"/>
          <p14:tracePt t="82080" x="3600450" y="5486400"/>
          <p14:tracePt t="82096" x="3530600" y="5480050"/>
          <p14:tracePt t="82110" x="3460750" y="5480050"/>
          <p14:tracePt t="82127" x="3378200" y="5480050"/>
          <p14:tracePt t="82144" x="3270250" y="5486400"/>
          <p14:tracePt t="82160" x="3155950" y="5480050"/>
          <p14:tracePt t="82177" x="3111500" y="5486400"/>
          <p14:tracePt t="82194" x="3022600" y="5480050"/>
          <p14:tracePt t="82210" x="2940050" y="5480050"/>
          <p14:tracePt t="82227" x="2914650" y="5486400"/>
          <p14:tracePt t="82244" x="2832100" y="5486400"/>
          <p14:tracePt t="82259" x="2806700" y="5480050"/>
          <p14:tracePt t="82277" x="2736850" y="5480050"/>
          <p14:tracePt t="82293" x="2686050" y="5486400"/>
          <p14:tracePt t="82310" x="2667000" y="5486400"/>
          <p14:tracePt t="82327" x="2622550" y="5492750"/>
          <p14:tracePt t="82343" x="2590800" y="5499100"/>
          <p14:tracePt t="82360" x="2578100" y="5505450"/>
          <p14:tracePt t="82376" x="2546350" y="5505450"/>
          <p14:tracePt t="82393" x="2520950" y="5518150"/>
          <p14:tracePt t="82410" x="2501900" y="5518150"/>
          <p14:tracePt t="82426" x="2457450" y="5518150"/>
          <p14:tracePt t="82442" x="2406650" y="5524500"/>
          <p14:tracePt t="82460" x="2374900" y="5492750"/>
          <p14:tracePt t="82810" x="2362200" y="5492750"/>
          <p14:tracePt t="82825" x="2343150" y="5492750"/>
          <p14:tracePt t="82831" x="2317750" y="5505450"/>
          <p14:tracePt t="82845" x="2298700" y="5511800"/>
          <p14:tracePt t="82858" x="2266950" y="5524500"/>
          <p14:tracePt t="82874" x="2216150" y="5543550"/>
          <p14:tracePt t="82892" x="2197100" y="5562600"/>
          <p14:tracePt t="82908" x="2165350" y="5581650"/>
          <p14:tracePt t="82924" x="2133600" y="5600700"/>
          <p14:tracePt t="82941" x="2120900" y="5613400"/>
          <p14:tracePt t="82958" x="2114550" y="5626100"/>
          <p14:tracePt t="82974" x="2114550" y="5632450"/>
          <p14:tracePt t="83008" x="2108200" y="5632450"/>
          <p14:tracePt t="83023" x="2108200" y="5638800"/>
          <p14:tracePt t="83040" x="2108200" y="5645150"/>
          <p14:tracePt t="83057" x="2108200" y="5657850"/>
          <p14:tracePt t="83074" x="2114550" y="5670550"/>
          <p14:tracePt t="83091" x="2127250" y="5676900"/>
          <p14:tracePt t="83107" x="2133600" y="5689600"/>
          <p14:tracePt t="83124" x="2152650" y="5715000"/>
          <p14:tracePt t="83140" x="2209800" y="5778500"/>
          <p14:tracePt t="83157" x="2235200" y="5810250"/>
          <p14:tracePt t="83173" x="2266950" y="5835650"/>
          <p14:tracePt t="83190" x="2343150" y="5886450"/>
          <p14:tracePt t="83207" x="2432050" y="5930900"/>
          <p14:tracePt t="83223" x="2495550" y="5949950"/>
          <p14:tracePt t="83240" x="2628900" y="5962650"/>
          <p14:tracePt t="83256" x="2774950" y="5937250"/>
          <p14:tracePt t="83274" x="2895600" y="5892800"/>
          <p14:tracePt t="83290" x="2965450" y="5861050"/>
          <p14:tracePt t="83307" x="3086100" y="5803900"/>
          <p14:tracePt t="83323" x="3175000" y="5753100"/>
          <p14:tracePt t="83339" x="3206750" y="5727700"/>
          <p14:tracePt t="83356" x="3263900" y="5676900"/>
          <p14:tracePt t="83373" x="3289300" y="5651500"/>
          <p14:tracePt t="83389" x="3308350" y="5638800"/>
          <p14:tracePt t="83406" x="3321050" y="5626100"/>
          <p14:tracePt t="83423" x="3340100" y="5600700"/>
          <p14:tracePt t="83439" x="3346450" y="5594350"/>
          <p14:tracePt t="83512" x="3340100" y="5594350"/>
          <p14:tracePt t="83534" x="3333750" y="5600700"/>
          <p14:tracePt t="83547" x="3327400" y="5607050"/>
          <p14:tracePt t="83554" x="3321050" y="5607050"/>
          <p14:tracePt t="83561" x="3308350" y="5613400"/>
          <p14:tracePt t="83575" x="3295650" y="5619750"/>
          <p14:tracePt t="83589" x="3276600" y="5626100"/>
          <p14:tracePt t="83605" x="3194050" y="5645150"/>
          <p14:tracePt t="83622" x="3143250" y="5664200"/>
          <p14:tracePt t="83625" x="3048000" y="5689600"/>
          <p14:tracePt t="83638" x="2971800" y="5695950"/>
          <p14:tracePt t="83655" x="2787650" y="5727700"/>
          <p14:tracePt t="83672" x="2698750" y="5734050"/>
          <p14:tracePt t="83688" x="2546350" y="5765800"/>
          <p14:tracePt t="83705" x="2413000" y="5772150"/>
          <p14:tracePt t="83722" x="2387600" y="5772150"/>
          <p14:tracePt t="83738" x="2330450" y="5772150"/>
          <p14:tracePt t="83755" x="2317750" y="5772150"/>
          <p14:tracePt t="83772" x="2292350" y="5772150"/>
          <p14:tracePt t="83788" x="2286000" y="5772150"/>
          <p14:tracePt t="83842" x="2292350" y="5759450"/>
          <p14:tracePt t="83856" x="2298700" y="5753100"/>
          <p14:tracePt t="83863" x="2311400" y="5740400"/>
          <p14:tracePt t="83877" x="2330450" y="5727700"/>
          <p14:tracePt t="83887" x="2355850" y="5702300"/>
          <p14:tracePt t="83906" x="2413000" y="5657850"/>
          <p14:tracePt t="83921" x="2463800" y="5626100"/>
          <p14:tracePt t="83937" x="2565400" y="5575300"/>
          <p14:tracePt t="83955" x="2667000" y="5518150"/>
          <p14:tracePt t="83970" x="2724150" y="5480050"/>
          <p14:tracePt t="83987" x="2800350" y="5435600"/>
          <p14:tracePt t="84004" x="2863850" y="5397500"/>
          <p14:tracePt t="84020" x="2889250" y="5384800"/>
          <p14:tracePt t="84037" x="2901950" y="5378450"/>
          <p14:tracePt t="84054" x="2940050" y="5340350"/>
          <p14:tracePt t="84070" x="2952750" y="5334000"/>
          <p14:tracePt t="84088" x="2971800" y="5327650"/>
          <p14:tracePt t="84119" x="2978150" y="5327650"/>
          <p14:tracePt t="84139" x="2978150" y="5334000"/>
          <p14:tracePt t="84153" x="2971800" y="5334000"/>
          <p14:tracePt t="84170" x="2959100" y="5340350"/>
          <p14:tracePt t="84427" x="2959100" y="5346700"/>
          <p14:tracePt t="84434" x="2959100" y="5365750"/>
          <p14:tracePt t="84448" x="2959100" y="5378450"/>
          <p14:tracePt t="84456" x="2959100" y="5391150"/>
          <p14:tracePt t="84472" x="2959100" y="5403850"/>
          <p14:tracePt t="84485" x="2959100" y="5416550"/>
          <p14:tracePt t="84502" x="2959100" y="5435600"/>
          <p14:tracePt t="84519" x="2952750" y="5441950"/>
          <p14:tracePt t="84535" x="2940050" y="5448300"/>
          <p14:tracePt t="84552" x="2914650" y="5467350"/>
          <p14:tracePt t="84568" x="2882900" y="5492750"/>
          <p14:tracePt t="84585" x="2851150" y="5505450"/>
          <p14:tracePt t="84603" x="2768600" y="5524500"/>
          <p14:tracePt t="84618" x="2673350" y="5549900"/>
          <p14:tracePt t="84635" x="2628900" y="5549900"/>
          <p14:tracePt t="84638" x="2590800" y="5556250"/>
          <p14:tracePt t="84652" x="2552700" y="5556250"/>
          <p14:tracePt t="84668" x="2470150" y="5556250"/>
          <p14:tracePt t="84685" x="2432050" y="5562600"/>
          <p14:tracePt t="84701" x="2349500" y="5575300"/>
          <p14:tracePt t="84718" x="2254250" y="5581650"/>
          <p14:tracePt t="84735" x="2228850" y="5581650"/>
          <p14:tracePt t="84751" x="2184400" y="5568950"/>
          <p14:tracePt t="84768" x="2159000" y="5568950"/>
          <p14:tracePt t="84785" x="2159000" y="5562600"/>
          <p14:tracePt t="84801" x="2152650" y="5562600"/>
          <p14:tracePt t="84817" x="2146300" y="5562600"/>
          <p14:tracePt t="84855" x="2139950" y="5562600"/>
          <p14:tracePt t="84897" x="2139950" y="5568950"/>
          <p14:tracePt t="84919" x="2146300" y="5568950"/>
          <p14:tracePt t="84925" x="2152650" y="5568950"/>
          <p14:tracePt t="84939" x="2159000" y="5568950"/>
          <p14:tracePt t="84951" x="2171700" y="5568950"/>
          <p14:tracePt t="84968" x="2228850" y="5568950"/>
          <p14:tracePt t="84984" x="2273300" y="5568950"/>
          <p14:tracePt t="85000" x="2400300" y="5556250"/>
          <p14:tracePt t="85017" x="2565400" y="5556250"/>
          <p14:tracePt t="85034" x="2654300" y="5549900"/>
          <p14:tracePt t="85050" x="2755900" y="5549900"/>
          <p14:tracePt t="85067" x="2990850" y="5530850"/>
          <p14:tracePt t="85084" x="3041650" y="5530850"/>
          <p14:tracePt t="85101" x="3092450" y="5530850"/>
          <p14:tracePt t="85116" x="3098800" y="5530850"/>
          <p14:tracePt t="85133" x="3117850" y="5530850"/>
          <p14:tracePt t="85192" x="3111500" y="5537200"/>
          <p14:tracePt t="85206" x="3105150" y="5537200"/>
          <p14:tracePt t="85220" x="3092450" y="5537200"/>
          <p14:tracePt t="85227" x="3086100" y="5537200"/>
          <p14:tracePt t="85242" x="3067050" y="5543550"/>
          <p14:tracePt t="85250" x="3035300" y="5562600"/>
          <p14:tracePt t="85266" x="2997200" y="5581650"/>
          <p14:tracePt t="85283" x="2895600" y="5613400"/>
          <p14:tracePt t="85299" x="2774950" y="5651500"/>
          <p14:tracePt t="85316" x="2717800" y="5676900"/>
          <p14:tracePt t="85333" x="2616200" y="5727700"/>
          <p14:tracePt t="85349" x="2527300" y="5778500"/>
          <p14:tracePt t="85366" x="2495550" y="5803900"/>
          <p14:tracePt t="85383" x="2457450" y="5822950"/>
          <p14:tracePt t="85399" x="2438400" y="5842000"/>
          <p14:tracePt t="85417" x="2419350" y="5861050"/>
          <p14:tracePt t="85432" x="2413000" y="5873750"/>
          <p14:tracePt t="85449" x="2406650" y="5886450"/>
          <p14:tracePt t="85466" x="2400300" y="5899150"/>
          <p14:tracePt t="85482" x="2400300" y="5905500"/>
          <p14:tracePt t="85515" x="2400300" y="5911850"/>
          <p14:tracePt t="85531" x="2400300" y="5918200"/>
          <p14:tracePt t="85557" x="2406650" y="5918200"/>
          <p14:tracePt t="85571" x="2413000" y="5924550"/>
          <p14:tracePt t="85593" x="2425700" y="5924550"/>
          <p14:tracePt t="85601" x="2444750" y="5930900"/>
          <p14:tracePt t="85615" x="2476500" y="5930900"/>
          <p14:tracePt t="85631" x="2565400" y="5930900"/>
          <p14:tracePt t="85649" x="2717800" y="5924550"/>
          <p14:tracePt t="85665" x="2819400" y="5918200"/>
          <p14:tracePt t="85681" x="2908300" y="5918200"/>
          <p14:tracePt t="85698" x="3168650" y="5899150"/>
          <p14:tracePt t="85714" x="3232150" y="5899150"/>
          <p14:tracePt t="85731" x="3282950" y="5899150"/>
          <p14:tracePt t="85748" x="3340100" y="5899150"/>
          <p14:tracePt t="85764" x="3365500" y="5899150"/>
          <p14:tracePt t="85781" x="3365500" y="5892800"/>
          <p14:tracePt t="85814" x="3359150" y="5892800"/>
          <p14:tracePt t="85834" x="3352800" y="5892800"/>
          <p14:tracePt t="85847" x="3340100" y="5892800"/>
          <p14:tracePt t="85864" x="3302000" y="5892800"/>
          <p14:tracePt t="85881" x="3232150" y="5899150"/>
          <p14:tracePt t="85897" x="3175000" y="5905500"/>
          <p14:tracePt t="85914" x="3048000" y="5918200"/>
          <p14:tracePt t="85931" x="2914650" y="5943600"/>
          <p14:tracePt t="85947" x="2863850" y="5956300"/>
          <p14:tracePt t="85964" x="2806700" y="5962650"/>
          <p14:tracePt t="85980" x="2705100" y="5988050"/>
          <p14:tracePt t="85997" x="2692400" y="5988050"/>
          <p14:tracePt t="86014" x="2673350" y="5994400"/>
          <p14:tracePt t="86030" x="2667000" y="6000750"/>
          <p14:tracePt t="86048" x="2660650" y="6000750"/>
          <p14:tracePt t="86154" x="2667000" y="6000750"/>
          <p14:tracePt t="86175" x="2673350" y="6000750"/>
          <p14:tracePt t="86182" x="2679700" y="6000750"/>
          <p14:tracePt t="86196" x="2686050" y="6000750"/>
          <p14:tracePt t="86213" x="2698750" y="6000750"/>
          <p14:tracePt t="86229" x="2724150" y="6000750"/>
          <p14:tracePt t="86247" x="2800350" y="6013450"/>
          <p14:tracePt t="86263" x="2940050" y="6019800"/>
          <p14:tracePt t="86279" x="3028950" y="6032500"/>
          <p14:tracePt t="86296" x="3213100" y="6051550"/>
          <p14:tracePt t="86312" x="3302000" y="6064250"/>
          <p14:tracePt t="86331" x="3549650" y="6102350"/>
          <p14:tracePt t="86346" x="3600450" y="6102350"/>
          <p14:tracePt t="86362" x="3625850" y="6102350"/>
          <p14:tracePt t="86379" x="3676650" y="6108700"/>
          <p14:tracePt t="86395" x="3695700" y="6108700"/>
          <p14:tracePt t="86412" x="3702050" y="6108700"/>
          <p14:tracePt t="86464" x="3695700" y="6102350"/>
          <p14:tracePt t="86470" x="3695700" y="6096000"/>
          <p14:tracePt t="86484" x="3689350" y="6096000"/>
          <p14:tracePt t="86495" x="3683000" y="6089650"/>
          <p14:tracePt t="86513" x="3676650" y="6070600"/>
          <p14:tracePt t="86528" x="3670300" y="6057900"/>
          <p14:tracePt t="86545" x="3657600" y="5975350"/>
          <p14:tracePt t="86562" x="3613150" y="5803900"/>
          <p14:tracePt t="86578" x="3581400" y="5657850"/>
          <p14:tracePt t="86595" x="3530600" y="5473700"/>
          <p14:tracePt t="86612" x="3333750" y="4902200"/>
          <p14:tracePt t="86628" x="3067050" y="4114800"/>
          <p14:tracePt t="86646" x="2755900" y="3257550"/>
          <p14:tracePt t="86661" x="2597150" y="2857500"/>
          <p14:tracePt t="86678" x="2305050" y="2165350"/>
          <p14:tracePt t="86695" x="2101850" y="1746250"/>
          <p14:tracePt t="86711" x="2032000" y="1625600"/>
          <p14:tracePt t="86728" x="1955800" y="1460500"/>
          <p14:tracePt t="86744" x="1911350" y="1371600"/>
          <p14:tracePt t="86761" x="1898650" y="1358900"/>
          <p14:tracePt t="86778" x="1885950" y="1333500"/>
          <p14:tracePt t="86794" x="1885950" y="1327150"/>
          <p14:tracePt t="86842" x="1885950" y="1333500"/>
          <p14:tracePt t="86856" x="1885950" y="1339850"/>
          <p14:tracePt t="86864" x="1885950" y="1346200"/>
          <p14:tracePt t="86884" x="1885950" y="1352550"/>
          <p14:tracePt t="86906" x="1885950" y="1358900"/>
          <p14:tracePt t="86914" x="1885950" y="1365250"/>
          <p14:tracePt t="86929" x="1885950" y="1377950"/>
          <p14:tracePt t="86944" x="1885950" y="1390650"/>
          <p14:tracePt t="86961" x="1885950" y="1454150"/>
          <p14:tracePt t="86977" x="1930400" y="1625600"/>
          <p14:tracePt t="86994" x="1949450" y="1714500"/>
          <p14:tracePt t="87011" x="2032000" y="1968500"/>
          <p14:tracePt t="87027" x="2197100" y="2330450"/>
          <p14:tracePt t="87043" x="2260600" y="2451100"/>
          <p14:tracePt t="87060" x="2381250" y="2667000"/>
          <p14:tracePt t="87076" x="2451100" y="2794000"/>
          <p14:tracePt t="87093" x="2463800" y="2825750"/>
          <p14:tracePt t="87110" x="2482850" y="2851150"/>
          <p14:tracePt t="87127" x="2482850" y="2857500"/>
          <p14:tracePt t="87159" x="2489200" y="2857500"/>
          <p14:tracePt t="87176" x="2489200" y="2844800"/>
          <p14:tracePt t="87193" x="2489200" y="2825750"/>
          <p14:tracePt t="87209" x="2489200" y="2813050"/>
          <p14:tracePt t="87226" x="2489200" y="2800350"/>
          <p14:tracePt t="87243" x="2489200" y="2730500"/>
          <p14:tracePt t="87259" x="2482850" y="2692400"/>
          <p14:tracePt t="87276" x="2463800" y="2647950"/>
          <p14:tracePt t="87293" x="2413000" y="2514600"/>
          <p14:tracePt t="87309" x="2368550" y="2381250"/>
          <p14:tracePt t="87326" x="2336800" y="2311400"/>
          <p14:tracePt t="87342" x="2305050" y="2203450"/>
          <p14:tracePt t="87359" x="2273300" y="2146300"/>
          <p14:tracePt t="87376" x="2266950" y="2133600"/>
          <p14:tracePt t="87392" x="2260600" y="2120900"/>
          <p14:tracePt t="87418" x="2260600" y="2127250"/>
          <p14:tracePt t="87427" x="2260600" y="2139950"/>
          <p14:tracePt t="87442" x="2260600" y="2159000"/>
          <p14:tracePt t="87458" x="2260600" y="2184400"/>
          <p14:tracePt t="87475" x="2279650" y="2393950"/>
          <p14:tracePt t="87492" x="2298700" y="2482850"/>
          <p14:tracePt t="87509" x="2374900" y="2660650"/>
          <p14:tracePt t="87525" x="2476500" y="2806700"/>
          <p14:tracePt t="87542" x="2520950" y="2876550"/>
          <p14:tracePt t="87559" x="2616200" y="2965450"/>
          <p14:tracePt t="87575" x="2635250" y="2984500"/>
          <p14:tracePt t="87592" x="2686050" y="2990850"/>
          <p14:tracePt t="87608" x="2711450" y="2990850"/>
          <p14:tracePt t="87625" x="2724150" y="2978150"/>
          <p14:tracePt t="87641" x="2749550" y="2933700"/>
          <p14:tracePt t="87658" x="2768600" y="2876550"/>
          <p14:tracePt t="87675" x="2768600" y="2844800"/>
          <p14:tracePt t="87692" x="2768600" y="2768600"/>
          <p14:tracePt t="87708" x="2749550" y="2698750"/>
          <p14:tracePt t="87724" x="2743200" y="2667000"/>
          <p14:tracePt t="87741" x="2711450" y="2622550"/>
          <p14:tracePt t="87757" x="2686050" y="2603500"/>
          <p14:tracePt t="87774" x="2673350" y="2590800"/>
          <p14:tracePt t="87791" x="2622550" y="2565400"/>
          <p14:tracePt t="87808" x="2603500" y="2552700"/>
          <p14:tracePt t="87824" x="2514600" y="2552700"/>
          <p14:tracePt t="87840" x="2419350" y="2565400"/>
          <p14:tracePt t="87857" x="2374900" y="2571750"/>
          <p14:tracePt t="87874" x="2266950" y="2641600"/>
          <p14:tracePt t="87890" x="2254250" y="2660650"/>
          <p14:tracePt t="87907" x="2247900" y="2679700"/>
          <p14:tracePt t="87924" x="2228850" y="2730500"/>
          <p14:tracePt t="87940" x="2228850" y="2781300"/>
          <p14:tracePt t="87957" x="2228850" y="2806700"/>
          <p14:tracePt t="87974" x="2254250" y="2857500"/>
          <p14:tracePt t="87990" x="2279650" y="2901950"/>
          <p14:tracePt t="88007" x="2298700" y="2921000"/>
          <p14:tracePt t="88023" x="2343150" y="2965450"/>
          <p14:tracePt t="88040" x="2393950" y="3022600"/>
          <p14:tracePt t="88057" x="2495550" y="3143250"/>
          <p14:tracePt t="88073" x="2559050" y="3238500"/>
          <p14:tracePt t="88090" x="2654300" y="3505200"/>
          <p14:tracePt t="88107" x="2768600" y="3822700"/>
          <p14:tracePt t="88123" x="2838450" y="4038600"/>
          <p14:tracePt t="88139" x="2927350" y="4279900"/>
          <p14:tracePt t="88156" x="3225800" y="4959350"/>
          <p14:tracePt t="88174" x="3314700" y="5111750"/>
          <p14:tracePt t="88191" x="3460750" y="5365750"/>
          <p14:tracePt t="88206" x="3511550" y="5467350"/>
          <p14:tracePt t="88223" x="3600450" y="5607050"/>
          <p14:tracePt t="88241" x="3657600" y="5695950"/>
          <p14:tracePt t="88256" x="3670300" y="5727700"/>
          <p14:tracePt t="88272" x="3695700" y="5791200"/>
          <p14:tracePt t="88289" x="3708400" y="5829300"/>
          <p14:tracePt t="88305" x="3714750" y="5842000"/>
          <p14:tracePt t="88323" x="3721100" y="5854700"/>
          <p14:tracePt t="88387" x="3714750" y="5854700"/>
          <p14:tracePt t="88422" x="3708400" y="5854700"/>
          <p14:tracePt t="88429" x="3708400" y="5848350"/>
          <p14:tracePt t="88450" x="3708400" y="5842000"/>
          <p14:tracePt t="88458" x="3702050" y="5835650"/>
          <p14:tracePt t="88474" x="3695700" y="5829300"/>
          <p14:tracePt t="88489" x="3683000" y="5816600"/>
          <p14:tracePt t="88505" x="3651250" y="5784850"/>
          <p14:tracePt t="88522" x="3600450" y="5727700"/>
          <p14:tracePt t="88538" x="3562350" y="5689600"/>
          <p14:tracePt t="88555" x="3486150" y="5638800"/>
          <p14:tracePt t="88572" x="3460750" y="5619750"/>
          <p14:tracePt t="88588" x="3441700" y="5600700"/>
          <p14:tracePt t="88605" x="3422650" y="5594350"/>
          <p14:tracePt t="88621" x="3416300" y="5594350"/>
          <p14:tracePt t="88638" x="3409950" y="5594350"/>
          <p14:tracePt t="88655" x="3409950" y="5607050"/>
          <p14:tracePt t="88671" x="3416300" y="5619750"/>
          <p14:tracePt t="88688" x="3422650" y="5632450"/>
          <p14:tracePt t="88705" x="3467100" y="5683250"/>
          <p14:tracePt t="88721" x="3562350" y="5778500"/>
          <p14:tracePt t="88738" x="3613150" y="5835650"/>
          <p14:tracePt t="88741" x="3670300" y="5899150"/>
          <p14:tracePt t="88754" x="3740150" y="5956300"/>
          <p14:tracePt t="88771" x="3803650" y="6007100"/>
          <p14:tracePt t="88788" x="3937000" y="6115050"/>
          <p14:tracePt t="88804" x="3968750" y="6140450"/>
          <p14:tracePt t="88821" x="3994150" y="6153150"/>
          <p14:tracePt t="88837" x="4013200" y="6172200"/>
          <p14:tracePt t="88854" x="4019550" y="6178550"/>
          <p14:tracePt t="88921" x="4019550" y="6172200"/>
          <p14:tracePt t="88942" x="4013200" y="6165850"/>
          <p14:tracePt t="88948" x="4006850" y="6165850"/>
          <p14:tracePt t="88963" x="4000500" y="6153150"/>
          <p14:tracePt t="88972" x="3987800" y="6140450"/>
          <p14:tracePt t="88986" x="3968750" y="6121400"/>
          <p14:tracePt t="89004" x="3886200" y="6045200"/>
          <p14:tracePt t="89020" x="3778250" y="5924550"/>
          <p14:tracePt t="89036" x="3708400" y="5867400"/>
          <p14:tracePt t="89053" x="3638550" y="5797550"/>
          <p14:tracePt t="89070" x="3505200" y="5676900"/>
          <p14:tracePt t="89086" x="3409950" y="5581650"/>
          <p14:tracePt t="89104" x="3365500" y="5524500"/>
          <p14:tracePt t="89120" x="3352800" y="5511800"/>
          <p14:tracePt t="89136" x="3346450" y="5492750"/>
          <p14:tracePt t="89153" x="3346450" y="5486400"/>
          <p14:tracePt t="89186" x="3352800" y="5486400"/>
          <p14:tracePt t="89203" x="3384550" y="5486400"/>
          <p14:tracePt t="89219" x="3492500" y="5511800"/>
          <p14:tracePt t="89237" x="3702050" y="5575300"/>
          <p14:tracePt t="89253" x="3937000" y="5664200"/>
          <p14:tracePt t="89269" x="4038600" y="5702300"/>
          <p14:tracePt t="89286" x="4222750" y="5778500"/>
          <p14:tracePt t="89302" x="4375150" y="5854700"/>
          <p14:tracePt t="89319" x="4432300" y="5892800"/>
          <p14:tracePt t="89335" x="4521200" y="5956300"/>
          <p14:tracePt t="89352" x="4578350" y="5994400"/>
          <p14:tracePt t="89369" x="4591050" y="6013450"/>
          <p14:tracePt t="89385" x="4610100" y="6019800"/>
          <p14:tracePt t="89402" x="4622800" y="6026150"/>
          <p14:tracePt t="89419" x="4629150" y="6032500"/>
          <p14:tracePt t="89435" x="4635500" y="6032500"/>
          <p14:tracePt t="89452" x="4648200" y="6032500"/>
          <p14:tracePt t="89469" x="4679950" y="6032500"/>
          <p14:tracePt t="89485" x="4724400" y="6032500"/>
          <p14:tracePt t="89501" x="4749800" y="6032500"/>
          <p14:tracePt t="89518" x="4819650" y="6026150"/>
          <p14:tracePt t="89534" x="4845050" y="6019800"/>
          <p14:tracePt t="89551" x="4908550" y="5994400"/>
          <p14:tracePt t="89568" x="4940300" y="5988050"/>
          <p14:tracePt t="89585" x="4991100" y="5949950"/>
          <p14:tracePt t="89601" x="5003800" y="5937250"/>
          <p14:tracePt t="89618" x="5035550" y="5892800"/>
          <p14:tracePt t="89635" x="5048250" y="5861050"/>
          <p14:tracePt t="89651" x="5054600" y="5842000"/>
          <p14:tracePt t="89668" x="5054600" y="5816600"/>
          <p14:tracePt t="89684" x="5048250" y="5810250"/>
          <p14:tracePt t="89701" x="5003800" y="5765800"/>
          <p14:tracePt t="89717" x="4959350" y="5727700"/>
          <p14:tracePt t="89735" x="4845050" y="5632450"/>
          <p14:tracePt t="89751" x="4711700" y="5511800"/>
          <p14:tracePt t="89767" x="4654550" y="5441950"/>
          <p14:tracePt t="89785" x="4527550" y="5283200"/>
          <p14:tracePt t="89800" x="4514850" y="5238750"/>
          <p14:tracePt t="89817" x="4495800" y="5187950"/>
          <p14:tracePt t="89834" x="4495800" y="5137150"/>
          <p14:tracePt t="89850" x="4502150" y="5105400"/>
          <p14:tracePt t="89867" x="4521200" y="5048250"/>
          <p14:tracePt t="89884" x="4540250" y="4984750"/>
          <p14:tracePt t="89900" x="4546600" y="4972050"/>
          <p14:tracePt t="89918" x="4572000" y="4921250"/>
          <p14:tracePt t="89933" x="4578350" y="4889500"/>
          <p14:tracePt t="89950" x="4578350" y="4876800"/>
          <p14:tracePt t="89967" x="4578350" y="4838700"/>
          <p14:tracePt t="89983" x="4578350" y="4806950"/>
          <p14:tracePt t="90000" x="4578350" y="4800600"/>
          <p14:tracePt t="90016" x="4578350" y="4787900"/>
          <p14:tracePt t="90033" x="4578350" y="4781550"/>
          <p14:tracePt t="90052" x="4591050" y="4781550"/>
          <p14:tracePt t="90094" x="4597400" y="4781550"/>
          <p14:tracePt t="90108" x="4603750" y="4781550"/>
          <p14:tracePt t="90114" x="4610100" y="4781550"/>
          <p14:tracePt t="90122" x="4616450" y="4781550"/>
          <p14:tracePt t="90136" x="4622800" y="4781550"/>
          <p14:tracePt t="90150" x="4635500" y="4781550"/>
          <p14:tracePt t="90166" x="4641850" y="4787900"/>
          <p14:tracePt t="90183" x="4660900" y="4794250"/>
          <p14:tracePt t="90199" x="4705350" y="4800600"/>
          <p14:tracePt t="90215" x="4730750" y="4800600"/>
          <p14:tracePt t="90232" x="4832350" y="4806950"/>
          <p14:tracePt t="90249" x="4965700" y="4819650"/>
          <p14:tracePt t="90265" x="5029200" y="4826000"/>
          <p14:tracePt t="90269" x="5092700" y="4826000"/>
          <p14:tracePt t="90283" x="5219700" y="4826000"/>
          <p14:tracePt t="90299" x="5295900" y="4826000"/>
          <p14:tracePt t="90315" x="5359400" y="4826000"/>
          <p14:tracePt t="90332" x="5505450" y="4813300"/>
          <p14:tracePt t="90348" x="5632450" y="4806950"/>
          <p14:tracePt t="90365" x="5702300" y="4794250"/>
          <p14:tracePt t="90382" x="5829300" y="4794250"/>
          <p14:tracePt t="90398" x="5969000" y="4800600"/>
          <p14:tracePt t="90415" x="6045200" y="4800600"/>
          <p14:tracePt t="90431" x="6210300" y="4800600"/>
          <p14:tracePt t="90448" x="6400800" y="4819650"/>
          <p14:tracePt t="90466" x="6584950" y="4826000"/>
          <p14:tracePt t="90481" x="6673850" y="4838700"/>
          <p14:tracePt t="90498" x="6838950" y="4838700"/>
          <p14:tracePt t="90515" x="7004050" y="4851400"/>
          <p14:tracePt t="90531" x="7080250" y="4851400"/>
          <p14:tracePt t="90548" x="7175500" y="4857750"/>
          <p14:tracePt t="90564" x="7200900" y="4864100"/>
          <p14:tracePt t="90581" x="7232650" y="4864100"/>
          <p14:tracePt t="90598" x="7264400" y="4870450"/>
          <p14:tracePt t="90614" x="7277100" y="4870450"/>
          <p14:tracePt t="90631" x="7302500" y="4870450"/>
          <p14:tracePt t="90648" x="7315200" y="4870450"/>
          <p14:tracePt t="90664" x="7321550" y="4870450"/>
          <p14:tracePt t="90681" x="7327900" y="4870450"/>
          <p14:tracePt t="90698" x="7334250" y="4870450"/>
          <p14:tracePt t="90803" x="7327900" y="4870450"/>
          <p14:tracePt t="90837" x="7321550" y="4870450"/>
          <p14:tracePt t="90908" x="7315200" y="4870450"/>
          <p14:tracePt t="93488" x="7315200" y="4876800"/>
          <p14:tracePt t="93495" x="7308850" y="4889500"/>
          <p14:tracePt t="93504" x="7296150" y="4895850"/>
          <p14:tracePt t="93520" x="7283450" y="4908550"/>
          <p14:tracePt t="93538" x="7251700" y="4927600"/>
          <p14:tracePt t="93554" x="7226300" y="4946650"/>
          <p14:tracePt t="93571" x="7156450" y="4972050"/>
          <p14:tracePt t="93587" x="7137400" y="4991100"/>
          <p14:tracePt t="93604" x="7112000" y="4997450"/>
          <p14:tracePt t="93621" x="7048500" y="5016500"/>
          <p14:tracePt t="93637" x="6972300" y="5041900"/>
          <p14:tracePt t="93654" x="6934200" y="5048250"/>
          <p14:tracePt t="93670" x="6864350" y="5067300"/>
          <p14:tracePt t="93687" x="6781800" y="5086350"/>
          <p14:tracePt t="93704" x="6737350" y="5092700"/>
          <p14:tracePt t="93720" x="6604000" y="5118100"/>
          <p14:tracePt t="93737" x="6477000" y="5149850"/>
          <p14:tracePt t="93754" x="6330950" y="5175250"/>
          <p14:tracePt t="93770" x="6248400" y="5194300"/>
          <p14:tracePt t="93786" x="6089650" y="5245100"/>
          <p14:tracePt t="93804" x="5911850" y="5289550"/>
          <p14:tracePt t="93820" x="5816600" y="5308600"/>
          <p14:tracePt t="93823" x="5727700" y="5314950"/>
          <p14:tracePt t="93853" x="5429250" y="5365750"/>
          <p14:tracePt t="93870" x="5340350" y="5391150"/>
          <p14:tracePt t="93888" x="5143500" y="5429250"/>
          <p14:tracePt t="93903" x="5054600" y="5441950"/>
          <p14:tracePt t="93920" x="4864100" y="5492750"/>
          <p14:tracePt t="93937" x="4692650" y="5530850"/>
          <p14:tracePt t="93953" x="4603750" y="5543550"/>
          <p14:tracePt t="93970" x="4419600" y="5568950"/>
          <p14:tracePt t="93986" x="4229100" y="5594350"/>
          <p14:tracePt t="94003" x="4140200" y="5600700"/>
          <p14:tracePt t="94019" x="4006850" y="5619750"/>
          <p14:tracePt t="94036" x="3860800" y="5638800"/>
          <p14:tracePt t="94052" x="3797300" y="5651500"/>
          <p14:tracePt t="94070" x="3644900" y="5670550"/>
          <p14:tracePt t="94085" x="3524250" y="5676900"/>
          <p14:tracePt t="94102" x="3486150" y="5689600"/>
          <p14:tracePt t="94119" x="3448050" y="5702300"/>
          <p14:tracePt t="94135" x="3441700" y="5708650"/>
          <p14:tracePt t="94169" x="3486150" y="5708650"/>
          <p14:tracePt t="94185" x="3524250" y="5702300"/>
          <p14:tracePt t="94459" x="3473450" y="5746750"/>
          <p14:tracePt t="94465" x="3429000" y="5791200"/>
          <p14:tracePt t="94480" x="3365500" y="5842000"/>
          <p14:tracePt t="94487" x="3295650" y="5886450"/>
          <p14:tracePt t="94504" x="3238500" y="5937250"/>
          <p14:tracePt t="94518" x="3136900" y="6045200"/>
          <p14:tracePt t="94534" x="3086100" y="6102350"/>
          <p14:tracePt t="94551" x="3003550" y="6197600"/>
          <p14:tracePt t="94567" x="2959100" y="6229350"/>
          <p14:tracePt t="94584" x="2901950" y="6311900"/>
          <p14:tracePt t="94600" x="2863850" y="6388100"/>
          <p14:tracePt t="94617" x="2838450" y="6419850"/>
          <p14:tracePt t="94634" x="2813050" y="6470650"/>
          <p14:tracePt t="94650" x="2794000" y="6502400"/>
          <p14:tracePt t="94667" x="2781300" y="6521450"/>
          <p14:tracePt t="94684" x="2781300" y="6527800"/>
          <p14:tracePt t="94700" x="2774950" y="6527800"/>
          <p14:tracePt t="94817" x="2768600" y="6521450"/>
          <p14:tracePt t="94852" x="2768600" y="6515100"/>
          <p14:tracePt t="94859" x="2762250" y="6515100"/>
          <p14:tracePt t="94869" x="2762250" y="6508750"/>
          <p14:tracePt t="94882" x="2755900" y="6508750"/>
          <p14:tracePt t="94903" x="2749550" y="6502400"/>
          <p14:tracePt t="94916" x="2743200" y="6502400"/>
          <p14:tracePt t="94933" x="2724150" y="6489700"/>
          <p14:tracePt t="94951" x="2698750" y="6483350"/>
          <p14:tracePt t="94966" x="2679700" y="6477000"/>
          <p14:tracePt t="94982" x="2628900" y="6464300"/>
          <p14:tracePt t="95000" x="2578100" y="6451600"/>
          <p14:tracePt t="95016" x="2559050" y="6451600"/>
          <p14:tracePt t="95032" x="2527300" y="6445250"/>
          <p14:tracePt t="95049" x="2495550" y="6438900"/>
          <p14:tracePt t="95065" x="2476500" y="6426200"/>
          <p14:tracePt t="95082" x="2470150" y="6419850"/>
          <p14:tracePt t="95099" x="2457450" y="6413500"/>
          <p14:tracePt t="95132" x="2451100" y="6413500"/>
          <p14:tracePt t="95168" x="2444750" y="6413500"/>
          <p14:tracePt t="95540" x="2444750" y="6419850"/>
          <p14:tracePt t="95653" x="2451100" y="6426200"/>
          <p14:tracePt t="95680" x="2457450" y="6426200"/>
          <p14:tracePt t="95709" x="2457450" y="6432550"/>
          <p14:tracePt t="95730" x="2463800" y="6432550"/>
          <p14:tracePt t="95765" x="2470150" y="6438900"/>
          <p14:tracePt t="95800" x="2476500" y="6438900"/>
          <p14:tracePt t="95821" x="2482850" y="6438900"/>
          <p14:tracePt t="95835" x="2489200" y="6438900"/>
          <p14:tracePt t="95849" x="2495550" y="6438900"/>
          <p14:tracePt t="95864" x="2508250" y="6438900"/>
          <p14:tracePt t="95870" x="2520950" y="6438900"/>
          <p14:tracePt t="95884" x="2533650" y="6445250"/>
          <p14:tracePt t="95895" x="2546350" y="6445250"/>
          <p14:tracePt t="95913" x="2578100" y="6445250"/>
          <p14:tracePt t="95929" x="2597150" y="6445250"/>
          <p14:tracePt t="95946" x="2628900" y="6451600"/>
          <p14:tracePt t="95962" x="2647950" y="6451600"/>
          <p14:tracePt t="95979" x="2660650" y="6451600"/>
          <p14:tracePt t="95996" x="2667000" y="6451600"/>
          <p14:tracePt t="96116" x="2667000" y="6445250"/>
          <p14:tracePt t="96151" x="2667000" y="6438900"/>
          <p14:tracePt t="96165" x="2667000" y="6432550"/>
          <p14:tracePt t="96172" x="2660650" y="6419850"/>
          <p14:tracePt t="96185" x="2654300" y="6407150"/>
          <p14:tracePt t="96195" x="2647950" y="6375400"/>
          <p14:tracePt t="96212" x="2628900" y="6343650"/>
          <p14:tracePt t="96228" x="2571750" y="6210300"/>
          <p14:tracePt t="96245" x="2489200" y="6026150"/>
          <p14:tracePt t="96261" x="2444750" y="5905500"/>
          <p14:tracePt t="96278" x="2349500" y="5708650"/>
          <p14:tracePt t="96295" x="2266950" y="5511800"/>
          <p14:tracePt t="96312" x="2197100" y="5340350"/>
          <p14:tracePt t="96328" x="2165350" y="5257800"/>
          <p14:tracePt t="96344" x="2127250" y="5124450"/>
          <p14:tracePt t="96362" x="2095500" y="5029200"/>
          <p14:tracePt t="96378" x="2082800" y="4997450"/>
          <p14:tracePt t="96394" x="2076450" y="4965700"/>
          <p14:tracePt t="96411" x="2063750" y="4927600"/>
          <p14:tracePt t="96427" x="2063750" y="4914900"/>
          <p14:tracePt t="96444" x="2063750" y="4908550"/>
          <p14:tracePt t="96544" x="2063750" y="4902200"/>
          <p14:tracePt t="96551" x="2070100" y="4902200"/>
          <p14:tracePt t="96565" x="2070100" y="4895850"/>
          <p14:tracePt t="96576" x="2070100" y="4883150"/>
          <p14:tracePt t="96594" x="2070100" y="4870450"/>
          <p14:tracePt t="96627" x="2070100" y="4851400"/>
          <p14:tracePt t="96643" x="2076450" y="4832350"/>
          <p14:tracePt t="96660" x="2076450" y="4819650"/>
          <p14:tracePt t="96677" x="2076450" y="4794250"/>
          <p14:tracePt t="96693" x="2082800" y="4781550"/>
          <p14:tracePt t="96710" x="2082800" y="4775200"/>
          <p14:tracePt t="96727" x="2082800" y="4768850"/>
          <p14:tracePt t="96743" x="2082800" y="4762500"/>
          <p14:tracePt t="96763" x="2089150" y="4756150"/>
          <p14:tracePt t="96797" x="2089150" y="4749800"/>
          <p14:tracePt t="96818" x="2089150" y="4743450"/>
          <p14:tracePt t="96845" x="2095500" y="4730750"/>
          <p14:tracePt t="96853" x="2101850" y="4724400"/>
          <p14:tracePt t="96867" x="2108200" y="4705350"/>
          <p14:tracePt t="96876" x="2120900" y="4686300"/>
          <p14:tracePt t="96893" x="2133600" y="4660900"/>
          <p14:tracePt t="96909" x="2159000" y="4597400"/>
          <p14:tracePt t="96926" x="2190750" y="4546600"/>
          <p14:tracePt t="96943" x="2197100" y="4527550"/>
          <p14:tracePt t="96959" x="2222500" y="4483100"/>
          <p14:tracePt t="96976" x="2228850" y="4464050"/>
          <p14:tracePt t="96994" x="2235200" y="4457700"/>
          <p14:tracePt t="97112" x="2235200" y="4464050"/>
          <p14:tracePt t="97148" x="2235200" y="4470400"/>
          <p14:tracePt t="97246" x="2241550" y="4464050"/>
          <p14:tracePt t="97252" x="2247900" y="4464050"/>
          <p14:tracePt t="97275" x="2254250" y="4464050"/>
          <p14:tracePt t="97295" x="2254250" y="4457700"/>
          <p14:tracePt t="97316" x="2254250" y="4451350"/>
          <p14:tracePt t="97322" x="2254250" y="4445000"/>
          <p14:tracePt t="97344" x="2260600" y="4438650"/>
          <p14:tracePt t="97360" x="2260600" y="4432300"/>
          <p14:tracePt t="97387" x="2266950" y="4432300"/>
          <p14:tracePt t="97393" x="2266950" y="4425950"/>
          <p14:tracePt t="97414" x="2266950" y="4419600"/>
          <p14:tracePt t="97457" x="2266950" y="4413250"/>
          <p14:tracePt t="97463" x="2266950" y="4406900"/>
          <p14:tracePt t="97506" x="2266950" y="4400550"/>
          <p14:tracePt t="97527" x="2266950" y="4394200"/>
          <p14:tracePt t="97555" x="2273300" y="4394200"/>
          <p14:tracePt t="98131" x="2292350" y="4406900"/>
          <p14:tracePt t="98138" x="2324100" y="4432300"/>
          <p14:tracePt t="98145" x="2355850" y="4457700"/>
          <p14:tracePt t="98159" x="2387600" y="4470400"/>
          <p14:tracePt t="98172" x="2413000" y="4495800"/>
          <p14:tracePt t="98189" x="2438400" y="4508500"/>
          <p14:tracePt t="98205" x="2438400" y="4514850"/>
          <p14:tracePt t="98222" x="2444750" y="4521200"/>
          <p14:tracePt t="98278" x="2432050" y="4521200"/>
          <p14:tracePt t="98300" x="2425700" y="4521200"/>
          <p14:tracePt t="98307" x="2413000" y="4521200"/>
          <p14:tracePt t="98328" x="2400300" y="4527550"/>
          <p14:tracePt t="98342" x="2387600" y="4533900"/>
          <p14:tracePt t="98349" x="2374900" y="4540250"/>
          <p14:tracePt t="98357" x="2349500" y="4559300"/>
          <p14:tracePt t="98371" x="2330450" y="4572000"/>
          <p14:tracePt t="98387" x="2317750" y="4584700"/>
          <p14:tracePt t="98405" x="2286000" y="4610100"/>
          <p14:tracePt t="98420" x="2260600" y="4641850"/>
          <p14:tracePt t="98454" x="2260600" y="4648200"/>
          <p14:tracePt t="98482" x="2273300" y="4648200"/>
          <p14:tracePt t="98496" x="2286000" y="4648200"/>
          <p14:tracePt t="98504" x="2292350" y="4641850"/>
          <p14:tracePt t="98520" x="2305050" y="4629150"/>
          <p14:tracePt t="98538" x="2349500" y="4565650"/>
          <p14:tracePt t="98554" x="2374900" y="4483100"/>
          <p14:tracePt t="98570" x="2381250" y="4400550"/>
          <p14:tracePt t="98588" x="2374900" y="4343400"/>
          <p14:tracePt t="98603" x="2349500" y="4311650"/>
          <p14:tracePt t="98620" x="2330450" y="4298950"/>
          <p14:tracePt t="98637" x="2228850" y="4254500"/>
          <p14:tracePt t="98653" x="2190750" y="4254500"/>
          <p14:tracePt t="98670" x="2146300" y="4254500"/>
          <p14:tracePt t="98687" x="2063750" y="4286250"/>
          <p14:tracePt t="98703" x="1993900" y="4356100"/>
          <p14:tracePt t="98720" x="1930400" y="4425950"/>
          <p14:tracePt t="98737" x="1905000" y="4470400"/>
          <p14:tracePt t="98753" x="1898650" y="4527550"/>
          <p14:tracePt t="98770" x="1905000" y="4584700"/>
          <p14:tracePt t="98786" x="1924050" y="4622800"/>
          <p14:tracePt t="98803" x="1974850" y="4705350"/>
          <p14:tracePt t="98820" x="2044700" y="4781550"/>
          <p14:tracePt t="98837" x="2089150" y="4819650"/>
          <p14:tracePt t="98852" x="2190750" y="4876800"/>
          <p14:tracePt t="98869" x="2260600" y="4889500"/>
          <p14:tracePt t="98886" x="2279650" y="4889500"/>
          <p14:tracePt t="98904" x="2298700" y="4883150"/>
          <p14:tracePt t="98920" x="2305050" y="4864100"/>
          <p14:tracePt t="98935" x="2305050" y="4857750"/>
          <p14:tracePt t="98952" x="2305050" y="4851400"/>
          <p14:tracePt t="98969" x="2305050" y="4845050"/>
          <p14:tracePt t="98985" x="2305050" y="4838700"/>
          <p14:tracePt t="99044" x="2298700" y="4845050"/>
          <p14:tracePt t="99072" x="2298700" y="4851400"/>
          <p14:tracePt t="99100" x="2298700" y="4857750"/>
          <p14:tracePt t="99128" x="2298700" y="4864100"/>
          <p14:tracePt t="99149" x="2298700" y="4870450"/>
          <p14:tracePt t="99170" x="2298700" y="4876800"/>
          <p14:tracePt t="99191" x="2292350" y="4883150"/>
          <p14:tracePt t="99198" x="2292350" y="4889500"/>
          <p14:tracePt t="99254" x="2292350" y="4895850"/>
          <p14:tracePt t="99261" x="2292350" y="4902200"/>
          <p14:tracePt t="99270" x="2292350" y="4908550"/>
          <p14:tracePt t="99284" x="2292350" y="4914900"/>
          <p14:tracePt t="99300" x="2292350" y="4927600"/>
          <p14:tracePt t="99318" x="2292350" y="4965700"/>
          <p14:tracePt t="99334" x="2298700" y="5048250"/>
          <p14:tracePt t="99351" x="2298700" y="5099050"/>
          <p14:tracePt t="99367" x="2330450" y="5270500"/>
          <p14:tracePt t="99384" x="2393950" y="5467350"/>
          <p14:tracePt t="99401" x="2438400" y="5581650"/>
          <p14:tracePt t="99404" x="2476500" y="5702300"/>
          <p14:tracePt t="99417" x="2533650" y="5816600"/>
          <p14:tracePt t="99434" x="2641600" y="6038850"/>
          <p14:tracePt t="99451" x="2724150" y="6242050"/>
          <p14:tracePt t="99467" x="2762250" y="6318250"/>
          <p14:tracePt t="99484" x="2819400" y="6419850"/>
          <p14:tracePt t="99501" x="2844800" y="6457950"/>
          <p14:tracePt t="99517" x="2851150" y="6464300"/>
          <p14:tracePt t="99534" x="2857500" y="6464300"/>
          <p14:tracePt t="99550" x="2863850" y="6464300"/>
          <p14:tracePt t="99591" x="2863850" y="6457950"/>
          <p14:tracePt t="99605" x="2863850" y="6445250"/>
          <p14:tracePt t="99616" x="2870200" y="6438900"/>
          <p14:tracePt t="99634" x="2870200" y="6413500"/>
          <p14:tracePt t="99650" x="2870200" y="6388100"/>
          <p14:tracePt t="99666" x="2870200" y="6311900"/>
          <p14:tracePt t="99683" x="2857500" y="6153150"/>
          <p14:tracePt t="99699" x="2838450" y="6064250"/>
          <p14:tracePt t="99717" x="2800350" y="5854700"/>
          <p14:tracePt t="99733" x="2743200" y="5664200"/>
          <p14:tracePt t="99749" x="2724150" y="5568950"/>
          <p14:tracePt t="99766" x="2679700" y="5435600"/>
          <p14:tracePt t="99783" x="2641600" y="5353050"/>
          <p14:tracePt t="99799" x="2628900" y="5327650"/>
          <p14:tracePt t="99816" x="2622550" y="5308600"/>
          <p14:tracePt t="99866" x="2622550" y="5314950"/>
          <p14:tracePt t="99872" x="2616200" y="5321300"/>
          <p14:tracePt t="99886" x="2616200" y="5334000"/>
          <p14:tracePt t="99899" x="2616200" y="5353050"/>
          <p14:tracePt t="99915" x="2622550" y="5397500"/>
          <p14:tracePt t="99932" x="2641600" y="5435600"/>
          <p14:tracePt t="99949" x="2698750" y="5575300"/>
          <p14:tracePt t="99965" x="2768600" y="5759450"/>
          <p14:tracePt t="99982" x="2813050" y="5861050"/>
          <p14:tracePt t="99999" x="2895600" y="6064250"/>
          <p14:tracePt t="100015" x="2965450" y="6235700"/>
          <p14:tracePt t="100032" x="2997200" y="6305550"/>
          <p14:tracePt t="100048" x="3028950" y="6400800"/>
          <p14:tracePt t="100065" x="3048000" y="6432550"/>
          <p14:tracePt t="100082" x="3048000" y="6445250"/>
          <p14:tracePt t="100098" x="3048000" y="6451600"/>
          <p14:tracePt t="100146" x="3048000" y="6457950"/>
          <p14:tracePt t="100153" x="3048000" y="6464300"/>
          <p14:tracePt t="100168" x="3041650" y="6464300"/>
          <p14:tracePt t="100181" x="3022600" y="6464300"/>
          <p14:tracePt t="100198" x="3016250" y="6464300"/>
          <p14:tracePt t="100214" x="3009900" y="6464300"/>
          <p14:tracePt t="100231" x="2997200" y="6464300"/>
          <p14:tracePt t="100248" x="2978150" y="6464300"/>
          <p14:tracePt t="100265" x="2965450" y="6464300"/>
          <p14:tracePt t="100282" x="2959100" y="6457950"/>
          <p14:tracePt t="100298" x="2940050" y="6457950"/>
          <p14:tracePt t="100315" x="2921000" y="6451600"/>
          <p14:tracePt t="100331" x="2908300" y="6451600"/>
          <p14:tracePt t="100347" x="2876550" y="6451600"/>
          <p14:tracePt t="100364" x="2832100" y="6451600"/>
          <p14:tracePt t="100380" x="2806700" y="6451600"/>
          <p14:tracePt t="100399" x="2755900" y="6451600"/>
          <p14:tracePt t="100414" x="2705100" y="6451600"/>
          <p14:tracePt t="100431" x="2686050" y="6457950"/>
          <p14:tracePt t="100434" x="2667000" y="6457950"/>
          <p14:tracePt t="100450" x="2647950" y="6464300"/>
          <p14:tracePt t="100464" x="2628900" y="6464300"/>
          <p14:tracePt t="100497" x="2616200" y="6464300"/>
          <p14:tracePt t="100513" x="2603500" y="6470650"/>
          <p14:tracePt t="100530" x="2597150" y="6470650"/>
          <p14:tracePt t="100547" x="2590800" y="6477000"/>
          <p14:tracePt t="100563" x="2584450" y="6477000"/>
          <p14:tracePt t="100595" x="2584450" y="6483350"/>
          <p14:tracePt t="100665" x="2578100" y="6483350"/>
          <p14:tracePt t="100714" x="2571750" y="6483350"/>
          <p14:tracePt t="100813" x="2565400" y="6483350"/>
          <p14:tracePt t="100834" x="2559050" y="6483350"/>
          <p14:tracePt t="100855" x="2552700" y="6483350"/>
          <p14:tracePt t="100876" x="2546350" y="6483350"/>
          <p14:tracePt t="100995" x="2552700" y="6483350"/>
          <p14:tracePt t="101009" x="2559050" y="6483350"/>
          <p14:tracePt t="101016" x="2565400" y="6483350"/>
          <p14:tracePt t="101028" x="2584450" y="6483350"/>
          <p14:tracePt t="101045" x="2654300" y="6470650"/>
          <p14:tracePt t="101061" x="2705100" y="6470650"/>
          <p14:tracePt t="101078" x="2774950" y="6457950"/>
          <p14:tracePt t="101095" x="3003550" y="6432550"/>
          <p14:tracePt t="101111" x="3073400" y="6419850"/>
          <p14:tracePt t="101129" x="3200400" y="6419850"/>
          <p14:tracePt t="101145" x="3251200" y="6413500"/>
          <p14:tracePt t="101161" x="3346450" y="6413500"/>
          <p14:tracePt t="101178" x="3390900" y="6413500"/>
          <p14:tracePt t="101194" x="3409950" y="6413500"/>
          <p14:tracePt t="101211" x="3448050" y="6413500"/>
          <p14:tracePt t="101228" x="3467100" y="6413500"/>
          <p14:tracePt t="101244" x="3479800" y="6407150"/>
          <p14:tracePt t="101262" x="3505200" y="6407150"/>
          <p14:tracePt t="101277" x="3549650" y="6407150"/>
          <p14:tracePt t="101294" x="3568700" y="6413500"/>
          <p14:tracePt t="101311" x="3638550" y="6419850"/>
          <p14:tracePt t="101327" x="3727450" y="6432550"/>
          <p14:tracePt t="101344" x="3784600" y="6432550"/>
          <p14:tracePt t="101361" x="3873500" y="6432550"/>
          <p14:tracePt t="101377" x="3962400" y="6426200"/>
          <p14:tracePt t="101394" x="3994150" y="6426200"/>
          <p14:tracePt t="101410" x="4057650" y="6426200"/>
          <p14:tracePt t="101428" x="4083050" y="6419850"/>
          <p14:tracePt t="101445" x="4146550" y="6413500"/>
          <p14:tracePt t="101447" x="4178300" y="6413500"/>
          <p14:tracePt t="101460" x="4216400" y="6413500"/>
          <p14:tracePt t="101477" x="4241800" y="6413500"/>
          <p14:tracePt t="101494" x="4311650" y="6413500"/>
          <p14:tracePt t="101510" x="4368800" y="6413500"/>
          <p14:tracePt t="101526" x="4394200" y="6413500"/>
          <p14:tracePt t="101543" x="4438650" y="6407150"/>
          <p14:tracePt t="101560" x="4476750" y="6400800"/>
          <p14:tracePt t="101576" x="4489450" y="6400800"/>
          <p14:tracePt t="101593" x="4533900" y="6400800"/>
          <p14:tracePt t="101609" x="4540250" y="6400800"/>
          <p14:tracePt t="101628" x="4565650" y="6394450"/>
          <p14:tracePt t="101644" x="4591050" y="6394450"/>
          <p14:tracePt t="101659" x="4603750" y="6388100"/>
          <p14:tracePt t="101677" x="4635500" y="6388100"/>
          <p14:tracePt t="101692" x="4686300" y="6388100"/>
          <p14:tracePt t="101709" x="4711700" y="6388100"/>
          <p14:tracePt t="101726" x="4768850" y="6388100"/>
          <p14:tracePt t="101742" x="4819650" y="6388100"/>
          <p14:tracePt t="101759" x="4845050" y="6388100"/>
          <p14:tracePt t="101776" x="4876800" y="6388100"/>
          <p14:tracePt t="101792" x="4921250" y="6388100"/>
          <p14:tracePt t="101810" x="4959350" y="6388100"/>
          <p14:tracePt t="101825" x="4978400" y="6388100"/>
          <p14:tracePt t="101842" x="5022850" y="6388100"/>
          <p14:tracePt t="101859" x="5080000" y="6388100"/>
          <p14:tracePt t="101875" x="5099050" y="6388100"/>
          <p14:tracePt t="101892" x="5130800" y="6388100"/>
          <p14:tracePt t="101909" x="5175250" y="6388100"/>
          <p14:tracePt t="101925" x="5194300" y="6388100"/>
          <p14:tracePt t="101942" x="5226050" y="6381750"/>
          <p14:tracePt t="101958" x="5264150" y="6381750"/>
          <p14:tracePt t="101975" x="5289550" y="6375400"/>
          <p14:tracePt t="101992" x="5340350" y="6362700"/>
          <p14:tracePt t="102008" x="5372100" y="6356350"/>
          <p14:tracePt t="102025" x="5391150" y="6350000"/>
          <p14:tracePt t="102042" x="5416550" y="6350000"/>
          <p14:tracePt t="102058" x="5435600" y="6350000"/>
          <p14:tracePt t="102074" x="5461000" y="6343650"/>
          <p14:tracePt t="102091" x="5486400" y="6343650"/>
          <p14:tracePt t="102108" x="5499100" y="6343650"/>
          <p14:tracePt t="102125" x="5530850" y="6343650"/>
          <p14:tracePt t="102141" x="5562600" y="6343650"/>
          <p14:tracePt t="102158" x="5575300" y="6343650"/>
          <p14:tracePt t="102175" x="5600700" y="6343650"/>
          <p14:tracePt t="102191" x="5626100" y="6343650"/>
          <p14:tracePt t="102207" x="5632450" y="6343650"/>
          <p14:tracePt t="102224" x="5645150" y="6343650"/>
          <p14:tracePt t="102241" x="5657850" y="6343650"/>
          <p14:tracePt t="102274" x="5664200" y="6343650"/>
          <p14:tracePt t="102290" x="5670550" y="6343650"/>
          <p14:tracePt t="102314" x="5670550" y="6350000"/>
          <p14:tracePt t="102992" x="5626100" y="6350000"/>
          <p14:tracePt t="102999" x="5594350" y="6350000"/>
          <p14:tracePt t="103013" x="5556250" y="6356350"/>
          <p14:tracePt t="103022" x="5524500" y="6356350"/>
          <p14:tracePt t="103038" x="5486400" y="6356350"/>
          <p14:tracePt t="103055" x="5397500" y="6362700"/>
          <p14:tracePt t="103071" x="5295900" y="6362700"/>
          <p14:tracePt t="103088" x="5226050" y="6362700"/>
          <p14:tracePt t="103105" x="5073650" y="6362700"/>
          <p14:tracePt t="103121" x="4997450" y="6362700"/>
          <p14:tracePt t="103138" x="4832350" y="6362700"/>
          <p14:tracePt t="103155" x="4679950" y="6362700"/>
          <p14:tracePt t="103171" x="4603750" y="6375400"/>
          <p14:tracePt t="103188" x="4457700" y="6394450"/>
          <p14:tracePt t="103204" x="4318000" y="6394450"/>
          <p14:tracePt t="103221" x="4241800" y="6394450"/>
          <p14:tracePt t="103238" x="4127500" y="6407150"/>
          <p14:tracePt t="103254" x="4019550" y="6413500"/>
          <p14:tracePt t="103270" x="3981450" y="6419850"/>
          <p14:tracePt t="103287" x="3898900" y="6419850"/>
          <p14:tracePt t="103304" x="3835400" y="6419850"/>
          <p14:tracePt t="103320" x="3797300" y="6419850"/>
          <p14:tracePt t="103337" x="3746500" y="6419850"/>
          <p14:tracePt t="103353" x="3702050" y="6419850"/>
          <p14:tracePt t="103371" x="3689350" y="6419850"/>
          <p14:tracePt t="103387" x="3657600" y="6419850"/>
          <p14:tracePt t="103403" x="3644900" y="6419850"/>
          <p14:tracePt t="103421" x="3619500" y="6432550"/>
          <p14:tracePt t="103437" x="3606800" y="6432550"/>
          <p14:tracePt t="103440" x="3594100" y="6438900"/>
          <p14:tracePt t="103470" x="3575050" y="6445250"/>
          <p14:tracePt t="103486" x="3562350" y="6457950"/>
          <p14:tracePt t="103503" x="3556000" y="6457950"/>
          <p14:tracePt t="103520" x="3543300" y="6470650"/>
          <p14:tracePt t="103537" x="3536950" y="6470650"/>
          <p14:tracePt t="103569" x="3530600" y="6477000"/>
          <p14:tracePt t="103603" x="3524250" y="6477000"/>
          <p14:tracePt t="103674" x="3524250" y="6483350"/>
          <p14:tracePt t="103722" x="3530600" y="6483350"/>
          <p14:tracePt t="103765" x="3536950" y="6483350"/>
          <p14:tracePt t="103787" x="3543300" y="6483350"/>
          <p14:tracePt t="103792" x="3556000" y="6483350"/>
          <p14:tracePt t="103807" x="3562350" y="6483350"/>
          <p14:tracePt t="103818" x="3575050" y="6483350"/>
          <p14:tracePt t="103835" x="3632200" y="6470650"/>
          <p14:tracePt t="103852" x="3676650" y="6451600"/>
          <p14:tracePt t="103868" x="3797300" y="6426200"/>
          <p14:tracePt t="103885" x="3930650" y="6388100"/>
          <p14:tracePt t="103901" x="3994150" y="6369050"/>
          <p14:tracePt t="103919" x="4095750" y="6324600"/>
          <p14:tracePt t="103935" x="4159250" y="6299200"/>
          <p14:tracePt t="103951" x="4178300" y="6280150"/>
          <p14:tracePt t="103955" x="4197350" y="6267450"/>
          <p14:tracePt t="103971" x="4203700" y="6254750"/>
          <p14:tracePt t="103985" x="4210050" y="6223000"/>
          <p14:tracePt t="104001" x="4210050" y="6203950"/>
          <p14:tracePt t="104018" x="4178300" y="6165850"/>
          <p14:tracePt t="104034" x="4146550" y="6127750"/>
          <p14:tracePt t="104051" x="4044950" y="6064250"/>
          <p14:tracePt t="104068" x="3860800" y="5975350"/>
          <p14:tracePt t="104084" x="3752850" y="5918200"/>
          <p14:tracePt t="104102" x="3530600" y="5810250"/>
          <p14:tracePt t="104117" x="3244850" y="5683250"/>
          <p14:tracePt t="104134" x="3098800" y="5613400"/>
          <p14:tracePt t="104151" x="2838450" y="5486400"/>
          <p14:tracePt t="104167" x="2660650" y="5378450"/>
          <p14:tracePt t="104184" x="2578100" y="5327650"/>
          <p14:tracePt t="104201" x="2438400" y="5251450"/>
          <p14:tracePt t="104217" x="2298700" y="5149850"/>
          <p14:tracePt t="104234" x="2235200" y="5111750"/>
          <p14:tracePt t="104250" x="2114550" y="5022850"/>
          <p14:tracePt t="104267" x="2032000" y="4940300"/>
          <p14:tracePt t="104284" x="1968500" y="4883150"/>
          <p14:tracePt t="104300" x="1943100" y="4851400"/>
          <p14:tracePt t="104317" x="1911350" y="4806950"/>
          <p14:tracePt t="104334" x="1885950" y="4768850"/>
          <p14:tracePt t="104350" x="1885950" y="4749800"/>
          <p14:tracePt t="104367" x="1898650" y="4737100"/>
          <p14:tracePt t="104384" x="1917700" y="4737100"/>
          <p14:tracePt t="104667" x="1911350" y="4737100"/>
          <p14:tracePt t="104674" x="1879600" y="4724400"/>
          <p14:tracePt t="104688" x="1860550" y="4705350"/>
          <p14:tracePt t="104699" x="1828800" y="4686300"/>
          <p14:tracePt t="104716" x="1771650" y="4635500"/>
          <p14:tracePt t="104732" x="1752600" y="4603750"/>
          <p14:tracePt t="104748" x="1708150" y="4527550"/>
          <p14:tracePt t="104766" x="1663700" y="4438650"/>
          <p14:tracePt t="104782" x="1644650" y="4400550"/>
          <p14:tracePt t="104798" x="1631950" y="4356100"/>
          <p14:tracePt t="104816" x="1600200" y="4279900"/>
          <p14:tracePt t="104832" x="1593850" y="4273550"/>
          <p14:tracePt t="104848" x="1593850" y="4267200"/>
          <p14:tracePt t="104899" x="1587500" y="4267200"/>
          <p14:tracePt t="104927" x="1587500" y="4273550"/>
          <p14:tracePt t="104934" x="1581150" y="4286250"/>
          <p14:tracePt t="104955" x="1581150" y="4292600"/>
          <p14:tracePt t="104969" x="1581150" y="4305300"/>
          <p14:tracePt t="104981" x="1581150" y="4311650"/>
          <p14:tracePt t="104998" x="1581150" y="4343400"/>
          <p14:tracePt t="105015" x="1581150" y="4362450"/>
          <p14:tracePt t="105032" x="1587500" y="4425950"/>
          <p14:tracePt t="105048" x="1600200" y="4521200"/>
          <p14:tracePt t="105064" x="1612900" y="4565650"/>
          <p14:tracePt t="105082" x="1619250" y="4603750"/>
          <p14:tracePt t="105097" x="1638300" y="4699000"/>
          <p14:tracePt t="105114" x="1638300" y="4705350"/>
          <p14:tracePt t="105131" x="1644650" y="4718050"/>
          <p14:tracePt t="105147" x="1644650" y="4730750"/>
          <p14:tracePt t="105180" x="1644650" y="4737100"/>
          <p14:tracePt t="105236" x="1651000" y="4737100"/>
          <p14:tracePt t="105257" x="1657350" y="4730750"/>
          <p14:tracePt t="105271" x="1657350" y="4724400"/>
          <p14:tracePt t="105278" x="1663700" y="4724400"/>
          <p14:tracePt t="105292" x="1670050" y="4724400"/>
          <p14:tracePt t="105300" x="1670050" y="4718050"/>
          <p14:tracePt t="105314" x="1676400" y="4711700"/>
          <p14:tracePt t="105330" x="1682750" y="4711700"/>
          <p14:tracePt t="105346" x="1695450" y="4699000"/>
          <p14:tracePt t="105364" x="1733550" y="4679950"/>
          <p14:tracePt t="105380" x="1771650" y="4641850"/>
          <p14:tracePt t="105398" x="1828800" y="4603750"/>
          <p14:tracePt t="105413" x="1841500" y="4591050"/>
          <p14:tracePt t="105430" x="1854200" y="4578350"/>
          <p14:tracePt t="105447" x="1879600" y="4559300"/>
          <p14:tracePt t="105463" x="1879600" y="4552950"/>
          <p14:tracePt t="105480" x="1879600" y="4546600"/>
          <p14:tracePt t="105496" x="1873250" y="4546600"/>
          <p14:tracePt t="105513" x="1860550" y="4546600"/>
          <p14:tracePt t="105530" x="1841500" y="4540250"/>
          <p14:tracePt t="105546" x="1828800" y="4533900"/>
          <p14:tracePt t="105563" x="1797050" y="4527550"/>
          <p14:tracePt t="105580" x="1746250" y="4514850"/>
          <p14:tracePt t="105596" x="1714500" y="4508500"/>
          <p14:tracePt t="105612" x="1676400" y="4502150"/>
          <p14:tracePt t="105629" x="1651000" y="4489450"/>
          <p14:tracePt t="105645" x="1638300" y="4489450"/>
          <p14:tracePt t="105662" x="1631950" y="4483100"/>
          <p14:tracePt t="105679" x="1625600" y="4476750"/>
          <p14:tracePt t="105769" x="1625600" y="4470400"/>
          <p14:tracePt t="105784" x="1631950" y="4470400"/>
          <p14:tracePt t="105798" x="1638300" y="4470400"/>
          <p14:tracePt t="105819" x="1644650" y="4464050"/>
          <p14:tracePt t="105832" x="1651000" y="4464050"/>
          <p14:tracePt t="105840" x="1657350" y="4464050"/>
          <p14:tracePt t="105854" x="1657350" y="4457700"/>
          <p14:tracePt t="105862" x="1663700" y="4457700"/>
          <p14:tracePt t="105878" x="1670050" y="4451350"/>
          <p14:tracePt t="105894" x="1676400" y="4445000"/>
          <p14:tracePt t="105911" x="1695450" y="4425950"/>
          <p14:tracePt t="105928" x="1701800" y="4413250"/>
          <p14:tracePt t="105945" x="1720850" y="4394200"/>
          <p14:tracePt t="105961" x="1727200" y="4375150"/>
          <p14:tracePt t="105978" x="1733550" y="4362450"/>
          <p14:tracePt t="105994" x="1739900" y="4356100"/>
          <p14:tracePt t="106011" x="1739900" y="4349750"/>
          <p14:tracePt t="106027" x="1739900" y="4343400"/>
          <p14:tracePt t="106078" x="1739900" y="4330700"/>
          <p14:tracePt t="106114" x="1739900" y="4324350"/>
          <p14:tracePt t="106120" x="1739900" y="4318000"/>
          <p14:tracePt t="106142" x="1739900" y="4311650"/>
          <p14:tracePt t="106149" x="1739900" y="4305300"/>
          <p14:tracePt t="106170" x="1739900" y="4298950"/>
          <p14:tracePt t="106198" x="1739900" y="4292600"/>
          <p14:tracePt t="106212" x="1739900" y="4286250"/>
          <p14:tracePt t="106233" x="1739900" y="4279900"/>
          <p14:tracePt t="106517" x="1739900" y="4267200"/>
          <p14:tracePt t="106531" x="1739900" y="4254500"/>
          <p14:tracePt t="106538" x="1739900" y="4241800"/>
          <p14:tracePt t="106552" x="1739900" y="4222750"/>
          <p14:tracePt t="106561" x="1733550" y="4203700"/>
          <p14:tracePt t="106577" x="1733550" y="4184650"/>
          <p14:tracePt t="106593" x="1708150" y="4121150"/>
          <p14:tracePt t="106609" x="1682750" y="4025900"/>
          <p14:tracePt t="106626" x="1657350" y="3956050"/>
          <p14:tracePt t="106643" x="1625600" y="3778250"/>
          <p14:tracePt t="106659" x="1581150" y="3530600"/>
          <p14:tracePt t="106675" x="1574800" y="3403600"/>
          <p14:tracePt t="106692" x="1549400" y="3175000"/>
          <p14:tracePt t="106709" x="1543050" y="3009900"/>
          <p14:tracePt t="106726" x="1543050" y="2933700"/>
          <p14:tracePt t="106742" x="1543050" y="2819400"/>
          <p14:tracePt t="106758" x="1543050" y="2768600"/>
          <p14:tracePt t="106775" x="1543050" y="2736850"/>
          <p14:tracePt t="106792" x="1536700" y="2686050"/>
          <p14:tracePt t="106808" x="1524000" y="2647950"/>
          <p14:tracePt t="106825" x="1524000" y="2622550"/>
          <p14:tracePt t="106841" x="1524000" y="2609850"/>
          <p14:tracePt t="106858" x="1517650" y="2584450"/>
          <p14:tracePt t="106875" x="1511300" y="2559050"/>
          <p14:tracePt t="106891" x="1511300" y="2546350"/>
          <p14:tracePt t="106908" x="1511300" y="2540000"/>
          <p14:tracePt t="106952" x="1511300" y="2552700"/>
          <p14:tracePt t="106966" x="1511300" y="2565400"/>
          <p14:tracePt t="106974" x="1511300" y="2578100"/>
          <p14:tracePt t="106991" x="1511300" y="2616200"/>
          <p14:tracePt t="107008" x="1511300" y="2806700"/>
          <p14:tracePt t="107024" x="1511300" y="2908300"/>
          <p14:tracePt t="107041" x="1511300" y="3009900"/>
          <p14:tracePt t="107058" x="1549400" y="3333750"/>
          <p14:tracePt t="107074" x="1562100" y="3435350"/>
          <p14:tracePt t="107090" x="1568450" y="3536950"/>
          <p14:tracePt t="107107" x="1581150" y="3714750"/>
          <p14:tracePt t="107124" x="1600200" y="3867150"/>
          <p14:tracePt t="107142" x="1625600" y="3981450"/>
          <p14:tracePt t="107157" x="1625600" y="4032250"/>
          <p14:tracePt t="107174" x="1651000" y="4083050"/>
          <p14:tracePt t="107192" x="1663700" y="4108450"/>
          <p14:tracePt t="107207" x="1663700" y="4114800"/>
          <p14:tracePt t="107224" x="1670050" y="4127500"/>
          <p14:tracePt t="107256" x="1670050" y="4140200"/>
          <p14:tracePt t="107274" x="1676400" y="4152900"/>
          <p14:tracePt t="107290" x="1676400" y="4165600"/>
          <p14:tracePt t="107306" x="1682750" y="4178300"/>
          <p14:tracePt t="107324" x="1682750" y="4184650"/>
          <p14:tracePt t="107339" x="1689100" y="4222750"/>
          <p14:tracePt t="107357" x="1695450" y="4235450"/>
          <p14:tracePt t="107374" x="1701800" y="4267200"/>
          <p14:tracePt t="107406" x="1708150" y="4292600"/>
          <p14:tracePt t="107423" x="1714500" y="4318000"/>
          <p14:tracePt t="107439" x="1714500" y="4324350"/>
          <p14:tracePt t="107456" x="1714500" y="4337050"/>
          <p14:tracePt t="107521" x="1720850" y="4337050"/>
          <p14:tracePt t="107542" x="1727200" y="4337050"/>
          <p14:tracePt t="107549" x="1727200" y="4330700"/>
          <p14:tracePt t="107563" x="1727200" y="4324350"/>
          <p14:tracePt t="107572" x="1733550" y="4318000"/>
          <p14:tracePt t="107588" x="1733550" y="4305300"/>
          <p14:tracePt t="107606" x="1746250" y="4273550"/>
          <p14:tracePt t="107622" x="1752600" y="4241800"/>
          <p14:tracePt t="107639" x="1758950" y="4222750"/>
          <p14:tracePt t="107656" x="1765300" y="4197350"/>
          <p14:tracePt t="107672" x="1765300" y="4191000"/>
          <p14:tracePt t="107710" x="1765300" y="4197350"/>
          <p14:tracePt t="107726" x="1765300" y="4210050"/>
          <p14:tracePt t="107739" x="1765300" y="4229100"/>
          <p14:tracePt t="107755" x="1765300" y="4286250"/>
          <p14:tracePt t="107772" x="1765300" y="4337050"/>
          <p14:tracePt t="107788" x="1809750" y="4508500"/>
          <p14:tracePt t="107805" x="1885950" y="4756150"/>
          <p14:tracePt t="107822" x="1962150" y="4927600"/>
          <p14:tracePt t="107838" x="2184400" y="5346700"/>
          <p14:tracePt t="107855" x="2444750" y="5822950"/>
          <p14:tracePt t="107872" x="2698750" y="6280150"/>
          <p14:tracePt t="107888" x="2794000" y="6451600"/>
          <p14:tracePt t="107905" x="2952750" y="6731000"/>
          <p14:tracePt t="107922" x="3086100" y="6851650"/>
          <p14:tracePt t="107938" x="3130550" y="6851650"/>
          <p14:tracePt t="107954" x="3181350" y="6851650"/>
          <p14:tracePt t="107971" x="3314700" y="6851650"/>
          <p14:tracePt t="107987" x="3346450" y="6851650"/>
          <p14:tracePt t="108005" x="3365500" y="6851650"/>
          <p14:tracePt t="108021" x="3397250" y="6845300"/>
          <p14:tracePt t="108037" x="3422650" y="6832600"/>
          <p14:tracePt t="108055" x="3460750" y="6807200"/>
          <p14:tracePt t="108070" x="3479800" y="6794500"/>
          <p14:tracePt t="108087" x="3524250" y="6769100"/>
          <p14:tracePt t="108105" x="3587750" y="6737350"/>
          <p14:tracePt t="108120" x="3619500" y="6711950"/>
          <p14:tracePt t="108137" x="3683000" y="6667500"/>
          <p14:tracePt t="108154" x="3746500" y="6616700"/>
          <p14:tracePt t="108170" x="3778250" y="6604000"/>
          <p14:tracePt t="108188" x="3841750" y="6578600"/>
          <p14:tracePt t="108204" x="3873500" y="6565900"/>
          <p14:tracePt t="108220" x="3937000" y="6534150"/>
          <p14:tracePt t="108238" x="4000500" y="6496050"/>
          <p14:tracePt t="108253" x="4057650" y="6451600"/>
          <p14:tracePt t="108270" x="4083050" y="6445250"/>
          <p14:tracePt t="108287" x="4127500" y="6426200"/>
          <p14:tracePt t="108303" x="4140200" y="6419850"/>
          <p14:tracePt t="108320" x="4165600" y="6413500"/>
          <p14:tracePt t="108336" x="4184650" y="6407150"/>
          <p14:tracePt t="108353" x="4191000" y="6407150"/>
          <p14:tracePt t="108386" x="4197350" y="6407150"/>
          <p14:tracePt t="108434" x="4210050" y="6407150"/>
          <p14:tracePt t="108448" x="4222750" y="6407150"/>
          <p14:tracePt t="108455" x="4235450" y="6407150"/>
          <p14:tracePt t="108469" x="4248150" y="6413500"/>
          <p14:tracePt t="108486" x="4324350" y="6419850"/>
          <p14:tracePt t="108503" x="4381500" y="6426200"/>
          <p14:tracePt t="108519" x="4540250" y="6457950"/>
          <p14:tracePt t="108536" x="4629150" y="6477000"/>
          <p14:tracePt t="108554" x="4965700" y="6553200"/>
          <p14:tracePt t="108569" x="5092700" y="6572250"/>
          <p14:tracePt t="108585" x="5207000" y="6591300"/>
          <p14:tracePt t="108602" x="5505450" y="6648450"/>
          <p14:tracePt t="108619" x="5594350" y="6654800"/>
          <p14:tracePt t="108635" x="5670550" y="6667500"/>
          <p14:tracePt t="108652" x="5791200" y="6673850"/>
          <p14:tracePt t="108668" x="5867400" y="6673850"/>
          <p14:tracePt t="108686" x="5886450" y="6673850"/>
          <p14:tracePt t="108702" x="5918200" y="6673850"/>
          <p14:tracePt t="108719" x="5924550" y="6673850"/>
          <p14:tracePt t="108827" x="5918200" y="6673850"/>
          <p14:tracePt t="108869" x="5918200" y="6667500"/>
          <p14:tracePt t="109044" x="5911850" y="6667500"/>
          <p14:tracePt t="109465" x="5911850" y="6604000"/>
          <p14:tracePt t="109479" x="5911850" y="6515100"/>
          <p14:tracePt t="109486" x="5911850" y="6375400"/>
          <p14:tracePt t="109502" x="5911850" y="6216650"/>
          <p14:tracePt t="109516" x="5911850" y="6064250"/>
          <p14:tracePt t="109532" x="5880100" y="5683250"/>
          <p14:tracePt t="109549" x="5842000" y="5321300"/>
          <p14:tracePt t="109566" x="5816600" y="5130800"/>
          <p14:tracePt t="109582" x="5759450" y="4806950"/>
          <p14:tracePt t="109599" x="5715000" y="4483100"/>
          <p14:tracePt t="109615" x="5702300" y="4381500"/>
          <p14:tracePt t="109633" x="5683250" y="4235450"/>
          <p14:tracePt t="109649" x="5664200" y="4140200"/>
          <p14:tracePt t="109665" x="5657850" y="4121150"/>
          <p14:tracePt t="109682" x="5651500" y="4070350"/>
          <p14:tracePt t="109698" x="5651500" y="4032250"/>
          <p14:tracePt t="109715" x="5651500" y="4019550"/>
          <p14:tracePt t="109732" x="5651500" y="3975100"/>
          <p14:tracePt t="109748" x="5664200" y="3943350"/>
          <p14:tracePt t="109765" x="5670550" y="3930650"/>
          <p14:tracePt t="109782" x="5676900" y="3892550"/>
          <p14:tracePt t="109798" x="5683250" y="3873500"/>
          <p14:tracePt t="109816" x="5715000" y="3829050"/>
          <p14:tracePt t="109831" x="5727700" y="3816350"/>
          <p14:tracePt t="109848" x="5746750" y="3803650"/>
          <p14:tracePt t="109865" x="5784850" y="3740150"/>
          <p14:tracePt t="109881" x="5829300" y="3676650"/>
          <p14:tracePt t="109897" x="5848350" y="3638550"/>
          <p14:tracePt t="109915" x="5886450" y="3587750"/>
          <p14:tracePt t="109931" x="5918200" y="3543300"/>
          <p14:tracePt t="109947" x="5924550" y="3524250"/>
          <p14:tracePt t="109964" x="5943600" y="3492500"/>
          <p14:tracePt t="109981" x="5943600" y="3479800"/>
          <p14:tracePt t="109997" x="5943600" y="3473450"/>
          <p14:tracePt t="110069" x="5930900" y="3473450"/>
          <p14:tracePt t="110083" x="5918200" y="3473450"/>
          <p14:tracePt t="110090" x="5905500" y="3473450"/>
          <p14:tracePt t="110100" x="5886450" y="3473450"/>
          <p14:tracePt t="110113" x="5854700" y="3473450"/>
          <p14:tracePt t="110130" x="5829300" y="3473450"/>
          <p14:tracePt t="110147" x="5727700" y="3479800"/>
          <p14:tracePt t="110164" x="5626100" y="3479800"/>
          <p14:tracePt t="110181" x="5568950" y="3492500"/>
          <p14:tracePt t="110196" x="5492750" y="3492500"/>
          <p14:tracePt t="110213" x="5435600" y="3498850"/>
          <p14:tracePt t="110230" x="5422900" y="3505200"/>
          <p14:tracePt t="110246" x="5397500" y="3511550"/>
          <p14:tracePt t="110294" x="5403850" y="3511550"/>
          <p14:tracePt t="110300" x="5416550" y="3511550"/>
          <p14:tracePt t="110313" x="5441950" y="3498850"/>
          <p14:tracePt t="110330" x="5499100" y="3473450"/>
          <p14:tracePt t="110346" x="5543550" y="3454400"/>
          <p14:tracePt t="110363" x="5600700" y="3435350"/>
          <p14:tracePt t="110379" x="5708650" y="3403600"/>
          <p14:tracePt t="110396" x="5753100" y="3371850"/>
          <p14:tracePt t="110413" x="5810250" y="3352800"/>
          <p14:tracePt t="110429" x="5822950" y="3352800"/>
          <p14:tracePt t="110469" x="5822950" y="3365500"/>
          <p14:tracePt t="110479" x="5803900" y="3378200"/>
          <p14:tracePt t="110496" x="5734050" y="3454400"/>
          <p14:tracePt t="110512" x="5613400" y="3606800"/>
          <p14:tracePt t="110529" x="5524500" y="3721100"/>
          <p14:tracePt t="110533" x="5441950" y="3848100"/>
          <p14:tracePt t="110546" x="5321300" y="4006850"/>
          <p14:tracePt t="110562" x="5092700" y="4349750"/>
          <p14:tracePt t="110578" x="4965700" y="4533900"/>
          <p14:tracePt t="110596" x="4749800" y="4826000"/>
          <p14:tracePt t="110612" x="4591050" y="5099050"/>
          <p14:tracePt t="110629" x="4527550" y="5207000"/>
          <p14:tracePt t="110645" x="4413250" y="5422900"/>
          <p14:tracePt t="110662" x="4305300" y="5581650"/>
          <p14:tracePt t="110678" x="4267200" y="5638800"/>
          <p14:tracePt t="110695" x="4203700" y="5740400"/>
          <p14:tracePt t="110711" x="4178300" y="5810250"/>
          <p14:tracePt t="110729" x="4095750" y="5943600"/>
          <p14:tracePt t="110745" x="4083050" y="5975350"/>
          <p14:tracePt t="110761" x="4064000" y="6000750"/>
          <p14:tracePt t="110778" x="4038600" y="6026150"/>
          <p14:tracePt t="110795" x="4025900" y="6045200"/>
          <p14:tracePt t="110811" x="4025900" y="6051550"/>
          <p14:tracePt t="110828" x="4019550" y="6051550"/>
          <p14:tracePt t="110845" x="4006850" y="6051550"/>
          <p14:tracePt t="110861" x="4000500" y="6038850"/>
          <p14:tracePt t="110877" x="3943350" y="5994400"/>
          <p14:tracePt t="110895" x="3860800" y="5911850"/>
          <p14:tracePt t="110911" x="3733800" y="5803900"/>
          <p14:tracePt t="110928" x="3651250" y="5740400"/>
          <p14:tracePt t="110944" x="3473450" y="5613400"/>
          <p14:tracePt t="110961" x="3321050" y="5511800"/>
          <p14:tracePt t="110977" x="3251200" y="5454650"/>
          <p14:tracePt t="110994" x="3111500" y="5340350"/>
          <p14:tracePt t="111011" x="2959100" y="5251450"/>
          <p14:tracePt t="111027" x="2889250" y="5200650"/>
          <p14:tracePt t="111044" x="2774950" y="5143500"/>
          <p14:tracePt t="111060" x="2667000" y="5099050"/>
          <p14:tracePt t="111077" x="2609850" y="5073650"/>
          <p14:tracePt t="111094" x="2482850" y="5003800"/>
          <p14:tracePt t="111110" x="2438400" y="4946650"/>
          <p14:tracePt t="111126" x="2413000" y="4927600"/>
          <p14:tracePt t="111144" x="2406650" y="4908550"/>
          <p14:tracePt t="111160" x="2406650" y="4902200"/>
          <p14:tracePt t="111177" x="2400300" y="4895850"/>
          <p14:tracePt t="111193" x="2393950" y="4895850"/>
          <p14:tracePt t="111241" x="2387600" y="4895850"/>
          <p14:tracePt t="111290" x="2387600" y="4902200"/>
          <p14:tracePt t="111431" x="2393950" y="4902200"/>
          <p14:tracePt t="111438" x="2400300" y="4902200"/>
          <p14:tracePt t="111460" x="2406650" y="4902200"/>
          <p14:tracePt t="111473" x="2413000" y="4908550"/>
          <p14:tracePt t="111480" x="2419350" y="4908550"/>
          <p14:tracePt t="111495" x="2425700" y="4908550"/>
          <p14:tracePt t="111508" x="2438400" y="4908550"/>
          <p14:tracePt t="111550" x="2444750" y="4914900"/>
          <p14:tracePt t="111571" x="2451100" y="4914900"/>
          <p14:tracePt t="111586" x="2457450" y="4921250"/>
          <p14:tracePt t="111594" x="2457450" y="4927600"/>
          <p14:tracePt t="111608" x="2457450" y="4933950"/>
          <p14:tracePt t="111625" x="2463800" y="4984750"/>
          <p14:tracePt t="111642" x="2482850" y="5092700"/>
          <p14:tracePt t="111658" x="2482850" y="5168900"/>
          <p14:tracePt t="111675" x="2501900" y="5257800"/>
          <p14:tracePt t="111692" x="2540000" y="5568950"/>
          <p14:tracePt t="111708" x="2565400" y="5683250"/>
          <p14:tracePt t="111726" x="2616200" y="5905500"/>
          <p14:tracePt t="111741" x="2635250" y="6007100"/>
          <p14:tracePt t="111758" x="2686050" y="6165850"/>
          <p14:tracePt t="111775" x="2705100" y="6229350"/>
          <p14:tracePt t="111791" x="2736850" y="6318250"/>
          <p14:tracePt t="111808" x="2755900" y="6350000"/>
          <p14:tracePt t="111824" x="2755900" y="6362700"/>
          <p14:tracePt t="111841" x="2755900" y="6369050"/>
          <p14:tracePt t="111875" x="2762250" y="6375400"/>
          <p14:tracePt t="111894" x="2762250" y="6381750"/>
          <p14:tracePt t="111908" x="2768600" y="6381750"/>
          <p14:tracePt t="111925" x="2774950" y="6381750"/>
          <p14:tracePt t="111944" x="2781300" y="6381750"/>
          <p14:tracePt t="111964" x="2787650" y="6381750"/>
          <p14:tracePt t="111978" x="2794000" y="6388100"/>
          <p14:tracePt t="111990" x="2813050" y="6394450"/>
          <p14:tracePt t="112007" x="2844800" y="6413500"/>
          <p14:tracePt t="112024" x="2863850" y="6426200"/>
          <p14:tracePt t="112040" x="2959100" y="6470650"/>
          <p14:tracePt t="112057" x="3060700" y="6534150"/>
          <p14:tracePt t="112073" x="3117850" y="6559550"/>
          <p14:tracePt t="112091" x="3219450" y="6616700"/>
          <p14:tracePt t="112106" x="3314700" y="6642100"/>
          <p14:tracePt t="112123" x="3371850" y="6648450"/>
          <p14:tracePt t="112140" x="3467100" y="6667500"/>
          <p14:tracePt t="112156" x="3556000" y="6680200"/>
          <p14:tracePt t="112173" x="3632200" y="6680200"/>
          <p14:tracePt t="112190" x="3765550" y="6692900"/>
          <p14:tracePt t="112206" x="3898900" y="6711950"/>
          <p14:tracePt t="112224" x="3975100" y="6724650"/>
          <p14:tracePt t="112239" x="4127500" y="6743700"/>
          <p14:tracePt t="112256" x="4203700" y="6743700"/>
          <p14:tracePt t="112273" x="4425950" y="6750050"/>
          <p14:tracePt t="112289" x="4502150" y="6737350"/>
          <p14:tracePt t="112306" x="4578350" y="6731000"/>
          <p14:tracePt t="112323" x="4749800" y="6692900"/>
          <p14:tracePt t="112339" x="4908550" y="6661150"/>
          <p14:tracePt t="112358" x="4959350" y="6654800"/>
          <p14:tracePt t="112372" x="5048250" y="6629400"/>
          <p14:tracePt t="112389" x="5086350" y="6616700"/>
          <p14:tracePt t="112406" x="5105400" y="6610350"/>
          <p14:tracePt t="112422" x="5130800" y="6610350"/>
          <p14:tracePt t="112439" x="5156200" y="6604000"/>
          <p14:tracePt t="112456" x="5194300" y="6591300"/>
          <p14:tracePt t="112472" x="5213350" y="6584950"/>
          <p14:tracePt t="112489" x="5251450" y="6578600"/>
          <p14:tracePt t="112506" x="5334000" y="6572250"/>
          <p14:tracePt t="112522" x="5372100" y="6559550"/>
          <p14:tracePt t="112538" x="5429250" y="6553200"/>
          <p14:tracePt t="112555" x="5549900" y="6527800"/>
          <p14:tracePt t="112572" x="5740400" y="6515100"/>
          <p14:tracePt t="112589" x="5854700" y="6502400"/>
          <p14:tracePt t="112605" x="6070600" y="6496050"/>
          <p14:tracePt t="112621" x="6235700" y="6483350"/>
          <p14:tracePt t="112639" x="6350000" y="6483350"/>
          <p14:tracePt t="112654" x="6381750" y="6483350"/>
          <p14:tracePt t="112671" x="6413500" y="6483350"/>
          <p14:tracePt t="112688" x="6426200" y="6477000"/>
          <p14:tracePt t="112705" x="6432550" y="6477000"/>
          <p14:tracePt t="112849" x="6426200" y="6470650"/>
          <p14:tracePt t="112856" x="6426200" y="6464300"/>
          <p14:tracePt t="112876" x="6426200" y="6457950"/>
          <p14:tracePt t="112884" x="6426200" y="6451600"/>
          <p14:tracePt t="113262" x="6426200" y="6432550"/>
          <p14:tracePt t="113270" x="6432550" y="6413500"/>
          <p14:tracePt t="113282" x="6438900" y="6400800"/>
          <p14:tracePt t="113289" x="6438900" y="6381750"/>
          <p14:tracePt t="113302" x="6438900" y="6356350"/>
          <p14:tracePt t="113319" x="6438900" y="6318250"/>
          <p14:tracePt t="113336" x="6438900" y="6299200"/>
          <p14:tracePt t="113353" x="6432550" y="6248400"/>
          <p14:tracePt t="113369" x="6432550" y="6229350"/>
          <p14:tracePt t="113385" x="6413500" y="6159500"/>
          <p14:tracePt t="113402" x="6400800" y="6089650"/>
          <p14:tracePt t="113419" x="6381750" y="6045200"/>
          <p14:tracePt t="113435" x="6356350" y="5956300"/>
          <p14:tracePt t="113452" x="6311900" y="5880100"/>
          <p14:tracePt t="113468" x="6280150" y="5848350"/>
          <p14:tracePt t="113486" x="6178550" y="5772150"/>
          <p14:tracePt t="113502" x="6000750" y="5702300"/>
          <p14:tracePt t="113518" x="5886450" y="5670550"/>
          <p14:tracePt t="113535" x="5645150" y="5657850"/>
          <p14:tracePt t="113552" x="5378450" y="5664200"/>
          <p14:tracePt t="113568" x="5232400" y="5695950"/>
          <p14:tracePt t="113572" x="5105400" y="5721350"/>
          <p14:tracePt t="113585" x="4959350" y="5765800"/>
          <p14:tracePt t="113601" x="4705350" y="5873750"/>
          <p14:tracePt t="113618" x="4584700" y="5918200"/>
          <p14:tracePt t="113635" x="4387850" y="6013450"/>
          <p14:tracePt t="113651" x="4203700" y="6083300"/>
          <p14:tracePt t="113669" x="4019550" y="6134100"/>
          <p14:tracePt t="113684" x="3930650" y="6153150"/>
          <p14:tracePt t="113701" x="3835400" y="6178550"/>
          <p14:tracePt t="113718" x="3638550" y="6223000"/>
          <p14:tracePt t="113735" x="3600450" y="6223000"/>
          <p14:tracePt t="113751" x="3556000" y="6242050"/>
          <p14:tracePt t="113768" x="3460750" y="6248400"/>
          <p14:tracePt t="113784" x="3378200" y="6273800"/>
          <p14:tracePt t="113801" x="3327400" y="6286500"/>
          <p14:tracePt t="113817" x="3238500" y="6311900"/>
          <p14:tracePt t="113834" x="3168650" y="6330950"/>
          <p14:tracePt t="113851" x="3124200" y="6350000"/>
          <p14:tracePt t="113867" x="3105150" y="6356350"/>
          <p14:tracePt t="113884" x="3054350" y="6375400"/>
          <p14:tracePt t="113901" x="3016250" y="6388100"/>
          <p14:tracePt t="113917" x="2990850" y="6394450"/>
          <p14:tracePt t="113934" x="2952750" y="6413500"/>
          <p14:tracePt t="113950" x="2908300" y="6419850"/>
          <p14:tracePt t="113967" x="2889250" y="6426200"/>
          <p14:tracePt t="113984" x="2838450" y="6438900"/>
          <p14:tracePt t="114000" x="2781300" y="6445250"/>
          <p14:tracePt t="114017" x="2749550" y="6451600"/>
          <p14:tracePt t="114034" x="2673350" y="6464300"/>
          <p14:tracePt t="114050" x="2609850" y="6477000"/>
          <p14:tracePt t="114066" x="2559050" y="6477000"/>
          <p14:tracePt t="114084" x="2501900" y="6477000"/>
          <p14:tracePt t="114100" x="2476500" y="6470650"/>
          <p14:tracePt t="114117" x="2425700" y="6470650"/>
          <p14:tracePt t="114133" x="2374900" y="6470650"/>
          <p14:tracePt t="114149" x="2355850" y="6470650"/>
          <p14:tracePt t="114167" x="2324100" y="6470650"/>
          <p14:tracePt t="114182" x="2311400" y="6470650"/>
          <p14:tracePt t="114199" x="2305050" y="6470650"/>
          <p14:tracePt t="114301" x="2311400" y="6470650"/>
          <p14:tracePt t="114316" x="2317750" y="6470650"/>
          <p14:tracePt t="114322" x="2330450" y="6470650"/>
          <p14:tracePt t="114332" x="2343150" y="6477000"/>
          <p14:tracePt t="114350" x="2400300" y="6483350"/>
          <p14:tracePt t="114365" x="2470150" y="6502400"/>
          <p14:tracePt t="114382" x="2520950" y="6508750"/>
          <p14:tracePt t="114399" x="2679700" y="6553200"/>
          <p14:tracePt t="114415" x="2832100" y="6578600"/>
          <p14:tracePt t="114432" x="2914650" y="6578600"/>
          <p14:tracePt t="114448" x="3041650" y="6591300"/>
          <p14:tracePt t="114465" x="3155950" y="6591300"/>
          <p14:tracePt t="114482" x="3200400" y="6584950"/>
          <p14:tracePt t="114498" x="3257550" y="6584950"/>
          <p14:tracePt t="114515" x="3282950" y="6584950"/>
          <p14:tracePt t="114532" x="3295650" y="6584950"/>
          <p14:tracePt t="114582" x="3302000" y="6578600"/>
          <p14:tracePt t="114603" x="3308350" y="6578600"/>
          <p14:tracePt t="114624" x="3314700" y="6572250"/>
          <p14:tracePt t="114631" x="3321050" y="6565900"/>
          <p14:tracePt t="114645" x="3327400" y="6565900"/>
          <p14:tracePt t="114652" x="3340100" y="6559550"/>
          <p14:tracePt t="114667" x="3359150" y="6553200"/>
          <p14:tracePt t="114681" x="3371850" y="6546850"/>
          <p14:tracePt t="114698" x="3441700" y="6521450"/>
          <p14:tracePt t="114715" x="3536950" y="6508750"/>
          <p14:tracePt t="114731" x="3606800" y="6489700"/>
          <p14:tracePt t="114747" x="3733800" y="6470650"/>
          <p14:tracePt t="114765" x="3879850" y="6451600"/>
          <p14:tracePt t="114781" x="3956050" y="6438900"/>
          <p14:tracePt t="114797" x="4133850" y="6432550"/>
          <p14:tracePt t="114814" x="4311650" y="6419850"/>
          <p14:tracePt t="114830" x="4400550" y="6419850"/>
          <p14:tracePt t="114848" x="4552950" y="6419850"/>
          <p14:tracePt t="114864" x="4686300" y="6419850"/>
          <p14:tracePt t="114880" x="4749800" y="6419850"/>
          <p14:tracePt t="114898" x="4864100" y="6419850"/>
          <p14:tracePt t="114914" x="4959350" y="6419850"/>
          <p14:tracePt t="114930" x="5010150" y="6419850"/>
          <p14:tracePt t="114947" x="5060950" y="6419850"/>
          <p14:tracePt t="114963" x="5080000" y="6419850"/>
          <p14:tracePt t="114980" x="5111750" y="6419850"/>
          <p14:tracePt t="114997" x="5137150" y="6419850"/>
          <p14:tracePt t="115014" x="5143500" y="6419850"/>
          <p14:tracePt t="115030" x="5156200" y="6419850"/>
          <p14:tracePt t="115066" x="5156200" y="6413500"/>
          <p14:tracePt t="115185" x="5156200" y="6407150"/>
          <p14:tracePt t="115214" x="5149850" y="6407150"/>
          <p14:tracePt t="115220" x="5149850" y="6400800"/>
          <p14:tracePt t="115649" x="5156200" y="6388100"/>
          <p14:tracePt t="115656" x="5187950" y="6362700"/>
          <p14:tracePt t="115670" x="5207000" y="6343650"/>
          <p14:tracePt t="115678" x="5232400" y="6318250"/>
          <p14:tracePt t="115695" x="5257800" y="6286500"/>
          <p14:tracePt t="115711" x="5295900" y="6210300"/>
          <p14:tracePt t="115728" x="5340350" y="6108700"/>
          <p14:tracePt t="115744" x="5372100" y="6045200"/>
          <p14:tracePt t="115761" x="5410200" y="5899150"/>
          <p14:tracePt t="115777" x="5461000" y="5664200"/>
          <p14:tracePt t="115794" x="5492750" y="5537200"/>
          <p14:tracePt t="115811" x="5537200" y="5283200"/>
          <p14:tracePt t="115827" x="5581650" y="5010150"/>
          <p14:tracePt t="115844" x="5594350" y="4883150"/>
          <p14:tracePt t="115861" x="5626100" y="4629150"/>
          <p14:tracePt t="115877" x="5632450" y="4514850"/>
          <p14:tracePt t="115896" x="5676900" y="4184650"/>
          <p14:tracePt t="115910" x="5683250" y="4083050"/>
          <p14:tracePt t="115927" x="5695950" y="3975100"/>
          <p14:tracePt t="115944" x="5715000" y="3771900"/>
          <p14:tracePt t="115960" x="5734050" y="3670300"/>
          <p14:tracePt t="115976" x="5746750" y="3581400"/>
          <p14:tracePt t="115994" x="5772150" y="3460750"/>
          <p14:tracePt t="116010" x="5784850" y="3365500"/>
          <p14:tracePt t="116026" x="5784850" y="3327400"/>
          <p14:tracePt t="116043" x="5797550" y="3282950"/>
          <p14:tracePt t="116060" x="5803900" y="3251200"/>
          <p14:tracePt t="116077" x="5810250" y="3225800"/>
          <p14:tracePt t="116093" x="5810250" y="3219450"/>
          <p14:tracePt t="116109" x="5816600" y="3213100"/>
          <p14:tracePt t="116379" x="5829300" y="3213100"/>
          <p14:tracePt t="116393" x="5835650" y="3206750"/>
          <p14:tracePt t="116400" x="5842000" y="3200400"/>
          <p14:tracePt t="116414" x="5861050" y="3194050"/>
          <p14:tracePt t="116424" x="5880100" y="3187700"/>
          <p14:tracePt t="116442" x="5899150" y="3187700"/>
          <p14:tracePt t="116458" x="5943600" y="3181350"/>
          <p14:tracePt t="116475" x="5962650" y="3168650"/>
          <p14:tracePt t="116492" x="5988050" y="3168650"/>
          <p14:tracePt t="116508" x="6000750" y="3168650"/>
          <p14:tracePt t="116541" x="6007100" y="3175000"/>
          <p14:tracePt t="116558" x="6007100" y="3194050"/>
          <p14:tracePt t="116575" x="6007100" y="3213100"/>
          <p14:tracePt t="116591" x="6000750" y="3282950"/>
          <p14:tracePt t="116608" x="5988050" y="3346450"/>
          <p14:tracePt t="116625" x="5911850" y="3587750"/>
          <p14:tracePt t="116641" x="5867400" y="3683000"/>
          <p14:tracePt t="116658" x="5810250" y="3829050"/>
          <p14:tracePt t="116675" x="5765800" y="3917950"/>
          <p14:tracePt t="116691" x="5746750" y="3949700"/>
          <p14:tracePt t="116707" x="5740400" y="3956050"/>
          <p14:tracePt t="116724" x="5734050" y="3956050"/>
          <p14:tracePt t="116741" x="5734050" y="3924300"/>
          <p14:tracePt t="116758" x="5740400" y="3905250"/>
          <p14:tracePt t="116774" x="5759450" y="3873500"/>
          <p14:tracePt t="116791" x="5835650" y="3733800"/>
          <p14:tracePt t="116808" x="5899150" y="3651250"/>
          <p14:tracePt t="116824" x="6045200" y="3441700"/>
          <p14:tracePt t="116840" x="6121400" y="3346450"/>
          <p14:tracePt t="116857" x="6267450" y="3187700"/>
          <p14:tracePt t="116873" x="6324600" y="3130550"/>
          <p14:tracePt t="116890" x="6407150" y="3035300"/>
          <p14:tracePt t="116907" x="6457950" y="2978150"/>
          <p14:tracePt t="116923" x="6470650" y="2959100"/>
          <p14:tracePt t="116941" x="6489700" y="2933700"/>
          <p14:tracePt t="116956" x="6496050" y="2933700"/>
          <p14:tracePt t="116993" x="6508750" y="2933700"/>
          <p14:tracePt t="117011" x="6515100" y="2933700"/>
          <p14:tracePt t="117023" x="6515100" y="2940050"/>
          <p14:tracePt t="117040" x="6527800" y="2940050"/>
          <p14:tracePt t="117056" x="6534150" y="2940050"/>
          <p14:tracePt t="117073" x="6540500" y="2940050"/>
          <p14:tracePt t="117090" x="6572250" y="2940050"/>
          <p14:tracePt t="117107" x="6616700" y="2933700"/>
          <p14:tracePt t="117122" x="6654800" y="2933700"/>
          <p14:tracePt t="117139" x="6737350" y="2914650"/>
          <p14:tracePt t="117156" x="6851650" y="2908300"/>
          <p14:tracePt t="117173" x="6972300" y="2895600"/>
          <p14:tracePt t="117189" x="7023100" y="2889250"/>
          <p14:tracePt t="117205" x="7131050" y="2882900"/>
          <p14:tracePt t="117222" x="7194550" y="2882900"/>
          <p14:tracePt t="117239" x="7219950" y="2882900"/>
          <p14:tracePt t="117255" x="7239000" y="2882900"/>
          <p14:tracePt t="117292" x="7232650" y="2882900"/>
          <p14:tracePt t="117308" x="7226300" y="2889250"/>
          <p14:tracePt t="117322" x="7194550" y="2914650"/>
          <p14:tracePt t="117339" x="7150100" y="2940050"/>
          <p14:tracePt t="117355" x="7023100" y="3028950"/>
          <p14:tracePt t="117372" x="6826250" y="3136900"/>
          <p14:tracePt t="117388" x="6705600" y="3187700"/>
          <p14:tracePt t="117405" x="6451600" y="3308350"/>
          <p14:tracePt t="117422" x="6330950" y="3365500"/>
          <p14:tracePt t="117439" x="6051550" y="3517900"/>
          <p14:tracePt t="117454" x="5994400" y="3556000"/>
          <p14:tracePt t="117471" x="5949950" y="3594100"/>
          <p14:tracePt t="117489" x="5924550" y="3619500"/>
          <p14:tracePt t="117504" x="5918200" y="3644900"/>
          <p14:tracePt t="117521" x="5924550" y="3670300"/>
          <p14:tracePt t="117538" x="5956300" y="3689350"/>
          <p14:tracePt t="117554" x="6026150" y="3708400"/>
          <p14:tracePt t="117571" x="6191250" y="3733800"/>
          <p14:tracePt t="117588" x="6292850" y="3759200"/>
          <p14:tracePt t="117604" x="6477000" y="3733800"/>
          <p14:tracePt t="117621" x="6534150" y="3714750"/>
          <p14:tracePt t="117637" x="6565900" y="3683000"/>
          <p14:tracePt t="117654" x="6597650" y="3619500"/>
          <p14:tracePt t="117671" x="6597650" y="3594100"/>
          <p14:tracePt t="117687" x="6565900" y="3562350"/>
          <p14:tracePt t="117704" x="6457950" y="3524250"/>
          <p14:tracePt t="117721" x="6280150" y="3498850"/>
          <p14:tracePt t="117737" x="6038850" y="3498850"/>
          <p14:tracePt t="117754" x="5911850" y="3530600"/>
          <p14:tracePt t="117771" x="5676900" y="3606800"/>
          <p14:tracePt t="117787" x="5467350" y="3733800"/>
          <p14:tracePt t="117805" x="5327650" y="3886200"/>
          <p14:tracePt t="117820" x="5289550" y="3949700"/>
          <p14:tracePt t="117837" x="5264150" y="4057650"/>
          <p14:tracePt t="117854" x="5276850" y="4159250"/>
          <p14:tracePt t="117870" x="5295900" y="4216400"/>
          <p14:tracePt t="117887" x="5365750" y="4298950"/>
          <p14:tracePt t="117904" x="5480050" y="4343400"/>
          <p14:tracePt t="117920" x="5543550" y="4362450"/>
          <p14:tracePt t="117937" x="5594350" y="4362450"/>
          <p14:tracePt t="117953" x="5721350" y="4318000"/>
          <p14:tracePt t="117970" x="5835650" y="4203700"/>
          <p14:tracePt t="117987" x="5892800" y="4083050"/>
          <p14:tracePt t="118003" x="5943600" y="3848100"/>
          <p14:tracePt t="118019" x="5943600" y="3759200"/>
          <p14:tracePt t="118036" x="5943600" y="3708400"/>
          <p14:tracePt t="118053" x="5867400" y="3594100"/>
          <p14:tracePt t="118069" x="5784850" y="3530600"/>
          <p14:tracePt t="118086" x="5575300" y="3448050"/>
          <p14:tracePt t="118103" x="5353050" y="3416300"/>
          <p14:tracePt t="118119" x="5149850" y="3441700"/>
          <p14:tracePt t="118135" x="4997450" y="3517900"/>
          <p14:tracePt t="118153" x="4927600" y="3581400"/>
          <p14:tracePt t="118170" x="4826000" y="3759200"/>
          <p14:tracePt t="118185" x="4794250" y="3949700"/>
          <p14:tracePt t="118202" x="4800600" y="4051300"/>
          <p14:tracePt t="118219" x="4902200" y="4241800"/>
          <p14:tracePt t="118235" x="5092700" y="4438650"/>
          <p14:tracePt t="118253" x="5251450" y="4540250"/>
          <p14:tracePt t="118269" x="5588000" y="4699000"/>
          <p14:tracePt t="118286" x="5753100" y="4762500"/>
          <p14:tracePt t="118303" x="5994400" y="4781550"/>
          <p14:tracePt t="118319" x="6203950" y="4654550"/>
          <p14:tracePt t="118335" x="6267450" y="4559300"/>
          <p14:tracePt t="118352" x="6343650" y="4184650"/>
          <p14:tracePt t="118369" x="6330950" y="4057650"/>
          <p14:tracePt t="118385" x="6299200" y="3924300"/>
          <p14:tracePt t="118402" x="6191250" y="3727450"/>
          <p14:tracePt t="118418" x="6096000" y="3632200"/>
          <p14:tracePt t="118435" x="5867400" y="3486150"/>
          <p14:tracePt t="118451" x="5632450" y="3422650"/>
          <p14:tracePt t="118468" x="5518150" y="3416300"/>
          <p14:tracePt t="118485" x="5276850" y="3460750"/>
          <p14:tracePt t="118501" x="5054600" y="3568700"/>
          <p14:tracePt t="118518" x="4946650" y="3644900"/>
          <p14:tracePt t="118535" x="4699000" y="3975100"/>
          <p14:tracePt t="118551" x="4679950" y="4064000"/>
          <p14:tracePt t="118568" x="4667250" y="4222750"/>
          <p14:tracePt t="118585" x="4705350" y="4330700"/>
          <p14:tracePt t="118601" x="4737100" y="4387850"/>
          <p14:tracePt t="118618" x="4781550" y="4425950"/>
          <p14:tracePt t="118635" x="5010150" y="4546600"/>
          <p14:tracePt t="118650" x="5118100" y="4565650"/>
          <p14:tracePt t="118668" x="5346700" y="4584700"/>
          <p14:tracePt t="118684" x="5448300" y="4559300"/>
          <p14:tracePt t="118700" x="5638800" y="4457700"/>
          <p14:tracePt t="118718" x="5765800" y="4267200"/>
          <p14:tracePt t="118733" x="5784850" y="4178300"/>
          <p14:tracePt t="118750" x="5791200" y="4076700"/>
          <p14:tracePt t="118767" x="5772150" y="3930650"/>
          <p14:tracePt t="118784" x="5740400" y="3848100"/>
          <p14:tracePt t="118801" x="5607050" y="3708400"/>
          <p14:tracePt t="118817" x="5340350" y="3568700"/>
          <p14:tracePt t="118834" x="5187950" y="3524250"/>
          <p14:tracePt t="118851" x="4768850" y="3492500"/>
          <p14:tracePt t="118866" x="4635500" y="3536950"/>
          <p14:tracePt t="118883" x="4540250" y="3562350"/>
          <p14:tracePt t="118900" x="4381500" y="3657600"/>
          <p14:tracePt t="118916" x="4292600" y="3759200"/>
          <p14:tracePt t="118933" x="4273550" y="3905250"/>
          <p14:tracePt t="118950" x="4286250" y="4070350"/>
          <p14:tracePt t="118966" x="4318000" y="4165600"/>
          <p14:tracePt t="118983" x="4425950" y="4349750"/>
          <p14:tracePt t="118999" x="4622800" y="4514850"/>
          <p14:tracePt t="119016" x="4781550" y="4616450"/>
          <p14:tracePt t="119033" x="5137150" y="4781550"/>
          <p14:tracePt t="119049" x="5448300" y="4813300"/>
          <p14:tracePt t="119066" x="5568950" y="4787900"/>
          <p14:tracePt t="119083" x="5708650" y="4686300"/>
          <p14:tracePt t="119099" x="5778500" y="4540250"/>
          <p14:tracePt t="119116" x="5784850" y="4425950"/>
          <p14:tracePt t="119133" x="5784850" y="4184650"/>
          <p14:tracePt t="119149" x="5702300" y="4000500"/>
          <p14:tracePt t="119166" x="5626100" y="3930650"/>
          <p14:tracePt t="119182" x="5556250" y="3867150"/>
          <p14:tracePt t="119199" x="5308600" y="3790950"/>
          <p14:tracePt t="119216" x="4908550" y="3778250"/>
          <p14:tracePt t="119232" x="4660900" y="3829050"/>
          <p14:tracePt t="119249" x="4565650" y="3867150"/>
          <p14:tracePt t="119266" x="4406900" y="4044950"/>
          <p14:tracePt t="119282" x="4387850" y="4114800"/>
          <p14:tracePt t="119298" x="4381500" y="4203700"/>
          <p14:tracePt t="119315" x="4381500" y="4368800"/>
          <p14:tracePt t="119332" x="4464050" y="4521200"/>
          <p14:tracePt t="119348" x="4533900" y="4591050"/>
          <p14:tracePt t="119364" x="4737100" y="4737100"/>
          <p14:tracePt t="119381" x="4984750" y="4883150"/>
          <p14:tracePt t="119399" x="5118100" y="4908550"/>
          <p14:tracePt t="120244" x="5054600" y="4953000"/>
          <p14:tracePt t="120251" x="4972050" y="4991100"/>
          <p14:tracePt t="120265" x="4876800" y="5054600"/>
          <p14:tracePt t="120278" x="4781550" y="5118100"/>
          <p14:tracePt t="120295" x="4552950" y="5257800"/>
          <p14:tracePt t="120311" x="4305300" y="5403850"/>
          <p14:tracePt t="120330" x="3994150" y="5556250"/>
          <p14:tracePt t="120345" x="3854450" y="5613400"/>
          <p14:tracePt t="120361" x="3683000" y="5689600"/>
          <p14:tracePt t="120378" x="3327400" y="5880100"/>
          <p14:tracePt t="120394" x="3219450" y="5943600"/>
          <p14:tracePt t="120412" x="3136900" y="6007100"/>
          <p14:tracePt t="120428" x="2990850" y="6108700"/>
          <p14:tracePt t="120445" x="2857500" y="6203950"/>
          <p14:tracePt t="120461" x="2813050" y="6261100"/>
          <p14:tracePt t="120478" x="2711450" y="6324600"/>
          <p14:tracePt t="120494" x="2654300" y="6375400"/>
          <p14:tracePt t="120512" x="2603500" y="6400800"/>
          <p14:tracePt t="120527" x="2571750" y="6413500"/>
          <p14:tracePt t="120544" x="2520950" y="6419850"/>
          <p14:tracePt t="120561" x="2482850" y="6426200"/>
          <p14:tracePt t="120577" x="2457450" y="6432550"/>
          <p14:tracePt t="120595" x="2400300" y="6451600"/>
          <p14:tracePt t="120611" x="2355850" y="6470650"/>
          <p14:tracePt t="120627" x="2336800" y="6470650"/>
          <p14:tracePt t="120645" x="2298700" y="6483350"/>
          <p14:tracePt t="120660" x="2266950" y="6483350"/>
          <p14:tracePt t="120677" x="2254250" y="6483350"/>
          <p14:tracePt t="120680" x="2247900" y="6483350"/>
          <p14:tracePt t="120696" x="2241550" y="6483350"/>
          <p14:tracePt t="120715" x="2241550" y="6470650"/>
          <p14:tracePt t="120727" x="2235200" y="6457950"/>
          <p14:tracePt t="120744" x="2235200" y="6407150"/>
          <p14:tracePt t="120760" x="2235200" y="6375400"/>
          <p14:tracePt t="120777" x="2235200" y="6254750"/>
          <p14:tracePt t="120793" x="2254250" y="6057900"/>
          <p14:tracePt t="120810" x="2266950" y="5943600"/>
          <p14:tracePt t="120827" x="2286000" y="5715000"/>
          <p14:tracePt t="120843" x="2305050" y="5524500"/>
          <p14:tracePt t="120860" x="2317750" y="5448300"/>
          <p14:tracePt t="120876" x="2317750" y="5334000"/>
          <p14:tracePt t="120893" x="2317750" y="5264150"/>
          <p14:tracePt t="120910" x="2317750" y="5232400"/>
          <p14:tracePt t="120927" x="2317750" y="5187950"/>
          <p14:tracePt t="120942" x="2311400" y="5149850"/>
          <p14:tracePt t="120960" x="2305050" y="5137150"/>
          <p14:tracePt t="120976" x="2292350" y="5124450"/>
          <p14:tracePt t="120993" x="2292350" y="5118100"/>
          <p14:tracePt t="121010" x="2279650" y="5111750"/>
          <p14:tracePt t="121026" x="2273300" y="5105400"/>
          <p14:tracePt t="121042" x="2260600" y="5099050"/>
          <p14:tracePt t="121059" x="2241550" y="5086350"/>
          <p14:tracePt t="121075" x="2216150" y="5080000"/>
          <p14:tracePt t="121092" x="2165350" y="5067300"/>
          <p14:tracePt t="121109" x="2108200" y="5035550"/>
          <p14:tracePt t="121125" x="2044700" y="5010150"/>
          <p14:tracePt t="121143" x="2012950" y="4997450"/>
          <p14:tracePt t="121159" x="1993900" y="4997450"/>
          <p14:tracePt t="121175" x="1968500" y="4997450"/>
          <p14:tracePt t="121193" x="1949450" y="5003800"/>
          <p14:tracePt t="121208" x="1949450" y="5010150"/>
          <p14:tracePt t="121225" x="1936750" y="5022850"/>
          <p14:tracePt t="121242" x="1936750" y="5035550"/>
          <p14:tracePt t="121258" x="1943100" y="5041900"/>
          <p14:tracePt t="121276" x="1949450" y="5041900"/>
          <p14:tracePt t="121292" x="2000250" y="5067300"/>
          <p14:tracePt t="121308" x="2032000" y="5067300"/>
          <p14:tracePt t="121326" x="2120900" y="5060950"/>
          <p14:tracePt t="121341" x="2165350" y="5041900"/>
          <p14:tracePt t="121358" x="2241550" y="4991100"/>
          <p14:tracePt t="121375" x="2305050" y="4902200"/>
          <p14:tracePt t="121392" x="2324100" y="4857750"/>
          <p14:tracePt t="121408" x="2343150" y="4762500"/>
          <p14:tracePt t="121425" x="2330450" y="4660900"/>
          <p14:tracePt t="121441" x="2311400" y="4616450"/>
          <p14:tracePt t="121458" x="2247900" y="4533900"/>
          <p14:tracePt t="121474" x="2184400" y="4489450"/>
          <p14:tracePt t="121491" x="2152650" y="4476750"/>
          <p14:tracePt t="121508" x="2095500" y="4470400"/>
          <p14:tracePt t="121524" x="2038350" y="4489450"/>
          <p14:tracePt t="121541" x="1993900" y="4508500"/>
          <p14:tracePt t="121557" x="1943100" y="4546600"/>
          <p14:tracePt t="121574" x="1898650" y="4597400"/>
          <p14:tracePt t="121591" x="1885950" y="4635500"/>
          <p14:tracePt t="121607" x="1879600" y="4705350"/>
          <p14:tracePt t="121624" x="1879600" y="4743450"/>
          <p14:tracePt t="121641" x="1892300" y="4806950"/>
          <p14:tracePt t="121657" x="1917700" y="4838700"/>
          <p14:tracePt t="121674" x="2012950" y="4914900"/>
          <p14:tracePt t="121691" x="2082800" y="4953000"/>
          <p14:tracePt t="121707" x="2241550" y="4991100"/>
          <p14:tracePt t="121724" x="2317750" y="5003800"/>
          <p14:tracePt t="121740" x="2451100" y="4978400"/>
          <p14:tracePt t="121757" x="2514600" y="4959350"/>
          <p14:tracePt t="121774" x="2603500" y="4895850"/>
          <p14:tracePt t="121790" x="2654300" y="4845050"/>
          <p14:tracePt t="121806" x="2667000" y="4813300"/>
          <p14:tracePt t="121824" x="2673350" y="4756150"/>
          <p14:tracePt t="121840" x="2667000" y="4737100"/>
          <p14:tracePt t="121856" x="2647950" y="4711700"/>
          <p14:tracePt t="121873" x="2616200" y="4686300"/>
          <p14:tracePt t="121889" x="2590800" y="4679950"/>
          <p14:tracePt t="121906" x="2571750" y="4679950"/>
          <p14:tracePt t="121923" x="2451100" y="4679950"/>
          <p14:tracePt t="121939" x="2387600" y="4699000"/>
          <p14:tracePt t="121957" x="2247900" y="4762500"/>
          <p14:tracePt t="121973" x="2178050" y="4813300"/>
          <p14:tracePt t="121989" x="2076450" y="4889500"/>
          <p14:tracePt t="122006" x="2006600" y="4959350"/>
          <p14:tracePt t="122022" x="1987550" y="4991100"/>
          <p14:tracePt t="122038" x="1981200" y="5029200"/>
          <p14:tracePt t="122056" x="1987550" y="5054600"/>
          <p14:tracePt t="122072" x="2012950" y="5080000"/>
          <p14:tracePt t="122089" x="2076450" y="5111750"/>
          <p14:tracePt t="122105" x="2171700" y="5137150"/>
          <p14:tracePt t="122122" x="2235200" y="5149850"/>
          <p14:tracePt t="122139" x="2368550" y="5156200"/>
          <p14:tracePt t="122155" x="2419350" y="5156200"/>
          <p14:tracePt t="122172" x="2527300" y="5124450"/>
          <p14:tracePt t="122189" x="2571750" y="5105400"/>
          <p14:tracePt t="122205" x="2641600" y="5029200"/>
          <p14:tracePt t="122222" x="2660650" y="4984750"/>
          <p14:tracePt t="122238" x="2667000" y="4902200"/>
          <p14:tracePt t="122255" x="2641600" y="4819650"/>
          <p14:tracePt t="122271" x="2597150" y="4730750"/>
          <p14:tracePt t="122288" x="2559050" y="4673600"/>
          <p14:tracePt t="122305" x="2546350" y="4641850"/>
          <p14:tracePt t="122322" x="2501900" y="4610100"/>
          <p14:tracePt t="122338" x="2438400" y="4584700"/>
          <p14:tracePt t="122355" x="2413000" y="4578350"/>
          <p14:tracePt t="122371" x="2317750" y="4578350"/>
          <p14:tracePt t="122388" x="2209800" y="4610100"/>
          <p14:tracePt t="122404" x="2139950" y="4635500"/>
          <p14:tracePt t="122421" x="2025650" y="4705350"/>
          <p14:tracePt t="122437" x="1949450" y="4775200"/>
          <p14:tracePt t="122455" x="1905000" y="4864100"/>
          <p14:tracePt t="122471" x="1885950" y="4902200"/>
          <p14:tracePt t="122487" x="1879600" y="4953000"/>
          <p14:tracePt t="122504" x="1879600" y="4978400"/>
          <p14:tracePt t="122520" x="1905000" y="5010150"/>
          <p14:tracePt t="122537" x="1936750" y="5029200"/>
          <p14:tracePt t="122554" x="2012950" y="5060950"/>
          <p14:tracePt t="122570" x="2038350" y="5060950"/>
          <p14:tracePt t="122587" x="2127250" y="5067300"/>
          <p14:tracePt t="122604" x="2247900" y="5048250"/>
          <p14:tracePt t="122620" x="2305050" y="5029200"/>
          <p14:tracePt t="122638" x="2451100" y="4933950"/>
          <p14:tracePt t="122654" x="2482850" y="4902200"/>
          <p14:tracePt t="122670" x="2514600" y="4851400"/>
          <p14:tracePt t="122687" x="2514600" y="4806950"/>
          <p14:tracePt t="122703" x="2514600" y="4794250"/>
          <p14:tracePt t="122720" x="2508250" y="4756150"/>
          <p14:tracePt t="122737" x="2495550" y="4718050"/>
          <p14:tracePt t="122753" x="2489200" y="4699000"/>
          <p14:tracePt t="122770" x="2463800" y="4679950"/>
          <p14:tracePt t="122786" x="2425700" y="4673600"/>
          <p14:tracePt t="122803" x="2406650" y="4673600"/>
          <p14:tracePt t="122820" x="2374900" y="4673600"/>
          <p14:tracePt t="122836" x="2317750" y="4686300"/>
          <p14:tracePt t="122853" x="2292350" y="4705350"/>
          <p14:tracePt t="122870" x="2241550" y="4749800"/>
          <p14:tracePt t="122886" x="2216150" y="4781550"/>
          <p14:tracePt t="122903" x="2184400" y="4857750"/>
          <p14:tracePt t="122919" x="2165350" y="4927600"/>
          <p14:tracePt t="122936" x="2159000" y="4965700"/>
          <p14:tracePt t="122953" x="2171700" y="5048250"/>
          <p14:tracePt t="122969" x="2203450" y="5111750"/>
          <p14:tracePt t="122986" x="2235200" y="5137150"/>
          <p14:tracePt t="123003" x="2286000" y="5156200"/>
          <p14:tracePt t="123019" x="2355850" y="5168900"/>
          <p14:tracePt t="123036" x="2393950" y="5168900"/>
          <p14:tracePt t="123052" x="2451100" y="5162550"/>
          <p14:tracePt t="123069" x="2495550" y="5143500"/>
          <p14:tracePt t="123086" x="2527300" y="5137150"/>
          <p14:tracePt t="123102" x="2597150" y="5054600"/>
          <p14:tracePt t="123118" x="2609850" y="5029200"/>
          <p14:tracePt t="123136" x="2635250" y="4953000"/>
          <p14:tracePt t="123152" x="2641600" y="4902200"/>
          <p14:tracePt t="123168" x="2641600" y="4876800"/>
          <p14:tracePt t="123185" x="2603500" y="4800600"/>
          <p14:tracePt t="123201" x="2584450" y="4787900"/>
          <p14:tracePt t="123218" x="2565400" y="4768850"/>
          <p14:tracePt t="123222" x="2533650" y="4749800"/>
          <p14:tracePt t="123235" x="2501900" y="4743450"/>
          <p14:tracePt t="123251" x="2406650" y="4724400"/>
          <p14:tracePt t="123269" x="2355850" y="4724400"/>
          <p14:tracePt t="123284" x="2235200" y="4749800"/>
          <p14:tracePt t="123301" x="2114550" y="4775200"/>
          <p14:tracePt t="123318" x="2025650" y="4813300"/>
          <p14:tracePt t="123334" x="1993900" y="4826000"/>
          <p14:tracePt t="123351" x="1962150" y="4864100"/>
          <p14:tracePt t="123368" x="1955800" y="4876800"/>
          <p14:tracePt t="123385" x="1949450" y="4889500"/>
          <p14:tracePt t="123401" x="1949450" y="4908550"/>
          <p14:tracePt t="123418" x="1962150" y="4927600"/>
          <p14:tracePt t="123434" x="1968500" y="4940300"/>
          <p14:tracePt t="123451" x="2012950" y="4953000"/>
          <p14:tracePt t="123467" x="2082800" y="4978400"/>
          <p14:tracePt t="123484" x="2146300" y="4991100"/>
          <p14:tracePt t="123501" x="2273300" y="4991100"/>
          <p14:tracePt t="123517" x="2343150" y="4978400"/>
          <p14:tracePt t="123534" x="2476500" y="4940300"/>
          <p14:tracePt t="123550" x="2578100" y="4883150"/>
          <p14:tracePt t="123567" x="2609850" y="4845050"/>
          <p14:tracePt t="123584" x="2660650" y="4794250"/>
          <p14:tracePt t="123600" x="2673350" y="4749800"/>
          <p14:tracePt t="123617" x="2673350" y="4737100"/>
          <p14:tracePt t="123634" x="2673350" y="4705350"/>
          <p14:tracePt t="123650" x="2673350" y="4686300"/>
          <p14:tracePt t="123667" x="2667000" y="4686300"/>
          <p14:tracePt t="123683" x="2647950" y="4673600"/>
          <p14:tracePt t="123700" x="2635250" y="4660900"/>
          <p14:tracePt t="123716" x="2628900" y="4660900"/>
          <p14:tracePt t="123733" x="2609850" y="4660900"/>
          <p14:tracePt t="123750" x="2584450" y="4660900"/>
          <p14:tracePt t="123767" x="2571750" y="4660900"/>
          <p14:tracePt t="123783" x="2533650" y="4667250"/>
          <p14:tracePt t="123799" x="2514600" y="4673600"/>
          <p14:tracePt t="123817" x="2419350" y="4724400"/>
          <p14:tracePt t="123833" x="2393950" y="4737100"/>
          <p14:tracePt t="123849" x="2368550" y="4762500"/>
          <p14:tracePt t="123866" x="2324100" y="4794250"/>
          <p14:tracePt t="123883" x="2292350" y="4838700"/>
          <p14:tracePt t="123899" x="2279650" y="4857750"/>
          <p14:tracePt t="123916" x="2266950" y="4902200"/>
          <p14:tracePt t="123933" x="2266950" y="4933950"/>
          <p14:tracePt t="123950" x="2266950" y="4953000"/>
          <p14:tracePt t="123965" x="2266950" y="4965700"/>
          <p14:tracePt t="123982" x="2266950" y="4972050"/>
          <p14:tracePt t="123999" x="2279650" y="4978400"/>
          <p14:tracePt t="124015" x="2286000" y="4978400"/>
          <p14:tracePt t="124032" x="2292350" y="4978400"/>
          <p14:tracePt t="124049" x="2317750" y="4984750"/>
          <p14:tracePt t="124066" x="2330450" y="4984750"/>
          <p14:tracePt t="124082" x="2349500" y="4984750"/>
          <p14:tracePt t="124098" x="2400300" y="4984750"/>
          <p14:tracePt t="124115" x="2432050" y="4984750"/>
          <p14:tracePt t="124133" x="2527300" y="4972050"/>
          <p14:tracePt t="124148" x="2565400" y="4959350"/>
          <p14:tracePt t="124165" x="2622550" y="4921250"/>
          <p14:tracePt t="124182" x="2654300" y="4889500"/>
          <p14:tracePt t="124198" x="2667000" y="4864100"/>
          <p14:tracePt t="124215" x="2692400" y="4826000"/>
          <p14:tracePt t="124231" x="2698750" y="4756150"/>
          <p14:tracePt t="124248" x="2698750" y="4730750"/>
          <p14:tracePt t="124264" x="2686050" y="4667250"/>
          <p14:tracePt t="124281" x="2673350" y="4616450"/>
          <p14:tracePt t="124298" x="2654300" y="4603750"/>
          <p14:tracePt t="124315" x="2635250" y="4578350"/>
          <p14:tracePt t="124331" x="2597150" y="4565650"/>
          <p14:tracePt t="124348" x="2578100" y="4565650"/>
          <p14:tracePt t="124364" x="2527300" y="4565650"/>
          <p14:tracePt t="124381" x="2470150" y="4565650"/>
          <p14:tracePt t="124397" x="2438400" y="4578350"/>
          <p14:tracePt t="124414" x="2355850" y="4622800"/>
          <p14:tracePt t="124431" x="2317750" y="4648200"/>
          <p14:tracePt t="124448" x="2228850" y="4743450"/>
          <p14:tracePt t="124465" x="2203450" y="4762500"/>
          <p14:tracePt t="124481" x="2197100" y="4794250"/>
          <p14:tracePt t="124497" x="2184400" y="4826000"/>
          <p14:tracePt t="124514" x="2178050" y="4851400"/>
          <p14:tracePt t="124530" x="2178050" y="4870450"/>
          <p14:tracePt t="124547" x="2178050" y="4889500"/>
          <p14:tracePt t="124563" x="2184400" y="4908550"/>
          <p14:tracePt t="124580" x="2190750" y="4908550"/>
          <p14:tracePt t="124597" x="2209800" y="4921250"/>
          <p14:tracePt t="124613" x="2222500" y="4921250"/>
          <p14:tracePt t="124631" x="2228850" y="4933950"/>
          <p14:tracePt t="124648" x="2241550" y="4933950"/>
          <p14:tracePt t="124665" x="2247900" y="4946650"/>
          <p14:tracePt t="124681" x="2254250" y="4953000"/>
          <p14:tracePt t="124713" x="2260600" y="4953000"/>
          <p14:tracePt t="124742" x="2266950" y="4953000"/>
          <p14:tracePt t="124764" x="2266950" y="4959350"/>
          <p14:tracePt t="124785" x="2273300" y="4959350"/>
          <p14:tracePt t="124792" x="2273300" y="4965700"/>
          <p14:tracePt t="124799" x="2273300" y="4972050"/>
          <p14:tracePt t="124815" x="2279650" y="4978400"/>
          <p14:tracePt t="124829" x="2279650" y="4984750"/>
          <p14:tracePt t="124846" x="2298700" y="5010150"/>
          <p14:tracePt t="124863" x="2330450" y="5041900"/>
          <p14:tracePt t="124879" x="2349500" y="5067300"/>
          <p14:tracePt t="124896" x="2387600" y="5111750"/>
          <p14:tracePt t="124912" x="2432050" y="5149850"/>
          <p14:tracePt t="124929" x="2451100" y="5168900"/>
          <p14:tracePt t="124946" x="2495550" y="5187950"/>
          <p14:tracePt t="124962" x="2533650" y="5207000"/>
          <p14:tracePt t="124979" x="2559050" y="5213350"/>
          <p14:tracePt t="124996" x="2597150" y="5213350"/>
          <p14:tracePt t="125012" x="2647950" y="5194300"/>
          <p14:tracePt t="125029" x="2673350" y="5181600"/>
          <p14:tracePt t="125045" x="2698750" y="5156200"/>
          <p14:tracePt t="125061" x="2698750" y="5143500"/>
          <p14:tracePt t="125078" x="2705100" y="5111750"/>
          <p14:tracePt t="125095" x="2705100" y="5092700"/>
          <p14:tracePt t="125112" x="2698750" y="5073650"/>
          <p14:tracePt t="125129" x="2667000" y="5029200"/>
          <p14:tracePt t="125145" x="2616200" y="4972050"/>
          <p14:tracePt t="125162" x="2590800" y="4959350"/>
          <p14:tracePt t="125178" x="2520950" y="4927600"/>
          <p14:tracePt t="125195" x="2451100" y="4914900"/>
          <p14:tracePt t="125211" x="2413000" y="4914900"/>
          <p14:tracePt t="125228" x="2330450" y="4914900"/>
          <p14:tracePt t="125244" x="2273300" y="4927600"/>
          <p14:tracePt t="125261" x="2247900" y="4946650"/>
          <p14:tracePt t="125265" x="2235200" y="4959350"/>
          <p14:tracePt t="125278" x="2216150" y="4972050"/>
          <p14:tracePt t="125294" x="2203450" y="5010150"/>
          <p14:tracePt t="125312" x="2184400" y="5073650"/>
          <p14:tracePt t="125327" x="2184400" y="5092700"/>
          <p14:tracePt t="125344" x="2190750" y="5130800"/>
          <p14:tracePt t="125361" x="2222500" y="5232400"/>
          <p14:tracePt t="125377" x="2235200" y="5251450"/>
          <p14:tracePt t="125395" x="2254250" y="5270500"/>
          <p14:tracePt t="125411" x="2292350" y="5295900"/>
          <p14:tracePt t="125427" x="2324100" y="5302250"/>
          <p14:tracePt t="125445" x="2349500" y="5302250"/>
          <p14:tracePt t="125460" x="2362200" y="5302250"/>
          <p14:tracePt t="125477" x="2368550" y="5302250"/>
          <p14:tracePt t="125510" x="2374900" y="5302250"/>
          <p14:tracePt t="125564" x="2381250" y="5302250"/>
          <p14:tracePt t="125571" x="2381250" y="5314950"/>
          <p14:tracePt t="125585" x="2393950" y="5321300"/>
          <p14:tracePt t="125594" x="2400300" y="5340350"/>
          <p14:tracePt t="125609" x="2413000" y="5365750"/>
          <p14:tracePt t="125628" x="2463800" y="5441950"/>
          <p14:tracePt t="125643" x="2552700" y="5568950"/>
          <p14:tracePt t="125660" x="2603500" y="5651500"/>
          <p14:tracePt t="125677" x="2743200" y="5848350"/>
          <p14:tracePt t="125693" x="2819400" y="5943600"/>
          <p14:tracePt t="125710" x="2965450" y="6134100"/>
          <p14:tracePt t="125726" x="3111500" y="6280150"/>
          <p14:tracePt t="125743" x="3168650" y="6330950"/>
          <p14:tracePt t="125760" x="3270250" y="6413500"/>
          <p14:tracePt t="125775" x="3371850" y="6457950"/>
          <p14:tracePt t="125793" x="3416300" y="6477000"/>
          <p14:tracePt t="125810" x="3479800" y="6483350"/>
          <p14:tracePt t="125826" x="3549650" y="6483350"/>
          <p14:tracePt t="125843" x="3568700" y="6483350"/>
          <p14:tracePt t="125860" x="3619500" y="6483350"/>
          <p14:tracePt t="125876" x="3657600" y="6483350"/>
          <p14:tracePt t="125892" x="3670300" y="6483350"/>
          <p14:tracePt t="125910" x="3714750" y="6483350"/>
          <p14:tracePt t="125925" x="3740150" y="6483350"/>
          <p14:tracePt t="125942" x="3752850" y="6483350"/>
          <p14:tracePt t="125959" x="3759200" y="6483350"/>
          <p14:tracePt t="125975" x="3771900" y="6489700"/>
          <p14:tracePt t="125993" x="3790950" y="6496050"/>
          <p14:tracePt t="126008" x="3797300" y="6496050"/>
          <p14:tracePt t="126025" x="3797300" y="6502400"/>
          <p14:tracePt t="126042" x="3816350" y="6515100"/>
          <p14:tracePt t="126058" x="3829050" y="6521450"/>
          <p14:tracePt t="126075" x="3841750" y="6527800"/>
          <p14:tracePt t="126091" x="3867150" y="6527800"/>
          <p14:tracePt t="126108" x="3905250" y="6534150"/>
          <p14:tracePt t="126126" x="3962400" y="6546850"/>
          <p14:tracePt t="126141" x="3994150" y="6546850"/>
          <p14:tracePt t="126158" x="4032250" y="6553200"/>
          <p14:tracePt t="126175" x="4095750" y="6553200"/>
          <p14:tracePt t="126191" x="4152900" y="6553200"/>
          <p14:tracePt t="126208" x="4178300" y="6553200"/>
          <p14:tracePt t="126225" x="4292600" y="6540500"/>
          <p14:tracePt t="126241" x="4318000" y="6540500"/>
          <p14:tracePt t="126258" x="4330700" y="6540500"/>
          <p14:tracePt t="126261" x="4343400" y="6540500"/>
          <p14:tracePt t="126274" x="4356100" y="6540500"/>
          <p14:tracePt t="126336" x="4356100" y="6546850"/>
          <p14:tracePt t="126378" x="4362450" y="6553200"/>
          <p14:tracePt t="126427" x="4368800" y="6559550"/>
          <p14:tracePt t="126434" x="4375150" y="6559550"/>
          <p14:tracePt t="126449" x="4387850" y="6559550"/>
          <p14:tracePt t="126457" x="4394200" y="6559550"/>
          <p14:tracePt t="126473" x="4413250" y="6559550"/>
          <p14:tracePt t="126491" x="4451350" y="6559550"/>
          <p14:tracePt t="126507" x="4508500" y="6553200"/>
          <p14:tracePt t="126523" x="4540250" y="6546850"/>
          <p14:tracePt t="126540" x="4610100" y="6527800"/>
          <p14:tracePt t="126557" x="4654550" y="6508750"/>
          <p14:tracePt t="126573" x="4673600" y="6502400"/>
          <p14:tracePt t="126590" x="4692650" y="6496050"/>
          <p14:tracePt t="126607" x="4699000" y="6489700"/>
          <p14:tracePt t="126624" x="4705350" y="6489700"/>
          <p14:tracePt t="126821" x="4699000" y="6496050"/>
          <p14:tracePt t="126869" x="4692650" y="6496050"/>
          <p14:tracePt t="126891" x="4679950" y="6496050"/>
          <p14:tracePt t="126898" x="4660900" y="6496050"/>
          <p14:tracePt t="126906" x="4629150" y="6489700"/>
          <p14:tracePt t="126922" x="4578350" y="6489700"/>
          <p14:tracePt t="126939" x="4502150" y="6470650"/>
          <p14:tracePt t="126955" x="4318000" y="6445250"/>
          <p14:tracePt t="126972" x="4095750" y="6445250"/>
          <p14:tracePt t="126989" x="3892550" y="6438900"/>
          <p14:tracePt t="127005" x="3816350" y="6438900"/>
          <p14:tracePt t="127024" x="3695700" y="6438900"/>
          <p14:tracePt t="127038" x="3638550" y="6438900"/>
          <p14:tracePt t="127055" x="3625850" y="6438900"/>
          <p14:tracePt t="127071" x="3613150" y="6445250"/>
          <p14:tracePt t="127088" x="3606800" y="6451600"/>
          <p14:tracePt t="127136" x="3613150" y="6451600"/>
          <p14:tracePt t="127171" x="3619500" y="6451600"/>
          <p14:tracePt t="127178" x="3632200" y="6451600"/>
          <p14:tracePt t="127187" x="3638550" y="6451600"/>
          <p14:tracePt t="127204" x="3644900" y="6451600"/>
          <p14:tracePt t="127221" x="3676650" y="6451600"/>
          <p14:tracePt t="127238" x="3695700" y="6451600"/>
          <p14:tracePt t="127255" x="3721100" y="6451600"/>
          <p14:tracePt t="127271" x="3803650" y="6457950"/>
          <p14:tracePt t="127287" x="3930650" y="6464300"/>
          <p14:tracePt t="127305" x="4083050" y="6477000"/>
          <p14:tracePt t="127321" x="4267200" y="6483350"/>
          <p14:tracePt t="127337" x="4356100" y="6483350"/>
          <p14:tracePt t="127354" x="4546600" y="6496050"/>
          <p14:tracePt t="127370" x="4737100" y="6489700"/>
          <p14:tracePt t="127387" x="4826000" y="6483350"/>
          <p14:tracePt t="127404" x="5016500" y="6483350"/>
          <p14:tracePt t="127420" x="5207000" y="6457950"/>
          <p14:tracePt t="127438" x="5391150" y="6438900"/>
          <p14:tracePt t="127453" x="5480050" y="6419850"/>
          <p14:tracePt t="127470" x="5626100" y="6381750"/>
          <p14:tracePt t="127488" x="5708650" y="6356350"/>
          <p14:tracePt t="127503" x="5740400" y="6350000"/>
          <p14:tracePt t="127520" x="5759450" y="6343650"/>
          <p14:tracePt t="127537" x="5778500" y="6330950"/>
          <p14:tracePt t="127553" x="5784850" y="6318250"/>
          <p14:tracePt t="127606" x="5778500" y="6324600"/>
          <p14:tracePt t="127621" x="5765800" y="6324600"/>
          <p14:tracePt t="127627" x="5746750" y="6330950"/>
          <p14:tracePt t="127642" x="5721350" y="6337300"/>
          <p14:tracePt t="127653" x="5664200" y="6343650"/>
          <p14:tracePt t="127670" x="5505450" y="6375400"/>
          <p14:tracePt t="127686" x="5403850" y="6388100"/>
          <p14:tracePt t="127703" x="5149850" y="6426200"/>
          <p14:tracePt t="127719" x="4845050" y="6464300"/>
          <p14:tracePt t="127736" x="4699000" y="6483350"/>
          <p14:tracePt t="127754" x="4470400" y="6527800"/>
          <p14:tracePt t="127769" x="4292600" y="6546850"/>
          <p14:tracePt t="127787" x="4222750" y="6553200"/>
          <p14:tracePt t="127804" x="4152900" y="6572250"/>
          <p14:tracePt t="127819" x="4121150" y="6578600"/>
          <p14:tracePt t="127836" x="4114800" y="6578600"/>
          <p14:tracePt t="127852" x="4108450" y="6584950"/>
          <p14:tracePt t="127888" x="4121150" y="6584950"/>
          <p14:tracePt t="127905" x="4140200" y="6584950"/>
          <p14:tracePt t="127919" x="4159250" y="6578600"/>
          <p14:tracePt t="127935" x="4254500" y="6559550"/>
          <p14:tracePt t="127952" x="4394200" y="6546850"/>
          <p14:tracePt t="127968" x="4502150" y="6527800"/>
          <p14:tracePt t="127986" x="4743450" y="6508750"/>
          <p14:tracePt t="128002" x="4991100" y="6508750"/>
          <p14:tracePt t="128018" x="5118100" y="6496050"/>
          <p14:tracePt t="128035" x="5334000" y="6477000"/>
          <p14:tracePt t="128052" x="5492750" y="6445250"/>
          <p14:tracePt t="128068" x="5549900" y="6432550"/>
          <p14:tracePt t="128085" x="5600700" y="6388100"/>
          <p14:tracePt t="128101" x="5632450" y="6362700"/>
          <p14:tracePt t="128118" x="5632450" y="6356350"/>
          <p14:tracePt t="128134" x="5638800" y="6350000"/>
          <p14:tracePt t="128169" x="5645150" y="6343650"/>
          <p14:tracePt t="128252" x="5651500" y="6350000"/>
          <p14:tracePt t="128259" x="5657850" y="6350000"/>
          <p14:tracePt t="128268" x="5664200" y="6356350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r>
              <a:rPr lang="en-US" altLang="en-US" b="1" dirty="0" smtClean="0"/>
              <a:t>A </a:t>
            </a:r>
            <a:r>
              <a:rPr lang="en-US" altLang="en-US" b="1" dirty="0" err="1" smtClean="0"/>
              <a:t>Dataclasses</a:t>
            </a:r>
            <a:r>
              <a:rPr lang="en-US" altLang="en-US" b="1" dirty="0" smtClean="0"/>
              <a:t> Example</a:t>
            </a:r>
            <a:endParaRPr lang="en-US" altLang="en-US" b="1" dirty="0"/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-228600" y="987552"/>
            <a:ext cx="9372600" cy="5870448"/>
          </a:xfrm>
        </p:spPr>
        <p:txBody>
          <a:bodyPr/>
          <a:lstStyle/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800" dirty="0" smtClean="0">
                <a:solidFill>
                  <a:schemeClr val="tx1"/>
                </a:solidFill>
              </a:rPr>
              <a:t>If </a:t>
            </a:r>
            <a:r>
              <a:rPr lang="en-US" altLang="en-US" sz="2800" dirty="0" err="1" smtClean="0">
                <a:solidFill>
                  <a:schemeClr val="tx1"/>
                </a:solidFill>
              </a:rPr>
              <a:t>dataclass</a:t>
            </a:r>
            <a:r>
              <a:rPr lang="en-US" altLang="en-US" sz="2800" dirty="0" smtClean="0">
                <a:solidFill>
                  <a:schemeClr val="tx1"/>
                </a:solidFill>
              </a:rPr>
              <a:t> </a:t>
            </a:r>
            <a:r>
              <a:rPr lang="en-US" altLang="en-US" sz="2800" dirty="0">
                <a:solidFill>
                  <a:schemeClr val="tx1"/>
                </a:solidFill>
              </a:rPr>
              <a:t>is </a:t>
            </a:r>
            <a:r>
              <a:rPr lang="en-US" altLang="en-US" sz="2800" dirty="0" smtClean="0">
                <a:solidFill>
                  <a:schemeClr val="tx1"/>
                </a:solidFill>
              </a:rPr>
              <a:t>used </a:t>
            </a:r>
            <a:r>
              <a:rPr lang="en-US" altLang="en-US" sz="2800" dirty="0">
                <a:solidFill>
                  <a:schemeClr val="tx1"/>
                </a:solidFill>
              </a:rPr>
              <a:t>as </a:t>
            </a:r>
            <a:r>
              <a:rPr lang="en-US" altLang="en-US" sz="2800" dirty="0" smtClean="0">
                <a:solidFill>
                  <a:schemeClr val="tx1"/>
                </a:solidFill>
              </a:rPr>
              <a:t>just a </a:t>
            </a:r>
            <a:r>
              <a:rPr lang="en-US" altLang="en-US" sz="2800" dirty="0">
                <a:solidFill>
                  <a:schemeClr val="tx1"/>
                </a:solidFill>
              </a:rPr>
              <a:t>simple decorator with </a:t>
            </a:r>
            <a:r>
              <a:rPr lang="en-US" altLang="en-US" sz="2800" dirty="0" smtClean="0">
                <a:solidFill>
                  <a:schemeClr val="tx1"/>
                </a:solidFill>
              </a:rPr>
              <a:t/>
            </a:r>
            <a:br>
              <a:rPr lang="en-US" altLang="en-US" sz="2800" dirty="0" smtClean="0">
                <a:solidFill>
                  <a:schemeClr val="tx1"/>
                </a:solidFill>
              </a:rPr>
            </a:br>
            <a:r>
              <a:rPr lang="en-US" altLang="en-US" sz="2800" dirty="0" smtClean="0">
                <a:solidFill>
                  <a:schemeClr val="tx1"/>
                </a:solidFill>
              </a:rPr>
              <a:t>no </a:t>
            </a:r>
            <a:r>
              <a:rPr lang="en-US" altLang="en-US" sz="2800" dirty="0">
                <a:solidFill>
                  <a:schemeClr val="tx1"/>
                </a:solidFill>
              </a:rPr>
              <a:t>parameters, </a:t>
            </a:r>
            <a:r>
              <a:rPr lang="en-US" altLang="en-US" sz="2800" dirty="0" smtClean="0">
                <a:solidFill>
                  <a:schemeClr val="tx1"/>
                </a:solidFill>
              </a:rPr>
              <a:t>the </a:t>
            </a:r>
            <a:r>
              <a:rPr lang="en-US" altLang="en-US" sz="2800" dirty="0">
                <a:solidFill>
                  <a:schemeClr val="tx1"/>
                </a:solidFill>
              </a:rPr>
              <a:t>default values </a:t>
            </a:r>
            <a:r>
              <a:rPr lang="en-US" altLang="en-US" sz="2800" dirty="0" smtClean="0">
                <a:solidFill>
                  <a:schemeClr val="tx1"/>
                </a:solidFill>
              </a:rPr>
              <a:t>are used. </a:t>
            </a:r>
            <a:br>
              <a:rPr lang="en-US" altLang="en-US" sz="2800" dirty="0" smtClean="0">
                <a:solidFill>
                  <a:schemeClr val="tx1"/>
                </a:solidFill>
              </a:rPr>
            </a:br>
            <a:r>
              <a:rPr lang="en-US" altLang="en-US" sz="2800" dirty="0" smtClean="0">
                <a:solidFill>
                  <a:schemeClr val="tx1"/>
                </a:solidFill>
              </a:rPr>
              <a:t>So, </a:t>
            </a:r>
            <a:r>
              <a:rPr lang="en-US" altLang="en-US" sz="2800" dirty="0">
                <a:solidFill>
                  <a:schemeClr val="tx1"/>
                </a:solidFill>
              </a:rPr>
              <a:t>these three uses of </a:t>
            </a:r>
            <a:r>
              <a:rPr lang="en-US" altLang="en-US" sz="2800" dirty="0" err="1">
                <a:solidFill>
                  <a:schemeClr val="tx1"/>
                </a:solidFill>
              </a:rPr>
              <a:t>dataclass</a:t>
            </a:r>
            <a:r>
              <a:rPr lang="en-US" altLang="en-US" sz="2800" dirty="0">
                <a:solidFill>
                  <a:schemeClr val="tx1"/>
                </a:solidFill>
              </a:rPr>
              <a:t>() are equivalent: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0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6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class C: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    ...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0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rgbClr val="FFC000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6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dataclass</a:t>
            </a:r>
            <a:r>
              <a:rPr lang="en-US" altLang="en-US" sz="2600" dirty="0">
                <a:solidFill>
                  <a:srgbClr val="FFC000"/>
                </a:solidFill>
                <a:latin typeface="Lucida Console" panose="020B0609040504020204" pitchFamily="49" charset="0"/>
              </a:rPr>
              <a:t>()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rgbClr val="FFC000"/>
                </a:solidFill>
                <a:latin typeface="Lucida Console" panose="020B0609040504020204" pitchFamily="49" charset="0"/>
              </a:rPr>
              <a:t>class C: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rgbClr val="FFC000"/>
                </a:solidFill>
                <a:latin typeface="Lucida Console" panose="020B0609040504020204" pitchFamily="49" charset="0"/>
              </a:rPr>
              <a:t>    ...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00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rgbClr val="00B050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6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dataclass</a:t>
            </a:r>
            <a:r>
              <a:rPr lang="en-US" altLang="en-US" sz="2600" dirty="0">
                <a:solidFill>
                  <a:srgbClr val="00B05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6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600" dirty="0">
                <a:solidFill>
                  <a:srgbClr val="00B050"/>
                </a:solidFill>
                <a:latin typeface="Lucida Console" panose="020B0609040504020204" pitchFamily="49" charset="0"/>
              </a:rPr>
              <a:t>=True, </a:t>
            </a:r>
            <a:r>
              <a:rPr lang="en-US" altLang="en-US" sz="26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600" dirty="0">
                <a:solidFill>
                  <a:srgbClr val="00B050"/>
                </a:solidFill>
                <a:latin typeface="Lucida Console" panose="020B0609040504020204" pitchFamily="49" charset="0"/>
              </a:rPr>
              <a:t>=True, </a:t>
            </a:r>
            <a:r>
              <a:rPr lang="en-US" altLang="en-US" sz="26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600" dirty="0">
                <a:solidFill>
                  <a:srgbClr val="00B050"/>
                </a:solidFill>
                <a:latin typeface="Lucida Console" panose="020B0609040504020204" pitchFamily="49" charset="0"/>
              </a:rPr>
              <a:t>=True, </a:t>
            </a:r>
            <a:r>
              <a:rPr lang="en-US" altLang="en-US" sz="26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order=</a:t>
            </a:r>
            <a:r>
              <a:rPr lang="en-US" altLang="en-US" sz="260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False,unsafe_hash</a:t>
            </a:r>
            <a:r>
              <a:rPr lang="en-US" altLang="en-US" sz="26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600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False,frozen</a:t>
            </a:r>
            <a:r>
              <a:rPr lang="en-US" altLang="en-US" sz="26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=False</a:t>
            </a:r>
            <a:r>
              <a:rPr lang="en-US" altLang="en-US" sz="2600" dirty="0">
                <a:solidFill>
                  <a:srgbClr val="00B050"/>
                </a:solidFill>
                <a:latin typeface="Lucida Console" panose="020B0609040504020204" pitchFamily="49" charset="0"/>
              </a:rPr>
              <a:t>)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rgbClr val="00B050"/>
                </a:solidFill>
                <a:latin typeface="Lucida Console" panose="020B0609040504020204" pitchFamily="49" charset="0"/>
              </a:rPr>
              <a:t>class C: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rgbClr val="00B05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6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...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36132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646"/>
    </mc:Choice>
    <mc:Fallback>
      <p:transition spd="slow" advTm="446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17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17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17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134" x="5657850" y="6343650"/>
          <p14:tracePt t="4140" x="5632450" y="6311900"/>
          <p14:tracePt t="4148" x="5607050" y="6280150"/>
          <p14:tracePt t="4158" x="5588000" y="6261100"/>
          <p14:tracePt t="4175" x="5537200" y="6191250"/>
          <p14:tracePt t="4191" x="5429250" y="6057900"/>
          <p14:tracePt t="4208" x="5359400" y="5943600"/>
          <p14:tracePt t="4225" x="5213350" y="5740400"/>
          <p14:tracePt t="4241" x="5092700" y="5600700"/>
          <p14:tracePt t="4258" x="4978400" y="5461000"/>
          <p14:tracePt t="4274" x="4794250" y="5238750"/>
          <p14:tracePt t="4291" x="4699000" y="5118100"/>
          <p14:tracePt t="4308" x="4603750" y="4991100"/>
          <p14:tracePt t="4311" x="4540250" y="4933950"/>
          <p14:tracePt t="4324" x="4432300" y="4813300"/>
          <p14:tracePt t="4341" x="4324350" y="4699000"/>
          <p14:tracePt t="4358" x="4191000" y="4533900"/>
          <p14:tracePt t="4374" x="4089400" y="4425950"/>
          <p14:tracePt t="4390" x="4013200" y="4324350"/>
          <p14:tracePt t="4408" x="3898900" y="4165600"/>
          <p14:tracePt t="4423" x="3829050" y="4108450"/>
          <p14:tracePt t="4441" x="3784600" y="4064000"/>
          <p14:tracePt t="4457" x="3740150" y="4006850"/>
          <p14:tracePt t="4474" x="3714750" y="3968750"/>
          <p14:tracePt t="4490" x="3676650" y="3917950"/>
          <p14:tracePt t="4506" x="3594100" y="3816350"/>
          <p14:tracePt t="4523" x="3530600" y="3714750"/>
          <p14:tracePt t="4541" x="3403600" y="3530600"/>
          <p14:tracePt t="4556" x="3289300" y="3352800"/>
          <p14:tracePt t="4573" x="3200400" y="3225800"/>
          <p14:tracePt t="4590" x="2990850" y="2914650"/>
          <p14:tracePt t="4606" x="2914650" y="2806700"/>
          <p14:tracePt t="4623" x="2749550" y="2590800"/>
          <p14:tracePt t="4640" x="2679700" y="2495550"/>
          <p14:tracePt t="4657" x="2571750" y="2286000"/>
          <p14:tracePt t="4689" x="2470150" y="2120900"/>
          <p14:tracePt t="4706" x="2400300" y="1981200"/>
          <p14:tracePt t="4724" x="2368550" y="1917700"/>
          <p14:tracePt t="4739" x="2343150" y="1885950"/>
          <p14:tracePt t="4756" x="2330450" y="1860550"/>
          <p14:tracePt t="4773" x="2317750" y="1835150"/>
          <p14:tracePt t="4789" x="2311400" y="1822450"/>
          <p14:tracePt t="4806" x="2311400" y="1816100"/>
          <p14:tracePt t="4856" x="2311400" y="1809750"/>
          <p14:tracePt t="4877" x="2317750" y="1809750"/>
          <p14:tracePt t="4898" x="2317750" y="1803400"/>
          <p14:tracePt t="4920" x="2324100" y="1790700"/>
          <p14:tracePt t="4941" x="2324100" y="1778000"/>
          <p14:tracePt t="4947" x="2324100" y="1765300"/>
          <p14:tracePt t="4961" x="2324100" y="1758950"/>
          <p14:tracePt t="4971" x="2324100" y="1752600"/>
          <p14:tracePt t="4988" x="2330450" y="1739900"/>
          <p14:tracePt t="5005" x="2336800" y="1708150"/>
          <p14:tracePt t="5021" x="2343150" y="1689100"/>
          <p14:tracePt t="5039" x="2368550" y="1644650"/>
          <p14:tracePt t="5055" x="2387600" y="1612900"/>
          <p14:tracePt t="5071" x="2444750" y="1536700"/>
          <p14:tracePt t="5089" x="2527300" y="1473200"/>
          <p14:tracePt t="5104" x="2590800" y="1422400"/>
          <p14:tracePt t="5121" x="2635250" y="1409700"/>
          <p14:tracePt t="5138" x="2698750" y="1384300"/>
          <p14:tracePt t="5154" x="2749550" y="1358900"/>
          <p14:tracePt t="5173" x="2787650" y="1352550"/>
          <p14:tracePt t="5188" x="2800350" y="1346200"/>
          <p14:tracePt t="5204" x="2819400" y="1346200"/>
          <p14:tracePt t="5222" x="2825750" y="1346200"/>
          <p14:tracePt t="5278" x="2825750" y="1352550"/>
          <p14:tracePt t="5320" x="2813050" y="1358900"/>
          <p14:tracePt t="5681" x="2832100" y="1371600"/>
          <p14:tracePt t="5688" x="2863850" y="1397000"/>
          <p14:tracePt t="5703" x="2882900" y="1416050"/>
          <p14:tracePt t="5709" x="2914650" y="1441450"/>
          <p14:tracePt t="5723" x="2952750" y="1466850"/>
          <p14:tracePt t="5736" x="2984500" y="1492250"/>
          <p14:tracePt t="5752" x="3022600" y="1524000"/>
          <p14:tracePt t="5769" x="3048000" y="1536700"/>
          <p14:tracePt t="5786" x="3079750" y="1562100"/>
          <p14:tracePt t="5802" x="3105150" y="1574800"/>
          <p14:tracePt t="5819" x="3117850" y="1581150"/>
          <p14:tracePt t="5835" x="3136900" y="1593850"/>
          <p14:tracePt t="5852" x="3149600" y="1606550"/>
          <p14:tracePt t="5869" x="3155950" y="1606550"/>
          <p14:tracePt t="5885" x="3162300" y="1612900"/>
          <p14:tracePt t="5955" x="3162300" y="1619250"/>
          <p14:tracePt t="6511" x="3155950" y="1619250"/>
          <p14:tracePt t="6525" x="3124200" y="1619250"/>
          <p14:tracePt t="6532" x="3105150" y="1619250"/>
          <p14:tracePt t="6546" x="3067050" y="1619250"/>
          <p14:tracePt t="6553" x="3041650" y="1631950"/>
          <p14:tracePt t="6567" x="3009900" y="1631950"/>
          <p14:tracePt t="6583" x="2952750" y="1638300"/>
          <p14:tracePt t="6599" x="2914650" y="1638300"/>
          <p14:tracePt t="6616" x="2857500" y="1651000"/>
          <p14:tracePt t="6633" x="2787650" y="1657350"/>
          <p14:tracePt t="6649" x="2743200" y="1657350"/>
          <p14:tracePt t="6666" x="2686050" y="1676400"/>
          <p14:tracePt t="6682" x="2660650" y="1682750"/>
          <p14:tracePt t="6699" x="2578100" y="1695450"/>
          <p14:tracePt t="6715" x="2514600" y="1720850"/>
          <p14:tracePt t="6732" x="2482850" y="1733550"/>
          <p14:tracePt t="6750" x="2432050" y="1746250"/>
          <p14:tracePt t="6767" x="2381250" y="1758950"/>
          <p14:tracePt t="6782" x="2355850" y="1765300"/>
          <p14:tracePt t="6799" x="2311400" y="1778000"/>
          <p14:tracePt t="6815" x="2279650" y="1784350"/>
          <p14:tracePt t="6832" x="2266950" y="1790700"/>
          <p14:tracePt t="6849" x="2241550" y="1797050"/>
          <p14:tracePt t="6866" x="2235200" y="1809750"/>
          <p14:tracePt t="6882" x="2241550" y="1816100"/>
          <p14:tracePt t="7177" x="2228850" y="1816100"/>
          <p14:tracePt t="7184" x="2197100" y="1816100"/>
          <p14:tracePt t="7200" x="2171700" y="1816100"/>
          <p14:tracePt t="7214" x="2120900" y="1816100"/>
          <p14:tracePt t="7231" x="2095500" y="1816100"/>
          <p14:tracePt t="7247" x="2051050" y="1816100"/>
          <p14:tracePt t="7264" x="2032000" y="1816100"/>
          <p14:tracePt t="7281" x="2000250" y="1816100"/>
          <p14:tracePt t="7298" x="1987550" y="1822450"/>
          <p14:tracePt t="7314" x="1981200" y="1822450"/>
          <p14:tracePt t="7331" x="1974850" y="1828800"/>
          <p14:tracePt t="7373" x="1968500" y="1828800"/>
          <p14:tracePt t="7465" x="1968500" y="1835150"/>
          <p14:tracePt t="7549" x="1974850" y="1835150"/>
          <p14:tracePt t="7556" x="1981200" y="1835150"/>
          <p14:tracePt t="7565" x="1987550" y="1835150"/>
          <p14:tracePt t="7579" x="1993900" y="1835150"/>
          <p14:tracePt t="7596" x="2000250" y="1835150"/>
          <p14:tracePt t="7613" x="2044700" y="1835150"/>
          <p14:tracePt t="7630" x="2127250" y="1835150"/>
          <p14:tracePt t="7647" x="2190750" y="1828800"/>
          <p14:tracePt t="7662" x="2355850" y="1828800"/>
          <p14:tracePt t="7679" x="2457450" y="1816100"/>
          <p14:tracePt t="7696" x="2736850" y="1816100"/>
          <p14:tracePt t="7712" x="2800350" y="1816100"/>
          <p14:tracePt t="7729" x="2863850" y="1816100"/>
          <p14:tracePt t="7746" x="2959100" y="1816100"/>
          <p14:tracePt t="7762" x="2971800" y="1816100"/>
          <p14:tracePt t="7780" x="2990850" y="1809750"/>
          <p14:tracePt t="7795" x="2997200" y="1809750"/>
          <p14:tracePt t="7832" x="3003550" y="1809750"/>
          <p14:tracePt t="8258" x="2997200" y="1809750"/>
          <p14:tracePt t="8278" x="2990850" y="1809750"/>
          <p14:tracePt t="8300" x="2984500" y="1809750"/>
          <p14:tracePt t="8314" x="2978150" y="1809750"/>
          <p14:tracePt t="8342" x="2971800" y="1809750"/>
          <p14:tracePt t="8356" x="2965450" y="1809750"/>
          <p14:tracePt t="8378" x="2959100" y="1809750"/>
          <p14:tracePt t="8398" x="2946400" y="1809750"/>
          <p14:tracePt t="8433" x="2940050" y="1809750"/>
          <p14:tracePt t="8461" x="2933700" y="1809750"/>
          <p14:tracePt t="8531" x="2940050" y="1809750"/>
          <p14:tracePt t="8538" x="2946400" y="1809750"/>
          <p14:tracePt t="8546" x="2952750" y="1809750"/>
          <p14:tracePt t="8562" x="2965450" y="1809750"/>
          <p14:tracePt t="8576" x="2984500" y="1809750"/>
          <p14:tracePt t="8593" x="3060700" y="1809750"/>
          <p14:tracePt t="8609" x="3187700" y="1809750"/>
          <p14:tracePt t="8626" x="3276600" y="1816100"/>
          <p14:tracePt t="8643" x="3448050" y="1822450"/>
          <p14:tracePt t="8659" x="3619500" y="1822450"/>
          <p14:tracePt t="8676" x="3702050" y="1822450"/>
          <p14:tracePt t="8693" x="3854450" y="1822450"/>
          <p14:tracePt t="8709" x="3968750" y="1835150"/>
          <p14:tracePt t="8725" x="4019550" y="1835150"/>
          <p14:tracePt t="8742" x="4102100" y="1835150"/>
          <p14:tracePt t="8758" x="4171950" y="1835150"/>
          <p14:tracePt t="8775" x="4210050" y="1835150"/>
          <p14:tracePt t="8792" x="4254500" y="1835150"/>
          <p14:tracePt t="8808" x="4273550" y="1835150"/>
          <p14:tracePt t="8826" x="4318000" y="1835150"/>
          <p14:tracePt t="8841" x="4356100" y="1835150"/>
          <p14:tracePt t="8858" x="4381500" y="1822450"/>
          <p14:tracePt t="8861" x="4406900" y="1822450"/>
          <p14:tracePt t="8875" x="4438650" y="1816100"/>
          <p14:tracePt t="8892" x="4483100" y="1816100"/>
          <p14:tracePt t="8909" x="4514850" y="1809750"/>
          <p14:tracePt t="8925" x="4584700" y="1803400"/>
          <p14:tracePt t="8941" x="4641850" y="1797050"/>
          <p14:tracePt t="8958" x="4667250" y="1790700"/>
          <p14:tracePt t="8975" x="4730750" y="1771650"/>
          <p14:tracePt t="8991" x="4756150" y="1771650"/>
          <p14:tracePt t="9009" x="4832350" y="1758950"/>
          <p14:tracePt t="9024" x="4857750" y="1758950"/>
          <p14:tracePt t="9041" x="4883150" y="1758950"/>
          <p14:tracePt t="9058" x="4940300" y="1752600"/>
          <p14:tracePt t="9074" x="4978400" y="1752600"/>
          <p14:tracePt t="9091" x="5022850" y="1752600"/>
          <p14:tracePt t="9108" x="5111750" y="1752600"/>
          <p14:tracePt t="9124" x="5207000" y="1752600"/>
          <p14:tracePt t="9141" x="5257800" y="1752600"/>
          <p14:tracePt t="9157" x="5346700" y="1752600"/>
          <p14:tracePt t="9174" x="5416550" y="1752600"/>
          <p14:tracePt t="9191" x="5480050" y="1752600"/>
          <p14:tracePt t="9207" x="5518150" y="1752600"/>
          <p14:tracePt t="9224" x="5562600" y="1752600"/>
          <p14:tracePt t="9241" x="5645150" y="1752600"/>
          <p14:tracePt t="9257" x="5670550" y="1758950"/>
          <p14:tracePt t="9273" x="5708650" y="1765300"/>
          <p14:tracePt t="9291" x="5734050" y="1778000"/>
          <p14:tracePt t="9307" x="5746750" y="1784350"/>
          <p14:tracePt t="9324" x="5753100" y="1790700"/>
          <p14:tracePt t="9340" x="5765800" y="1797050"/>
          <p14:tracePt t="9357" x="5765800" y="1803400"/>
          <p14:tracePt t="9374" x="5765800" y="1809750"/>
          <p14:tracePt t="9390" x="5746750" y="1835150"/>
          <p14:tracePt t="9407" x="5727700" y="1847850"/>
          <p14:tracePt t="9424" x="5651500" y="1892300"/>
          <p14:tracePt t="9440" x="5594350" y="1917700"/>
          <p14:tracePt t="9456" x="5461000" y="1968500"/>
          <p14:tracePt t="9473" x="5264150" y="2019300"/>
          <p14:tracePt t="9489" x="5168900" y="2051050"/>
          <p14:tracePt t="9506" x="4965700" y="2076450"/>
          <p14:tracePt t="9523" x="4781550" y="2120900"/>
          <p14:tracePt t="9539" x="4705350" y="2139950"/>
          <p14:tracePt t="9556" x="4629150" y="2159000"/>
          <p14:tracePt t="9572" x="4476750" y="2209800"/>
          <p14:tracePt t="9589" x="4413250" y="2235200"/>
          <p14:tracePt t="9606" x="4298950" y="2311400"/>
          <p14:tracePt t="9622" x="4203700" y="2387600"/>
          <p14:tracePt t="9639" x="4171950" y="2419350"/>
          <p14:tracePt t="9655" x="4133850" y="2476500"/>
          <p14:tracePt t="9672" x="4114800" y="2495550"/>
          <p14:tracePt t="9689" x="4108450" y="2514600"/>
          <p14:tracePt t="9705" x="4102100" y="2514600"/>
          <p14:tracePt t="16321" x="4038600" y="2552700"/>
          <p14:tracePt t="16326" x="3943350" y="2616200"/>
          <p14:tracePt t="16335" x="3873500" y="2679700"/>
          <p14:tracePt t="16349" x="3721100" y="2781300"/>
          <p14:tracePt t="16366" x="3568700" y="2901950"/>
          <p14:tracePt t="16383" x="3416300" y="3035300"/>
          <p14:tracePt t="16398" x="3225800" y="3194050"/>
          <p14:tracePt t="16415" x="3098800" y="3289300"/>
          <p14:tracePt t="16433" x="3016250" y="3365500"/>
          <p14:tracePt t="16449" x="2825750" y="3448050"/>
          <p14:tracePt t="16465" x="2755900" y="3498850"/>
          <p14:tracePt t="16482" x="2667000" y="3568700"/>
          <p14:tracePt t="16498" x="2635250" y="3625850"/>
          <p14:tracePt t="16515" x="2584450" y="3689350"/>
          <p14:tracePt t="16532" x="2520950" y="3778250"/>
          <p14:tracePt t="16548" x="2482850" y="3822700"/>
          <p14:tracePt t="16566" x="2432050" y="3873500"/>
          <p14:tracePt t="16581" x="2406650" y="3930650"/>
          <p14:tracePt t="16598" x="2374900" y="3975100"/>
          <p14:tracePt t="16615" x="2336800" y="4038600"/>
          <p14:tracePt t="16631" x="2324100" y="4070350"/>
          <p14:tracePt t="16648" x="2311400" y="4095750"/>
          <p14:tracePt t="16665" x="2305050" y="4108450"/>
          <p14:tracePt t="16681" x="2305050" y="4114800"/>
          <p14:tracePt t="16714" x="2305050" y="4121150"/>
          <p14:tracePt t="16769" x="2311400" y="4121150"/>
          <p14:tracePt t="16791" x="2317750" y="4121150"/>
          <p14:tracePt t="16799" x="2324100" y="4114800"/>
          <p14:tracePt t="16812" x="2330450" y="4114800"/>
          <p14:tracePt t="16818" x="2336800" y="4114800"/>
          <p14:tracePt t="16831" x="2343150" y="4108450"/>
          <p14:tracePt t="16847" x="2381250" y="4108450"/>
          <p14:tracePt t="16864" x="2400300" y="4108450"/>
          <p14:tracePt t="16881" x="2432050" y="4102100"/>
          <p14:tracePt t="16897" x="2476500" y="4102100"/>
          <p14:tracePt t="16914" x="2495550" y="4102100"/>
          <p14:tracePt t="16931" x="2520950" y="4102100"/>
          <p14:tracePt t="16947" x="2533650" y="4095750"/>
          <p14:tracePt t="16964" x="2540000" y="4095750"/>
          <p14:tracePt t="16980" x="2546350" y="4095750"/>
          <p14:tracePt t="17071" x="2552700" y="4095750"/>
          <p14:tracePt t="17120" x="2559050" y="4095750"/>
          <p14:tracePt t="17169" x="2565400" y="4095750"/>
          <p14:tracePt t="17183" x="2571750" y="4095750"/>
          <p14:tracePt t="17198" x="2578100" y="4095750"/>
          <p14:tracePt t="17219" x="2584450" y="4095750"/>
          <p14:tracePt t="17331" x="2584450" y="4102100"/>
          <p14:tracePt t="17359" x="2578100" y="4102100"/>
          <p14:tracePt t="17380" x="2571750" y="4108450"/>
          <p14:tracePt t="17400" x="2565400" y="4114800"/>
          <p14:tracePt t="17407" x="2559050" y="4114800"/>
          <p14:tracePt t="17421" x="2546350" y="4121150"/>
          <p14:tracePt t="17436" x="2540000" y="4121150"/>
          <p14:tracePt t="17445" x="2533650" y="4127500"/>
          <p14:tracePt t="17462" x="2520950" y="4127500"/>
          <p14:tracePt t="17479" x="2508250" y="4133850"/>
          <p14:tracePt t="17495" x="2495550" y="4133850"/>
          <p14:tracePt t="17512" x="2489200" y="4140200"/>
          <p14:tracePt t="17528" x="2476500" y="4140200"/>
          <p14:tracePt t="17545" x="2470150" y="4140200"/>
          <p14:tracePt t="17731" x="2470150" y="4133850"/>
          <p14:tracePt t="17746" x="2476500" y="4133850"/>
          <p14:tracePt t="17751" x="2489200" y="4133850"/>
          <p14:tracePt t="17760" x="2495550" y="4133850"/>
          <p14:tracePt t="17778" x="2520950" y="4127500"/>
          <p14:tracePt t="17794" x="2565400" y="4127500"/>
          <p14:tracePt t="17811" x="2603500" y="4127500"/>
          <p14:tracePt t="17827" x="2647950" y="4127500"/>
          <p14:tracePt t="17844" x="2692400" y="4127500"/>
          <p14:tracePt t="17860" x="2711450" y="4127500"/>
          <p14:tracePt t="17878" x="2724150" y="4127500"/>
          <p14:tracePt t="17894" x="2730500" y="4127500"/>
          <p14:tracePt t="17962" x="2730500" y="4133850"/>
          <p14:tracePt t="17969" x="2724150" y="4133850"/>
          <p14:tracePt t="18011" x="2717800" y="4133850"/>
          <p14:tracePt t="18032" x="2717800" y="4127500"/>
          <p14:tracePt t="18047" x="2724150" y="4127500"/>
          <p14:tracePt t="18061" x="2724150" y="4121150"/>
          <p14:tracePt t="20435" x="2724150" y="4108450"/>
          <p14:tracePt t="20441" x="2724150" y="4095750"/>
          <p14:tracePt t="20451" x="2724150" y="4083050"/>
          <p14:tracePt t="20468" x="2724150" y="4064000"/>
          <p14:tracePt t="20485" x="2717800" y="4051300"/>
          <p14:tracePt t="20521" x="2705100" y="4051300"/>
          <p14:tracePt t="20535" x="2692400" y="4051300"/>
          <p14:tracePt t="20552" x="2673350" y="4051300"/>
          <p14:tracePt t="20568" x="2641600" y="4051300"/>
          <p14:tracePt t="20585" x="2609850" y="4051300"/>
          <p14:tracePt t="20601" x="2584450" y="4051300"/>
          <p14:tracePt t="20618" x="2533650" y="4064000"/>
          <p14:tracePt t="20635" x="2501900" y="4064000"/>
          <p14:tracePt t="20638" x="2489200" y="4070350"/>
          <p14:tracePt t="20650" x="2482850" y="4076700"/>
          <p14:tracePt t="20667" x="2470150" y="4083050"/>
          <p14:tracePt t="20684" x="2463800" y="4089400"/>
          <p14:tracePt t="20702" x="2463800" y="4095750"/>
          <p14:tracePt t="20717" x="2463800" y="4102100"/>
          <p14:tracePt t="20734" x="2463800" y="4108450"/>
          <p14:tracePt t="20771" x="2463800" y="4114800"/>
          <p14:tracePt t="20783" x="2463800" y="4121150"/>
          <p14:tracePt t="20800" x="2463800" y="4127500"/>
          <p14:tracePt t="20817" x="2463800" y="4133850"/>
          <p14:tracePt t="20848" x="2470150" y="4133850"/>
          <p14:tracePt t="20862" x="2476500" y="4133850"/>
          <p14:tracePt t="20870" x="2476500" y="4127500"/>
          <p14:tracePt t="20884" x="2482850" y="4121150"/>
          <p14:tracePt t="20900" x="2501900" y="4108450"/>
          <p14:tracePt t="20917" x="2508250" y="4070350"/>
          <p14:tracePt t="20933" x="2520950" y="4019550"/>
          <p14:tracePt t="20950" x="2527300" y="3975100"/>
          <p14:tracePt t="20966" x="2527300" y="3937000"/>
          <p14:tracePt t="20983" x="2520950" y="3892550"/>
          <p14:tracePt t="21000" x="2508250" y="3873500"/>
          <p14:tracePt t="21017" x="2508250" y="3854450"/>
          <p14:tracePt t="21033" x="2508250" y="3848100"/>
          <p14:tracePt t="21067" x="2501900" y="3854450"/>
          <p14:tracePt t="21083" x="2501900" y="3860800"/>
          <p14:tracePt t="21100" x="2501900" y="3867150"/>
          <p14:tracePt t="21116" x="2495550" y="3867150"/>
          <p14:tracePt t="21132" x="2489200" y="3879850"/>
          <p14:tracePt t="21149" x="2489200" y="3886200"/>
          <p14:tracePt t="21153" x="2489200" y="3892550"/>
          <p14:tracePt t="21172" x="2482850" y="3898900"/>
          <p14:tracePt t="21182" x="2482850" y="3905250"/>
          <p14:tracePt t="21201" x="2482850" y="3917950"/>
          <p14:tracePt t="21221" x="2482850" y="3930650"/>
          <p14:tracePt t="21236" x="2482850" y="3937000"/>
          <p14:tracePt t="21250" x="2482850" y="3943350"/>
          <p14:tracePt t="21265" x="2482850" y="3949700"/>
          <p14:tracePt t="21282" x="2482850" y="3956050"/>
          <p14:tracePt t="21299" x="2489200" y="3956050"/>
          <p14:tracePt t="21315" x="2495550" y="3962400"/>
          <p14:tracePt t="21340" x="2501900" y="3962400"/>
          <p14:tracePt t="21381" x="2508250" y="3962400"/>
          <p14:tracePt t="21409" x="2514600" y="3962400"/>
          <p14:tracePt t="21430" x="2520950" y="3949700"/>
          <p14:tracePt t="21451" x="2527300" y="3949700"/>
          <p14:tracePt t="21458" x="2527300" y="3943350"/>
          <p14:tracePt t="21479" x="2533650" y="3937000"/>
          <p14:tracePt t="21494" x="2540000" y="3930650"/>
          <p14:tracePt t="21501" x="2540000" y="3924300"/>
          <p14:tracePt t="21518" x="2546350" y="3917950"/>
          <p14:tracePt t="21531" x="2565400" y="3911600"/>
          <p14:tracePt t="21548" x="2590800" y="3886200"/>
          <p14:tracePt t="21565" x="2647950" y="3860800"/>
          <p14:tracePt t="21581" x="2679700" y="3848100"/>
          <p14:tracePt t="21598" x="2724150" y="3835400"/>
          <p14:tracePt t="21615" x="2774950" y="3829050"/>
          <p14:tracePt t="21631" x="2819400" y="3829050"/>
          <p14:tracePt t="21648" x="2863850" y="3829050"/>
          <p14:tracePt t="21663" x="2933700" y="3829050"/>
          <p14:tracePt t="21681" x="2984500" y="3829050"/>
          <p14:tracePt t="21698" x="3060700" y="3841750"/>
          <p14:tracePt t="21714" x="3124200" y="3854450"/>
          <p14:tracePt t="21731" x="3206750" y="3873500"/>
          <p14:tracePt t="21748" x="3359150" y="3917950"/>
          <p14:tracePt t="21764" x="3492500" y="3956050"/>
          <p14:tracePt t="21780" x="3600450" y="3981450"/>
          <p14:tracePt t="21797" x="3733800" y="4019550"/>
          <p14:tracePt t="21813" x="3797300" y="4038600"/>
          <p14:tracePt t="21830" x="3848100" y="4064000"/>
          <p14:tracePt t="21847" x="3911600" y="4070350"/>
          <p14:tracePt t="21864" x="3937000" y="4083050"/>
          <p14:tracePt t="21880" x="3981450" y="4083050"/>
          <p14:tracePt t="21897" x="4064000" y="4070350"/>
          <p14:tracePt t="21913" x="4140200" y="4070350"/>
          <p14:tracePt t="22633" x="4133850" y="4083050"/>
          <p14:tracePt t="22641" x="4133850" y="4108450"/>
          <p14:tracePt t="22648" x="4121150" y="4121150"/>
          <p14:tracePt t="22663" x="4089400" y="4171950"/>
          <p14:tracePt t="22678" x="4057650" y="4216400"/>
          <p14:tracePt t="22694" x="4032250" y="4279900"/>
          <p14:tracePt t="22711" x="3956050" y="4387850"/>
          <p14:tracePt t="22727" x="3924300" y="4438650"/>
          <p14:tracePt t="22744" x="3873500" y="4521200"/>
          <p14:tracePt t="22761" x="3803650" y="4616450"/>
          <p14:tracePt t="22776" x="3752850" y="4692650"/>
          <p14:tracePt t="22793" x="3714750" y="4781550"/>
          <p14:tracePt t="22810" x="3613150" y="4908550"/>
          <p14:tracePt t="22827" x="3581400" y="4972050"/>
          <p14:tracePt t="22843" x="3549650" y="5022850"/>
          <p14:tracePt t="22860" x="3517900" y="5080000"/>
          <p14:tracePt t="22877" x="3498850" y="5118100"/>
          <p14:tracePt t="22894" x="3473450" y="5175250"/>
          <p14:tracePt t="22910" x="3467100" y="5200650"/>
          <p14:tracePt t="22926" x="3448050" y="5219700"/>
          <p14:tracePt t="22943" x="3448050" y="5251450"/>
          <p14:tracePt t="22959" x="3441700" y="5257800"/>
          <p14:tracePt t="22976" x="3441700" y="5264150"/>
          <p14:tracePt t="22993" x="3435350" y="5270500"/>
          <p14:tracePt t="23026" x="3429000" y="5276850"/>
          <p14:tracePt t="23042" x="3429000" y="5283200"/>
          <p14:tracePt t="23063" x="3429000" y="5289550"/>
          <p14:tracePt t="23079" x="3422650" y="5295900"/>
          <p14:tracePt t="23105" x="3416300" y="5295900"/>
          <p14:tracePt t="23119" x="3409950" y="5302250"/>
          <p14:tracePt t="23128" x="3403600" y="5308600"/>
          <p14:tracePt t="23142" x="3403600" y="5321300"/>
          <p14:tracePt t="23159" x="3397250" y="5334000"/>
          <p14:tracePt t="23176" x="3384550" y="5353050"/>
          <p14:tracePt t="23192" x="3371850" y="5372100"/>
          <p14:tracePt t="23209" x="3359150" y="5384800"/>
          <p14:tracePt t="23225" x="3340100" y="5416550"/>
          <p14:tracePt t="23242" x="3327400" y="5435600"/>
          <p14:tracePt t="23259" x="3295650" y="5467350"/>
          <p14:tracePt t="23276" x="3276600" y="5486400"/>
          <p14:tracePt t="23292" x="3263900" y="5505450"/>
          <p14:tracePt t="23309" x="3238500" y="5524500"/>
          <p14:tracePt t="23325" x="3232150" y="5537200"/>
          <p14:tracePt t="23365" x="3232150" y="5543550"/>
          <p14:tracePt t="23406" x="3225800" y="5543550"/>
          <p14:tracePt t="23686" x="3232150" y="5543550"/>
          <p14:tracePt t="23693" x="3238500" y="5543550"/>
          <p14:tracePt t="23714" x="3244850" y="5543550"/>
          <p14:tracePt t="23729" x="3251200" y="5543550"/>
          <p14:tracePt t="23740" x="3257550" y="5543550"/>
          <p14:tracePt t="23757" x="3276600" y="5537200"/>
          <p14:tracePt t="23773" x="3289300" y="5537200"/>
          <p14:tracePt t="23790" x="3321050" y="5530850"/>
          <p14:tracePt t="23807" x="3365500" y="5518150"/>
          <p14:tracePt t="23823" x="3384550" y="5505450"/>
          <p14:tracePt t="23840" x="3429000" y="5492750"/>
          <p14:tracePt t="23857" x="3460750" y="5473700"/>
          <p14:tracePt t="23873" x="3479800" y="5467350"/>
          <p14:tracePt t="23890" x="3517900" y="5461000"/>
          <p14:tracePt t="23906" x="3536950" y="5454650"/>
          <p14:tracePt t="23923" x="3543300" y="5454650"/>
          <p14:tracePt t="23940" x="3543300" y="5448300"/>
          <p14:tracePt t="24017" x="3536950" y="5448300"/>
          <p14:tracePt t="24419" x="3549650" y="5448300"/>
          <p14:tracePt t="24426" x="3575050" y="5448300"/>
          <p14:tracePt t="24441" x="3613150" y="5454650"/>
          <p14:tracePt t="24454" x="3670300" y="5461000"/>
          <p14:tracePt t="24471" x="3790950" y="5486400"/>
          <p14:tracePt t="24487" x="3854450" y="5505450"/>
          <p14:tracePt t="24504" x="4013200" y="5549900"/>
          <p14:tracePt t="24521" x="4241800" y="5581650"/>
          <p14:tracePt t="24538" x="4464050" y="5600700"/>
          <p14:tracePt t="24554" x="4578350" y="5619750"/>
          <p14:tracePt t="24571" x="4794250" y="5632450"/>
          <p14:tracePt t="24588" x="4972050" y="5638800"/>
          <p14:tracePt t="24604" x="5048250" y="5651500"/>
          <p14:tracePt t="24620" x="5124450" y="5645150"/>
          <p14:tracePt t="24637" x="5276850" y="5645150"/>
          <p14:tracePt t="24654" x="5365750" y="5645150"/>
          <p14:tracePt t="24671" x="5549900" y="5651500"/>
          <p14:tracePt t="24687" x="5715000" y="5638800"/>
          <p14:tracePt t="24703" x="5861050" y="5619750"/>
          <p14:tracePt t="24721" x="6013450" y="5600700"/>
          <p14:tracePt t="24737" x="6076950" y="5588000"/>
          <p14:tracePt t="24753" x="6223000" y="5581650"/>
          <p14:tracePt t="24770" x="6337300" y="5562600"/>
          <p14:tracePt t="24787" x="6381750" y="5562600"/>
          <p14:tracePt t="24803" x="6464300" y="5543550"/>
          <p14:tracePt t="24820" x="6521450" y="5524500"/>
          <p14:tracePt t="24836" x="6553200" y="5511800"/>
          <p14:tracePt t="24855" x="6584950" y="5505450"/>
          <p14:tracePt t="24869" x="6610350" y="5505450"/>
          <p14:tracePt t="24906" x="6616700" y="5499100"/>
          <p14:tracePt t="24932" x="6610350" y="5499100"/>
          <p14:tracePt t="24953" x="6597650" y="5499100"/>
          <p14:tracePt t="24959" x="6584950" y="5499100"/>
          <p14:tracePt t="24974" x="6559550" y="5499100"/>
          <p14:tracePt t="24986" x="6521450" y="5499100"/>
          <p14:tracePt t="25003" x="6413500" y="5518150"/>
          <p14:tracePt t="25019" x="6337300" y="5518150"/>
          <p14:tracePt t="25036" x="6134100" y="5537200"/>
          <p14:tracePt t="25052" x="5854700" y="5549900"/>
          <p14:tracePt t="25069" x="5695950" y="5556250"/>
          <p14:tracePt t="25086" x="5359400" y="5556250"/>
          <p14:tracePt t="25102" x="4984750" y="5549900"/>
          <p14:tracePt t="25119" x="4826000" y="5549900"/>
          <p14:tracePt t="25135" x="4559300" y="5543550"/>
          <p14:tracePt t="25152" x="4343400" y="5511800"/>
          <p14:tracePt t="25169" x="4267200" y="5492750"/>
          <p14:tracePt t="25185" x="4146550" y="5473700"/>
          <p14:tracePt t="25202" x="4095750" y="5473700"/>
          <p14:tracePt t="25219" x="4083050" y="5473700"/>
          <p14:tracePt t="25235" x="4076700" y="5473700"/>
          <p14:tracePt t="25270" x="4076700" y="5480050"/>
          <p14:tracePt t="25282" x="4083050" y="5480050"/>
          <p14:tracePt t="25289" x="4108450" y="5480050"/>
          <p14:tracePt t="25305" x="4133850" y="5480050"/>
          <p14:tracePt t="25318" x="4184650" y="5473700"/>
          <p14:tracePt t="25335" x="4337050" y="5480050"/>
          <p14:tracePt t="25352" x="4565650" y="5499100"/>
          <p14:tracePt t="25368" x="4692650" y="5511800"/>
          <p14:tracePt t="25384" x="4845050" y="5511800"/>
          <p14:tracePt t="25402" x="5372100" y="5543550"/>
          <p14:tracePt t="25418" x="5594350" y="5575300"/>
          <p14:tracePt t="25434" x="5740400" y="5594350"/>
          <p14:tracePt t="25451" x="6153150" y="5664200"/>
          <p14:tracePt t="25467" x="6254750" y="5670550"/>
          <p14:tracePt t="25484" x="6400800" y="5689600"/>
          <p14:tracePt t="25501" x="6451600" y="5695950"/>
          <p14:tracePt t="25517" x="6464300" y="5695950"/>
          <p14:tracePt t="25563" x="6451600" y="5695950"/>
          <p14:tracePt t="25570" x="6451600" y="5689600"/>
          <p14:tracePt t="25587" x="6438900" y="5689600"/>
          <p14:tracePt t="25600" x="6419850" y="5689600"/>
          <p14:tracePt t="25617" x="6280150" y="5689600"/>
          <p14:tracePt t="25634" x="6007100" y="5702300"/>
          <p14:tracePt t="25650" x="5778500" y="5702300"/>
          <p14:tracePt t="25668" x="5200650" y="5695950"/>
          <p14:tracePt t="25683" x="4514850" y="5645150"/>
          <p14:tracePt t="25700" x="4197350" y="5626100"/>
          <p14:tracePt t="25716" x="3708400" y="5568950"/>
          <p14:tracePt t="25733" x="3403600" y="5562600"/>
          <p14:tracePt t="25751" x="3302000" y="5562600"/>
          <p14:tracePt t="25767" x="3136900" y="5562600"/>
          <p14:tracePt t="25783" x="3048000" y="5562600"/>
          <p14:tracePt t="25800" x="3016250" y="5562600"/>
          <p14:tracePt t="25817" x="2978150" y="5575300"/>
          <p14:tracePt t="25833" x="2952750" y="5575300"/>
          <p14:tracePt t="25850" x="2946400" y="5575300"/>
          <p14:tracePt t="25883" x="2946400" y="5581650"/>
          <p14:tracePt t="25902" x="2946400" y="5588000"/>
          <p14:tracePt t="25956" x="2946400" y="5594350"/>
          <p14:tracePt t="25991" x="2946400" y="5600700"/>
          <p14:tracePt t="26515" x="2927350" y="5607050"/>
          <p14:tracePt t="26522" x="2895600" y="5632450"/>
          <p14:tracePt t="26530" x="2857500" y="5657850"/>
          <p14:tracePt t="26547" x="2838450" y="5670550"/>
          <p14:tracePt t="26564" x="2813050" y="5683250"/>
          <p14:tracePt t="26581" x="2774950" y="5702300"/>
          <p14:tracePt t="26614" x="2762250" y="5715000"/>
          <p14:tracePt t="26630" x="2755900" y="5734050"/>
          <p14:tracePt t="26683" x="2762250" y="5740400"/>
          <p14:tracePt t="26690" x="2768600" y="5740400"/>
          <p14:tracePt t="26699" x="2794000" y="5740400"/>
          <p14:tracePt t="26713" x="2825750" y="5740400"/>
          <p14:tracePt t="26730" x="2863850" y="5734050"/>
          <p14:tracePt t="26747" x="3009900" y="5695950"/>
          <p14:tracePt t="26763" x="3111500" y="5683250"/>
          <p14:tracePt t="26780" x="3340100" y="5645150"/>
          <p14:tracePt t="26796" x="3651250" y="5600700"/>
          <p14:tracePt t="26813" x="3917950" y="5575300"/>
          <p14:tracePt t="26830" x="4178300" y="5581650"/>
          <p14:tracePt t="26846" x="4292600" y="5581650"/>
          <p14:tracePt t="26863" x="4483100" y="5600700"/>
          <p14:tracePt t="26880" x="4578350" y="5613400"/>
          <p14:tracePt t="26896" x="4610100" y="5613400"/>
          <p14:tracePt t="26913" x="4622800" y="5613400"/>
          <p14:tracePt t="26929" x="4629150" y="5607050"/>
          <p14:tracePt t="26945" x="4629150" y="5600700"/>
          <p14:tracePt t="26962" x="4629150" y="5594350"/>
          <p14:tracePt t="26979" x="4616450" y="5588000"/>
          <p14:tracePt t="26995" x="4597400" y="5581650"/>
          <p14:tracePt t="27013" x="4508500" y="5581650"/>
          <p14:tracePt t="27029" x="4445000" y="5581650"/>
          <p14:tracePt t="27045" x="4241800" y="5581650"/>
          <p14:tracePt t="27062" x="4006850" y="5581650"/>
          <p14:tracePt t="27078" x="3879850" y="5581650"/>
          <p14:tracePt t="27095" x="3651250" y="5581650"/>
          <p14:tracePt t="27112" x="3460750" y="5594350"/>
          <p14:tracePt t="27128" x="3397250" y="5594350"/>
          <p14:tracePt t="27146" x="3314700" y="5594350"/>
          <p14:tracePt t="27161" x="3289300" y="5594350"/>
          <p14:tracePt t="27178" x="3282950" y="5588000"/>
          <p14:tracePt t="27211" x="3308350" y="5588000"/>
          <p14:tracePt t="27228" x="3346450" y="5581650"/>
          <p14:tracePt t="27245" x="3454400" y="5543550"/>
          <p14:tracePt t="27261" x="3543300" y="5530850"/>
          <p14:tracePt t="27278" x="3784600" y="5499100"/>
          <p14:tracePt t="27295" x="4070350" y="5467350"/>
          <p14:tracePt t="27311" x="4210050" y="5467350"/>
          <p14:tracePt t="27329" x="4622800" y="5454650"/>
          <p14:tracePt t="27344" x="4749800" y="5454650"/>
          <p14:tracePt t="27361" x="4864100" y="5461000"/>
          <p14:tracePt t="27378" x="5067300" y="5473700"/>
          <p14:tracePt t="27394" x="5257800" y="5492750"/>
          <p14:tracePt t="27411" x="5334000" y="5492750"/>
          <p14:tracePt t="27427" x="5429250" y="5511800"/>
          <p14:tracePt t="27444" x="5467350" y="5518150"/>
          <p14:tracePt t="27461" x="5480050" y="5518150"/>
          <p14:tracePt t="27477" x="5486400" y="5518150"/>
          <p14:tracePt t="27512" x="5480050" y="5518150"/>
          <p14:tracePt t="27525" x="5454650" y="5518150"/>
          <p14:tracePt t="27532" x="5397500" y="5524500"/>
          <p14:tracePt t="27543" x="5321300" y="5537200"/>
          <p14:tracePt t="27561" x="5105400" y="5556250"/>
          <p14:tracePt t="27577" x="4978400" y="5556250"/>
          <p14:tracePt t="27593" x="4819650" y="5568950"/>
          <p14:tracePt t="27610" x="4406900" y="5562600"/>
          <p14:tracePt t="27627" x="4305300" y="5549900"/>
          <p14:tracePt t="27644" x="4210050" y="5543550"/>
          <p14:tracePt t="27660" x="4121150" y="5530850"/>
          <p14:tracePt t="27677" x="4095750" y="5530850"/>
          <p14:tracePt t="27694" x="4089400" y="5530850"/>
          <p14:tracePt t="27710" x="4102100" y="5530850"/>
          <p14:tracePt t="27726" x="4184650" y="5530850"/>
          <p14:tracePt t="27743" x="4362450" y="5530850"/>
          <p14:tracePt t="27759" x="4489450" y="5530850"/>
          <p14:tracePt t="27763" x="4629150" y="5530850"/>
          <p14:tracePt t="27776" x="4800600" y="5530850"/>
          <p14:tracePt t="27793" x="5251450" y="5524500"/>
          <p14:tracePt t="27809" x="5467350" y="5511800"/>
          <p14:tracePt t="27827" x="5829300" y="5511800"/>
          <p14:tracePt t="27842" x="6178550" y="5499100"/>
          <p14:tracePt t="27859" x="6305550" y="5499100"/>
          <p14:tracePt t="27877" x="6483350" y="5492750"/>
          <p14:tracePt t="27893" x="6534150" y="5480050"/>
          <p14:tracePt t="27909" x="6565900" y="5473700"/>
          <p14:tracePt t="27926" x="6597650" y="5454650"/>
          <p14:tracePt t="27942" x="6604000" y="5454650"/>
          <p14:tracePt t="27959" x="6604000" y="5448300"/>
          <p14:tracePt t="27976" x="6572250" y="5448300"/>
          <p14:tracePt t="27992" x="6527800" y="5448300"/>
          <p14:tracePt t="28010" x="6356350" y="5486400"/>
          <p14:tracePt t="28026" x="6115050" y="5511800"/>
          <p14:tracePt t="28042" x="5956300" y="5530850"/>
          <p14:tracePt t="28059" x="5556250" y="5543550"/>
          <p14:tracePt t="28075" x="5080000" y="5556250"/>
          <p14:tracePt t="28092" x="4819650" y="5549900"/>
          <p14:tracePt t="28108" x="4394200" y="5537200"/>
          <p14:tracePt t="28125" x="4064000" y="5511800"/>
          <p14:tracePt t="28142" x="3949700" y="5511800"/>
          <p14:tracePt t="28159" x="3797300" y="5505450"/>
          <p14:tracePt t="28175" x="3721100" y="5492750"/>
          <p14:tracePt t="28192" x="3714750" y="5492750"/>
          <p14:tracePt t="28208" x="3708400" y="5492750"/>
          <p14:tracePt t="28242" x="3740150" y="5492750"/>
          <p14:tracePt t="28258" x="3784600" y="5492750"/>
          <p14:tracePt t="28274" x="3860800" y="5492750"/>
          <p14:tracePt t="28278" x="3949700" y="5492750"/>
          <p14:tracePt t="28291" x="4076700" y="5480050"/>
          <p14:tracePt t="28308" x="4438650" y="5480050"/>
          <p14:tracePt t="28325" x="4679950" y="5467350"/>
          <p14:tracePt t="28341" x="5187950" y="5435600"/>
          <p14:tracePt t="28357" x="5664200" y="5410200"/>
          <p14:tracePt t="28375" x="6108700" y="5410200"/>
          <p14:tracePt t="28391" x="6299200" y="5416550"/>
          <p14:tracePt t="28407" x="6426200" y="5429250"/>
          <p14:tracePt t="28424" x="6610350" y="5429250"/>
          <p14:tracePt t="28440" x="6667500" y="5429250"/>
          <p14:tracePt t="28457" x="6705600" y="5429250"/>
          <p14:tracePt t="28474" x="6711950" y="5429250"/>
          <p14:tracePt t="28490" x="6711950" y="5422900"/>
          <p14:tracePt t="28508" x="6692900" y="5422900"/>
          <p14:tracePt t="28524" x="6667500" y="5429250"/>
          <p14:tracePt t="28540" x="6508750" y="5461000"/>
          <p14:tracePt t="28557" x="6407150" y="5492750"/>
          <p14:tracePt t="28573" x="6115050" y="5524500"/>
          <p14:tracePt t="28590" x="5715000" y="5549900"/>
          <p14:tracePt t="28607" x="5264150" y="5568950"/>
          <p14:tracePt t="28623" x="5029200" y="5568950"/>
          <p14:tracePt t="28641" x="4616450" y="5568950"/>
          <p14:tracePt t="28656" x="4330700" y="5562600"/>
          <p14:tracePt t="28673" x="4203700" y="5562600"/>
          <p14:tracePt t="28690" x="4025900" y="5549900"/>
          <p14:tracePt t="28706" x="3930650" y="5549900"/>
          <p14:tracePt t="28723" x="3924300" y="5549900"/>
          <p14:tracePt t="28740" x="3911600" y="5549900"/>
          <p14:tracePt t="28756" x="3905250" y="5549900"/>
          <p14:tracePt t="28773" x="3911600" y="5549900"/>
          <p14:tracePt t="28790" x="3949700" y="5549900"/>
          <p14:tracePt t="28806" x="4076700" y="5562600"/>
          <p14:tracePt t="28823" x="4165600" y="5562600"/>
          <p14:tracePt t="28839" x="4457700" y="5562600"/>
          <p14:tracePt t="28856" x="4641850" y="5562600"/>
          <p14:tracePt t="28873" x="5327650" y="5537200"/>
          <p14:tracePt t="28889" x="5467350" y="5530850"/>
          <p14:tracePt t="28906" x="5568950" y="5530850"/>
          <p14:tracePt t="28923" x="5664200" y="5505450"/>
          <p14:tracePt t="28940" x="5689600" y="5480050"/>
          <p14:tracePt t="28956" x="5689600" y="5473700"/>
          <p14:tracePt t="28973" x="5683250" y="5473700"/>
          <p14:tracePt t="28989" x="5619750" y="5467350"/>
          <p14:tracePt t="29007" x="5441950" y="5467350"/>
          <p14:tracePt t="29022" x="5334000" y="5467350"/>
          <p14:tracePt t="29039" x="5054600" y="5454650"/>
          <p14:tracePt t="29056" x="4718050" y="5454650"/>
          <p14:tracePt t="29072" x="4527550" y="5441950"/>
          <p14:tracePt t="29088" x="4152900" y="5429250"/>
          <p14:tracePt t="29105" x="3810000" y="5416550"/>
          <p14:tracePt t="29122" x="3644900" y="5403850"/>
          <p14:tracePt t="29138" x="3479800" y="5391150"/>
          <p14:tracePt t="29155" x="3054350" y="5346700"/>
          <p14:tracePt t="29172" x="2952750" y="5340350"/>
          <p14:tracePt t="29188" x="2838450" y="5327650"/>
          <p14:tracePt t="29205" x="2647950" y="5327650"/>
          <p14:tracePt t="29221" x="2514600" y="5321300"/>
          <p14:tracePt t="29238" x="2413000" y="5321300"/>
          <p14:tracePt t="29255" x="2381250" y="5327650"/>
          <p14:tracePt t="29271" x="2343150" y="5340350"/>
          <p14:tracePt t="29288" x="2311400" y="5346700"/>
          <p14:tracePt t="29304" x="2305050" y="5346700"/>
          <p14:tracePt t="29322" x="2279650" y="5346700"/>
          <p14:tracePt t="29337" x="2266950" y="5346700"/>
          <p14:tracePt t="29371" x="2260600" y="5346700"/>
          <p14:tracePt t="29420" x="2260600" y="5353050"/>
          <p14:tracePt t="29448" x="2260600" y="5359400"/>
          <p14:tracePt t="29470" x="2254250" y="5365750"/>
          <p14:tracePt t="29490" x="2241550" y="5372100"/>
          <p14:tracePt t="29498" x="2235200" y="5378450"/>
          <p14:tracePt t="29506" x="2222500" y="5378450"/>
          <p14:tracePt t="29520" x="2203450" y="5391150"/>
          <p14:tracePt t="29537" x="2190750" y="5397500"/>
          <p14:tracePt t="29554" x="2152650" y="5403850"/>
          <p14:tracePt t="29570" x="2127250" y="5416550"/>
          <p14:tracePt t="29587" x="2108200" y="5416550"/>
          <p14:tracePt t="29603" x="2076450" y="5429250"/>
          <p14:tracePt t="29620" x="2051050" y="5435600"/>
          <p14:tracePt t="29637" x="2044700" y="5435600"/>
          <p14:tracePt t="29653" x="2032000" y="5435600"/>
          <p14:tracePt t="29687" x="2025650" y="5435600"/>
          <p14:tracePt t="29716" x="2032000" y="5435600"/>
          <p14:tracePt t="30263" x="2032000" y="5441950"/>
          <p14:tracePt t="30270" x="2032000" y="5454650"/>
          <p14:tracePt t="30284" x="2025650" y="5486400"/>
          <p14:tracePt t="30301" x="2000250" y="5543550"/>
          <p14:tracePt t="30317" x="1987550" y="5575300"/>
          <p14:tracePt t="30334" x="1962150" y="5657850"/>
          <p14:tracePt t="30351" x="1917700" y="5734050"/>
          <p14:tracePt t="30368" x="1885950" y="5822950"/>
          <p14:tracePt t="30384" x="1860550" y="5854700"/>
          <p14:tracePt t="30401" x="1841500" y="5873750"/>
          <p14:tracePt t="30418" x="1822450" y="5911850"/>
          <p14:tracePt t="30434" x="1803400" y="5930900"/>
          <p14:tracePt t="30450" x="1797050" y="5943600"/>
          <p14:tracePt t="30467" x="1790700" y="5949950"/>
          <p14:tracePt t="30483" x="1790700" y="5969000"/>
          <p14:tracePt t="30517" x="1784350" y="5975350"/>
          <p14:tracePt t="30533" x="1784350" y="5981700"/>
          <p14:tracePt t="30557" x="1784350" y="5988050"/>
          <p14:tracePt t="30628" x="1784350" y="5981700"/>
          <p14:tracePt t="30642" x="1784350" y="5975350"/>
          <p14:tracePt t="30663" x="1784350" y="5969000"/>
          <p14:tracePt t="30670" x="1790700" y="5962650"/>
          <p14:tracePt t="30691" x="1797050" y="5962650"/>
          <p14:tracePt t="30700" x="1797050" y="5956300"/>
          <p14:tracePt t="30719" x="1803400" y="5949950"/>
          <p14:tracePt t="30735" x="1803400" y="5943600"/>
          <p14:tracePt t="30749" x="1809750" y="5943600"/>
          <p14:tracePt t="30766" x="1816100" y="5924550"/>
          <p14:tracePt t="30783" x="1835150" y="5899150"/>
          <p14:tracePt t="30800" x="1847850" y="5880100"/>
          <p14:tracePt t="30803" x="1860550" y="5861050"/>
          <p14:tracePt t="30833" x="1905000" y="5784850"/>
          <p14:tracePt t="30849" x="1930400" y="5740400"/>
          <p14:tracePt t="30866" x="1949450" y="5695950"/>
          <p14:tracePt t="30882" x="1987550" y="5619750"/>
          <p14:tracePt t="30899" x="2012950" y="5588000"/>
          <p14:tracePt t="30916" x="2025650" y="5549900"/>
          <p14:tracePt t="30932" x="2025650" y="5537200"/>
          <p14:tracePt t="30949" x="2032000" y="5530850"/>
          <p14:tracePt t="31014" x="2032000" y="5543550"/>
          <p14:tracePt t="31021" x="2032000" y="5549900"/>
          <p14:tracePt t="31035" x="2019300" y="5568950"/>
          <p14:tracePt t="31049" x="2006600" y="5594350"/>
          <p14:tracePt t="31065" x="1981200" y="5613400"/>
          <p14:tracePt t="31081" x="1968500" y="5645150"/>
          <p14:tracePt t="31099" x="1917700" y="5715000"/>
          <p14:tracePt t="31114" x="1854200" y="5778500"/>
          <p14:tracePt t="31131" x="1841500" y="5810250"/>
          <p14:tracePt t="31149" x="1803400" y="5867400"/>
          <p14:tracePt t="31165" x="1790700" y="5892800"/>
          <p14:tracePt t="31181" x="1784350" y="5899150"/>
          <p14:tracePt t="31198" x="1771650" y="5911850"/>
          <p14:tracePt t="31231" x="1778000" y="5911850"/>
          <p14:tracePt t="31248" x="1797050" y="5911850"/>
          <p14:tracePt t="31264" x="1828800" y="5892800"/>
          <p14:tracePt t="31281" x="1847850" y="5880100"/>
          <p14:tracePt t="31297" x="1936750" y="5816600"/>
          <p14:tracePt t="31314" x="1993900" y="5772150"/>
          <p14:tracePt t="31317" x="2051050" y="5721350"/>
          <p14:tracePt t="31331" x="2146300" y="5638800"/>
          <p14:tracePt t="31347" x="2190750" y="5600700"/>
          <p14:tracePt t="31364" x="2228850" y="5568950"/>
          <p14:tracePt t="31380" x="2273300" y="5524500"/>
          <p14:tracePt t="31397" x="2292350" y="5511800"/>
          <p14:tracePt t="31414" x="2292350" y="5505450"/>
          <p14:tracePt t="31470" x="2298700" y="5505450"/>
          <p14:tracePt t="31505" x="2305050" y="5499100"/>
          <p14:tracePt t="31513" x="2311400" y="5499100"/>
          <p14:tracePt t="31527" x="2317750" y="5499100"/>
          <p14:tracePt t="31533" x="2324100" y="5499100"/>
          <p14:tracePt t="31547" x="2330450" y="5499100"/>
          <p14:tracePt t="31563" x="2374900" y="5499100"/>
          <p14:tracePt t="31580" x="2400300" y="5499100"/>
          <p14:tracePt t="31597" x="2501900" y="5499100"/>
          <p14:tracePt t="31613" x="2660650" y="5518150"/>
          <p14:tracePt t="31630" x="2762250" y="5518150"/>
          <p14:tracePt t="31646" x="2965450" y="5530850"/>
          <p14:tracePt t="31663" x="3054350" y="5543550"/>
          <p14:tracePt t="31681" x="3333750" y="5530850"/>
          <p14:tracePt t="31696" x="3409950" y="5518150"/>
          <p14:tracePt t="31712" x="3467100" y="5511800"/>
          <p14:tracePt t="31730" x="3549650" y="5492750"/>
          <p14:tracePt t="31746" x="3587750" y="5486400"/>
          <p14:tracePt t="31762" x="3600450" y="5486400"/>
          <p14:tracePt t="31779" x="3606800" y="5486400"/>
          <p14:tracePt t="31815" x="3606800" y="5480050"/>
          <p14:tracePt t="31829" x="3600450" y="5480050"/>
          <p14:tracePt t="31856" x="3600450" y="5473700"/>
          <p14:tracePt t="31884" x="3594100" y="5473700"/>
          <p14:tracePt t="31905" x="3587750" y="5473700"/>
          <p14:tracePt t="31913" x="3581400" y="5473700"/>
          <p14:tracePt t="31926" x="3568700" y="5473700"/>
          <p14:tracePt t="31933" x="3549650" y="5473700"/>
          <p14:tracePt t="31949" x="3530600" y="5473700"/>
          <p14:tracePt t="31961" x="3460750" y="5480050"/>
          <p14:tracePt t="31978" x="3397250" y="5492750"/>
          <p14:tracePt t="31995" x="3327400" y="5499100"/>
          <p14:tracePt t="32012" x="3162300" y="5511800"/>
          <p14:tracePt t="32028" x="3009900" y="5518150"/>
          <p14:tracePt t="32045" x="2895600" y="5518150"/>
          <p14:tracePt t="32061" x="2838450" y="5518150"/>
          <p14:tracePt t="32078" x="2794000" y="5518150"/>
          <p14:tracePt t="32095" x="2768600" y="5518150"/>
          <p14:tracePt t="32137" x="2794000" y="5518150"/>
          <p14:tracePt t="32145" x="2813050" y="5518150"/>
          <p14:tracePt t="32161" x="2870200" y="5518150"/>
          <p14:tracePt t="32177" x="3060700" y="5543550"/>
          <p14:tracePt t="32195" x="3321050" y="5575300"/>
          <p14:tracePt t="32211" x="3492500" y="5600700"/>
          <p14:tracePt t="32228" x="3784600" y="5645150"/>
          <p14:tracePt t="32244" x="3898900" y="5664200"/>
          <p14:tracePt t="32261" x="4121150" y="5715000"/>
          <p14:tracePt t="32278" x="4235450" y="5746750"/>
          <p14:tracePt t="32294" x="4267200" y="5753100"/>
          <p14:tracePt t="32311" x="4286250" y="5753100"/>
          <p14:tracePt t="32344" x="4286250" y="5746750"/>
          <p14:tracePt t="32361" x="4273550" y="5740400"/>
          <p14:tracePt t="32377" x="4254500" y="5740400"/>
          <p14:tracePt t="32393" x="4210050" y="5734050"/>
          <p14:tracePt t="32411" x="4083050" y="5715000"/>
          <p14:tracePt t="32427" x="3911600" y="5676900"/>
          <p14:tracePt t="32444" x="3810000" y="5651500"/>
          <p14:tracePt t="32461" x="3613150" y="5581650"/>
          <p14:tracePt t="32477" x="3441700" y="5530850"/>
          <p14:tracePt t="32493" x="3384550" y="5511800"/>
          <p14:tracePt t="32510" x="3314700" y="5486400"/>
          <p14:tracePt t="32527" x="3295650" y="5486400"/>
          <p14:tracePt t="32544" x="3289300" y="5486400"/>
          <p14:tracePt t="32560" x="3295650" y="5486400"/>
          <p14:tracePt t="32576" x="3314700" y="5486400"/>
          <p14:tracePt t="32593" x="3448050" y="5473700"/>
          <p14:tracePt t="32609" x="3524250" y="5467350"/>
          <p14:tracePt t="32626" x="3613150" y="5467350"/>
          <p14:tracePt t="32642" x="3867150" y="5480050"/>
          <p14:tracePt t="32659" x="4184650" y="5505450"/>
          <p14:tracePt t="32676" x="4343400" y="5505450"/>
          <p14:tracePt t="32692" x="4641850" y="5537200"/>
          <p14:tracePt t="32709" x="4768850" y="5549900"/>
          <p14:tracePt t="32727" x="4991100" y="5549900"/>
          <p14:tracePt t="32743" x="5137150" y="5537200"/>
          <p14:tracePt t="32758" x="5175250" y="5537200"/>
          <p14:tracePt t="32776" x="5194300" y="5524500"/>
          <p14:tracePt t="32792" x="5194300" y="5518150"/>
          <p14:tracePt t="32809" x="5194300" y="5511800"/>
          <p14:tracePt t="32826" x="5181600" y="5505450"/>
          <p14:tracePt t="32842" x="5156200" y="5505450"/>
          <p14:tracePt t="32859" x="5118100" y="5505450"/>
          <p14:tracePt t="32875" x="4940300" y="5524500"/>
          <p14:tracePt t="32892" x="4711700" y="5530850"/>
          <p14:tracePt t="32909" x="4470400" y="5543550"/>
          <p14:tracePt t="32925" x="4368800" y="5556250"/>
          <p14:tracePt t="32942" x="4203700" y="5556250"/>
          <p14:tracePt t="32959" x="4127500" y="5556250"/>
          <p14:tracePt t="32975" x="4114800" y="5556250"/>
          <p14:tracePt t="32991" x="4102100" y="5556250"/>
          <p14:tracePt t="33008" x="4102100" y="5562600"/>
          <p14:tracePt t="33025" x="4114800" y="5562600"/>
          <p14:tracePt t="33042" x="4152900" y="5556250"/>
          <p14:tracePt t="33058" x="4197350" y="5549900"/>
          <p14:tracePt t="33074" x="4222750" y="5549900"/>
          <p14:tracePt t="33092" x="4260850" y="5543550"/>
          <p14:tracePt t="33107" x="4260850" y="5537200"/>
          <p14:tracePt t="33142" x="4260850" y="5530850"/>
          <p14:tracePt t="33158" x="4241800" y="5530850"/>
          <p14:tracePt t="33175" x="4210050" y="5511800"/>
          <p14:tracePt t="33191" x="4178300" y="5505450"/>
          <p14:tracePt t="33207" x="4140200" y="5499100"/>
          <p14:tracePt t="33224" x="3994150" y="5480050"/>
          <p14:tracePt t="33241" x="3790950" y="5461000"/>
          <p14:tracePt t="33257" x="3676650" y="5461000"/>
          <p14:tracePt t="33274" x="3435350" y="5429250"/>
          <p14:tracePt t="33291" x="3206750" y="5403850"/>
          <p14:tracePt t="33307" x="3092450" y="5397500"/>
          <p14:tracePt t="33324" x="2940050" y="5397500"/>
          <p14:tracePt t="33341" x="2832100" y="5397500"/>
          <p14:tracePt t="33357" x="2794000" y="5397500"/>
          <p14:tracePt t="33361" x="2743200" y="5397500"/>
          <p14:tracePt t="33373" x="2705100" y="5397500"/>
          <p14:tracePt t="33390" x="2641600" y="5410200"/>
          <p14:tracePt t="33408" x="2616200" y="5416550"/>
          <p14:tracePt t="33423" x="2616200" y="5422900"/>
          <p14:tracePt t="33440" x="2609850" y="5429250"/>
          <p14:tracePt t="33520" x="2616200" y="5422900"/>
          <p14:tracePt t="33526" x="2622550" y="5422900"/>
          <p14:tracePt t="33542" x="2628900" y="5422900"/>
          <p14:tracePt t="33556" x="2635250" y="5422900"/>
          <p14:tracePt t="33573" x="2654300" y="5410200"/>
          <p14:tracePt t="33590" x="2660650" y="5403850"/>
          <p14:tracePt t="33606" x="2673350" y="5403850"/>
          <p14:tracePt t="33623" x="2692400" y="5397500"/>
          <p14:tracePt t="33639" x="2705100" y="5397500"/>
          <p14:tracePt t="33656" x="2717800" y="5397500"/>
          <p14:tracePt t="33673" x="2768600" y="5397500"/>
          <p14:tracePt t="33689" x="2857500" y="5397500"/>
          <p14:tracePt t="33706" x="2921000" y="5397500"/>
          <p14:tracePt t="33723" x="3092450" y="5422900"/>
          <p14:tracePt t="33739" x="3308350" y="5454650"/>
          <p14:tracePt t="33755" x="3409950" y="5461000"/>
          <p14:tracePt t="33772" x="3619500" y="5492750"/>
          <p14:tracePt t="33789" x="3759200" y="5511800"/>
          <p14:tracePt t="33806" x="3803650" y="5518150"/>
          <p14:tracePt t="33822" x="3835400" y="5518150"/>
          <p14:tracePt t="33839" x="3841750" y="5518150"/>
          <p14:tracePt t="33878" x="3835400" y="5518150"/>
          <p14:tracePt t="33891" x="3829050" y="5518150"/>
          <p14:tracePt t="33899" x="3816350" y="5518150"/>
          <p14:tracePt t="33912" x="3797300" y="5518150"/>
          <p14:tracePt t="33921" x="3759200" y="5518150"/>
          <p14:tracePt t="33938" x="3708400" y="5518150"/>
          <p14:tracePt t="33955" x="3568700" y="5518150"/>
          <p14:tracePt t="33971" x="3352800" y="5505450"/>
          <p14:tracePt t="33988" x="3251200" y="5505450"/>
          <p14:tracePt t="34005" x="3035300" y="5492750"/>
          <p14:tracePt t="34022" x="2889250" y="5473700"/>
          <p14:tracePt t="34038" x="2832100" y="5461000"/>
          <p14:tracePt t="34054" x="2806700" y="5454650"/>
          <p14:tracePt t="34071" x="2800350" y="5454650"/>
          <p14:tracePt t="34109" x="2806700" y="5454650"/>
          <p14:tracePt t="34124" x="2825750" y="5454650"/>
          <p14:tracePt t="34138" x="2901950" y="5441950"/>
          <p14:tracePt t="34154" x="2978150" y="5429250"/>
          <p14:tracePt t="34171" x="3079750" y="5416550"/>
          <p14:tracePt t="34187" x="3371850" y="5410200"/>
          <p14:tracePt t="34204" x="3581400" y="5410200"/>
          <p14:tracePt t="34222" x="4102100" y="5391150"/>
          <p14:tracePt t="34237" x="4387850" y="5391150"/>
          <p14:tracePt t="34254" x="4629150" y="5403850"/>
          <p14:tracePt t="34271" x="4965700" y="5410200"/>
          <p14:tracePt t="34287" x="5067300" y="5422900"/>
          <p14:tracePt t="34304" x="5143500" y="5429250"/>
          <p14:tracePt t="34321" x="5194300" y="5429250"/>
          <p14:tracePt t="34337" x="5200650" y="5429250"/>
          <p14:tracePt t="34376" x="5194300" y="5429250"/>
          <p14:tracePt t="34387" x="5168900" y="5429250"/>
          <p14:tracePt t="34404" x="5054600" y="5441950"/>
          <p14:tracePt t="34420" x="4870450" y="5461000"/>
          <p14:tracePt t="34437" x="4756150" y="5473700"/>
          <p14:tracePt t="34453" x="4483100" y="5486400"/>
          <p14:tracePt t="34470" x="4324350" y="5486400"/>
          <p14:tracePt t="34486" x="4006850" y="5486400"/>
          <p14:tracePt t="34503" x="3778250" y="5486400"/>
          <p14:tracePt t="34519" x="3689350" y="5473700"/>
          <p14:tracePt t="34537" x="3581400" y="5461000"/>
          <p14:tracePt t="34553" x="3549650" y="5454650"/>
          <p14:tracePt t="34586" x="3556000" y="5454650"/>
          <p14:tracePt t="34602" x="3625850" y="5454650"/>
          <p14:tracePt t="34619" x="3689350" y="5454650"/>
          <p14:tracePt t="34636" x="3892550" y="5467350"/>
          <p14:tracePt t="34652" x="4292600" y="5492750"/>
          <p14:tracePt t="34669" x="4495800" y="5492750"/>
          <p14:tracePt t="34686" x="4991100" y="5492750"/>
          <p14:tracePt t="34702" x="5200650" y="5492750"/>
          <p14:tracePt t="34719" x="5359400" y="5492750"/>
          <p14:tracePt t="34735" x="5524500" y="5486400"/>
          <p14:tracePt t="34752" x="5638800" y="5473700"/>
          <p14:tracePt t="34769" x="5803900" y="5448300"/>
          <p14:tracePt t="34785" x="5822950" y="5448300"/>
          <p14:tracePt t="34802" x="5842000" y="5441950"/>
          <p14:tracePt t="34818" x="5835650" y="5435600"/>
          <p14:tracePt t="34852" x="5791200" y="5441950"/>
          <p14:tracePt t="34870" x="5632450" y="5480050"/>
          <p14:tracePt t="34885" x="5403850" y="5511800"/>
          <p14:tracePt t="34902" x="5149850" y="5543550"/>
          <p14:tracePt t="34918" x="5022850" y="5562600"/>
          <p14:tracePt t="34935" x="4781550" y="5575300"/>
          <p14:tracePt t="34952" x="4565650" y="5575300"/>
          <p14:tracePt t="34968" x="4502150" y="5575300"/>
          <p14:tracePt t="34985" x="4438650" y="5575300"/>
          <p14:tracePt t="35001" x="4406900" y="5575300"/>
          <p14:tracePt t="35018" x="4406900" y="5568950"/>
          <p14:tracePt t="35051" x="4451350" y="5556250"/>
          <p14:tracePt t="35068" x="4502150" y="5537200"/>
          <p14:tracePt t="35085" x="4673600" y="5518150"/>
          <p14:tracePt t="35101" x="4787900" y="5518150"/>
          <p14:tracePt t="35117" x="5099050" y="5518150"/>
          <p14:tracePt t="35134" x="5435600" y="5518150"/>
          <p14:tracePt t="35151" x="5651500" y="5524500"/>
          <p14:tracePt t="35167" x="5842000" y="5537200"/>
          <p14:tracePt t="35184" x="6273800" y="5613400"/>
          <p14:tracePt t="35200" x="6362700" y="5619750"/>
          <p14:tracePt t="35218" x="6438900" y="5638800"/>
          <p14:tracePt t="35234" x="6451600" y="5638800"/>
          <p14:tracePt t="35274" x="6445250" y="5638800"/>
          <p14:tracePt t="35283" x="6432550" y="5638800"/>
          <p14:tracePt t="35300" x="6394450" y="5638800"/>
          <p14:tracePt t="35317" x="6229350" y="5651500"/>
          <p14:tracePt t="35333" x="6115050" y="5645150"/>
          <p14:tracePt t="35350" x="5797550" y="5632450"/>
          <p14:tracePt t="35367" x="5416550" y="5607050"/>
          <p14:tracePt t="35383" x="5264150" y="5607050"/>
          <p14:tracePt t="35401" x="4876800" y="5568950"/>
          <p14:tracePt t="35416" x="4768850" y="5543550"/>
          <p14:tracePt t="35433" x="4667250" y="5543550"/>
          <p14:tracePt t="35450" x="4527550" y="5537200"/>
          <p14:tracePt t="35466" x="4445000" y="5524500"/>
          <p14:tracePt t="35483" x="4419600" y="5524500"/>
          <p14:tracePt t="35500" x="4406900" y="5524500"/>
          <p14:tracePt t="35516" x="4394200" y="5524500"/>
          <p14:tracePt t="35562" x="4400550" y="5524500"/>
          <p14:tracePt t="35576" x="4406900" y="5524500"/>
          <p14:tracePt t="35585" x="4425950" y="5524500"/>
          <p14:tracePt t="35598" x="4451350" y="5524500"/>
          <p14:tracePt t="35616" x="4565650" y="5524500"/>
          <p14:tracePt t="35633" x="4768850" y="5543550"/>
          <p14:tracePt t="35649" x="4895850" y="5549900"/>
          <p14:tracePt t="35666" x="5035550" y="5562600"/>
          <p14:tracePt t="35682" x="5365750" y="5594350"/>
          <p14:tracePt t="35699" x="5429250" y="5594350"/>
          <p14:tracePt t="35716" x="5467350" y="5594350"/>
          <p14:tracePt t="35732" x="5486400" y="5600700"/>
          <p14:tracePt t="35766" x="5473700" y="5594350"/>
          <p14:tracePt t="35782" x="5467350" y="5588000"/>
          <p14:tracePt t="35798" x="5422900" y="5588000"/>
          <p14:tracePt t="35815" x="5302250" y="5588000"/>
          <p14:tracePt t="35832" x="5200650" y="5588000"/>
          <p14:tracePt t="35848" x="4895850" y="5575300"/>
          <p14:tracePt t="35865" x="4546600" y="5549900"/>
          <p14:tracePt t="35881" x="4381500" y="5537200"/>
          <p14:tracePt t="35885" x="4216400" y="5530850"/>
          <p14:tracePt t="35899" x="4057650" y="5530850"/>
          <p14:tracePt t="35915" x="3854450" y="5499100"/>
          <p14:tracePt t="35931" x="3784600" y="5480050"/>
          <p14:tracePt t="35948" x="3683000" y="5467350"/>
          <p14:tracePt t="35964" x="3632200" y="5461000"/>
          <p14:tracePt t="35981" x="3625850" y="5461000"/>
          <p14:tracePt t="35998" x="3619500" y="5461000"/>
          <p14:tracePt t="36014" x="3613150" y="5461000"/>
          <p14:tracePt t="36102" x="3619500" y="5461000"/>
          <p14:tracePt t="36124" x="3625850" y="5454650"/>
          <p14:tracePt t="36151" x="3625850" y="5448300"/>
          <p14:tracePt t="36166" x="3632200" y="5448300"/>
          <p14:tracePt t="36173" x="3638550" y="5448300"/>
          <p14:tracePt t="36499" x="3594100" y="5448300"/>
          <p14:tracePt t="36507" x="3511550" y="5435600"/>
          <p14:tracePt t="36521" x="3422650" y="5422900"/>
          <p14:tracePt t="36529" x="3321050" y="5416550"/>
          <p14:tracePt t="36546" x="3219450" y="5416550"/>
          <p14:tracePt t="36563" x="3054350" y="5403850"/>
          <p14:tracePt t="36579" x="2914650" y="5403850"/>
          <p14:tracePt t="36596" x="2844800" y="5397500"/>
          <p14:tracePt t="36612" x="2768600" y="5397500"/>
          <p14:tracePt t="36629" x="2743200" y="5397500"/>
          <p14:tracePt t="36646" x="2736850" y="5397500"/>
          <p14:tracePt t="36662" x="2730500" y="5397500"/>
          <p14:tracePt t="36679" x="2724150" y="5397500"/>
          <p14:tracePt t="36759" x="2730500" y="5397500"/>
          <p14:tracePt t="36766" x="2736850" y="5397500"/>
          <p14:tracePt t="36781" x="2743200" y="5397500"/>
          <p14:tracePt t="36795" x="2768600" y="5397500"/>
          <p14:tracePt t="36812" x="2794000" y="5397500"/>
          <p14:tracePt t="36829" x="2851150" y="5384800"/>
          <p14:tracePt t="36845" x="2876550" y="5378450"/>
          <p14:tracePt t="36861" x="2959100" y="5372100"/>
          <p14:tracePt t="36879" x="3067050" y="5353050"/>
          <p14:tracePt t="36895" x="3105150" y="5353050"/>
          <p14:tracePt t="36911" x="3175000" y="5353050"/>
          <p14:tracePt t="36928" x="3206750" y="5353050"/>
          <p14:tracePt t="36944" x="3219450" y="5353050"/>
          <p14:tracePt t="36961" x="3225800" y="5359400"/>
          <p14:tracePt t="37005" x="3219450" y="5359400"/>
          <p14:tracePt t="37019" x="3213100" y="5359400"/>
          <p14:tracePt t="37027" x="3206750" y="5359400"/>
          <p14:tracePt t="37044" x="3187700" y="5365750"/>
          <p14:tracePt t="37061" x="3149600" y="5378450"/>
          <p14:tracePt t="37078" x="3073400" y="5403850"/>
          <p14:tracePt t="37094" x="3035300" y="5422900"/>
          <p14:tracePt t="37111" x="2921000" y="5461000"/>
          <p14:tracePt t="37127" x="2876550" y="5486400"/>
          <p14:tracePt t="37144" x="2800350" y="5537200"/>
          <p14:tracePt t="37160" x="2762250" y="5575300"/>
          <p14:tracePt t="37177" x="2762250" y="5588000"/>
          <p14:tracePt t="37194" x="2755900" y="5619750"/>
          <p14:tracePt t="37210" x="2800350" y="5638800"/>
          <p14:tracePt t="37227" x="2832100" y="5657850"/>
          <p14:tracePt t="37244" x="2933700" y="5664200"/>
          <p14:tracePt t="37260" x="3016250" y="5664200"/>
          <p14:tracePt t="37277" x="3073400" y="5645150"/>
          <p14:tracePt t="37293" x="3149600" y="5594350"/>
          <p14:tracePt t="37310" x="3194050" y="5518150"/>
          <p14:tracePt t="37328" x="3206750" y="5473700"/>
          <p14:tracePt t="37343" x="3206750" y="5461000"/>
          <p14:tracePt t="37360" x="3194050" y="5429250"/>
          <p14:tracePt t="37377" x="3155950" y="5416550"/>
          <p14:tracePt t="37393" x="3136900" y="5410200"/>
          <p14:tracePt t="37409" x="3105150" y="5391150"/>
          <p14:tracePt t="37413" x="3067050" y="5384800"/>
          <p14:tracePt t="37426" x="2984500" y="5365750"/>
          <p14:tracePt t="37443" x="2946400" y="5365750"/>
          <p14:tracePt t="37459" x="2901950" y="5359400"/>
          <p14:tracePt t="37476" x="2832100" y="5359400"/>
          <p14:tracePt t="37492" x="2794000" y="5365750"/>
          <p14:tracePt t="37510" x="2774950" y="5365750"/>
          <p14:tracePt t="37526" x="2768600" y="5372100"/>
          <p14:tracePt t="37543" x="2762250" y="5372100"/>
          <p14:tracePt t="37576" x="2762250" y="5384800"/>
          <p14:tracePt t="37592" x="2768600" y="5384800"/>
          <p14:tracePt t="37609" x="2774950" y="5391150"/>
          <p14:tracePt t="37672" x="2781300" y="5391150"/>
          <p14:tracePt t="37798" x="2774950" y="5391150"/>
          <p14:tracePt t="37826" x="2774950" y="5397500"/>
          <p14:tracePt t="38281" x="2768600" y="5397500"/>
          <p14:tracePt t="38288" x="2762250" y="5397500"/>
          <p14:tracePt t="38302" x="2762250" y="5403850"/>
          <p14:tracePt t="38310" x="2755900" y="5403850"/>
          <p14:tracePt t="38352" x="2755900" y="5422900"/>
          <p14:tracePt t="38372" x="2755900" y="5429250"/>
          <p14:tracePt t="38380" x="2755900" y="5435600"/>
          <p14:tracePt t="38393" x="2755900" y="5441950"/>
          <p14:tracePt t="38407" x="2755900" y="5448300"/>
          <p14:tracePt t="38423" x="2762250" y="5461000"/>
          <p14:tracePt t="38439" x="2768600" y="5473700"/>
          <p14:tracePt t="38443" x="2774950" y="5480050"/>
          <p14:tracePt t="38457" x="2787650" y="5486400"/>
          <p14:tracePt t="38473" x="2806700" y="5505450"/>
          <p14:tracePt t="38489" x="2819400" y="5511800"/>
          <p14:tracePt t="38506" x="2863850" y="5524500"/>
          <p14:tracePt t="38522" x="2921000" y="5549900"/>
          <p14:tracePt t="38539" x="2946400" y="5549900"/>
          <p14:tracePt t="38556" x="3003550" y="5549900"/>
          <p14:tracePt t="38572" x="3060700" y="5549900"/>
          <p14:tracePt t="38590" x="3124200" y="5543550"/>
          <p14:tracePt t="38605" x="3149600" y="5530850"/>
          <p14:tracePt t="38622" x="3175000" y="5524500"/>
          <p14:tracePt t="38639" x="3244850" y="5492750"/>
          <p14:tracePt t="38655" x="3263900" y="5473700"/>
          <p14:tracePt t="38672" x="3295650" y="5461000"/>
          <p14:tracePt t="38688" x="3346450" y="5429250"/>
          <p14:tracePt t="38705" x="3409950" y="5410200"/>
          <p14:tracePt t="38722" x="3441700" y="5391150"/>
          <p14:tracePt t="38738" x="3505200" y="5365750"/>
          <p14:tracePt t="38755" x="3562350" y="5359400"/>
          <p14:tracePt t="38773" x="3632200" y="5340350"/>
          <p14:tracePt t="38788" x="3676650" y="5327650"/>
          <p14:tracePt t="38805" x="3733800" y="5327650"/>
          <p14:tracePt t="38822" x="3790950" y="5321300"/>
          <p14:tracePt t="38838" x="3816350" y="5314950"/>
          <p14:tracePt t="38855" x="3873500" y="5314950"/>
          <p14:tracePt t="38872" x="3943350" y="5308600"/>
          <p14:tracePt t="38888" x="3981450" y="5308600"/>
          <p14:tracePt t="38904" x="4019550" y="5308600"/>
          <p14:tracePt t="38921" x="4159250" y="5314950"/>
          <p14:tracePt t="38937" x="4210050" y="5327650"/>
          <p14:tracePt t="38955" x="4343400" y="5353050"/>
          <p14:tracePt t="38971" x="4419600" y="5365750"/>
          <p14:tracePt t="38987" x="4521200" y="5372100"/>
          <p14:tracePt t="39004" x="4819650" y="5416550"/>
          <p14:tracePt t="39020" x="4908550" y="5422900"/>
          <p14:tracePt t="39037" x="5010150" y="5435600"/>
          <p14:tracePt t="39054" x="5264150" y="5448300"/>
          <p14:tracePt t="39070" x="5353050" y="5454650"/>
          <p14:tracePt t="39087" x="5524500" y="5473700"/>
          <p14:tracePt t="39104" x="5676900" y="5486400"/>
          <p14:tracePt t="39121" x="5753100" y="5492750"/>
          <p14:tracePt t="39138" x="5924550" y="5511800"/>
          <p14:tracePt t="39154" x="6089650" y="5537200"/>
          <p14:tracePt t="39170" x="6153150" y="5537200"/>
          <p14:tracePt t="39187" x="6261100" y="5543550"/>
          <p14:tracePt t="39204" x="6318250" y="5543550"/>
          <p14:tracePt t="39220" x="6343650" y="5530850"/>
          <p14:tracePt t="39236" x="6362700" y="5518150"/>
          <p14:tracePt t="39253" x="6362700" y="5511800"/>
          <p14:tracePt t="39286" x="6362700" y="5499100"/>
          <p14:tracePt t="39320" x="6350000" y="5499100"/>
          <p14:tracePt t="39336" x="6343650" y="5499100"/>
          <p14:tracePt t="39356" x="6337300" y="5499100"/>
          <p14:tracePt t="39370" x="6318250" y="5499100"/>
          <p14:tracePt t="39386" x="6235700" y="5524500"/>
          <p14:tracePt t="39403" x="6172200" y="5530850"/>
          <p14:tracePt t="39419" x="5969000" y="5556250"/>
          <p14:tracePt t="39436" x="5632450" y="5556250"/>
          <p14:tracePt t="39454" x="5162550" y="5556250"/>
          <p14:tracePt t="39469" x="4902200" y="5556250"/>
          <p14:tracePt t="39486" x="4641850" y="5556250"/>
          <p14:tracePt t="39503" x="3905250" y="5530850"/>
          <p14:tracePt t="39519" x="3746500" y="5530850"/>
          <p14:tracePt t="39535" x="3619500" y="5530850"/>
          <p14:tracePt t="39552" x="3352800" y="5524500"/>
          <p14:tracePt t="39569" x="3314700" y="5524500"/>
          <p14:tracePt t="39585" x="3282950" y="5524500"/>
          <p14:tracePt t="39602" x="3251200" y="5530850"/>
          <p14:tracePt t="39619" x="3244850" y="5530850"/>
          <p14:tracePt t="39636" x="3238500" y="5530850"/>
          <p14:tracePt t="39734" x="3238500" y="5524500"/>
          <p14:tracePt t="39987" x="3232150" y="5524500"/>
          <p14:tracePt t="39994" x="3232150" y="5530850"/>
          <p14:tracePt t="40016" x="3238500" y="5524500"/>
          <p14:tracePt t="40506" x="3270250" y="5524500"/>
          <p14:tracePt t="40519" x="3308350" y="5511800"/>
          <p14:tracePt t="40526" x="3365500" y="5505450"/>
          <p14:tracePt t="40540" x="3416300" y="5486400"/>
          <p14:tracePt t="40549" x="3479800" y="5486400"/>
          <p14:tracePt t="40565" x="3562350" y="5480050"/>
          <p14:tracePt t="40583" x="3740150" y="5480050"/>
          <p14:tracePt t="40599" x="3917950" y="5480050"/>
          <p14:tracePt t="40615" x="3981450" y="5480050"/>
          <p14:tracePt t="40632" x="4076700" y="5492750"/>
          <p14:tracePt t="40649" x="4102100" y="5499100"/>
          <p14:tracePt t="40688" x="4095750" y="5499100"/>
          <p14:tracePt t="40698" x="4083050" y="5499100"/>
          <p14:tracePt t="40715" x="4070350" y="5499100"/>
          <p14:tracePt t="40731" x="4006850" y="5499100"/>
          <p14:tracePt t="40748" x="3943350" y="5499100"/>
          <p14:tracePt t="40766" x="3644900" y="5505450"/>
          <p14:tracePt t="40781" x="3536950" y="5505450"/>
          <p14:tracePt t="40798" x="3422650" y="5505450"/>
          <p14:tracePt t="40815" x="3206750" y="5518150"/>
          <p14:tracePt t="40831" x="3035300" y="5530850"/>
          <p14:tracePt t="40848" x="2984500" y="5530850"/>
          <p14:tracePt t="40864" x="2921000" y="5530850"/>
          <p14:tracePt t="40881" x="2895600" y="5530850"/>
          <p14:tracePt t="40898" x="2889250" y="5530850"/>
          <p14:tracePt t="40941" x="2901950" y="5530850"/>
          <p14:tracePt t="40950" x="2921000" y="5524500"/>
          <p14:tracePt t="40964" x="2959100" y="5518150"/>
          <p14:tracePt t="40981" x="3092450" y="5511800"/>
          <p14:tracePt t="40997" x="3282950" y="5492750"/>
          <p14:tracePt t="41014" x="3409950" y="5467350"/>
          <p14:tracePt t="41030" x="3587750" y="5454650"/>
          <p14:tracePt t="41047" x="4013200" y="5429250"/>
          <p14:tracePt t="41063" x="4489450" y="5416550"/>
          <p14:tracePt t="41081" x="4984750" y="5403850"/>
          <p14:tracePt t="41097" x="5219700" y="5403850"/>
          <p14:tracePt t="41113" x="5486400" y="5410200"/>
          <p14:tracePt t="41131" x="6159500" y="5467350"/>
          <p14:tracePt t="41147" x="6324600" y="5473700"/>
          <p14:tracePt t="41164" x="6464300" y="5486400"/>
          <p14:tracePt t="41180" x="6781800" y="5499100"/>
          <p14:tracePt t="41196" x="6858000" y="5492750"/>
          <p14:tracePt t="41213" x="6991350" y="5467350"/>
          <p14:tracePt t="41230" x="7112000" y="5448300"/>
          <p14:tracePt t="41247" x="7162800" y="5429250"/>
          <p14:tracePt t="41263" x="7239000" y="5403850"/>
          <p14:tracePt t="41280" x="7296150" y="5391150"/>
          <p14:tracePt t="41297" x="7315200" y="5378450"/>
          <p14:tracePt t="41313" x="7346950" y="5365750"/>
          <p14:tracePt t="41330" x="7353300" y="5359400"/>
          <p14:tracePt t="41390" x="7346950" y="5359400"/>
          <p14:tracePt t="41398" x="7340600" y="5359400"/>
          <p14:tracePt t="41411" x="7327900" y="5359400"/>
          <p14:tracePt t="41418" x="7289800" y="5359400"/>
          <p14:tracePt t="41432" x="7226300" y="5359400"/>
          <p14:tracePt t="41446" x="7150100" y="5359400"/>
          <p14:tracePt t="41462" x="6934200" y="5372100"/>
          <p14:tracePt t="41479" x="6775450" y="5372100"/>
          <p14:tracePt t="41482" x="6591300" y="5384800"/>
          <p14:tracePt t="41495" x="6356350" y="5384800"/>
          <p14:tracePt t="41512" x="5822950" y="5429250"/>
          <p14:tracePt t="41528" x="5588000" y="5429250"/>
          <p14:tracePt t="41545" x="5029200" y="5461000"/>
          <p14:tracePt t="41562" x="4572000" y="5499100"/>
          <p14:tracePt t="41579" x="4178300" y="5499100"/>
          <p14:tracePt t="41595" x="3994150" y="5499100"/>
          <p14:tracePt t="41612" x="3721100" y="5499100"/>
          <p14:tracePt t="41629" x="3467100" y="5499100"/>
          <p14:tracePt t="41645" x="3365500" y="5499100"/>
          <p14:tracePt t="41661" x="3263900" y="5486400"/>
          <p14:tracePt t="41678" x="3067050" y="5448300"/>
          <p14:tracePt t="41695" x="3009900" y="5429250"/>
          <p14:tracePt t="41711" x="2971800" y="5429250"/>
          <p14:tracePt t="41728" x="2940050" y="5416550"/>
          <p14:tracePt t="41745" x="2908300" y="5416550"/>
          <p14:tracePt t="41762" x="2895600" y="5416550"/>
          <p14:tracePt t="41794" x="2889250" y="5416550"/>
          <p14:tracePt t="41924" x="2889250" y="5410200"/>
          <p14:tracePt t="41952" x="2889250" y="5403850"/>
          <p14:tracePt t="41973" x="2895600" y="5397500"/>
          <p14:tracePt t="41994" x="2895600" y="5378450"/>
          <p14:tracePt t="42001" x="2889250" y="5365750"/>
          <p14:tracePt t="42015" x="2870200" y="5334000"/>
          <p14:tracePt t="42027" x="2857500" y="5289550"/>
          <p14:tracePt t="42044" x="2794000" y="5162550"/>
          <p14:tracePt t="42060" x="2755900" y="5086350"/>
          <p14:tracePt t="42078" x="2667000" y="4921250"/>
          <p14:tracePt t="42093" x="2565400" y="4756150"/>
          <p14:tracePt t="42110" x="2508250" y="4667250"/>
          <p14:tracePt t="42127" x="2470150" y="4597400"/>
          <p14:tracePt t="42143" x="2393950" y="4445000"/>
          <p14:tracePt t="42159" x="2349500" y="4375150"/>
          <p14:tracePt t="42177" x="2279650" y="4229100"/>
          <p14:tracePt t="42193" x="2254250" y="4146550"/>
          <p14:tracePt t="42210" x="2222500" y="4070350"/>
          <p14:tracePt t="42226" x="2171700" y="3911600"/>
          <p14:tracePt t="42243" x="2114550" y="3771900"/>
          <p14:tracePt t="42260" x="2063750" y="3651250"/>
          <p14:tracePt t="42276" x="2044700" y="3581400"/>
          <p14:tracePt t="42293" x="2000250" y="3460750"/>
          <p14:tracePt t="42310" x="1962150" y="3346450"/>
          <p14:tracePt t="42326" x="1917700" y="3263900"/>
          <p14:tracePt t="42342" x="1873250" y="3149600"/>
          <p14:tracePt t="42361" x="1854200" y="3092450"/>
          <p14:tracePt t="42376" x="1841500" y="3067050"/>
          <p14:tracePt t="42393" x="1835150" y="3035300"/>
          <p14:tracePt t="42410" x="1828800" y="2997200"/>
          <p14:tracePt t="42425" x="1828800" y="2984500"/>
          <p14:tracePt t="42442" x="1822450" y="2959100"/>
          <p14:tracePt t="42459" x="1822450" y="2927350"/>
          <p14:tracePt t="42475" x="1822450" y="2901950"/>
          <p14:tracePt t="42492" x="1822450" y="2876550"/>
          <p14:tracePt t="42509" x="1828800" y="2857500"/>
          <p14:tracePt t="42525" x="1835150" y="2851150"/>
          <p14:tracePt t="42542" x="1847850" y="2825750"/>
          <p14:tracePt t="42558" x="1860550" y="2813050"/>
          <p14:tracePt t="42575" x="1866900" y="2806700"/>
          <p14:tracePt t="42592" x="1873250" y="2800350"/>
          <p14:tracePt t="42609" x="1879600" y="2800350"/>
          <p14:tracePt t="42625" x="1885950" y="2800350"/>
          <p14:tracePt t="42642" x="1892300" y="2800350"/>
          <p14:tracePt t="42658" x="1898650" y="2800350"/>
          <p14:tracePt t="42678" x="1905000" y="2800350"/>
          <p14:tracePt t="42705" x="1911350" y="2800350"/>
          <p14:tracePt t="42740" x="1924050" y="2800350"/>
          <p14:tracePt t="42747" x="1930400" y="2800350"/>
          <p14:tracePt t="42761" x="1943100" y="2800350"/>
          <p14:tracePt t="42775" x="1993900" y="2800350"/>
          <p14:tracePt t="42791" x="2019300" y="2800350"/>
          <p14:tracePt t="42808" x="2095500" y="2787650"/>
          <p14:tracePt t="42824" x="2165350" y="2781300"/>
          <p14:tracePt t="42841" x="2235200" y="2768600"/>
          <p14:tracePt t="42857" x="2266950" y="2762250"/>
          <p14:tracePt t="42874" x="2317750" y="2743200"/>
          <p14:tracePt t="42891" x="2349500" y="2730500"/>
          <p14:tracePt t="42908" x="2368550" y="2717800"/>
          <p14:tracePt t="42940" x="2374900" y="2711450"/>
          <p14:tracePt t="43000" x="2368550" y="2711450"/>
          <p14:tracePt t="43013" x="2355850" y="2711450"/>
          <p14:tracePt t="43020" x="2349500" y="2717800"/>
          <p14:tracePt t="43034" x="2343150" y="2724150"/>
          <p14:tracePt t="43043" x="2317750" y="2724150"/>
          <p14:tracePt t="43057" x="2298700" y="2736850"/>
          <p14:tracePt t="43074" x="2266950" y="2743200"/>
          <p14:tracePt t="43091" x="2139950" y="2787650"/>
          <p14:tracePt t="43107" x="2095500" y="2813050"/>
          <p14:tracePt t="43123" x="2038350" y="2838450"/>
          <p14:tracePt t="43140" x="1981200" y="2857500"/>
          <p14:tracePt t="43156" x="1962150" y="2876550"/>
          <p14:tracePt t="43173" x="1943100" y="2876550"/>
          <p14:tracePt t="43190" x="1936750" y="2889250"/>
          <p14:tracePt t="43239" x="1930400" y="2895600"/>
          <p14:tracePt t="43294" x="1924050" y="2901950"/>
          <p14:tracePt t="43421" x="1930400" y="2901950"/>
          <p14:tracePt t="43477" x="1943100" y="2901950"/>
          <p14:tracePt t="43483" x="1949450" y="2901950"/>
          <p14:tracePt t="43498" x="1955800" y="2901950"/>
          <p14:tracePt t="43508" x="1962150" y="2901950"/>
          <p14:tracePt t="43522" x="1981200" y="2901950"/>
          <p14:tracePt t="43538" x="2051050" y="2908300"/>
          <p14:tracePt t="43555" x="2165350" y="2908300"/>
          <p14:tracePt t="43571" x="2241550" y="2908300"/>
          <p14:tracePt t="43589" x="2533650" y="2914650"/>
          <p14:tracePt t="43605" x="2647950" y="2914650"/>
          <p14:tracePt t="43621" x="2749550" y="2914650"/>
          <p14:tracePt t="43638" x="2940050" y="2882900"/>
          <p14:tracePt t="43655" x="3073400" y="2863850"/>
          <p14:tracePt t="43671" x="3105150" y="2851150"/>
          <p14:tracePt t="43688" x="3162300" y="2838450"/>
          <p14:tracePt t="43705" x="3187700" y="2819400"/>
          <p14:tracePt t="43721" x="3194050" y="2819400"/>
          <p14:tracePt t="43738" x="3219450" y="2813050"/>
          <p14:tracePt t="43754" x="3225800" y="2813050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r>
              <a:rPr lang="en-US" altLang="en-US" b="1" dirty="0" err="1"/>
              <a:t>Dataclasses</a:t>
            </a:r>
            <a:r>
              <a:rPr lang="en-US" altLang="en-US" b="1" dirty="0"/>
              <a:t> without type annotations</a:t>
            </a:r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-228600" y="762000"/>
            <a:ext cx="9372600" cy="5870448"/>
          </a:xfrm>
        </p:spPr>
        <p:txBody>
          <a:bodyPr/>
          <a:lstStyle/>
          <a:p>
            <a:pPr marL="457200" lvl="1" indent="-5715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800" dirty="0" smtClean="0">
                <a:solidFill>
                  <a:schemeClr val="tx1"/>
                </a:solidFill>
              </a:rPr>
              <a:t>Q: What if you: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/>
                </a:solidFill>
              </a:rPr>
              <a:t>Want to use </a:t>
            </a:r>
            <a:r>
              <a:rPr lang="en-US" altLang="en-US" sz="2800" dirty="0" err="1" smtClean="0">
                <a:solidFill>
                  <a:schemeClr val="tx1"/>
                </a:solidFill>
              </a:rPr>
              <a:t>dataclasses</a:t>
            </a:r>
            <a:r>
              <a:rPr lang="en-US" altLang="en-US" sz="2800" dirty="0" smtClean="0">
                <a:solidFill>
                  <a:schemeClr val="tx1"/>
                </a:solidFill>
              </a:rPr>
              <a:t> to avoid writing boilerplate.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/>
                </a:solidFill>
              </a:rPr>
              <a:t>But </a:t>
            </a:r>
            <a:r>
              <a:rPr lang="en-US" altLang="en-US" sz="2800" spc="-50" dirty="0" smtClean="0">
                <a:solidFill>
                  <a:schemeClr val="tx1"/>
                </a:solidFill>
              </a:rPr>
              <a:t>don't wan</a:t>
            </a:r>
            <a:r>
              <a:rPr lang="en-US" altLang="en-US" sz="2800" dirty="0" smtClean="0">
                <a:solidFill>
                  <a:schemeClr val="tx1"/>
                </a:solidFill>
              </a:rPr>
              <a:t>t to annotate t</a:t>
            </a:r>
            <a:r>
              <a:rPr lang="en-US" altLang="en-US" sz="2800" spc="-50" dirty="0" smtClean="0">
                <a:solidFill>
                  <a:schemeClr val="tx1"/>
                </a:solidFill>
              </a:rPr>
              <a:t>he types of your</a:t>
            </a:r>
            <a:r>
              <a:rPr lang="en-US" altLang="en-US" sz="2800" dirty="0" smtClean="0">
                <a:solidFill>
                  <a:schemeClr val="tx1"/>
                </a:solidFill>
              </a:rPr>
              <a:t> attribut</a:t>
            </a:r>
            <a:r>
              <a:rPr lang="en-US" altLang="en-US" sz="2800" spc="-60" dirty="0" smtClean="0">
                <a:solidFill>
                  <a:schemeClr val="tx1"/>
                </a:solidFill>
              </a:rPr>
              <a:t>es.</a:t>
            </a:r>
            <a:endParaRPr lang="en-US" altLang="en-US" sz="2800" spc="-60" dirty="0">
              <a:solidFill>
                <a:schemeClr val="tx1"/>
              </a:solidFill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1400" dirty="0">
              <a:solidFill>
                <a:schemeClr val="tx1"/>
              </a:solidFill>
            </a:endParaRPr>
          </a:p>
          <a:p>
            <a:pPr marL="457200" lvl="1" indent="-5715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800" dirty="0" smtClean="0">
                <a:solidFill>
                  <a:schemeClr val="tx1"/>
                </a:solidFill>
              </a:rPr>
              <a:t>A: Just annotate your attributes anyway</a:t>
            </a:r>
            <a:r>
              <a:rPr lang="en-US" altLang="en-US" sz="2800" dirty="0" smtClean="0">
                <a:solidFill>
                  <a:schemeClr val="tx1"/>
                </a:solidFill>
              </a:rPr>
              <a:t>.</a:t>
            </a:r>
            <a:endParaRPr lang="en-US" altLang="en-US" sz="2800" dirty="0" smtClean="0">
              <a:solidFill>
                <a:schemeClr val="tx1"/>
              </a:solidFill>
            </a:endParaRPr>
          </a:p>
          <a:p>
            <a:pPr marL="457200" lvl="1" indent="-57150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800" dirty="0" smtClean="0">
              <a:solidFill>
                <a:schemeClr val="tx1"/>
              </a:solidFill>
            </a:endParaRPr>
          </a:p>
          <a:p>
            <a:pPr marL="457200" lvl="1" indent="-5715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800" spc="-50" dirty="0" smtClean="0">
                <a:solidFill>
                  <a:schemeClr val="tx1"/>
                </a:solidFill>
              </a:rPr>
              <a:t>Q: But what </a:t>
            </a:r>
            <a:r>
              <a:rPr lang="en-US" altLang="en-US" sz="2800" spc="-50" dirty="0">
                <a:solidFill>
                  <a:schemeClr val="tx1"/>
                </a:solidFill>
              </a:rPr>
              <a:t>if </a:t>
            </a:r>
            <a:r>
              <a:rPr lang="en-US" altLang="en-US" sz="2800" spc="-50" dirty="0" smtClean="0">
                <a:solidFill>
                  <a:schemeClr val="tx1"/>
                </a:solidFill>
              </a:rPr>
              <a:t>you don't want to annotate the types</a:t>
            </a:r>
            <a:r>
              <a:rPr lang="en-US" altLang="en-US" sz="2800" spc="-50" dirty="0" smtClean="0">
                <a:solidFill>
                  <a:schemeClr val="tx1"/>
                </a:solidFill>
              </a:rPr>
              <a:t>,</a:t>
            </a:r>
            <a:r>
              <a:rPr lang="en-US" altLang="en-US" spc="-50" dirty="0" smtClean="0">
                <a:solidFill>
                  <a:schemeClr val="tx1"/>
                </a:solidFill>
              </a:rPr>
              <a:t> </a:t>
            </a:r>
            <a:r>
              <a:rPr lang="en-US" altLang="en-US" sz="2800" spc="-50" dirty="0" smtClean="0">
                <a:solidFill>
                  <a:schemeClr val="tx1"/>
                </a:solidFill>
              </a:rPr>
              <a:t>either:</a:t>
            </a:r>
            <a:endParaRPr lang="en-US" altLang="en-US" sz="2800" spc="-5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800" spc="-40" dirty="0" smtClean="0">
                <a:solidFill>
                  <a:schemeClr val="tx1"/>
                </a:solidFill>
              </a:rPr>
              <a:t>Because 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your attributes might allow changing types.</a:t>
            </a:r>
            <a:endParaRPr lang="en-US" altLang="en-US" sz="2800" spc="-4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800" spc="-40" dirty="0" smtClean="0">
                <a:solidFill>
                  <a:schemeClr val="tx1"/>
                </a:solidFill>
              </a:rPr>
              <a:t>Or b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ecause 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it seems like a waste of time</a:t>
            </a:r>
            <a:r>
              <a:rPr lang="en-US" altLang="en-US" sz="2800" spc="-40" dirty="0">
                <a:solidFill>
                  <a:schemeClr val="tx1"/>
                </a:solidFill>
              </a:rPr>
              <a:t> </a:t>
            </a:r>
            <a:r>
              <a:rPr lang="en-US" altLang="en-US" sz="2800" spc="-40" dirty="0" smtClean="0">
                <a:solidFill>
                  <a:schemeClr val="tx1"/>
                </a:solidFill>
              </a:rPr>
              <a:t>(since </a:t>
            </a:r>
            <a:r>
              <a:rPr lang="en-US" altLang="en-US" sz="2800" dirty="0" smtClean="0">
                <a:solidFill>
                  <a:schemeClr val="tx1"/>
                </a:solidFill>
              </a:rPr>
              <a:t>you </a:t>
            </a:r>
            <a:r>
              <a:rPr lang="en-US" altLang="en-US" sz="2800" dirty="0" smtClean="0">
                <a:solidFill>
                  <a:schemeClr val="tx1"/>
                </a:solidFill>
              </a:rPr>
              <a:t>aren't using a type </a:t>
            </a:r>
            <a:r>
              <a:rPr lang="en-US" altLang="en-US" sz="2800" dirty="0" smtClean="0">
                <a:solidFill>
                  <a:schemeClr val="tx1"/>
                </a:solidFill>
              </a:rPr>
              <a:t>checker software).</a:t>
            </a:r>
            <a:endParaRPr lang="en-US" altLang="en-US" sz="2800" dirty="0" smtClean="0">
              <a:solidFill>
                <a:schemeClr val="tx1"/>
              </a:solidFill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1400" dirty="0">
              <a:solidFill>
                <a:schemeClr val="tx1"/>
              </a:solidFill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800" dirty="0" smtClean="0">
                <a:solidFill>
                  <a:schemeClr val="tx1"/>
                </a:solidFill>
              </a:rPr>
              <a:t>A: Well</a:t>
            </a:r>
            <a:r>
              <a:rPr lang="en-US" sz="2800" dirty="0" smtClean="0"/>
              <a:t>:</a:t>
            </a:r>
            <a:r>
              <a:rPr lang="en-US" sz="2800" dirty="0"/>
              <a:t> </a:t>
            </a:r>
            <a:r>
              <a:rPr lang="en-US" sz="2800" dirty="0" err="1"/>
              <a:t>dataclasses</a:t>
            </a:r>
            <a:r>
              <a:rPr lang="en-US" sz="2800" dirty="0"/>
              <a:t> do not require</a:t>
            </a:r>
            <a:r>
              <a:rPr lang="en-US" sz="2800" b="1" dirty="0"/>
              <a:t> </a:t>
            </a:r>
            <a:r>
              <a:rPr lang="en-US" sz="2800" i="1" dirty="0"/>
              <a:t>type</a:t>
            </a:r>
            <a:r>
              <a:rPr lang="en-US" sz="2800" b="1" dirty="0"/>
              <a:t> </a:t>
            </a:r>
            <a:r>
              <a:rPr lang="en-US" sz="2800" dirty="0"/>
              <a:t>annotations. Despite what most examples show, </a:t>
            </a:r>
            <a:r>
              <a:rPr lang="en-US" sz="2800" dirty="0" smtClean="0"/>
              <a:t>you can annotate with "whatever". And there are two other easy choices: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dirty="0" smtClean="0"/>
              <a:t>Use a … (ellipse), or use </a:t>
            </a:r>
            <a:r>
              <a:rPr lang="en-US" sz="2800" dirty="0"/>
              <a:t>"</a:t>
            </a:r>
            <a:r>
              <a:rPr lang="en-US" sz="2800" dirty="0" smtClean="0"/>
              <a:t>object" (without the </a:t>
            </a:r>
            <a:r>
              <a:rPr lang="en-US" sz="2800" dirty="0" err="1" smtClean="0"/>
              <a:t>qoutes</a:t>
            </a:r>
            <a:r>
              <a:rPr lang="en-US" sz="2800" dirty="0" smtClean="0"/>
              <a:t>).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22618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9716"/>
    </mc:Choice>
    <mc:Fallback>
      <p:transition spd="slow" advTm="897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17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17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4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595" x="3225800" y="2806700"/>
          <p14:tracePt t="4602" x="3225800" y="2781300"/>
          <p14:tracePt t="4615" x="3206750" y="2755900"/>
          <p14:tracePt t="4632" x="3187700" y="2673350"/>
          <p14:tracePt t="4649" x="3162300" y="2622550"/>
          <p14:tracePt t="4665" x="3117850" y="2514600"/>
          <p14:tracePt t="4682" x="3073400" y="2438400"/>
          <p14:tracePt t="4699" x="3022600" y="2362200"/>
          <p14:tracePt t="4715" x="2978150" y="2317750"/>
          <p14:tracePt t="4732" x="2914650" y="2241550"/>
          <p14:tracePt t="4748" x="2889250" y="2197100"/>
          <p14:tracePt t="4765" x="2851150" y="2159000"/>
          <p14:tracePt t="4781" x="2844800" y="2139950"/>
          <p14:tracePt t="4799" x="2838450" y="2114550"/>
          <p14:tracePt t="4814" x="2832100" y="2108200"/>
          <p14:tracePt t="4830" x="2819400" y="2108200"/>
          <p14:tracePt t="4848" x="2800350" y="2101850"/>
          <p14:tracePt t="4864" x="2781300" y="2089150"/>
          <p14:tracePt t="4880" x="2736850" y="2063750"/>
          <p14:tracePt t="4898" x="2692400" y="2044700"/>
          <p14:tracePt t="4914" x="2660650" y="2032000"/>
          <p14:tracePt t="4931" x="2597150" y="2000250"/>
          <p14:tracePt t="4947" x="2533650" y="1955800"/>
          <p14:tracePt t="4964" x="2514600" y="1943100"/>
          <p14:tracePt t="4981" x="2482850" y="1917700"/>
          <p14:tracePt t="4997" x="2432050" y="1879600"/>
          <p14:tracePt t="5014" x="2419350" y="1866900"/>
          <p14:tracePt t="5031" x="2419350" y="1854200"/>
          <p14:tracePt t="5063" x="2425700" y="1841500"/>
          <p14:tracePt t="5080" x="2463800" y="1835150"/>
          <p14:tracePt t="5097" x="2489200" y="1835150"/>
          <p14:tracePt t="5114" x="2597150" y="1828800"/>
          <p14:tracePt t="5130" x="2825750" y="1809750"/>
          <p14:tracePt t="5146" x="2984500" y="1797050"/>
          <p14:tracePt t="5164" x="3225800" y="1765300"/>
          <p14:tracePt t="5180" x="3797300" y="1689100"/>
          <p14:tracePt t="5196" x="4495800" y="1606550"/>
          <p14:tracePt t="5214" x="5162550" y="1524000"/>
          <p14:tracePt t="5229" x="5486400" y="1492250"/>
          <p14:tracePt t="5246" x="6146800" y="1428750"/>
          <p14:tracePt t="5263" x="6737350" y="1365250"/>
          <p14:tracePt t="5279" x="6985000" y="1339850"/>
          <p14:tracePt t="5296" x="7181850" y="1314450"/>
          <p14:tracePt t="5313" x="7486650" y="1250950"/>
          <p14:tracePt t="5329" x="7689850" y="1212850"/>
          <p14:tracePt t="5346" x="7791450" y="1200150"/>
          <p14:tracePt t="5362" x="7924800" y="1181100"/>
          <p14:tracePt t="5379" x="7994650" y="1181100"/>
          <p14:tracePt t="5396" x="8026400" y="1181100"/>
          <p14:tracePt t="5412" x="8039100" y="1181100"/>
          <p14:tracePt t="5429" x="8039100" y="1187450"/>
          <p14:tracePt t="5461" x="8045450" y="1193800"/>
          <p14:tracePt t="5551" x="8039100" y="1193800"/>
          <p14:tracePt t="5557" x="8032750" y="1193800"/>
          <p14:tracePt t="5580" x="8026400" y="1193800"/>
          <p14:tracePt t="5592" x="8020050" y="1193800"/>
          <p14:tracePt t="5613" x="8007350" y="1200150"/>
          <p14:tracePt t="5619" x="7994650" y="1212850"/>
          <p14:tracePt t="5629" x="7975600" y="1231900"/>
          <p14:tracePt t="5645" x="7943850" y="1244600"/>
          <p14:tracePt t="5661" x="7874000" y="1282700"/>
          <p14:tracePt t="5678" x="7664450" y="1358900"/>
          <p14:tracePt t="5694" x="7302500" y="1447800"/>
          <p14:tracePt t="5712" x="6807200" y="1517650"/>
          <p14:tracePt t="5728" x="6515100" y="1536700"/>
          <p14:tracePt t="5744" x="5867400" y="1536700"/>
          <p14:tracePt t="5761" x="5137150" y="1504950"/>
          <p14:tracePt t="5777" x="4794250" y="1473200"/>
          <p14:tracePt t="5795" x="4133850" y="1422400"/>
          <p14:tracePt t="5811" x="3657600" y="1409700"/>
          <p14:tracePt t="5827" x="3416300" y="1422400"/>
          <p14:tracePt t="5845" x="3041650" y="1428750"/>
          <p14:tracePt t="5860" x="2736850" y="1466850"/>
          <p14:tracePt t="5877" x="2571750" y="1479550"/>
          <p14:tracePt t="5894" x="2305050" y="1498600"/>
          <p14:tracePt t="5910" x="2076450" y="1543050"/>
          <p14:tracePt t="5927" x="1981200" y="1549400"/>
          <p14:tracePt t="5944" x="1835150" y="1587500"/>
          <p14:tracePt t="5960" x="1771650" y="1606550"/>
          <p14:tracePt t="5977" x="1651000" y="1625600"/>
          <p14:tracePt t="5994" x="1568450" y="1638300"/>
          <p14:tracePt t="6010" x="1543050" y="1638300"/>
          <p14:tracePt t="6027" x="1504950" y="1651000"/>
          <p14:tracePt t="6060" x="1498600" y="1651000"/>
          <p14:tracePt t="6077" x="1498600" y="1663700"/>
          <p14:tracePt t="6093" x="1498600" y="1670050"/>
          <p14:tracePt t="6119" x="1504950" y="1676400"/>
          <p14:tracePt t="6133" x="1517650" y="1676400"/>
          <p14:tracePt t="6143" x="1549400" y="1682750"/>
          <p14:tracePt t="6161" x="1670050" y="1714500"/>
          <p14:tracePt t="6176" x="1758950" y="1746250"/>
          <p14:tracePt t="6193" x="1968500" y="1803400"/>
          <p14:tracePt t="6210" x="2355850" y="1943100"/>
          <p14:tracePt t="6226" x="2540000" y="2006600"/>
          <p14:tracePt t="6243" x="2749550" y="2063750"/>
          <p14:tracePt t="6259" x="3213100" y="2197100"/>
          <p14:tracePt t="6276" x="3321050" y="2216150"/>
          <p14:tracePt t="6295" x="3511550" y="2235200"/>
          <p14:tracePt t="6309" x="3600450" y="2247900"/>
          <p14:tracePt t="6326" x="3752850" y="2247900"/>
          <p14:tracePt t="6343" x="3860800" y="2216150"/>
          <p14:tracePt t="6359" x="3917950" y="2197100"/>
          <p14:tracePt t="6375" x="4006850" y="2152650"/>
          <p14:tracePt t="6393" x="4070350" y="2127250"/>
          <p14:tracePt t="6409" x="4089400" y="2108200"/>
          <p14:tracePt t="6425" x="4127500" y="2089150"/>
          <p14:tracePt t="6442" x="4159250" y="2070100"/>
          <p14:tracePt t="6459" x="4165600" y="2063750"/>
          <p14:tracePt t="6476" x="4184650" y="2051050"/>
          <p14:tracePt t="6492" x="4197350" y="2038350"/>
          <p14:tracePt t="6508" x="4203700" y="2032000"/>
          <p14:tracePt t="6526" x="4216400" y="2025650"/>
          <p14:tracePt t="6542" x="4235450" y="2012950"/>
          <p14:tracePt t="6558" x="4248150" y="2006600"/>
          <p14:tracePt t="6575" x="4267200" y="1993900"/>
          <p14:tracePt t="6591" x="4273550" y="1987550"/>
          <p14:tracePt t="6594" x="4286250" y="1981200"/>
          <p14:tracePt t="6608" x="4298950" y="1974850"/>
          <p14:tracePt t="6625" x="4337050" y="1962150"/>
          <p14:tracePt t="6641" x="4356100" y="1955800"/>
          <p14:tracePt t="6658" x="4400550" y="1943100"/>
          <p14:tracePt t="6674" x="4438650" y="1936750"/>
          <p14:tracePt t="6691" x="4464050" y="1930400"/>
          <p14:tracePt t="6708" x="4502150" y="1930400"/>
          <p14:tracePt t="6724" x="4533900" y="1930400"/>
          <p14:tracePt t="6741" x="4546600" y="1917700"/>
          <p14:tracePt t="6758" x="4572000" y="1917700"/>
          <p14:tracePt t="6774" x="4584700" y="1917700"/>
          <p14:tracePt t="6793" x="4610100" y="1917700"/>
          <p14:tracePt t="6807" x="4622800" y="1917700"/>
          <p14:tracePt t="6824" x="4648200" y="1917700"/>
          <p14:tracePt t="6841" x="4679950" y="1917700"/>
          <p14:tracePt t="6858" x="4699000" y="1917700"/>
          <p14:tracePt t="6874" x="4724400" y="1924050"/>
          <p14:tracePt t="6891" x="4800600" y="1924050"/>
          <p14:tracePt t="6907" x="4819650" y="1930400"/>
          <p14:tracePt t="6924" x="4838700" y="1930400"/>
          <p14:tracePt t="6940" x="4883150" y="1930400"/>
          <p14:tracePt t="6957" x="4914900" y="1930400"/>
          <p14:tracePt t="6974" x="4946650" y="1930400"/>
          <p14:tracePt t="6990" x="4959350" y="1930400"/>
          <p14:tracePt t="7006" x="4984750" y="1930400"/>
          <p14:tracePt t="7024" x="4991100" y="1930400"/>
          <p14:tracePt t="7040" x="5016500" y="1930400"/>
          <p14:tracePt t="7057" x="5035550" y="1924050"/>
          <p14:tracePt t="7073" x="5073650" y="1924050"/>
          <p14:tracePt t="7090" x="5092700" y="1924050"/>
          <p14:tracePt t="7107" x="5130800" y="1924050"/>
          <p14:tracePt t="7123" x="5181600" y="1924050"/>
          <p14:tracePt t="7140" x="5200650" y="1924050"/>
          <p14:tracePt t="7157" x="5251450" y="1924050"/>
          <p14:tracePt t="7173" x="5270500" y="1924050"/>
          <p14:tracePt t="7189" x="5314950" y="1930400"/>
          <p14:tracePt t="7206" x="5359400" y="1930400"/>
          <p14:tracePt t="7223" x="5372100" y="1930400"/>
          <p14:tracePt t="7239" x="5403850" y="1930400"/>
          <p14:tracePt t="7256" x="5461000" y="1930400"/>
          <p14:tracePt t="7273" x="5480050" y="1930400"/>
          <p14:tracePt t="7290" x="5511800" y="1930400"/>
          <p14:tracePt t="7305" x="5575300" y="1930400"/>
          <p14:tracePt t="7322" x="5638800" y="1930400"/>
          <p14:tracePt t="7340" x="5695950" y="1930400"/>
          <p14:tracePt t="7356" x="5727700" y="1924050"/>
          <p14:tracePt t="7372" x="5778500" y="1911350"/>
          <p14:tracePt t="7389" x="5829300" y="1905000"/>
          <p14:tracePt t="7405" x="5848350" y="1905000"/>
          <p14:tracePt t="7422" x="5905500" y="1898650"/>
          <p14:tracePt t="7438" x="5956300" y="1898650"/>
          <p14:tracePt t="7455" x="5981700" y="1898650"/>
          <p14:tracePt t="7472" x="6032500" y="1911350"/>
          <p14:tracePt t="7488" x="6064250" y="1911350"/>
          <p14:tracePt t="7505" x="6083300" y="1917700"/>
          <p14:tracePt t="7522" x="6134100" y="1924050"/>
          <p14:tracePt t="7538" x="6134100" y="1930400"/>
          <p14:tracePt t="7555" x="6146800" y="1930400"/>
          <p14:tracePt t="7571" x="6153150" y="1930400"/>
          <p14:tracePt t="7588" x="6159500" y="1930400"/>
          <p14:tracePt t="7627" x="6159500" y="1936750"/>
          <p14:tracePt t="7634" x="6165850" y="1943100"/>
          <p14:tracePt t="7648" x="6165850" y="1949450"/>
          <p14:tracePt t="7662" x="6172200" y="1955800"/>
          <p14:tracePt t="9659" x="6134100" y="1974850"/>
          <p14:tracePt t="9673" x="6076950" y="2006600"/>
          <p14:tracePt t="9680" x="6007100" y="2032000"/>
          <p14:tracePt t="9687" x="5937250" y="2076450"/>
          <p14:tracePt t="9701" x="5867400" y="2114550"/>
          <p14:tracePt t="9715" x="5791200" y="2152650"/>
          <p14:tracePt t="9731" x="5613400" y="2247900"/>
          <p14:tracePt t="9747" x="5505450" y="2298700"/>
          <p14:tracePt t="9764" x="5295900" y="2374900"/>
          <p14:tracePt t="9780" x="5124450" y="2451100"/>
          <p14:tracePt t="9797" x="5041900" y="2508250"/>
          <p14:tracePt t="9814" x="4876800" y="2609850"/>
          <p14:tracePt t="9830" x="4724400" y="2711450"/>
          <p14:tracePt t="9847" x="4648200" y="2762250"/>
          <p14:tracePt t="9863" x="4508500" y="2806700"/>
          <p14:tracePt t="9880" x="4445000" y="2838450"/>
          <p14:tracePt t="9897" x="4273550" y="2933700"/>
          <p14:tracePt t="9913" x="4229100" y="2946400"/>
          <p14:tracePt t="9930" x="4178300" y="2946400"/>
          <p14:tracePt t="9947" x="4095750" y="2946400"/>
          <p14:tracePt t="9963" x="4057650" y="2952750"/>
          <p14:tracePt t="9980" x="4032250" y="2952750"/>
          <p14:tracePt t="9997" x="4000500" y="2952750"/>
          <p14:tracePt t="10013" x="3975100" y="2952750"/>
          <p14:tracePt t="10030" x="3968750" y="2952750"/>
          <p14:tracePt t="10073" x="3962400" y="2952750"/>
          <p14:tracePt t="10108" x="3962400" y="2946400"/>
          <p14:tracePt t="10128" x="3962400" y="2940050"/>
          <p14:tracePt t="10150" x="3962400" y="2933700"/>
          <p14:tracePt t="10164" x="3968750" y="2933700"/>
          <p14:tracePt t="10170" x="3968750" y="2927350"/>
          <p14:tracePt t="10179" x="3981450" y="2927350"/>
          <p14:tracePt t="10196" x="3987800" y="2921000"/>
          <p14:tracePt t="10213" x="4000500" y="2921000"/>
          <p14:tracePt t="10245" x="4019550" y="2914650"/>
          <p14:tracePt t="10263" x="4044950" y="2908300"/>
          <p14:tracePt t="10279" x="4064000" y="2901950"/>
          <p14:tracePt t="10295" x="4127500" y="2882900"/>
          <p14:tracePt t="10312" x="4216400" y="2838450"/>
          <p14:tracePt t="10328" x="4267200" y="2806700"/>
          <p14:tracePt t="10346" x="4381500" y="2762250"/>
          <p14:tracePt t="10362" x="4470400" y="2717800"/>
          <p14:tracePt t="10379" x="4495800" y="2711450"/>
          <p14:tracePt t="10395" x="4559300" y="2686050"/>
          <p14:tracePt t="10412" x="4591050" y="2679700"/>
          <p14:tracePt t="10428" x="4597400" y="2679700"/>
          <p14:tracePt t="10445" x="4610100" y="2679700"/>
          <p14:tracePt t="10461" x="4616450" y="2679700"/>
          <p14:tracePt t="10529" x="4616450" y="2673350"/>
          <p14:tracePt t="10578" x="4616450" y="2667000"/>
          <p14:tracePt t="10585" x="4622800" y="2660650"/>
          <p14:tracePt t="10599" x="4622800" y="2654300"/>
          <p14:tracePt t="12818" x="4597400" y="2679700"/>
          <p14:tracePt t="12825" x="4559300" y="2711450"/>
          <p14:tracePt t="12840" x="4514850" y="2768600"/>
          <p14:tracePt t="12853" x="4451350" y="2819400"/>
          <p14:tracePt t="12870" x="4311650" y="2927350"/>
          <p14:tracePt t="12887" x="4241800" y="2978150"/>
          <p14:tracePt t="12903" x="4102100" y="3067050"/>
          <p14:tracePt t="12919" x="3962400" y="3155950"/>
          <p14:tracePt t="12937" x="3917950" y="3187700"/>
          <p14:tracePt t="12953" x="3810000" y="3213100"/>
          <p14:tracePt t="12969" x="3689350" y="3251200"/>
          <p14:tracePt t="12986" x="3613150" y="3282950"/>
          <p14:tracePt t="13002" x="3441700" y="3340100"/>
          <p14:tracePt t="13019" x="3302000" y="3378200"/>
          <p14:tracePt t="13036" x="3244850" y="3384550"/>
          <p14:tracePt t="13053" x="3225800" y="3384550"/>
          <p14:tracePt t="13069" x="3200400" y="3397250"/>
          <p14:tracePt t="13086" x="3162300" y="3397250"/>
          <p14:tracePt t="13102" x="3149600" y="3397250"/>
          <p14:tracePt t="13121" x="3124200" y="3403600"/>
          <p14:tracePt t="13135" x="3105150" y="3403600"/>
          <p14:tracePt t="13152" x="3073400" y="3409950"/>
          <p14:tracePt t="13169" x="3048000" y="3409950"/>
          <p14:tracePt t="13186" x="3035300" y="3409950"/>
          <p14:tracePt t="13202" x="3028950" y="3409950"/>
          <p14:tracePt t="13218" x="3022600" y="3409950"/>
          <p14:tracePt t="13260" x="3022600" y="3416300"/>
          <p14:tracePt t="13288" x="3035300" y="3416300"/>
          <p14:tracePt t="13295" x="3054350" y="3416300"/>
          <p14:tracePt t="13309" x="3079750" y="3416300"/>
          <p14:tracePt t="13318" x="3117850" y="3409950"/>
          <p14:tracePt t="13335" x="3175000" y="3390900"/>
          <p14:tracePt t="13352" x="3289300" y="3371850"/>
          <p14:tracePt t="13368" x="3435350" y="3346450"/>
          <p14:tracePt t="13385" x="3524250" y="3333750"/>
          <p14:tracePt t="13402" x="3670300" y="3314700"/>
          <p14:tracePt t="13418" x="3721100" y="3314700"/>
          <p14:tracePt t="13435" x="3810000" y="3308350"/>
          <p14:tracePt t="13451" x="3854450" y="3308350"/>
          <p14:tracePt t="13468" x="3924300" y="3321050"/>
          <p14:tracePt t="13485" x="3981450" y="3333750"/>
          <p14:tracePt t="13501" x="4013200" y="3340100"/>
          <p14:tracePt t="13518" x="4064000" y="3346450"/>
          <p14:tracePt t="13534" x="4121150" y="3352800"/>
          <p14:tracePt t="13551" x="4197350" y="3359150"/>
          <p14:tracePt t="13567" x="4235450" y="3359150"/>
          <p14:tracePt t="13584" x="4292600" y="3365500"/>
          <p14:tracePt t="13600" x="4362450" y="3365500"/>
          <p14:tracePt t="13618" x="4438650" y="3365500"/>
          <p14:tracePt t="13634" x="4476750" y="3365500"/>
          <p14:tracePt t="13651" x="4552950" y="3365500"/>
          <p14:tracePt t="13667" x="4667250" y="3365500"/>
          <p14:tracePt t="13684" x="4737100" y="3378200"/>
          <p14:tracePt t="13700" x="4787900" y="3378200"/>
          <p14:tracePt t="13717" x="4889500" y="3384550"/>
          <p14:tracePt t="13733" x="4997450" y="3384550"/>
          <p14:tracePt t="13750" x="5048250" y="3397250"/>
          <p14:tracePt t="13766" x="5156200" y="3416300"/>
          <p14:tracePt t="13784" x="5232400" y="3416300"/>
          <p14:tracePt t="13801" x="5302250" y="3416300"/>
          <p14:tracePt t="13817" x="5321300" y="3416300"/>
          <p14:tracePt t="13833" x="5378450" y="3409950"/>
          <p14:tracePt t="13850" x="5429250" y="3409950"/>
          <p14:tracePt t="13867" x="5454650" y="3403600"/>
          <p14:tracePt t="13883" x="5524500" y="3403600"/>
          <p14:tracePt t="13900" x="5594350" y="3403600"/>
          <p14:tracePt t="13916" x="5619750" y="3397250"/>
          <p14:tracePt t="13935" x="5676900" y="3397250"/>
          <p14:tracePt t="13949" x="5727700" y="3384550"/>
          <p14:tracePt t="13966" x="5746750" y="3384550"/>
          <p14:tracePt t="13983" x="5791200" y="3371850"/>
          <p14:tracePt t="13999" x="5816600" y="3365500"/>
          <p14:tracePt t="14016" x="5829300" y="3365500"/>
          <p14:tracePt t="14033" x="5854700" y="3340100"/>
          <p14:tracePt t="14049" x="5861050" y="3340100"/>
          <p14:tracePt t="15927" x="5797550" y="3371850"/>
          <p14:tracePt t="15934" x="5689600" y="3403600"/>
          <p14:tracePt t="15948" x="5600700" y="3441700"/>
          <p14:tracePt t="15959" x="5505450" y="3486150"/>
          <p14:tracePt t="15977" x="5308600" y="3556000"/>
          <p14:tracePt t="15992" x="5213350" y="3600450"/>
          <p14:tracePt t="16009" x="5041900" y="3670300"/>
          <p14:tracePt t="16026" x="4845050" y="3752850"/>
          <p14:tracePt t="16042" x="4749800" y="3784600"/>
          <p14:tracePt t="16059" x="4603750" y="3841750"/>
          <p14:tracePt t="16075" x="4432300" y="3905250"/>
          <p14:tracePt t="16092" x="4337050" y="3943350"/>
          <p14:tracePt t="16109" x="4146550" y="3994150"/>
          <p14:tracePt t="16125" x="3962400" y="4013200"/>
          <p14:tracePt t="16142" x="3873500" y="4025900"/>
          <p14:tracePt t="16159" x="3733800" y="4044950"/>
          <p14:tracePt t="16175" x="3613150" y="4044950"/>
          <p14:tracePt t="16192" x="3556000" y="4025900"/>
          <p14:tracePt t="16209" x="3473450" y="4000500"/>
          <p14:tracePt t="16225" x="3435350" y="3994150"/>
          <p14:tracePt t="16241" x="3365500" y="3994150"/>
          <p14:tracePt t="16258" x="3327400" y="3994150"/>
          <p14:tracePt t="16275" x="3314700" y="4000500"/>
          <p14:tracePt t="16292" x="3289300" y="4000500"/>
          <p14:tracePt t="16308" x="3276600" y="4000500"/>
          <p14:tracePt t="16342" x="3270250" y="4000500"/>
          <p14:tracePt t="16376" x="3276600" y="4000500"/>
          <p14:tracePt t="16383" x="3289300" y="4000500"/>
          <p14:tracePt t="16397" x="3302000" y="4000500"/>
          <p14:tracePt t="16407" x="3321050" y="3994150"/>
          <p14:tracePt t="16424" x="3359150" y="3987800"/>
          <p14:tracePt t="16440" x="3454400" y="3975100"/>
          <p14:tracePt t="16457" x="3625850" y="3949700"/>
          <p14:tracePt t="16475" x="3829050" y="3924300"/>
          <p14:tracePt t="16490" x="3943350" y="3911600"/>
          <p14:tracePt t="16507" x="4057650" y="3898900"/>
          <p14:tracePt t="16524" x="4286250" y="3879850"/>
          <p14:tracePt t="16540" x="4489450" y="3867150"/>
          <p14:tracePt t="16557" x="4578350" y="3867150"/>
          <p14:tracePt t="16574" x="4730750" y="3867150"/>
          <p14:tracePt t="16590" x="4826000" y="3867150"/>
          <p14:tracePt t="16607" x="4864100" y="3860800"/>
          <p14:tracePt t="16623" x="4921250" y="3860800"/>
          <p14:tracePt t="16640" x="4972050" y="3860800"/>
          <p14:tracePt t="16657" x="5010150" y="3854450"/>
          <p14:tracePt t="16673" x="5029200" y="3854450"/>
          <p14:tracePt t="16690" x="5073650" y="3848100"/>
          <p14:tracePt t="16707" x="5105400" y="3848100"/>
          <p14:tracePt t="16723" x="5137150" y="3841750"/>
          <p14:tracePt t="16740" x="5175250" y="3841750"/>
          <p14:tracePt t="16756" x="5213350" y="3841750"/>
          <p14:tracePt t="16773" x="5226050" y="3841750"/>
          <p14:tracePt t="16790" x="5270500" y="3835400"/>
          <p14:tracePt t="16807" x="5302250" y="3822700"/>
          <p14:tracePt t="16823" x="5321300" y="3822700"/>
          <p14:tracePt t="16840" x="5365750" y="3803650"/>
          <p14:tracePt t="16856" x="5378450" y="3797300"/>
          <p14:tracePt t="16873" x="5422900" y="3784600"/>
          <p14:tracePt t="16889" x="5461000" y="3778250"/>
          <p14:tracePt t="16906" x="5473700" y="3771900"/>
          <p14:tracePt t="16925" x="5518150" y="3771900"/>
          <p14:tracePt t="16938" x="5556250" y="3765550"/>
          <p14:tracePt t="16956" x="5568950" y="3765550"/>
          <p14:tracePt t="16973" x="5600700" y="3765550"/>
          <p14:tracePt t="16989" x="5645150" y="3765550"/>
          <p14:tracePt t="17006" x="5664200" y="3765550"/>
          <p14:tracePt t="17022" x="5708650" y="3765550"/>
          <p14:tracePt t="17039" x="5753100" y="3765550"/>
          <p14:tracePt t="17055" x="5772150" y="3765550"/>
          <p14:tracePt t="17072" x="5810250" y="3765550"/>
          <p14:tracePt t="17088" x="5854700" y="3765550"/>
          <p14:tracePt t="17106" x="5905500" y="3765550"/>
          <p14:tracePt t="17122" x="5924550" y="3765550"/>
          <p14:tracePt t="17138" x="5943600" y="3765550"/>
          <p14:tracePt t="17155" x="5994400" y="3765550"/>
          <p14:tracePt t="17172" x="6032500" y="3765550"/>
          <p14:tracePt t="17188" x="6064250" y="3765550"/>
          <p14:tracePt t="17205" x="6102350" y="3765550"/>
          <p14:tracePt t="17221" x="6153150" y="3765550"/>
          <p14:tracePt t="17225" x="6178550" y="3759200"/>
          <p14:tracePt t="17254" x="6229350" y="3752850"/>
          <p14:tracePt t="17271" x="6280150" y="3746500"/>
          <p14:tracePt t="17288" x="6299200" y="3733800"/>
          <p14:tracePt t="17304" x="6343650" y="3727450"/>
          <p14:tracePt t="17321" x="6369050" y="3727450"/>
          <p14:tracePt t="17338" x="6413500" y="3721100"/>
          <p14:tracePt t="17354" x="6432550" y="3721100"/>
          <p14:tracePt t="17371" x="6457950" y="3714750"/>
          <p14:tracePt t="17388" x="6502400" y="3714750"/>
          <p14:tracePt t="17404" x="6521450" y="3714750"/>
          <p14:tracePt t="17421" x="6565900" y="3708400"/>
          <p14:tracePt t="17437" x="6610350" y="3702050"/>
          <p14:tracePt t="17454" x="6635750" y="3702050"/>
          <p14:tracePt t="17471" x="6705600" y="3689350"/>
          <p14:tracePt t="17487" x="6724650" y="3689350"/>
          <p14:tracePt t="17504" x="6756400" y="3689350"/>
          <p14:tracePt t="17521" x="6788150" y="3689350"/>
          <p14:tracePt t="17537" x="6800850" y="3689350"/>
          <p14:tracePt t="17554" x="6832600" y="3689350"/>
          <p14:tracePt t="17570" x="6858000" y="3689350"/>
          <p14:tracePt t="17587" x="6870700" y="3695700"/>
          <p14:tracePt t="17604" x="6902450" y="3695700"/>
          <p14:tracePt t="17620" x="6946900" y="3695700"/>
          <p14:tracePt t="17636" x="6972300" y="3695700"/>
          <p14:tracePt t="17654" x="7023100" y="3695700"/>
          <p14:tracePt t="17671" x="7067550" y="3702050"/>
          <p14:tracePt t="17686" x="7092950" y="3708400"/>
          <p14:tracePt t="17703" x="7131050" y="3708400"/>
          <p14:tracePt t="17720" x="7169150" y="3721100"/>
          <p14:tracePt t="17736" x="7175500" y="3721100"/>
          <p14:tracePt t="17753" x="7194550" y="3727450"/>
          <p14:tracePt t="17769" x="7200900" y="3727450"/>
          <p14:tracePt t="17787" x="7213600" y="3733800"/>
          <p14:tracePt t="17829" x="7219950" y="3733800"/>
          <p14:tracePt t="17839" x="7226300" y="3733800"/>
          <p14:tracePt t="28117" x="7219950" y="3727450"/>
          <p14:tracePt t="28124" x="7194550" y="3721100"/>
          <p14:tracePt t="28133" x="7169150" y="3714750"/>
          <p14:tracePt t="28150" x="7092950" y="3689350"/>
          <p14:tracePt t="28167" x="6940550" y="3644900"/>
          <p14:tracePt t="28183" x="6832600" y="3600450"/>
          <p14:tracePt t="28201" x="6667500" y="3543300"/>
          <p14:tracePt t="28216" x="6604000" y="3511550"/>
          <p14:tracePt t="28233" x="6534150" y="3486150"/>
          <p14:tracePt t="28250" x="6470650" y="3473450"/>
          <p14:tracePt t="28266" x="6438900" y="3473450"/>
          <p14:tracePt t="28283" x="6419850" y="3473450"/>
          <p14:tracePt t="28300" x="6394450" y="3473450"/>
          <p14:tracePt t="28316" x="6394450" y="3479800"/>
          <p14:tracePt t="28333" x="6388100" y="3486150"/>
          <p14:tracePt t="28349" x="6375400" y="3498850"/>
          <p14:tracePt t="28366" x="6369050" y="3511550"/>
          <p14:tracePt t="28384" x="6369050" y="3524250"/>
          <p14:tracePt t="28399" x="6369050" y="3530600"/>
          <p14:tracePt t="28420" x="6369050" y="3536950"/>
          <p14:tracePt t="28433" x="6369050" y="3543300"/>
          <p14:tracePt t="28449" x="6381750" y="3556000"/>
          <p14:tracePt t="28466" x="6388100" y="3568700"/>
          <p14:tracePt t="28483" x="6419850" y="3568700"/>
          <p14:tracePt t="28499" x="6451600" y="3575050"/>
          <p14:tracePt t="28516" x="6540500" y="3587750"/>
          <p14:tracePt t="28533" x="6616700" y="3581400"/>
          <p14:tracePt t="28549" x="6711950" y="3575050"/>
          <p14:tracePt t="28566" x="6845300" y="3556000"/>
          <p14:tracePt t="28582" x="6927850" y="3549650"/>
          <p14:tracePt t="28599" x="7004050" y="3543300"/>
          <p14:tracePt t="28615" x="7092950" y="3517900"/>
          <p14:tracePt t="28632" x="7131050" y="3517900"/>
          <p14:tracePt t="28649" x="7156450" y="3517900"/>
          <p14:tracePt t="28665" x="7169150" y="3517900"/>
          <p14:tracePt t="28755" x="7162800" y="3524250"/>
          <p14:tracePt t="28769" x="7156450" y="3524250"/>
          <p14:tracePt t="28776" x="7150100" y="3530600"/>
          <p14:tracePt t="28799" x="7137400" y="3536950"/>
          <p14:tracePt t="28804" x="7137400" y="3543300"/>
          <p14:tracePt t="28814" x="7124700" y="3549650"/>
          <p14:tracePt t="28832" x="7112000" y="3568700"/>
          <p14:tracePt t="28848" x="7061200" y="3600450"/>
          <p14:tracePt t="28864" x="7023100" y="3625850"/>
          <p14:tracePt t="28882" x="6927850" y="3657600"/>
          <p14:tracePt t="28898" x="6845300" y="3683000"/>
          <p14:tracePt t="28914" x="6775450" y="3702050"/>
          <p14:tracePt t="28918" x="6737350" y="3708400"/>
          <p14:tracePt t="28931" x="6629400" y="3727450"/>
          <p14:tracePt t="28947" x="6534150" y="3733800"/>
          <p14:tracePt t="28964" x="6451600" y="3740150"/>
          <p14:tracePt t="28981" x="6356350" y="3752850"/>
          <p14:tracePt t="28997" x="6299200" y="3752850"/>
          <p14:tracePt t="29015" x="6229350" y="3752850"/>
          <p14:tracePt t="29030" x="6159500" y="3746500"/>
          <p14:tracePt t="29047" x="6115050" y="3746500"/>
          <p14:tracePt t="29064" x="6089650" y="3746500"/>
          <p14:tracePt t="31312" x="6057900" y="3771900"/>
          <p14:tracePt t="31319" x="6019800" y="3810000"/>
          <p14:tracePt t="31326" x="5962650" y="3848100"/>
          <p14:tracePt t="31340" x="5835650" y="3943350"/>
          <p14:tracePt t="31356" x="5727700" y="4038600"/>
          <p14:tracePt t="31373" x="5588000" y="4140200"/>
          <p14:tracePt t="31389" x="5397500" y="4248150"/>
          <p14:tracePt t="31405" x="5257800" y="4305300"/>
          <p14:tracePt t="31422" x="5118100" y="4330700"/>
          <p14:tracePt t="31439" x="4953000" y="4362450"/>
          <p14:tracePt t="31455" x="4813300" y="4381500"/>
          <p14:tracePt t="31473" x="4667250" y="4394200"/>
          <p14:tracePt t="31488" x="4559300" y="4394200"/>
          <p14:tracePt t="31505" x="4457700" y="4394200"/>
          <p14:tracePt t="31522" x="4381500" y="4394200"/>
          <p14:tracePt t="31538" x="4235450" y="4387850"/>
          <p14:tracePt t="31555" x="4152900" y="4368800"/>
          <p14:tracePt t="31573" x="4051300" y="4343400"/>
          <p14:tracePt t="31589" x="3975100" y="4298950"/>
          <p14:tracePt t="31606" x="3917950" y="4279900"/>
          <p14:tracePt t="31622" x="3886200" y="4260850"/>
          <p14:tracePt t="31638" x="3860800" y="4235450"/>
          <p14:tracePt t="31655" x="3841750" y="4216400"/>
          <p14:tracePt t="31672" x="3829050" y="4210050"/>
          <p14:tracePt t="31688" x="3816350" y="4203700"/>
          <p14:tracePt t="31705" x="3803650" y="4197350"/>
          <p14:tracePt t="31746" x="3797300" y="4197350"/>
          <p14:tracePt t="31803" x="3803650" y="4197350"/>
          <p14:tracePt t="31824" x="3810000" y="4197350"/>
          <p14:tracePt t="31839" x="3816350" y="4191000"/>
          <p14:tracePt t="31845" x="3822700" y="4191000"/>
          <p14:tracePt t="31854" x="3829050" y="4191000"/>
          <p14:tracePt t="31870" x="3829050" y="4184650"/>
          <p14:tracePt t="31888" x="3848100" y="4178300"/>
          <p14:tracePt t="31904" x="3867150" y="4171950"/>
          <p14:tracePt t="31920" x="3879850" y="4171950"/>
          <p14:tracePt t="31937" x="3905250" y="4171950"/>
          <p14:tracePt t="31954" x="3956050" y="4171950"/>
          <p14:tracePt t="31971" x="4013200" y="4171950"/>
          <p14:tracePt t="31987" x="4070350" y="4171950"/>
          <p14:tracePt t="32003" x="4095750" y="4171950"/>
          <p14:tracePt t="32021" x="4146550" y="4178300"/>
          <p14:tracePt t="32037" x="4184650" y="4184650"/>
          <p14:tracePt t="32053" x="4210050" y="4191000"/>
          <p14:tracePt t="32070" x="4248150" y="4191000"/>
          <p14:tracePt t="32087" x="4279900" y="4197350"/>
          <p14:tracePt t="32104" x="4298950" y="4197350"/>
          <p14:tracePt t="32120" x="4343400" y="4203700"/>
          <p14:tracePt t="32136" x="4400550" y="4203700"/>
          <p14:tracePt t="32154" x="4457700" y="4203700"/>
          <p14:tracePt t="32170" x="4495800" y="4203700"/>
          <p14:tracePt t="32186" x="4540250" y="4191000"/>
          <p14:tracePt t="32203" x="4660900" y="4178300"/>
          <p14:tracePt t="32219" x="4711700" y="4165600"/>
          <p14:tracePt t="32236" x="4756150" y="4165600"/>
          <p14:tracePt t="32253" x="4845050" y="4152900"/>
          <p14:tracePt t="32270" x="4940300" y="4140200"/>
          <p14:tracePt t="32286" x="4984750" y="4133850"/>
          <p14:tracePt t="32302" x="5086350" y="4114800"/>
          <p14:tracePt t="32319" x="5194300" y="4108450"/>
          <p14:tracePt t="32336" x="5232400" y="4108450"/>
          <p14:tracePt t="32352" x="5302250" y="4108450"/>
          <p14:tracePt t="32369" x="5353050" y="4102100"/>
          <p14:tracePt t="32386" x="5384800" y="4102100"/>
          <p14:tracePt t="32402" x="5397500" y="4102100"/>
          <p14:tracePt t="32419" x="5410200" y="4102100"/>
          <p14:tracePt t="32435" x="5416550" y="4102100"/>
          <p14:tracePt t="32452" x="5416550" y="4095750"/>
          <p14:tracePt t="32470" x="5422900" y="4083050"/>
          <p14:tracePt t="32485" x="5422900" y="4070350"/>
          <p14:tracePt t="32985" x="5435600" y="4070350"/>
          <p14:tracePt t="33000" x="5473700" y="4070350"/>
          <p14:tracePt t="33006" x="5505450" y="4070350"/>
          <p14:tracePt t="33020" x="5543550" y="4070350"/>
          <p14:tracePt t="33034" x="5594350" y="4070350"/>
          <p14:tracePt t="33050" x="5670550" y="4057650"/>
          <p14:tracePt t="33066" x="5702300" y="4051300"/>
          <p14:tracePt t="33084" x="5778500" y="4051300"/>
          <p14:tracePt t="33100" x="5861050" y="4051300"/>
          <p14:tracePt t="33116" x="5899150" y="4051300"/>
          <p14:tracePt t="33133" x="5981700" y="4044950"/>
          <p14:tracePt t="33150" x="6057900" y="4032250"/>
          <p14:tracePt t="33167" x="6089650" y="4025900"/>
          <p14:tracePt t="33183" x="6140450" y="4019550"/>
          <p14:tracePt t="33199" x="6172200" y="4019550"/>
          <p14:tracePt t="33217" x="6203950" y="4013200"/>
          <p14:tracePt t="33233" x="6216650" y="4013200"/>
          <p14:tracePt t="33249" x="6223000" y="4013200"/>
          <p14:tracePt t="33266" x="6235700" y="4013200"/>
          <p14:tracePt t="33322" x="6235700" y="4019550"/>
          <p14:tracePt t="33336" x="6235700" y="4025900"/>
          <p14:tracePt t="36772" x="6216650" y="4025900"/>
          <p14:tracePt t="36779" x="6197600" y="4032250"/>
          <p14:tracePt t="36788" x="6165850" y="4038600"/>
          <p14:tracePt t="36803" x="6146800" y="4051300"/>
          <p14:tracePt t="36821" x="6102350" y="4057650"/>
          <p14:tracePt t="36837" x="6051550" y="4064000"/>
          <p14:tracePt t="36854" x="6032500" y="4076700"/>
          <p14:tracePt t="36870" x="5994400" y="4076700"/>
          <p14:tracePt t="36887" x="5969000" y="4076700"/>
          <p14:tracePt t="36903" x="5930900" y="4083050"/>
          <p14:tracePt t="36920" x="5880100" y="4089400"/>
          <p14:tracePt t="36936" x="5861050" y="4095750"/>
          <p14:tracePt t="36954" x="5816600" y="4121150"/>
          <p14:tracePt t="36969" x="5772150" y="4146550"/>
          <p14:tracePt t="36986" x="5746750" y="4152900"/>
          <p14:tracePt t="37003" x="5695950" y="4165600"/>
          <p14:tracePt t="37020" x="5626100" y="4184650"/>
          <p14:tracePt t="37036" x="5588000" y="4184650"/>
          <p14:tracePt t="37040" x="5556250" y="4184650"/>
          <p14:tracePt t="37053" x="5518150" y="4184650"/>
          <p14:tracePt t="37069" x="5454650" y="4178300"/>
          <p14:tracePt t="37086" x="5422900" y="4178300"/>
          <p14:tracePt t="37103" x="5353050" y="4171950"/>
          <p14:tracePt t="37119" x="5289550" y="4165600"/>
          <p14:tracePt t="37137" x="5219700" y="4152900"/>
          <p14:tracePt t="37153" x="5187950" y="4152900"/>
          <p14:tracePt t="37169" x="5149850" y="4140200"/>
          <p14:tracePt t="37186" x="5016500" y="4127500"/>
          <p14:tracePt t="37202" x="4978400" y="4127500"/>
          <p14:tracePt t="37219" x="4921250" y="4114800"/>
          <p14:tracePt t="37236" x="4826000" y="4108450"/>
          <p14:tracePt t="37253" x="4724400" y="4108450"/>
          <p14:tracePt t="37269" x="4673600" y="4108450"/>
          <p14:tracePt t="37285" x="4572000" y="4108450"/>
          <p14:tracePt t="37302" x="4470400" y="4140200"/>
          <p14:tracePt t="37319" x="4362450" y="4152900"/>
          <p14:tracePt t="37335" x="4324350" y="4165600"/>
          <p14:tracePt t="37352" x="4241800" y="4191000"/>
          <p14:tracePt t="37369" x="4165600" y="4216400"/>
          <p14:tracePt t="37385" x="4140200" y="4222750"/>
          <p14:tracePt t="37402" x="4089400" y="4235450"/>
          <p14:tracePt t="37418" x="4044950" y="4254500"/>
          <p14:tracePt t="37435" x="4025900" y="4273550"/>
          <p14:tracePt t="37453" x="3987800" y="4292600"/>
          <p14:tracePt t="37468" x="3956050" y="4318000"/>
          <p14:tracePt t="37484" x="3930650" y="4324350"/>
          <p14:tracePt t="37502" x="3917950" y="4330700"/>
          <p14:tracePt t="37518" x="3892550" y="4349750"/>
          <p14:tracePt t="37535" x="3873500" y="4368800"/>
          <p14:tracePt t="37538" x="3873500" y="4375150"/>
          <p14:tracePt t="37554" x="3867150" y="4381500"/>
          <p14:tracePt t="37649" x="3873500" y="4381500"/>
          <p14:tracePt t="37663" x="3886200" y="4381500"/>
          <p14:tracePt t="37670" x="3898900" y="4381500"/>
          <p14:tracePt t="37684" x="3917950" y="4381500"/>
          <p14:tracePt t="37700" x="3987800" y="4381500"/>
          <p14:tracePt t="37718" x="4051300" y="4381500"/>
          <p14:tracePt t="37734" x="4229100" y="4368800"/>
          <p14:tracePt t="37751" x="4457700" y="4368800"/>
          <p14:tracePt t="37767" x="4572000" y="4362450"/>
          <p14:tracePt t="37784" x="4838700" y="4362450"/>
          <p14:tracePt t="37800" x="4972050" y="4362450"/>
          <p14:tracePt t="37818" x="5314950" y="4387850"/>
          <p14:tracePt t="37834" x="5422900" y="4406900"/>
          <p14:tracePt t="37850" x="5511800" y="4419600"/>
          <p14:tracePt t="37867" x="5664200" y="4438650"/>
          <p14:tracePt t="37884" x="5810250" y="4464050"/>
          <p14:tracePt t="37900" x="5848350" y="4464050"/>
          <p14:tracePt t="37917" x="5924550" y="4489450"/>
          <p14:tracePt t="37933" x="5962650" y="4489450"/>
          <p14:tracePt t="37950" x="5975350" y="4489450"/>
          <p14:tracePt t="37966" x="5994400" y="4495800"/>
          <p14:tracePt t="37983" x="6000750" y="4502150"/>
          <p14:tracePt t="46540" x="6000750" y="4514850"/>
          <p14:tracePt t="46554" x="6000750" y="4521200"/>
          <p14:tracePt t="46568" x="6000750" y="4527550"/>
          <p14:tracePt t="46583" x="6007100" y="4540250"/>
          <p14:tracePt t="46590" x="6013450" y="4546600"/>
          <p14:tracePt t="46604" x="6026150" y="4565650"/>
          <p14:tracePt t="46620" x="6032500" y="4578350"/>
          <p14:tracePt t="46636" x="6038850" y="4584700"/>
          <p14:tracePt t="46653" x="6051550" y="4597400"/>
          <p14:tracePt t="46686" x="6083300" y="4610100"/>
          <p14:tracePt t="46703" x="6096000" y="4629150"/>
          <p14:tracePt t="46720" x="6108700" y="4635500"/>
          <p14:tracePt t="46737" x="6134100" y="4660900"/>
          <p14:tracePt t="46753" x="6153150" y="4686300"/>
          <p14:tracePt t="46769" x="6172200" y="4724400"/>
          <p14:tracePt t="46786" x="6203950" y="4768850"/>
          <p14:tracePt t="46802" x="6223000" y="4787900"/>
          <p14:tracePt t="46819" x="6235700" y="4819650"/>
          <p14:tracePt t="46836" x="6242050" y="4838700"/>
          <p14:tracePt t="46852" x="6248400" y="4845050"/>
          <p14:tracePt t="46869" x="6248400" y="4851400"/>
          <p14:tracePt t="46933" x="6261100" y="4857750"/>
          <p14:tracePt t="46954" x="6267450" y="4864100"/>
          <p14:tracePt t="46961" x="6273800" y="4870450"/>
          <p14:tracePt t="46975" x="6280150" y="4876800"/>
          <p14:tracePt t="46985" x="6286500" y="4876800"/>
          <p14:tracePt t="47002" x="6292850" y="4883150"/>
          <p14:tracePt t="47018" x="6305550" y="4889500"/>
          <p14:tracePt t="47035" x="6330950" y="4895850"/>
          <p14:tracePt t="47052" x="6356350" y="4908550"/>
          <p14:tracePt t="47068" x="6375400" y="4914900"/>
          <p14:tracePt t="47085" x="6407150" y="4933950"/>
          <p14:tracePt t="47102" x="6451600" y="4933950"/>
          <p14:tracePt t="47118" x="6470650" y="4940300"/>
          <p14:tracePt t="47135" x="6521450" y="4940300"/>
          <p14:tracePt t="47151" x="6572250" y="4940300"/>
          <p14:tracePt t="47168" x="6591300" y="4940300"/>
          <p14:tracePt t="47171" x="6616700" y="4940300"/>
          <p14:tracePt t="47185" x="6648450" y="4940300"/>
          <p14:tracePt t="47201" x="6699250" y="4946650"/>
          <p14:tracePt t="47217" x="6724650" y="4946650"/>
          <p14:tracePt t="47235" x="6781800" y="4946650"/>
          <p14:tracePt t="47251" x="6838950" y="4946650"/>
          <p14:tracePt t="47267" x="6858000" y="4946650"/>
          <p14:tracePt t="47284" x="6915150" y="4946650"/>
          <p14:tracePt t="47301" x="6934200" y="4946650"/>
          <p14:tracePt t="47317" x="6972300" y="4946650"/>
          <p14:tracePt t="47334" x="7004050" y="4940300"/>
          <p14:tracePt t="47350" x="7016750" y="4940300"/>
          <p14:tracePt t="47368" x="7035800" y="4927600"/>
          <p14:tracePt t="47383" x="7042150" y="4927600"/>
          <p14:tracePt t="47400" x="7054850" y="4927600"/>
          <p14:tracePt t="47417" x="7067550" y="4921250"/>
          <p14:tracePt t="47433" x="7073900" y="4921250"/>
          <p14:tracePt t="47450" x="7080250" y="4921250"/>
          <p14:tracePt t="47467" x="7092950" y="4921250"/>
          <p14:tracePt t="47483" x="7099300" y="4921250"/>
          <p14:tracePt t="48456" x="7061200" y="4921250"/>
          <p14:tracePt t="48463" x="6997700" y="4940300"/>
          <p14:tracePt t="48477" x="6940550" y="4946650"/>
          <p14:tracePt t="48483" x="6851650" y="4965700"/>
          <p14:tracePt t="48500" x="6775450" y="4997450"/>
          <p14:tracePt t="48513" x="6680200" y="5029200"/>
          <p14:tracePt t="48530" x="6508750" y="5054600"/>
          <p14:tracePt t="48547" x="6305550" y="5118100"/>
          <p14:tracePt t="48563" x="6159500" y="5143500"/>
          <p14:tracePt t="48579" x="5842000" y="5187950"/>
          <p14:tracePt t="48597" x="5454650" y="5238750"/>
          <p14:tracePt t="48613" x="5245100" y="5238750"/>
          <p14:tracePt t="48630" x="4832350" y="5283200"/>
          <p14:tracePt t="48646" x="4425950" y="5321300"/>
          <p14:tracePt t="48663" x="4235450" y="5314950"/>
          <p14:tracePt t="48680" x="3937000" y="5321300"/>
          <p14:tracePt t="48696" x="3708400" y="5340350"/>
          <p14:tracePt t="48713" x="3644900" y="5340350"/>
          <p14:tracePt t="48729" x="3594100" y="5340350"/>
          <p14:tracePt t="49159" x="3517900" y="5340350"/>
          <p14:tracePt t="49166" x="3429000" y="5340350"/>
          <p14:tracePt t="49181" x="3327400" y="5340350"/>
          <p14:tracePt t="49194" x="3136900" y="5340350"/>
          <p14:tracePt t="49211" x="3060700" y="5340350"/>
          <p14:tracePt t="49215" x="2984500" y="5340350"/>
          <p14:tracePt t="49231" x="2908300" y="5340350"/>
          <p14:tracePt t="49244" x="2819400" y="5340350"/>
          <p14:tracePt t="49261" x="2628900" y="5340350"/>
          <p14:tracePt t="49278" x="2451100" y="5340350"/>
          <p14:tracePt t="49294" x="2374900" y="5346700"/>
          <p14:tracePt t="49310" x="2292350" y="5359400"/>
          <p14:tracePt t="49328" x="2197100" y="5365750"/>
          <p14:tracePt t="49344" x="2178050" y="5365750"/>
          <p14:tracePt t="49360" x="2139950" y="5365750"/>
          <p14:tracePt t="49377" x="2133600" y="5365750"/>
          <p14:tracePt t="49447" x="2139950" y="5365750"/>
          <p14:tracePt t="49461" x="2146300" y="5359400"/>
          <p14:tracePt t="49468" x="2146300" y="5353050"/>
          <p14:tracePt t="49476" x="2165350" y="5353050"/>
          <p14:tracePt t="49493" x="2178050" y="5353050"/>
          <p14:tracePt t="49511" x="2222500" y="5340350"/>
          <p14:tracePt t="49526" x="2247900" y="5334000"/>
          <p14:tracePt t="49543" x="2330450" y="5314950"/>
          <p14:tracePt t="49560" x="2451100" y="5302250"/>
          <p14:tracePt t="49576" x="2514600" y="5289550"/>
          <p14:tracePt t="49594" x="2698750" y="5270500"/>
          <p14:tracePt t="49609" x="2876550" y="5257800"/>
          <p14:tracePt t="49626" x="2965450" y="5257800"/>
          <p14:tracePt t="49643" x="3067050" y="5264150"/>
          <p14:tracePt t="49659" x="3295650" y="5295900"/>
          <p14:tracePt t="49676" x="3422650" y="5308600"/>
          <p14:tracePt t="49693" x="3613150" y="5327650"/>
          <p14:tracePt t="49709" x="3740150" y="5334000"/>
          <p14:tracePt t="49712" x="3848100" y="5359400"/>
          <p14:tracePt t="49743" x="4064000" y="5378450"/>
          <p14:tracePt t="49759" x="4229100" y="5384800"/>
          <p14:tracePt t="49777" x="4368800" y="5384800"/>
          <p14:tracePt t="49792" x="4432300" y="5397500"/>
          <p14:tracePt t="49809" x="4552950" y="5397500"/>
          <p14:tracePt t="49827" x="4641850" y="5403850"/>
          <p14:tracePt t="49842" x="4673600" y="5403850"/>
          <p14:tracePt t="49858" x="4699000" y="5403850"/>
          <p14:tracePt t="49875" x="4749800" y="5410200"/>
          <p14:tracePt t="49892" x="4800600" y="5422900"/>
          <p14:tracePt t="49909" x="4813300" y="5422900"/>
          <p14:tracePt t="49925" x="4851400" y="5422900"/>
          <p14:tracePt t="49942" x="4870450" y="5422900"/>
          <p14:tracePt t="49959" x="4914900" y="5422900"/>
          <p14:tracePt t="49975" x="4953000" y="5416550"/>
          <p14:tracePt t="49991" x="4984750" y="5416550"/>
          <p14:tracePt t="50009" x="5016500" y="5416550"/>
          <p14:tracePt t="50025" x="5041900" y="5416550"/>
          <p14:tracePt t="50041" x="5086350" y="5416550"/>
          <p14:tracePt t="50058" x="5124450" y="5422900"/>
          <p14:tracePt t="50074" x="5156200" y="5422900"/>
          <p14:tracePt t="50092" x="5200650" y="5422900"/>
          <p14:tracePt t="50107" x="5251450" y="5422900"/>
          <p14:tracePt t="50124" x="5283200" y="5429250"/>
          <p14:tracePt t="50141" x="5340350" y="5429250"/>
          <p14:tracePt t="50157" x="5365750" y="5429250"/>
          <p14:tracePt t="50174" x="5422900" y="5429250"/>
          <p14:tracePt t="50191" x="5480050" y="5429250"/>
          <p14:tracePt t="50207" x="5511800" y="5410200"/>
          <p14:tracePt t="50224" x="5530850" y="5410200"/>
          <p14:tracePt t="50227" x="5556250" y="5410200"/>
          <p14:tracePt t="50241" x="5575300" y="5410200"/>
          <p14:tracePt t="50257" x="5613400" y="5410200"/>
          <p14:tracePt t="50275" x="5638800" y="5403850"/>
          <p14:tracePt t="50290" x="5651500" y="5397500"/>
          <p14:tracePt t="50307" x="5657850" y="5397500"/>
          <p14:tracePt t="50324" x="5670550" y="5397500"/>
          <p14:tracePt t="50408" x="5670550" y="5403850"/>
          <p14:tracePt t="50422" x="5664200" y="5410200"/>
          <p14:tracePt t="50429" x="5664200" y="5416550"/>
          <p14:tracePt t="50891" x="5708650" y="5416550"/>
          <p14:tracePt t="50905" x="5759450" y="5416550"/>
          <p14:tracePt t="50912" x="5810250" y="5416550"/>
          <p14:tracePt t="50921" x="5892800" y="5429250"/>
          <p14:tracePt t="50938" x="5969000" y="5429250"/>
          <p14:tracePt t="50955" x="6146800" y="5429250"/>
          <p14:tracePt t="50971" x="6261100" y="5429250"/>
          <p14:tracePt t="50988" x="6521450" y="5441950"/>
          <p14:tracePt t="51004" x="6775450" y="5441950"/>
          <p14:tracePt t="51021" x="6915150" y="5441950"/>
          <p14:tracePt t="51038" x="7143750" y="5461000"/>
          <p14:tracePt t="51054" x="7232650" y="5461000"/>
          <p14:tracePt t="51071" x="7353300" y="5448300"/>
          <p14:tracePt t="51088" x="7416800" y="5441950"/>
          <p14:tracePt t="51104" x="7423150" y="5441950"/>
          <p14:tracePt t="51121" x="7429500" y="5435600"/>
          <p14:tracePt t="51137" x="7435850" y="5435600"/>
          <p14:tracePt t="51154" x="7429500" y="5435600"/>
          <p14:tracePt t="51171" x="7416800" y="5435600"/>
          <p14:tracePt t="51204" x="7410450" y="5435600"/>
          <p14:tracePt t="51221" x="7283450" y="5435600"/>
          <p14:tracePt t="51237" x="7219950" y="5435600"/>
          <p14:tracePt t="51254" x="7118350" y="5435600"/>
          <p14:tracePt t="51270" x="6832600" y="5410200"/>
          <p14:tracePt t="51287" x="6489700" y="5397500"/>
          <p14:tracePt t="51304" x="6019800" y="5397500"/>
          <p14:tracePt t="51320" x="5784850" y="5397500"/>
          <p14:tracePt t="51337" x="5549900" y="5397500"/>
          <p14:tracePt t="51354" x="5060950" y="5397500"/>
          <p14:tracePt t="51370" x="4552950" y="5422900"/>
          <p14:tracePt t="51387" x="4368800" y="5422900"/>
          <p14:tracePt t="51403" x="4051300" y="5435600"/>
          <p14:tracePt t="51420" x="3911600" y="5435600"/>
          <p14:tracePt t="51436" x="3695700" y="5441950"/>
          <p14:tracePt t="51453" x="3530600" y="5454650"/>
          <p14:tracePt t="51470" x="3454400" y="5454650"/>
          <p14:tracePt t="51487" x="3359150" y="5454650"/>
          <p14:tracePt t="51503" x="3282950" y="5448300"/>
          <p14:tracePt t="51519" x="3238500" y="5441950"/>
          <p14:tracePt t="51536" x="3136900" y="5441950"/>
          <p14:tracePt t="51553" x="3067050" y="5422900"/>
          <p14:tracePt t="51569" x="2965450" y="5416550"/>
          <p14:tracePt t="51586" x="2851150" y="5416550"/>
          <p14:tracePt t="51603" x="2762250" y="5416550"/>
          <p14:tracePt t="51620" x="2673350" y="5416550"/>
          <p14:tracePt t="51635" x="2476500" y="5416550"/>
          <p14:tracePt t="51652" x="2298700" y="5429250"/>
          <p14:tracePt t="51670" x="2171700" y="5429250"/>
          <p14:tracePt t="51685" x="2095500" y="5429250"/>
          <p14:tracePt t="51702" x="2019300" y="5422900"/>
          <p14:tracePt t="51719" x="1790700" y="5422900"/>
          <p14:tracePt t="51735" x="1657350" y="5435600"/>
          <p14:tracePt t="51739" x="1619250" y="5435600"/>
          <p14:tracePt t="51768" x="1562100" y="5448300"/>
          <p14:tracePt t="51785" x="1511300" y="5454650"/>
          <p14:tracePt t="51803" x="1473200" y="5461000"/>
          <p14:tracePt t="51818" x="1460500" y="5461000"/>
          <p14:tracePt t="51835" x="1447800" y="5473700"/>
          <p14:tracePt t="51852" x="1441450" y="5473700"/>
          <p14:tracePt t="51885" x="1435100" y="5486400"/>
          <p14:tracePt t="51904" x="1435100" y="5492750"/>
          <p14:tracePt t="51922" x="1435100" y="5499100"/>
          <p14:tracePt t="51938" x="1435100" y="5511800"/>
          <p14:tracePt t="51952" x="1441450" y="5518150"/>
          <p14:tracePt t="51967" x="1441450" y="5530850"/>
          <p14:tracePt t="51985" x="1447800" y="5543550"/>
          <p14:tracePt t="52001" x="1447800" y="5549900"/>
          <p14:tracePt t="52018" x="1454150" y="5556250"/>
          <p14:tracePt t="52035" x="1454150" y="5562600"/>
          <p14:tracePt t="52051" x="1460500" y="5575300"/>
          <p14:tracePt t="52067" x="1473200" y="5594350"/>
          <p14:tracePt t="52084" x="1485900" y="5607050"/>
          <p14:tracePt t="52101" x="1492250" y="5613400"/>
          <p14:tracePt t="52117" x="1498600" y="5619750"/>
          <p14:tracePt t="52134" x="1504950" y="5626100"/>
          <p14:tracePt t="52168" x="1511300" y="5632450"/>
          <p14:tracePt t="52217" x="1517650" y="5638800"/>
          <p14:tracePt t="52224" x="1524000" y="5645150"/>
          <p14:tracePt t="52252" x="1530350" y="5645150"/>
          <p14:tracePt t="52267" x="1536700" y="5651500"/>
          <p14:tracePt t="52294" x="1543050" y="5657850"/>
          <p14:tracePt t="52307" x="1549400" y="5657850"/>
          <p14:tracePt t="52315" x="1562100" y="5657850"/>
          <p14:tracePt t="52329" x="1581150" y="5664200"/>
          <p14:tracePt t="52336" x="1619250" y="5670550"/>
          <p14:tracePt t="52353" x="1663700" y="5676900"/>
          <p14:tracePt t="52367" x="1701800" y="5676900"/>
          <p14:tracePt t="52383" x="1822450" y="5689600"/>
          <p14:tracePt t="52400" x="1962150" y="5689600"/>
          <p14:tracePt t="52416" x="2025650" y="5683250"/>
          <p14:tracePt t="52433" x="2089150" y="5683250"/>
          <p14:tracePt t="52449" x="2222500" y="5664200"/>
          <p14:tracePt t="52467" x="2336800" y="5657850"/>
          <p14:tracePt t="52484" x="2419350" y="5638800"/>
          <p14:tracePt t="52499" x="2463800" y="5632450"/>
          <p14:tracePt t="52516" x="2546350" y="5613400"/>
          <p14:tracePt t="52533" x="2628900" y="5607050"/>
          <p14:tracePt t="52549" x="2654300" y="5607050"/>
          <p14:tracePt t="52566" x="2679700" y="5607050"/>
          <p14:tracePt t="52583" x="2736850" y="5607050"/>
          <p14:tracePt t="52599" x="2762250" y="5607050"/>
          <p14:tracePt t="52616" x="2774950" y="5607050"/>
          <p14:tracePt t="52632" x="2787650" y="5607050"/>
          <p14:tracePt t="52649" x="2794000" y="5607050"/>
          <p14:tracePt t="52870" x="2787650" y="5607050"/>
          <p14:tracePt t="52954" x="2781300" y="5607050"/>
          <p14:tracePt t="52981" x="2774950" y="5607050"/>
          <p14:tracePt t="53017" x="2774950" y="5613400"/>
          <p14:tracePt t="60641" x="2781300" y="5613400"/>
          <p14:tracePt t="60648" x="2794000" y="5619750"/>
          <p14:tracePt t="60657" x="2819400" y="5626100"/>
          <p14:tracePt t="60671" x="2857500" y="5626100"/>
          <p14:tracePt t="60688" x="2895600" y="5632450"/>
          <p14:tracePt t="60704" x="2965450" y="5632450"/>
          <p14:tracePt t="60721" x="3009900" y="5632450"/>
          <p14:tracePt t="60738" x="3079750" y="5626100"/>
          <p14:tracePt t="60754" x="3130550" y="5613400"/>
          <p14:tracePt t="60771" x="3175000" y="5613400"/>
          <p14:tracePt t="60788" x="3232150" y="5613400"/>
          <p14:tracePt t="60804" x="3270250" y="5607050"/>
          <p14:tracePt t="60821" x="3321050" y="5607050"/>
          <p14:tracePt t="60824" x="3340100" y="5607050"/>
          <p14:tracePt t="60837" x="3390900" y="5600700"/>
          <p14:tracePt t="60854" x="3441700" y="5600700"/>
          <p14:tracePt t="60872" x="3498850" y="5600700"/>
          <p14:tracePt t="60887" x="3549650" y="5600700"/>
          <p14:tracePt t="60903" x="3587750" y="5600700"/>
          <p14:tracePt t="60921" x="3651250" y="5594350"/>
          <p14:tracePt t="60937" x="3695700" y="5581650"/>
          <p14:tracePt t="60953" x="3733800" y="5575300"/>
          <p14:tracePt t="60970" x="3784600" y="5575300"/>
          <p14:tracePt t="60987" x="3822700" y="5568950"/>
          <p14:tracePt t="61003" x="3854450" y="5568950"/>
          <p14:tracePt t="61020" x="3917950" y="5568950"/>
          <p14:tracePt t="61036" x="3949700" y="5568950"/>
          <p14:tracePt t="61053" x="3987800" y="5568950"/>
          <p14:tracePt t="61070" x="4057650" y="5568950"/>
          <p14:tracePt t="61086" x="4102100" y="5568950"/>
          <p14:tracePt t="61104" x="4171950" y="5562600"/>
          <p14:tracePt t="61119" x="4229100" y="5562600"/>
          <p14:tracePt t="61136" x="4273550" y="5562600"/>
          <p14:tracePt t="61153" x="4362450" y="5562600"/>
          <p14:tracePt t="61169" x="4425950" y="5562600"/>
          <p14:tracePt t="61186" x="4495800" y="5556250"/>
          <p14:tracePt t="61203" x="4572000" y="5556250"/>
          <p14:tracePt t="61219" x="4603750" y="5556250"/>
          <p14:tracePt t="61237" x="4641850" y="5556250"/>
          <p14:tracePt t="61252" x="4660900" y="5556250"/>
          <p14:tracePt t="61269" x="4711700" y="5556250"/>
          <p14:tracePt t="61616" x="4730750" y="5556250"/>
          <p14:tracePt t="61630" x="4749800" y="5562600"/>
          <p14:tracePt t="61637" x="4781550" y="5562600"/>
          <p14:tracePt t="61654" x="4819650" y="5562600"/>
          <p14:tracePt t="61667" x="4908550" y="5556250"/>
          <p14:tracePt t="61684" x="4972050" y="5556250"/>
          <p14:tracePt t="61701" x="5130800" y="5549900"/>
          <p14:tracePt t="61717" x="5207000" y="5537200"/>
          <p14:tracePt t="61735" x="5365750" y="5499100"/>
          <p14:tracePt t="61751" x="5518150" y="5467350"/>
          <p14:tracePt t="61767" x="5600700" y="5448300"/>
          <p14:tracePt t="61784" x="5727700" y="5429250"/>
          <p14:tracePt t="61800" x="5822950" y="5422900"/>
          <p14:tracePt t="61817" x="5873750" y="5416550"/>
          <p14:tracePt t="61834" x="5956300" y="5416550"/>
          <p14:tracePt t="61850" x="6019800" y="5416550"/>
          <p14:tracePt t="61867" x="6064250" y="5416550"/>
          <p14:tracePt t="61883" x="6127750" y="5416550"/>
          <p14:tracePt t="61900" x="6191250" y="5416550"/>
          <p14:tracePt t="61917" x="6242050" y="5416550"/>
          <p14:tracePt t="61934" x="6273800" y="5416550"/>
          <p14:tracePt t="61950" x="6292850" y="5416550"/>
          <p14:tracePt t="61967" x="6369050" y="5410200"/>
          <p14:tracePt t="61983" x="6388100" y="5410200"/>
          <p14:tracePt t="62000" x="6426200" y="5410200"/>
          <p14:tracePt t="62016" x="6496050" y="5410200"/>
          <p14:tracePt t="62033" x="6565900" y="5410200"/>
          <p14:tracePt t="62050" x="6604000" y="5410200"/>
          <p14:tracePt t="62066" x="6680200" y="5410200"/>
          <p14:tracePt t="62083" x="6737350" y="5410200"/>
          <p14:tracePt t="62100" x="6800850" y="5410200"/>
          <p14:tracePt t="62116" x="6845300" y="5397500"/>
          <p14:tracePt t="62133" x="6908800" y="5397500"/>
          <p14:tracePt t="62149" x="6978650" y="5391150"/>
          <p14:tracePt t="62166" x="7004050" y="5391150"/>
          <p14:tracePt t="62183" x="7073900" y="5384800"/>
          <p14:tracePt t="62199" x="7131050" y="5384800"/>
          <p14:tracePt t="62216" x="7156450" y="5384800"/>
          <p14:tracePt t="62233" x="7219950" y="5391150"/>
          <p14:tracePt t="62249" x="7277100" y="5391150"/>
          <p14:tracePt t="62265" x="7296150" y="5391150"/>
          <p14:tracePt t="62283" x="7353300" y="5397500"/>
          <p14:tracePt t="62299" x="7366000" y="5397500"/>
          <p14:tracePt t="62315" x="7416800" y="5410200"/>
          <p14:tracePt t="62332" x="7429500" y="5416550"/>
          <p14:tracePt t="62349" x="7473950" y="5429250"/>
          <p14:tracePt t="62366" x="7493000" y="5435600"/>
          <p14:tracePt t="62382" x="7543800" y="5454650"/>
          <p14:tracePt t="62398" x="7562850" y="5454650"/>
          <p14:tracePt t="62416" x="7645400" y="5473700"/>
          <p14:tracePt t="62432" x="7683500" y="5480050"/>
          <p14:tracePt t="62448" x="7772400" y="5505450"/>
          <p14:tracePt t="62465" x="7867650" y="5524500"/>
          <p14:tracePt t="62482" x="7905750" y="5524500"/>
          <p14:tracePt t="62498" x="8001000" y="5543550"/>
          <p14:tracePt t="62515" x="8096250" y="5556250"/>
          <p14:tracePt t="62532" x="8134350" y="5568950"/>
          <p14:tracePt t="62549" x="8185150" y="5575300"/>
          <p14:tracePt t="62564" x="8229600" y="5588000"/>
          <p14:tracePt t="62581" x="8242300" y="5594350"/>
          <p14:tracePt t="62599" x="8280400" y="5600700"/>
          <p14:tracePt t="62640" x="8286750" y="5600700"/>
          <p14:tracePt t="62900" x="8280400" y="5594350"/>
          <p14:tracePt t="62984" x="8274050" y="5588000"/>
          <p14:tracePt t="62991" x="8267700" y="5588000"/>
          <p14:tracePt t="63012" x="8261350" y="5588000"/>
          <p14:tracePt t="63019" x="8255000" y="5581650"/>
          <p14:tracePt t="63033" x="8248650" y="5581650"/>
          <p14:tracePt t="63055" x="8235950" y="5581650"/>
          <p14:tracePt t="63063" x="8223250" y="5581650"/>
          <p14:tracePt t="63079" x="8191500" y="5575300"/>
          <p14:tracePt t="63097" x="8128000" y="5562600"/>
          <p14:tracePt t="63113" x="8070850" y="5562600"/>
          <p14:tracePt t="63129" x="7943850" y="5562600"/>
          <p14:tracePt t="63146" x="7753350" y="5556250"/>
          <p14:tracePt t="63163" x="7651750" y="5556250"/>
          <p14:tracePt t="63179" x="7423150" y="5543550"/>
          <p14:tracePt t="63196" x="7194550" y="5549900"/>
          <p14:tracePt t="63212" x="7080250" y="5556250"/>
          <p14:tracePt t="63229" x="6851650" y="5581650"/>
          <p14:tracePt t="63245" x="6597650" y="5613400"/>
          <p14:tracePt t="63262" x="6470650" y="5619750"/>
          <p14:tracePt t="63279" x="6051550" y="5664200"/>
          <p14:tracePt t="63295" x="5911850" y="5676900"/>
          <p14:tracePt t="63312" x="5734050" y="5689600"/>
          <p14:tracePt t="63329" x="5334000" y="5702300"/>
          <p14:tracePt t="63345" x="4870450" y="5702300"/>
          <p14:tracePt t="63362" x="4610100" y="5702300"/>
          <p14:tracePt t="63365" x="4419600" y="5715000"/>
          <p14:tracePt t="63378" x="4254500" y="5727700"/>
          <p14:tracePt t="63395" x="3962400" y="5765800"/>
          <p14:tracePt t="63412" x="3765550" y="5854700"/>
          <p14:tracePt t="63428" x="3695700" y="5892800"/>
          <p14:tracePt t="63445" x="3632200" y="5924550"/>
          <p14:tracePt t="63462" x="3600450" y="5924550"/>
          <p14:tracePt t="63745" x="3511550" y="5892800"/>
          <p14:tracePt t="63752" x="3397250" y="5848350"/>
          <p14:tracePt t="63766" x="3263900" y="5803900"/>
          <p14:tracePt t="63777" x="3105150" y="5759450"/>
          <p14:tracePt t="63794" x="2819400" y="5676900"/>
          <p14:tracePt t="63811" x="2698750" y="5632450"/>
          <p14:tracePt t="63827" x="2489200" y="5537200"/>
          <p14:tracePt t="63844" x="2273300" y="5518150"/>
          <p14:tracePt t="63860" x="2184400" y="5511800"/>
          <p14:tracePt t="63876" x="2051050" y="5486400"/>
          <p14:tracePt t="63893" x="1930400" y="5473700"/>
          <p14:tracePt t="63910" x="1866900" y="5461000"/>
          <p14:tracePt t="63928" x="1746250" y="5441950"/>
          <p14:tracePt t="63943" x="1663700" y="5435600"/>
          <p14:tracePt t="63960" x="1625600" y="5454650"/>
          <p14:tracePt t="63977" x="1562100" y="5461000"/>
          <p14:tracePt t="63993" x="1517650" y="5467350"/>
          <p14:tracePt t="64009" x="1485900" y="5473700"/>
          <p14:tracePt t="64026" x="1454150" y="5480050"/>
          <p14:tracePt t="64043" x="1441450" y="5480050"/>
          <p14:tracePt t="64060" x="1403350" y="5505450"/>
          <p14:tracePt t="64076" x="1377950" y="5511800"/>
          <p14:tracePt t="64093" x="1365250" y="5518150"/>
          <p14:tracePt t="64110" x="1333500" y="5530850"/>
          <p14:tracePt t="64126" x="1282700" y="5537200"/>
          <p14:tracePt t="64142" x="1257300" y="5537200"/>
          <p14:tracePt t="64160" x="1206500" y="5549900"/>
          <p14:tracePt t="64176" x="1174750" y="5556250"/>
          <p14:tracePt t="64192" x="1117600" y="5575300"/>
          <p14:tracePt t="64209" x="1066800" y="5594350"/>
          <p14:tracePt t="64225" x="1016000" y="5619750"/>
          <p14:tracePt t="64242" x="990600" y="5626100"/>
          <p14:tracePt t="64258" x="965200" y="5645150"/>
          <p14:tracePt t="64275" x="946150" y="5657850"/>
          <p14:tracePt t="64293" x="939800" y="5670550"/>
          <p14:tracePt t="64325" x="933450" y="5670550"/>
          <p14:tracePt t="64342" x="927100" y="5683250"/>
          <p14:tracePt t="64375" x="927100" y="5689600"/>
          <p14:tracePt t="64412" x="927100" y="5695950"/>
          <p14:tracePt t="64475" x="927100" y="5689600"/>
          <p14:tracePt t="64482" x="933450" y="5689600"/>
          <p14:tracePt t="64495" x="933450" y="5683250"/>
          <p14:tracePt t="64509" x="939800" y="5676900"/>
          <p14:tracePt t="64525" x="946150" y="5676900"/>
          <p14:tracePt t="64541" x="952500" y="5664200"/>
          <p14:tracePt t="64558" x="984250" y="5626100"/>
          <p14:tracePt t="64575" x="1009650" y="5581650"/>
          <p14:tracePt t="64591" x="1028700" y="5562600"/>
          <p14:tracePt t="64607" x="1066800" y="5518150"/>
          <p14:tracePt t="64625" x="1098550" y="5486400"/>
          <p14:tracePt t="64641" x="1111250" y="5467350"/>
          <p14:tracePt t="64657" x="1117600" y="5461000"/>
          <p14:tracePt t="64690" x="1123950" y="5461000"/>
          <p14:tracePt t="64707" x="1130300" y="5461000"/>
          <p14:tracePt t="64743" x="1130300" y="5467350"/>
          <p14:tracePt t="64751" x="1130300" y="5473700"/>
          <p14:tracePt t="64778" x="1136650" y="5473700"/>
          <p14:tracePt t="64849" x="1136650" y="5480050"/>
          <p14:tracePt t="64870" x="1136650" y="5486400"/>
          <p14:tracePt t="64891" x="1143000" y="5492750"/>
          <p14:tracePt t="64907" x="1143000" y="5499100"/>
          <p14:tracePt t="64912" x="1143000" y="5505450"/>
          <p14:tracePt t="64923" x="1143000" y="5511800"/>
          <p14:tracePt t="64940" x="1149350" y="5524500"/>
          <p14:tracePt t="64956" x="1149350" y="5537200"/>
          <p14:tracePt t="64973" x="1155700" y="5556250"/>
          <p14:tracePt t="64990" x="1168400" y="5594350"/>
          <p14:tracePt t="65006" x="1174750" y="5607050"/>
          <p14:tracePt t="65023" x="1187450" y="5619750"/>
          <p14:tracePt t="65039" x="1193800" y="5638800"/>
          <p14:tracePt t="65056" x="1200150" y="5638800"/>
          <p14:tracePt t="65073" x="1219200" y="5645150"/>
          <p14:tracePt t="65089" x="1231900" y="5645150"/>
          <p14:tracePt t="65106" x="1263650" y="5638800"/>
          <p14:tracePt t="65123" x="1320800" y="5626100"/>
          <p14:tracePt t="65139" x="1352550" y="5607050"/>
          <p14:tracePt t="65155" x="1435100" y="5594350"/>
          <p14:tracePt t="65172" x="1530350" y="5575300"/>
          <p14:tracePt t="65189" x="1562100" y="5575300"/>
          <p14:tracePt t="65205" x="1625600" y="5575300"/>
          <p14:tracePt t="65222" x="1676400" y="5575300"/>
          <p14:tracePt t="65239" x="1689100" y="5581650"/>
          <p14:tracePt t="65256" x="1720850" y="5581650"/>
          <p14:tracePt t="65272" x="1746250" y="5588000"/>
          <p14:tracePt t="65288" x="1752600" y="5594350"/>
          <p14:tracePt t="65306" x="1771650" y="5600700"/>
          <p14:tracePt t="65322" x="1778000" y="5607050"/>
          <p14:tracePt t="65339" x="1803400" y="5607050"/>
          <p14:tracePt t="65355" x="1828800" y="5613400"/>
          <p14:tracePt t="65371" x="1854200" y="5613400"/>
          <p14:tracePt t="65388" x="1911350" y="5619750"/>
          <p14:tracePt t="65404" x="1987550" y="5619750"/>
          <p14:tracePt t="65421" x="2038350" y="5619750"/>
          <p14:tracePt t="65438" x="2171700" y="5607050"/>
          <p14:tracePt t="65454" x="2247900" y="5600700"/>
          <p14:tracePt t="65471" x="2393950" y="5581650"/>
          <p14:tracePt t="65488" x="2546350" y="5575300"/>
          <p14:tracePt t="65504" x="2603500" y="5581650"/>
          <p14:tracePt t="65521" x="2705100" y="5600700"/>
          <p14:tracePt t="65538" x="2774950" y="5607050"/>
          <p14:tracePt t="65555" x="2819400" y="5607050"/>
          <p14:tracePt t="65572" x="2844800" y="5607050"/>
          <p14:tracePt t="65846" x="2844800" y="5613400"/>
          <p14:tracePt t="65867" x="2832100" y="5626100"/>
          <p14:tracePt t="65874" x="2806700" y="5632450"/>
          <p14:tracePt t="65889" x="2781300" y="5657850"/>
          <p14:tracePt t="65903" x="2686050" y="5721350"/>
          <p14:tracePt t="65919" x="2622550" y="5746750"/>
          <p14:tracePt t="65937" x="2470150" y="5842000"/>
          <p14:tracePt t="65953" x="2387600" y="5892800"/>
          <p14:tracePt t="65969" x="2222500" y="5969000"/>
          <p14:tracePt t="65986" x="2101850" y="6038850"/>
          <p14:tracePt t="66003" x="2057400" y="6064250"/>
          <p14:tracePt t="66019" x="1981200" y="6096000"/>
          <p14:tracePt t="66036" x="1949450" y="6108700"/>
          <p14:tracePt t="66052" x="1943100" y="6115050"/>
          <p14:tracePt t="66070" x="1930400" y="6115050"/>
          <p14:tracePt t="66085" x="1924050" y="6115050"/>
          <p14:tracePt t="66344" x="1892300" y="6115050"/>
          <p14:tracePt t="66358" x="1860550" y="6115050"/>
          <p14:tracePt t="66365" x="1822450" y="6115050"/>
          <p14:tracePt t="66379" x="1797050" y="6115050"/>
          <p14:tracePt t="66388" x="1765300" y="6115050"/>
          <p14:tracePt t="66401" x="1727200" y="6115050"/>
          <p14:tracePt t="66418" x="1682750" y="6108700"/>
          <p14:tracePt t="66435" x="1644650" y="6108700"/>
          <p14:tracePt t="66451" x="1625600" y="6108700"/>
          <p14:tracePt t="66468" x="1593850" y="6108700"/>
          <p14:tracePt t="66485" x="1568450" y="6108700"/>
          <p14:tracePt t="66501" x="1555750" y="6115050"/>
          <p14:tracePt t="66518" x="1549400" y="6115050"/>
          <p14:tracePt t="66534" x="1530350" y="6115050"/>
          <p14:tracePt t="66551" x="1524000" y="6115050"/>
          <p14:tracePt t="66568" x="1511300" y="6115050"/>
          <p14:tracePt t="66584" x="1498600" y="6115050"/>
          <p14:tracePt t="66600" x="1492250" y="6115050"/>
          <p14:tracePt t="66618" x="1485900" y="6115050"/>
          <p14:tracePt t="66660" x="1479550" y="6115050"/>
          <p14:tracePt t="66695" x="1473200" y="6115050"/>
          <p14:tracePt t="66730" x="1466850" y="6115050"/>
          <p14:tracePt t="66765" x="1460500" y="6108700"/>
          <p14:tracePt t="66835" x="1454150" y="6108700"/>
          <p14:tracePt t="66905" x="1454150" y="6102350"/>
          <p14:tracePt t="66955" x="1460500" y="6102350"/>
          <p14:tracePt t="66976" x="1466850" y="6102350"/>
          <p14:tracePt t="66990" x="1473200" y="6096000"/>
          <p14:tracePt t="66997" x="1479550" y="6096000"/>
          <p14:tracePt t="67011" x="1479550" y="6089650"/>
          <p14:tracePt t="67019" x="1485900" y="6089650"/>
          <p14:tracePt t="67032" x="1492250" y="6089650"/>
          <p14:tracePt t="67048" x="1498600" y="6083300"/>
          <p14:tracePt t="67065" x="1504950" y="6083300"/>
          <p14:tracePt t="67082" x="1517650" y="6076950"/>
          <p14:tracePt t="67116" x="1536700" y="6070600"/>
          <p14:tracePt t="67133" x="1543050" y="6070600"/>
          <p14:tracePt t="67151" x="1549400" y="6064250"/>
          <p14:tracePt t="67165" x="1587500" y="6057900"/>
          <p14:tracePt t="67181" x="1606550" y="6057900"/>
          <p14:tracePt t="67198" x="1619250" y="6057900"/>
          <p14:tracePt t="67215" x="1644650" y="6051550"/>
          <p14:tracePt t="67232" x="1663700" y="6051550"/>
          <p14:tracePt t="67249" x="1682750" y="6051550"/>
          <p14:tracePt t="67265" x="1689100" y="6051550"/>
          <p14:tracePt t="67282" x="1701800" y="6051550"/>
          <p14:tracePt t="67314" x="1708150" y="6051550"/>
          <p14:tracePt t="67467" x="1714500" y="6051550"/>
          <p14:tracePt t="68345" x="1720850" y="6051550"/>
          <p14:tracePt t="68393" x="1727200" y="6051550"/>
          <p14:tracePt t="68421" x="1733550" y="6045200"/>
          <p14:tracePt t="68442" x="1739900" y="6038850"/>
          <p14:tracePt t="68449" x="1739900" y="6032500"/>
          <p14:tracePt t="68471" x="1746250" y="6032500"/>
          <p14:tracePt t="68498" x="1746250" y="6026150"/>
          <p14:tracePt t="68520" x="1746250" y="6019800"/>
          <p14:tracePt t="68555" x="1752600" y="6013450"/>
          <p14:tracePt t="68569" x="1758950" y="6013450"/>
          <p14:tracePt t="68590" x="1765300" y="6007100"/>
          <p14:tracePt t="68653" x="1771650" y="6000750"/>
          <p14:tracePt t="68661" x="1778000" y="6000750"/>
          <p14:tracePt t="68708" x="1784350" y="5994400"/>
          <p14:tracePt t="68864" x="1778000" y="5994400"/>
          <p14:tracePt t="68870" x="1771650" y="5994400"/>
          <p14:tracePt t="68962" x="1765300" y="5994400"/>
          <p14:tracePt t="68977" x="1758950" y="5994400"/>
          <p14:tracePt t="68983" x="1752600" y="5994400"/>
          <p14:tracePt t="69004" x="1746250" y="5994400"/>
          <p14:tracePt t="69012" x="1733550" y="5994400"/>
          <p14:tracePt t="69026" x="1720850" y="5988050"/>
          <p14:tracePt t="69042" x="1708150" y="5988050"/>
          <p14:tracePt t="69059" x="1657350" y="5988050"/>
          <p14:tracePt t="69075" x="1619250" y="5981700"/>
          <p14:tracePt t="69092" x="1600200" y="5981700"/>
          <p14:tracePt t="69109" x="1562100" y="5975350"/>
          <p14:tracePt t="69125" x="1543050" y="5975350"/>
          <p14:tracePt t="69142" x="1536700" y="5975350"/>
          <p14:tracePt t="69159" x="1530350" y="5975350"/>
          <p14:tracePt t="69175" x="1524000" y="5975350"/>
          <p14:tracePt t="69285" x="1524000" y="5981700"/>
          <p14:tracePt t="69313" x="1536700" y="5981700"/>
          <p14:tracePt t="69341" x="1543050" y="5981700"/>
          <p14:tracePt t="69362" x="1549400" y="5981700"/>
          <p14:tracePt t="69376" x="1555750" y="5981700"/>
          <p14:tracePt t="69383" x="1562100" y="5981700"/>
          <p14:tracePt t="69404" x="1568450" y="5981700"/>
          <p14:tracePt t="69432" x="1574800" y="5981700"/>
          <p14:tracePt t="69495" x="1581150" y="5981700"/>
          <p14:tracePt t="69502" x="1581150" y="5975350"/>
          <p14:tracePt t="69523" x="1574800" y="5969000"/>
          <p14:tracePt t="69551" x="1568450" y="5969000"/>
          <p14:tracePt t="69573" x="1562100" y="5962650"/>
          <p14:tracePt t="69614" x="1549400" y="5956300"/>
          <p14:tracePt t="69642" x="1543050" y="5956300"/>
          <p14:tracePt t="69663" x="1536700" y="5956300"/>
          <p14:tracePt t="69734" x="1543050" y="5949950"/>
          <p14:tracePt t="69748" x="1555750" y="5949950"/>
          <p14:tracePt t="69754" x="1562100" y="5949950"/>
          <p14:tracePt t="69761" x="1568450" y="5949950"/>
          <p14:tracePt t="69776" x="1587500" y="5943600"/>
          <p14:tracePt t="69790" x="1606550" y="5937250"/>
          <p14:tracePt t="69806" x="1657350" y="5930900"/>
          <p14:tracePt t="69823" x="1676400" y="5930900"/>
          <p14:tracePt t="69839" x="1708150" y="5924550"/>
          <p14:tracePt t="69856" x="1733550" y="5918200"/>
          <p14:tracePt t="69873" x="1746250" y="5918200"/>
          <p14:tracePt t="69906" x="1752600" y="5911850"/>
          <p14:tracePt t="70021" x="1752600" y="5918200"/>
          <p14:tracePt t="70566" x="1733550" y="5918200"/>
          <p14:tracePt t="70574" x="1701800" y="5918200"/>
          <p14:tracePt t="70590" x="1676400" y="5924550"/>
          <p14:tracePt t="70603" x="1644650" y="5930900"/>
          <p14:tracePt t="70620" x="1587500" y="5937250"/>
          <p14:tracePt t="70637" x="1543050" y="5962650"/>
          <p14:tracePt t="70653" x="1524000" y="5969000"/>
          <p14:tracePt t="70670" x="1498600" y="5981700"/>
          <p14:tracePt t="70687" x="1485900" y="5988050"/>
          <p14:tracePt t="70703" x="1479550" y="5994400"/>
          <p14:tracePt t="70721" x="1466850" y="6000750"/>
          <p14:tracePt t="70736" x="1466850" y="6013450"/>
          <p14:tracePt t="70753" x="1466850" y="6019800"/>
          <p14:tracePt t="70770" x="1466850" y="6026150"/>
          <p14:tracePt t="70786" x="1466850" y="6032500"/>
          <p14:tracePt t="70803" x="1473200" y="6045200"/>
          <p14:tracePt t="70820" x="1473200" y="6051550"/>
          <p14:tracePt t="70836" x="1479550" y="6057900"/>
          <p14:tracePt t="70853" x="1485900" y="6064250"/>
          <p14:tracePt t="70869" x="1498600" y="6064250"/>
          <p14:tracePt t="70886" x="1504950" y="6064250"/>
          <p14:tracePt t="70903" x="1536700" y="6064250"/>
          <p14:tracePt t="70919" x="1574800" y="6057900"/>
          <p14:tracePt t="70936" x="1600200" y="6038850"/>
          <p14:tracePt t="70952" x="1663700" y="6000750"/>
          <p14:tracePt t="70969" x="1720850" y="5943600"/>
          <p14:tracePt t="70986" x="1739900" y="5924550"/>
          <p14:tracePt t="70989" x="1746250" y="5892800"/>
          <p14:tracePt t="71002" x="1752600" y="5880100"/>
          <p14:tracePt t="71019" x="1752600" y="5842000"/>
          <p14:tracePt t="71036" x="1746250" y="5816600"/>
          <p14:tracePt t="71052" x="1720850" y="5797550"/>
          <p14:tracePt t="71069" x="1689100" y="5784850"/>
          <p14:tracePt t="71086" x="1644650" y="5784850"/>
          <p14:tracePt t="71102" x="1631950" y="5784850"/>
          <p14:tracePt t="71119" x="1619250" y="5791200"/>
          <p14:tracePt t="71135" x="1574800" y="5816600"/>
          <p14:tracePt t="71152" x="1562100" y="5822950"/>
          <p14:tracePt t="71169" x="1543050" y="5848350"/>
          <p14:tracePt t="71185" x="1524000" y="5880100"/>
          <p14:tracePt t="71202" x="1517650" y="5905500"/>
          <p14:tracePt t="71219" x="1511300" y="5956300"/>
          <p14:tracePt t="71235" x="1511300" y="5975350"/>
          <p14:tracePt t="71251" x="1536700" y="6007100"/>
          <p14:tracePt t="71268" x="1555750" y="6032500"/>
          <p14:tracePt t="71285" x="1593850" y="6057900"/>
          <p14:tracePt t="71301" x="1644650" y="6064250"/>
          <p14:tracePt t="71318" x="1714500" y="6070600"/>
          <p14:tracePt t="71334" x="1746250" y="6064250"/>
          <p14:tracePt t="71351" x="1803400" y="6051550"/>
          <p14:tracePt t="71367" x="1847850" y="6038850"/>
          <p14:tracePt t="71384" x="1866900" y="6019800"/>
          <p14:tracePt t="71402" x="1885950" y="6013450"/>
          <p14:tracePt t="71417" x="1885950" y="5994400"/>
          <p14:tracePt t="71434" x="1885950" y="5988050"/>
          <p14:tracePt t="71451" x="1885950" y="5975350"/>
          <p14:tracePt t="71467" x="1885950" y="5969000"/>
          <p14:tracePt t="71484" x="1866900" y="5969000"/>
          <p14:tracePt t="71501" x="1841500" y="5956300"/>
          <p14:tracePt t="71517" x="1822450" y="5956300"/>
          <p14:tracePt t="71534" x="1771650" y="5943600"/>
          <p14:tracePt t="71550" x="1682750" y="5949950"/>
          <p14:tracePt t="71567" x="1638300" y="5949950"/>
          <p14:tracePt t="71584" x="1543050" y="5975350"/>
          <p14:tracePt t="71600" x="1460500" y="6007100"/>
          <p14:tracePt t="71617" x="1435100" y="6026150"/>
          <p14:tracePt t="71634" x="1416050" y="6051550"/>
          <p14:tracePt t="71650" x="1409700" y="6070600"/>
          <p14:tracePt t="71667" x="1409700" y="6076950"/>
          <p14:tracePt t="71683" x="1416050" y="6089650"/>
          <p14:tracePt t="71700" x="1441450" y="6102350"/>
          <p14:tracePt t="71717" x="1473200" y="6115050"/>
          <p14:tracePt t="71733" x="1504950" y="6121400"/>
          <p14:tracePt t="71749" x="1524000" y="6134100"/>
          <p14:tracePt t="71767" x="1644650" y="6146800"/>
          <p14:tracePt t="71783" x="1676400" y="6146800"/>
          <p14:tracePt t="71799" x="1714500" y="6146800"/>
          <p14:tracePt t="71816" x="1746250" y="6134100"/>
          <p14:tracePt t="71833" x="1752600" y="6127750"/>
          <p14:tracePt t="71849" x="1758950" y="6121400"/>
          <p14:tracePt t="71866" x="1758950" y="6115050"/>
          <p14:tracePt t="71902" x="1758950" y="6108700"/>
          <p14:tracePt t="72373" x="1784350" y="6108700"/>
          <p14:tracePt t="72381" x="1828800" y="6127750"/>
          <p14:tracePt t="72394" x="1892300" y="6127750"/>
          <p14:tracePt t="72401" x="1955800" y="6134100"/>
          <p14:tracePt t="72414" x="2038350" y="6146800"/>
          <p14:tracePt t="72430" x="2203450" y="6159500"/>
          <p14:tracePt t="72447" x="2279650" y="6159500"/>
          <p14:tracePt t="72465" x="2444750" y="6165850"/>
          <p14:tracePt t="72480" x="2647950" y="6178550"/>
          <p14:tracePt t="72497" x="2749550" y="6178550"/>
          <p14:tracePt t="72514" x="2965450" y="6172200"/>
          <p14:tracePt t="72530" x="3067050" y="6172200"/>
          <p14:tracePt t="72547" x="3321050" y="6127750"/>
          <p14:tracePt t="72563" x="3524250" y="6121400"/>
          <p14:tracePt t="72580" x="3613150" y="6108700"/>
          <p14:tracePt t="72597" x="3784600" y="6102350"/>
          <p14:tracePt t="72613" x="3937000" y="6070600"/>
          <p14:tracePt t="72630" x="4006850" y="6057900"/>
          <p14:tracePt t="72647" x="4114800" y="6032500"/>
          <p14:tracePt t="72663" x="4216400" y="6013450"/>
          <p14:tracePt t="72680" x="4273550" y="6013450"/>
          <p14:tracePt t="72697" x="4343400" y="6000750"/>
          <p14:tracePt t="72713" x="4425950" y="5981700"/>
          <p14:tracePt t="72729" x="4464050" y="5981700"/>
          <p14:tracePt t="72746" x="4533900" y="5975350"/>
          <p14:tracePt t="72763" x="4578350" y="5975350"/>
          <p14:tracePt t="72780" x="4629150" y="5975350"/>
          <p14:tracePt t="72796" x="4648200" y="5975350"/>
          <p14:tracePt t="72812" x="4660900" y="5975350"/>
          <p14:tracePt t="72829" x="4705350" y="5975350"/>
          <p14:tracePt t="72845" x="4718050" y="5975350"/>
          <p14:tracePt t="72863" x="4724400" y="5975350"/>
          <p14:tracePt t="72879" x="4737100" y="5975350"/>
          <p14:tracePt t="72896" x="4743450" y="5975350"/>
          <p14:tracePt t="73110" x="4737100" y="5981700"/>
          <p14:tracePt t="73152" x="4730750" y="5988050"/>
          <p14:tracePt t="73166" x="4724400" y="5994400"/>
          <p14:tracePt t="73180" x="4724400" y="6000750"/>
          <p14:tracePt t="73196" x="4718050" y="6000750"/>
          <p14:tracePt t="73201" x="4718050" y="6007100"/>
          <p14:tracePt t="73223" x="4711700" y="6013450"/>
          <p14:tracePt t="73236" x="4711700" y="6019800"/>
          <p14:tracePt t="73244" x="4711700" y="6026150"/>
          <p14:tracePt t="73264" x="4711700" y="6032500"/>
          <p14:tracePt t="73278" x="4711700" y="6038850"/>
          <p14:tracePt t="73295" x="4711700" y="6045200"/>
          <p14:tracePt t="73314" x="4711700" y="6051550"/>
          <p14:tracePt t="73341" x="4711700" y="6057900"/>
          <p14:tracePt t="73356" x="4718050" y="6064250"/>
          <p14:tracePt t="73364" x="4724400" y="6070600"/>
          <p14:tracePt t="73380" x="4743450" y="6083300"/>
          <p14:tracePt t="73394" x="4762500" y="6089650"/>
          <p14:tracePt t="73410" x="4838700" y="6102350"/>
          <p14:tracePt t="73427" x="4927600" y="6115050"/>
          <p14:tracePt t="73444" x="4978400" y="6115050"/>
          <p14:tracePt t="73461" x="5118100" y="6096000"/>
          <p14:tracePt t="73477" x="5162550" y="6076950"/>
          <p14:tracePt t="73493" x="5194300" y="6057900"/>
          <p14:tracePt t="73510" x="5238750" y="6045200"/>
          <p14:tracePt t="73527" x="5270500" y="6026150"/>
          <p14:tracePt t="73543" x="5276850" y="6013450"/>
          <p14:tracePt t="73560" x="5283200" y="5994400"/>
          <p14:tracePt t="73577" x="5283200" y="5988050"/>
          <p14:tracePt t="73609" x="5283200" y="5981700"/>
          <p14:tracePt t="73644" x="5276850" y="5981700"/>
          <p14:tracePt t="73665" x="5270500" y="5975350"/>
          <p14:tracePt t="73671" x="5264150" y="5975350"/>
          <p14:tracePt t="73694" x="5251450" y="5975350"/>
          <p14:tracePt t="73714" x="5245100" y="5975350"/>
          <p14:tracePt t="73735" x="5238750" y="5975350"/>
          <p14:tracePt t="73763" x="5232400" y="5975350"/>
          <p14:tracePt t="73784" x="5226050" y="5975350"/>
          <p14:tracePt t="73833" x="5219700" y="5981700"/>
          <p14:tracePt t="73847" x="5219700" y="5988050"/>
          <p14:tracePt t="73854" x="5226050" y="5988050"/>
          <p14:tracePt t="73868" x="5232400" y="5994400"/>
          <p14:tracePt t="73877" x="5245100" y="5994400"/>
          <p14:tracePt t="73892" x="5264150" y="5994400"/>
          <p14:tracePt t="73909" x="5321300" y="6007100"/>
          <p14:tracePt t="73925" x="5429250" y="6019800"/>
          <p14:tracePt t="73942" x="5505450" y="6026150"/>
          <p14:tracePt t="73959" x="5607050" y="6038850"/>
          <p14:tracePt t="73975" x="5835650" y="6038850"/>
          <p14:tracePt t="73992" x="5962650" y="6038850"/>
          <p14:tracePt t="74009" x="6394450" y="6038850"/>
          <p14:tracePt t="74025" x="6534150" y="6032500"/>
          <p14:tracePt t="74029" x="6686550" y="6026150"/>
          <p14:tracePt t="74045" x="6813550" y="6013450"/>
          <p14:tracePt t="74058" x="7080250" y="6000750"/>
          <p14:tracePt t="74075" x="7194550" y="5994400"/>
          <p14:tracePt t="74092" x="7296150" y="5994400"/>
          <p14:tracePt t="74108" x="7486650" y="5994400"/>
          <p14:tracePt t="74125" x="7626350" y="5981700"/>
          <p14:tracePt t="74142" x="7721600" y="5981700"/>
          <p14:tracePt t="74159" x="7778750" y="5975350"/>
          <p14:tracePt t="74175" x="7791450" y="5969000"/>
          <p14:tracePt t="74191" x="7816850" y="5969000"/>
          <p14:tracePt t="74208" x="7823200" y="5962650"/>
          <p14:tracePt t="74254" x="7823200" y="5956300"/>
          <p14:tracePt t="74275" x="7816850" y="5956300"/>
          <p14:tracePt t="74289" x="7810500" y="5956300"/>
          <p14:tracePt t="74296" x="7804150" y="5949950"/>
          <p14:tracePt t="74311" x="7778750" y="5943600"/>
          <p14:tracePt t="74324" x="7740650" y="5937250"/>
          <p14:tracePt t="74340" x="7556500" y="5899150"/>
          <p14:tracePt t="74357" x="7429500" y="5861050"/>
          <p14:tracePt t="74374" x="6845300" y="5772150"/>
          <p14:tracePt t="74390" x="6623050" y="5746750"/>
          <p14:tracePt t="74407" x="6407150" y="5715000"/>
          <p14:tracePt t="74424" x="6032500" y="5708650"/>
          <p14:tracePt t="74440" x="5778500" y="5708650"/>
          <p14:tracePt t="74458" x="5613400" y="5708650"/>
          <p14:tracePt t="74473" x="5537200" y="5708650"/>
          <p14:tracePt t="74490" x="5435600" y="5715000"/>
          <p14:tracePt t="74507" x="5327650" y="5734050"/>
          <p14:tracePt t="74523" x="5283200" y="5746750"/>
          <p14:tracePt t="74540" x="5213350" y="5753100"/>
          <p14:tracePt t="74556" x="5143500" y="5765800"/>
          <p14:tracePt t="74573" x="5124450" y="5772150"/>
          <p14:tracePt t="74590" x="5073650" y="5778500"/>
          <p14:tracePt t="74606" x="5041900" y="5797550"/>
          <p14:tracePt t="74623" x="5029200" y="5803900"/>
          <p14:tracePt t="74640" x="4984750" y="5816600"/>
          <p14:tracePt t="74656" x="4959350" y="5822950"/>
          <p14:tracePt t="74673" x="4946650" y="5829300"/>
          <p14:tracePt t="74689" x="4927600" y="5835650"/>
          <p14:tracePt t="74706" x="4914900" y="5848350"/>
          <p14:tracePt t="74723" x="4902200" y="5861050"/>
          <p14:tracePt t="74739" x="4895850" y="5867400"/>
          <p14:tracePt t="74756" x="4889500" y="5873750"/>
          <p14:tracePt t="74772" x="4889500" y="5880100"/>
          <p14:tracePt t="74789" x="4883150" y="5880100"/>
          <p14:tracePt t="74805" x="4883150" y="5886450"/>
          <p14:tracePt t="74822" x="4876800" y="5892800"/>
          <p14:tracePt t="74839" x="4870450" y="5899150"/>
          <p14:tracePt t="74872" x="4870450" y="5905500"/>
          <p14:tracePt t="74888" x="4864100" y="5911850"/>
          <p14:tracePt t="74905" x="4864100" y="5918200"/>
          <p14:tracePt t="74922" x="4857750" y="5924550"/>
          <p14:tracePt t="74938" x="4845050" y="5956300"/>
          <p14:tracePt t="74956" x="4813300" y="6000750"/>
          <p14:tracePt t="74972" x="4800600" y="6019800"/>
          <p14:tracePt t="74988" x="4781550" y="6038850"/>
          <p14:tracePt t="75006" x="4718050" y="6108700"/>
          <p14:tracePt t="75022" x="4686300" y="6121400"/>
          <p14:tracePt t="75038" x="4667250" y="6140450"/>
          <p14:tracePt t="75041" x="4648200" y="6153150"/>
          <p14:tracePt t="75055" x="4622800" y="6159500"/>
          <p14:tracePt t="75071" x="4591050" y="6172200"/>
          <p14:tracePt t="75088" x="4578350" y="6178550"/>
          <p14:tracePt t="75104" x="4552950" y="6178550"/>
          <p14:tracePt t="75121" x="4546600" y="6178550"/>
          <p14:tracePt t="75167" x="4540250" y="6178550"/>
          <p14:tracePt t="75189" x="4533900" y="6178550"/>
          <p14:tracePt t="75209" x="4527550" y="6178550"/>
          <p14:tracePt t="75237" x="4521200" y="6178550"/>
          <p14:tracePt t="75272" x="4514850" y="6178550"/>
          <p14:tracePt t="75286" x="4508500" y="6178550"/>
          <p14:tracePt t="75321" x="4508500" y="6184900"/>
          <p14:tracePt t="75419" x="4514850" y="6184900"/>
          <p14:tracePt t="75440" x="4521200" y="6184900"/>
          <p14:tracePt t="75447" x="4527550" y="6184900"/>
          <p14:tracePt t="75462" x="4533900" y="6184900"/>
          <p14:tracePt t="75483" x="4540250" y="6184900"/>
          <p14:tracePt t="75510" x="4546600" y="6184900"/>
          <p14:tracePt t="75517" x="4552950" y="6184900"/>
          <p14:tracePt t="75539" x="4559300" y="6178550"/>
          <p14:tracePt t="75559" x="4565650" y="6178550"/>
          <p14:tracePt t="75567" x="4572000" y="6178550"/>
          <p14:tracePt t="75588" x="4578350" y="6178550"/>
          <p14:tracePt t="75603" x="4578350" y="6172200"/>
          <p14:tracePt t="75609" x="4584700" y="6172200"/>
          <p14:tracePt t="75630" x="4597400" y="6165850"/>
          <p14:tracePt t="75639" x="4603750" y="6165850"/>
          <p14:tracePt t="75653" x="4622800" y="6159500"/>
          <p14:tracePt t="75669" x="4635500" y="6159500"/>
          <p14:tracePt t="75686" x="4673600" y="6146800"/>
          <p14:tracePt t="75703" x="4737100" y="6134100"/>
          <p14:tracePt t="75720" x="4762500" y="6134100"/>
          <p14:tracePt t="75736" x="4813300" y="6121400"/>
          <p14:tracePt t="75752" x="4845050" y="6115050"/>
          <p14:tracePt t="75769" x="4857750" y="6115050"/>
          <p14:tracePt t="75785" x="4889500" y="6115050"/>
          <p14:tracePt t="75802" x="4908550" y="6115050"/>
          <p14:tracePt t="75819" x="4921250" y="6115050"/>
          <p14:tracePt t="75852" x="4927600" y="6115050"/>
          <p14:tracePt t="75871" x="4933950" y="6115050"/>
          <p14:tracePt t="75939" x="4940300" y="6115050"/>
          <p14:tracePt t="75974" x="4946650" y="6108700"/>
          <p14:tracePt t="76002" x="4953000" y="6108700"/>
          <p14:tracePt t="76009" x="4959350" y="6108700"/>
          <p14:tracePt t="76030" x="4965700" y="6108700"/>
          <p14:tracePt t="76053" x="4972050" y="6108700"/>
          <p14:tracePt t="76057" x="4978400" y="6108700"/>
          <p14:tracePt t="76072" x="4984750" y="6115050"/>
          <p14:tracePt t="76085" x="4991100" y="6115050"/>
          <p14:tracePt t="76101" x="5010150" y="6115050"/>
          <p14:tracePt t="76118" x="5022850" y="6115050"/>
          <p14:tracePt t="76135" x="5060950" y="6121400"/>
          <p14:tracePt t="76151" x="5099050" y="6134100"/>
          <p14:tracePt t="76168" x="5118100" y="6134100"/>
          <p14:tracePt t="76185" x="5168900" y="6140450"/>
          <p14:tracePt t="76201" x="5187950" y="6140450"/>
          <p14:tracePt t="76217" x="5232400" y="6140450"/>
          <p14:tracePt t="76234" x="5270500" y="6140450"/>
          <p14:tracePt t="76251" x="5283200" y="6140450"/>
          <p14:tracePt t="76267" x="5308600" y="6140450"/>
          <p14:tracePt t="76284" x="5327650" y="6140450"/>
          <p14:tracePt t="76317" x="5334000" y="6146800"/>
          <p14:tracePt t="76333" x="5340350" y="6146800"/>
          <p14:tracePt t="76367" x="5346700" y="6146800"/>
          <p14:tracePt t="76383" x="5353050" y="6153150"/>
          <p14:tracePt t="76409" x="5359400" y="6153150"/>
          <p14:tracePt t="76444" x="5365750" y="6153150"/>
          <p14:tracePt t="76536" x="5365750" y="6146800"/>
          <p14:tracePt t="76620" x="5365750" y="6140450"/>
          <p14:tracePt t="76655" x="5359400" y="6140450"/>
          <p14:tracePt t="76683" x="5353050" y="6140450"/>
          <p14:tracePt t="76697" x="5346700" y="6140450"/>
          <p14:tracePt t="77216" x="5353050" y="6140450"/>
          <p14:tracePt t="77223" x="5384800" y="6140450"/>
          <p14:tracePt t="77237" x="5410200" y="6127750"/>
          <p14:tracePt t="77247" x="5441950" y="6121400"/>
          <p14:tracePt t="77264" x="5467350" y="6115050"/>
          <p14:tracePt t="77281" x="5543550" y="6083300"/>
          <p14:tracePt t="77297" x="5600700" y="6026150"/>
          <p14:tracePt t="77314" x="5670550" y="5975350"/>
          <p14:tracePt t="77331" x="5689600" y="5956300"/>
          <p14:tracePt t="77347" x="5746750" y="5905500"/>
          <p14:tracePt t="77364" x="5778500" y="5880100"/>
          <p14:tracePt t="77380" x="5803900" y="5867400"/>
          <p14:tracePt t="77397" x="5810250" y="5854700"/>
          <p14:tracePt t="77413" x="5816600" y="5848350"/>
          <p14:tracePt t="77518" x="5816600" y="5854700"/>
          <p14:tracePt t="77525" x="5810250" y="5861050"/>
          <p14:tracePt t="79759" x="5791200" y="5873750"/>
          <p14:tracePt t="79773" x="5765800" y="5886450"/>
          <p14:tracePt t="79780" x="5734050" y="5905500"/>
          <p14:tracePt t="79794" x="5689600" y="5930900"/>
          <p14:tracePt t="79805" x="5645150" y="5943600"/>
          <p14:tracePt t="79822" x="5575300" y="5969000"/>
          <p14:tracePt t="79838" x="5530850" y="5988050"/>
          <p14:tracePt t="79855" x="5461000" y="6000750"/>
          <p14:tracePt t="79872" x="5384800" y="6026150"/>
          <p14:tracePt t="79888" x="5346700" y="6038850"/>
          <p14:tracePt t="79904" x="5283200" y="6057900"/>
          <p14:tracePt t="79921" x="5219700" y="6083300"/>
          <p14:tracePt t="79938" x="5200650" y="6096000"/>
          <p14:tracePt t="79955" x="5168900" y="6115050"/>
          <p14:tracePt t="79972" x="5143500" y="6121400"/>
          <p14:tracePt t="79988" x="5137150" y="6127750"/>
          <p14:tracePt t="80005" x="5137150" y="6134100"/>
          <p14:tracePt t="80021" x="5130800" y="6134100"/>
          <p14:tracePt t="80041" x="5124450" y="6134100"/>
          <p14:tracePt t="80089" x="5118100" y="6127750"/>
          <p14:tracePt t="80180" x="5111750" y="6127750"/>
          <p14:tracePt t="80201" x="5105400" y="6134100"/>
          <p14:tracePt t="80215" x="5099050" y="6134100"/>
          <p14:tracePt t="80223" x="5092700" y="6134100"/>
          <p14:tracePt t="80237" x="5086350" y="6134100"/>
          <p14:tracePt t="80254" x="5073650" y="6140450"/>
          <p14:tracePt t="80271" x="5067300" y="6146800"/>
          <p14:tracePt t="80286" x="5041900" y="6146800"/>
          <p14:tracePt t="80303" x="5022850" y="6153150"/>
          <p14:tracePt t="80321" x="5003800" y="6159500"/>
          <p14:tracePt t="80353" x="4997450" y="6159500"/>
          <p14:tracePt t="80370" x="4991100" y="6159500"/>
          <p14:tracePt t="80404" x="4984750" y="6159500"/>
          <p14:tracePt t="86700" x="4984750" y="6165850"/>
          <p14:tracePt t="86707" x="4978400" y="6165850"/>
          <p14:tracePt t="86715" x="4978400" y="6172200"/>
          <p14:tracePt t="86730" x="4965700" y="6197600"/>
          <p14:tracePt t="86748" x="4946650" y="6223000"/>
          <p14:tracePt t="86764" x="4921250" y="6254750"/>
          <p14:tracePt t="86782" x="4895850" y="6286500"/>
          <p14:tracePt t="86798" x="4845050" y="6324600"/>
          <p14:tracePt t="86814" x="4800600" y="6356350"/>
          <p14:tracePt t="86831" x="4775200" y="6388100"/>
          <p14:tracePt t="86848" x="4749800" y="6426200"/>
          <p14:tracePt t="86864" x="4737100" y="6445250"/>
          <p14:tracePt t="86881" x="4724400" y="6457950"/>
          <p14:tracePt t="86897" x="4718050" y="6464300"/>
          <p14:tracePt t="87016" x="4718050" y="6457950"/>
          <p14:tracePt t="87031" x="4718050" y="6451600"/>
          <p14:tracePt t="87037" x="4718050" y="6445250"/>
          <p14:tracePt t="87046" x="4724400" y="6438900"/>
          <p14:tracePt t="87063" x="4737100" y="6426200"/>
          <p14:tracePt t="87080" x="4775200" y="6369050"/>
          <p14:tracePt t="87096" x="4800600" y="6318250"/>
          <p14:tracePt t="87114" x="4864100" y="6229350"/>
          <p14:tracePt t="87130" x="4895850" y="6165850"/>
          <p14:tracePt t="87146" x="4933950" y="6115050"/>
          <p14:tracePt t="87163" x="4997450" y="6026150"/>
          <p14:tracePt t="87179" x="5022850" y="5981700"/>
          <p14:tracePt t="87196" x="5054600" y="5949950"/>
          <p14:tracePt t="87200" x="5073650" y="5924550"/>
          <p14:tracePt t="87213" x="5111750" y="5905500"/>
          <p14:tracePt t="87229" x="5124450" y="5899150"/>
          <p14:tracePt t="87246" x="5143500" y="5892800"/>
          <p14:tracePt t="87263" x="5156200" y="5892800"/>
          <p14:tracePt t="87279" x="5156200" y="5899150"/>
          <p14:tracePt t="87296" x="5156200" y="5905500"/>
          <p14:tracePt t="87312" x="5156200" y="5918200"/>
          <p14:tracePt t="87329" x="5149850" y="5918200"/>
          <p14:tracePt t="87346" x="5137150" y="5937250"/>
          <p14:tracePt t="87362" x="5118100" y="5962650"/>
          <p14:tracePt t="87379" x="5105400" y="5988050"/>
          <p14:tracePt t="87395" x="5048250" y="6045200"/>
          <p14:tracePt t="87412" x="4972050" y="6102350"/>
          <p14:tracePt t="87430" x="4883150" y="6140450"/>
          <p14:tracePt t="87445" x="4838700" y="6153150"/>
          <p14:tracePt t="87462" x="4775200" y="6184900"/>
          <p14:tracePt t="87479" x="4737100" y="6203950"/>
          <p14:tracePt t="87495" x="4724400" y="6210300"/>
          <p14:tracePt t="87512" x="4711700" y="6210300"/>
          <p14:tracePt t="87529" x="4705350" y="6210300"/>
          <p14:tracePt t="87570" x="4705350" y="6203950"/>
          <p14:tracePt t="87578" x="4711700" y="6197600"/>
          <p14:tracePt t="87595" x="4724400" y="6184900"/>
          <p14:tracePt t="87612" x="4768850" y="6140450"/>
          <p14:tracePt t="87628" x="4813300" y="6121400"/>
          <p14:tracePt t="87644" x="4914900" y="6064250"/>
          <p14:tracePt t="87662" x="5029200" y="6013450"/>
          <p14:tracePt t="87678" x="5080000" y="6000750"/>
          <p14:tracePt t="87681" x="5130800" y="5994400"/>
          <p14:tracePt t="87694" x="5175250" y="5994400"/>
          <p14:tracePt t="87711" x="5219700" y="5994400"/>
          <p14:tracePt t="87727" x="5232400" y="5994400"/>
          <p14:tracePt t="87744" x="5245100" y="6000750"/>
          <p14:tracePt t="87780" x="5238750" y="6013450"/>
          <p14:tracePt t="87794" x="5232400" y="6019800"/>
          <p14:tracePt t="87810" x="5207000" y="6051550"/>
          <p14:tracePt t="87827" x="5194300" y="6070600"/>
          <p14:tracePt t="87844" x="5143500" y="6115050"/>
          <p14:tracePt t="87861" x="5060950" y="6172200"/>
          <p14:tracePt t="87877" x="5029200" y="6197600"/>
          <p14:tracePt t="87894" x="4984750" y="6223000"/>
          <p14:tracePt t="87910" x="4965700" y="6229350"/>
          <p14:tracePt t="87927" x="4927600" y="6235700"/>
          <p14:tracePt t="87943" x="4908550" y="6235700"/>
          <p14:tracePt t="87960" x="4895850" y="6235700"/>
          <p14:tracePt t="87977" x="4883150" y="6235700"/>
          <p14:tracePt t="88010" x="4883150" y="6229350"/>
          <p14:tracePt t="88027" x="4883150" y="6216650"/>
          <p14:tracePt t="88043" x="4883150" y="6178550"/>
          <p14:tracePt t="88060" x="4895850" y="6159500"/>
          <p14:tracePt t="88077" x="4927600" y="6089650"/>
          <p14:tracePt t="88093" x="4972050" y="6019800"/>
          <p14:tracePt t="88111" x="5041900" y="5962650"/>
          <p14:tracePt t="88126" x="5054600" y="5949950"/>
          <p14:tracePt t="88143" x="5105400" y="5937250"/>
          <p14:tracePt t="88160" x="5130800" y="5937250"/>
          <p14:tracePt t="88176" x="5137150" y="5937250"/>
          <p14:tracePt t="88209" x="5143500" y="5962650"/>
          <p14:tracePt t="88225" x="5137150" y="5988050"/>
          <p14:tracePt t="88243" x="5130800" y="6007100"/>
          <p14:tracePt t="88259" x="5092700" y="6070600"/>
          <p14:tracePt t="88275" x="5041900" y="6134100"/>
          <p14:tracePt t="88293" x="4953000" y="6191250"/>
          <p14:tracePt t="88309" x="4908550" y="6216650"/>
          <p14:tracePt t="88325" x="4838700" y="6223000"/>
          <p14:tracePt t="88342" x="4800600" y="6223000"/>
          <p14:tracePt t="88359" x="4775200" y="6210300"/>
          <p14:tracePt t="88375" x="4743450" y="6172200"/>
          <p14:tracePt t="88392" x="4718050" y="6134100"/>
          <p14:tracePt t="88408" x="4711700" y="6121400"/>
          <p14:tracePt t="88426" x="4705350" y="6083300"/>
          <p14:tracePt t="88442" x="4711700" y="6051550"/>
          <p14:tracePt t="88458" x="4718050" y="6038850"/>
          <p14:tracePt t="88475" x="4737100" y="6019800"/>
          <p14:tracePt t="88492" x="4756150" y="6007100"/>
          <p14:tracePt t="88508" x="4768850" y="6000750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...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...   </a:t>
            </a:r>
            <a:r>
              <a:rPr lang="en-US" altLang="en-US" sz="2200" spc="-1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attrib1:object#This</a:t>
            </a:r>
            <a:r>
              <a:rPr lang="en-US" altLang="en-US" sz="20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...  </a:t>
            </a:r>
            <a:r>
              <a:rPr lang="en-US" altLang="en-US" sz="2200" spc="-1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 attrib2=4#Isn't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in 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200" spc="-1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attrib3: ... #This will become 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attrib4:...=4 #This 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['__annotations__', '__class__',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'__doc__',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'__format__',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'__hash__',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'__le__',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'__module__', '__ne__', '__new__', '__reduce__',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test=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 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__() missing 2 required positional arguments: 'attrib1' and 'attrib3'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 test=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(1,2)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 print(test</a:t>
            </a:r>
            <a:r>
              <a:rPr lang="en-US" altLang="en-US" sz="2200" spc="-1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9208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436"/>
    </mc:Choice>
    <mc:Fallback>
      <p:transition spd="slow" advTm="594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428" x="4768850" y="5943600"/>
          <p14:tracePt t="1436" x="4768850" y="5854700"/>
          <p14:tracePt t="1442" x="4768850" y="5753100"/>
          <p14:tracePt t="1457" x="4756150" y="5626100"/>
          <p14:tracePt t="1466" x="4743450" y="5486400"/>
          <p14:tracePt t="1483" x="4730750" y="5308600"/>
          <p14:tracePt t="1500" x="4679950" y="4921250"/>
          <p14:tracePt t="1516" x="4603750" y="4514850"/>
          <p14:tracePt t="1533" x="4559300" y="4318000"/>
          <p14:tracePt t="1536" x="4502150" y="4083050"/>
          <p14:tracePt t="1549" x="4445000" y="3879850"/>
          <p14:tracePt t="1566" x="4349750" y="3587750"/>
          <p14:tracePt t="1583" x="4248150" y="3302000"/>
          <p14:tracePt t="1600" x="4203700" y="3181350"/>
          <p14:tracePt t="1615" x="4165600" y="3067050"/>
          <p14:tracePt t="1633" x="4070350" y="2863850"/>
          <p14:tracePt t="1649" x="4025900" y="2749550"/>
          <p14:tracePt t="1665" x="3994150" y="2654300"/>
          <p14:tracePt t="1682" x="3911600" y="2457450"/>
          <p14:tracePt t="1699" x="3860800" y="2374900"/>
          <p14:tracePt t="1717" x="3784600" y="2260600"/>
          <p14:tracePt t="1732" x="3746500" y="2203450"/>
          <p14:tracePt t="1748" x="3689350" y="2159000"/>
          <p14:tracePt t="1766" x="3587750" y="2025650"/>
          <p14:tracePt t="1782" x="3479800" y="1911350"/>
          <p14:tracePt t="1798" x="3441700" y="1854200"/>
          <p14:tracePt t="1815" x="3371850" y="1752600"/>
          <p14:tracePt t="1832" x="3289300" y="1676400"/>
          <p14:tracePt t="1848" x="3251200" y="1644650"/>
          <p14:tracePt t="1865" x="3206750" y="1587500"/>
          <p14:tracePt t="1882" x="3168650" y="1524000"/>
          <p14:tracePt t="1899" x="3117850" y="1460500"/>
          <p14:tracePt t="1915" x="3092450" y="1422400"/>
          <p14:tracePt t="1931" x="3009900" y="1333500"/>
          <p14:tracePt t="1948" x="2933700" y="1238250"/>
          <p14:tracePt t="1964" x="2863850" y="1162050"/>
          <p14:tracePt t="1981" x="2832100" y="1123950"/>
          <p14:tracePt t="1998" x="2762250" y="1054100"/>
          <p14:tracePt t="2014" x="2724150" y="1022350"/>
          <p14:tracePt t="2032" x="2578100" y="901700"/>
          <p14:tracePt t="2047" x="2520950" y="863600"/>
          <p14:tracePt t="2064" x="2476500" y="838200"/>
          <p14:tracePt t="2081" x="2387600" y="793750"/>
          <p14:tracePt t="2097" x="2324100" y="762000"/>
          <p14:tracePt t="2114" x="2311400" y="749300"/>
          <p14:tracePt t="2131" x="2279650" y="723900"/>
          <p14:tracePt t="2147" x="2266950" y="717550"/>
          <p14:tracePt t="2187" x="2266950" y="723900"/>
          <p14:tracePt t="2197" x="2266950" y="730250"/>
          <p14:tracePt t="2215" x="2273300" y="749300"/>
          <p14:tracePt t="2230" x="2286000" y="755650"/>
          <p14:tracePt t="2247" x="2311400" y="781050"/>
          <p14:tracePt t="2264" x="2381250" y="869950"/>
          <p14:tracePt t="2280" x="2444750" y="939800"/>
          <p14:tracePt t="2297" x="2520950" y="1035050"/>
          <p14:tracePt t="2313" x="2851150" y="1543050"/>
          <p14:tracePt t="2330" x="2965450" y="1746250"/>
          <p14:tracePt t="2347" x="3073400" y="1968500"/>
          <p14:tracePt t="2363" x="3302000" y="2457450"/>
          <p14:tracePt t="2380" x="3397250" y="2774950"/>
          <p14:tracePt t="2397" x="3498850" y="3810000"/>
          <p14:tracePt t="2413" x="3498850" y="4146550"/>
          <p14:tracePt t="2430" x="3422650" y="4597400"/>
          <p14:tracePt t="2447" x="3295650" y="5016500"/>
          <p14:tracePt t="2462" x="3232150" y="5175250"/>
          <p14:tracePt t="2479" x="3124200" y="5416550"/>
          <p14:tracePt t="2496" x="3009900" y="5600700"/>
          <p14:tracePt t="2512" x="2971800" y="5695950"/>
          <p14:tracePt t="2529" x="2876550" y="5835650"/>
          <p14:tracePt t="2546" x="2794000" y="5962650"/>
          <p14:tracePt t="2562" x="2755900" y="6019800"/>
          <p14:tracePt t="2566" x="2724150" y="6064250"/>
          <p14:tracePt t="2582" x="2698750" y="6096000"/>
          <p14:tracePt t="2596" x="2660650" y="6159500"/>
          <p14:tracePt t="2612" x="2647950" y="6184900"/>
          <p14:tracePt t="2629" x="2603500" y="6229350"/>
          <p14:tracePt t="2645" x="2571750" y="6242050"/>
          <p14:tracePt t="2663" x="2540000" y="6261100"/>
          <p14:tracePt t="2679" x="2501900" y="6267450"/>
          <p14:tracePt t="2696" x="2495550" y="6267450"/>
          <p14:tracePt t="2712" x="2476500" y="6261100"/>
          <p14:tracePt t="2729" x="2451100" y="6242050"/>
          <p14:tracePt t="2745" x="2444750" y="6216650"/>
          <p14:tracePt t="2763" x="2425700" y="6165850"/>
          <p14:tracePt t="2778" x="2400300" y="6070600"/>
          <p14:tracePt t="2795" x="2387600" y="6007100"/>
          <p14:tracePt t="2812" x="2355850" y="5822950"/>
          <p14:tracePt t="2828" x="2362200" y="5594350"/>
          <p14:tracePt t="2845" x="2362200" y="5467350"/>
          <p14:tracePt t="2861" x="2355850" y="5099050"/>
          <p14:tracePt t="2878" x="2311400" y="4641850"/>
          <p14:tracePt t="2895" x="2298700" y="4349750"/>
          <p14:tracePt t="2911" x="2266950" y="3746500"/>
          <p14:tracePt t="2928" x="2254250" y="3454400"/>
          <p14:tracePt t="2945" x="2266950" y="3022600"/>
          <p14:tracePt t="2961" x="2298700" y="2806700"/>
          <p14:tracePt t="2978" x="2330450" y="2717800"/>
          <p14:tracePt t="2995" x="2413000" y="2578100"/>
          <p14:tracePt t="3011" x="2476500" y="2476500"/>
          <p14:tracePt t="3029" x="2514600" y="2419350"/>
          <p14:tracePt t="3044" x="2527300" y="2406650"/>
          <p14:tracePt t="3062" x="2540000" y="2387600"/>
          <p14:tracePt t="3078" x="2546350" y="2381250"/>
          <p14:tracePt t="3128" x="2546350" y="2387600"/>
          <p14:tracePt t="3141" x="2546350" y="2393950"/>
          <p14:tracePt t="3148" x="2546350" y="2400300"/>
          <p14:tracePt t="3177" x="2540000" y="2413000"/>
          <p14:tracePt t="3682" x="2520950" y="2368550"/>
          <p14:tracePt t="3689" x="2501900" y="2292350"/>
          <p14:tracePt t="3696" x="2476500" y="2197100"/>
          <p14:tracePt t="3712" x="2444750" y="2095500"/>
          <p14:tracePt t="3725" x="2400300" y="1987550"/>
          <p14:tracePt t="3742" x="2355850" y="1898650"/>
          <p14:tracePt t="3759" x="2317750" y="1778000"/>
          <p14:tracePt t="3775" x="2235200" y="1568450"/>
          <p14:tracePt t="3792" x="2146300" y="1346200"/>
          <p14:tracePt t="3809" x="2063750" y="1149350"/>
          <p14:tracePt t="3825" x="2006600" y="1003300"/>
          <p14:tracePt t="3842" x="1968500" y="933450"/>
          <p14:tracePt t="3858" x="1885950" y="806450"/>
          <p14:tracePt t="3874" x="1797050" y="666750"/>
          <p14:tracePt t="3891" x="1771650" y="609600"/>
          <p14:tracePt t="3908" x="1670050" y="514350"/>
          <p14:tracePt t="3924" x="1644650" y="501650"/>
          <p14:tracePt t="3941" x="1619250" y="482600"/>
          <p14:tracePt t="3957" x="1574800" y="457200"/>
          <p14:tracePt t="3974" x="1536700" y="444500"/>
          <p14:tracePt t="3992" x="1517650" y="444500"/>
          <p14:tracePt t="4008" x="1511300" y="444500"/>
          <p14:tracePt t="4024" x="1485900" y="444500"/>
          <p14:tracePt t="4041" x="1460500" y="444500"/>
          <p14:tracePt t="4057" x="1441450" y="444500"/>
          <p14:tracePt t="4074" x="1390650" y="457200"/>
          <p14:tracePt t="4091" x="1358900" y="463550"/>
          <p14:tracePt t="4107" x="1333500" y="469900"/>
          <p14:tracePt t="4124" x="1301750" y="469900"/>
          <p14:tracePt t="4140" x="1276350" y="482600"/>
          <p14:tracePt t="4157" x="1263650" y="482600"/>
          <p14:tracePt t="4174" x="1250950" y="488950"/>
          <p14:tracePt t="4190" x="1238250" y="495300"/>
          <p14:tracePt t="4207" x="1231900" y="501650"/>
          <p14:tracePt t="4223" x="1225550" y="501650"/>
          <p14:tracePt t="4256" x="1219200" y="508000"/>
          <p14:tracePt t="4490" x="1238250" y="508000"/>
          <p14:tracePt t="4504" x="1276350" y="501650"/>
          <p14:tracePt t="4511" x="1320800" y="501650"/>
          <p14:tracePt t="4526" x="1384300" y="495300"/>
          <p14:tracePt t="4539" x="1524000" y="482600"/>
          <p14:tracePt t="4556" x="1600200" y="482600"/>
          <p14:tracePt t="4572" x="1682750" y="476250"/>
          <p14:tracePt t="4589" x="1822450" y="476250"/>
          <p14:tracePt t="4605" x="1924050" y="476250"/>
          <p14:tracePt t="4622" x="1968500" y="476250"/>
          <p14:tracePt t="4638" x="2019300" y="476250"/>
          <p14:tracePt t="4655" x="2044700" y="476250"/>
          <p14:tracePt t="4672" x="2051050" y="482600"/>
          <p14:tracePt t="4688" x="2057400" y="482600"/>
          <p14:tracePt t="4724" x="2057400" y="488950"/>
          <p14:tracePt t="4792" x="2051050" y="488950"/>
          <p14:tracePt t="4812" x="2044700" y="488950"/>
          <p14:tracePt t="4855" x="2038350" y="495300"/>
          <p14:tracePt t="4862" x="2032000" y="501650"/>
          <p14:tracePt t="4875" x="2025650" y="501650"/>
          <p14:tracePt t="4887" x="2019300" y="501650"/>
          <p14:tracePt t="4905" x="2000250" y="520700"/>
          <p14:tracePt t="4921" x="1987550" y="539750"/>
          <p14:tracePt t="4938" x="1955800" y="577850"/>
          <p14:tracePt t="4954" x="1917700" y="622300"/>
          <p14:tracePt t="4971" x="1898650" y="641350"/>
          <p14:tracePt t="4988" x="1847850" y="698500"/>
          <p14:tracePt t="5004" x="1816100" y="730250"/>
          <p14:tracePt t="5021" x="1803400" y="742950"/>
          <p14:tracePt t="5038" x="1778000" y="774700"/>
          <p14:tracePt t="5054" x="1771650" y="781050"/>
          <p14:tracePt t="5087" x="1765300" y="787400"/>
          <p14:tracePt t="5104" x="1758950" y="787400"/>
          <p14:tracePt t="5156" x="1752600" y="793750"/>
          <p14:tracePt t="5262" x="1746250" y="793750"/>
          <p14:tracePt t="5311" x="1746250" y="787400"/>
          <p14:tracePt t="5332" x="1752600" y="787400"/>
          <p14:tracePt t="5346" x="1758950" y="787400"/>
          <p14:tracePt t="5367" x="1765300" y="787400"/>
          <p14:tracePt t="5374" x="1778000" y="787400"/>
          <p14:tracePt t="5395" x="1790700" y="793750"/>
          <p14:tracePt t="5416" x="1803400" y="793750"/>
          <p14:tracePt t="5423" x="1828800" y="800100"/>
          <p14:tracePt t="5439" x="1854200" y="806450"/>
          <p14:tracePt t="5453" x="1905000" y="819150"/>
          <p14:tracePt t="5469" x="1936750" y="831850"/>
          <p14:tracePt t="5486" x="2006600" y="844550"/>
          <p14:tracePt t="5502" x="2032000" y="857250"/>
          <p14:tracePt t="5519" x="2076450" y="863600"/>
          <p14:tracePt t="5536" x="2108200" y="869950"/>
          <p14:tracePt t="5553" x="2120900" y="876300"/>
          <p14:tracePt t="5569" x="2139950" y="876300"/>
          <p14:tracePt t="5586" x="2146300" y="876300"/>
          <p14:tracePt t="5654" x="2139950" y="876300"/>
          <p14:tracePt t="5661" x="2133600" y="876300"/>
          <p14:tracePt t="5682" x="2127250" y="876300"/>
          <p14:tracePt t="5718" x="2120900" y="876300"/>
          <p14:tracePt t="5725" x="2114550" y="882650"/>
          <p14:tracePt t="5746" x="2101850" y="889000"/>
          <p14:tracePt t="5754" x="2095500" y="889000"/>
          <p14:tracePt t="5769" x="2082800" y="895350"/>
          <p14:tracePt t="5785" x="2070100" y="901700"/>
          <p14:tracePt t="5802" x="2038350" y="933450"/>
          <p14:tracePt t="5818" x="1993900" y="958850"/>
          <p14:tracePt t="5834" x="1981200" y="971550"/>
          <p14:tracePt t="5852" x="1943100" y="1003300"/>
          <p14:tracePt t="5868" x="1924050" y="1022350"/>
          <p14:tracePt t="5884" x="1911350" y="1022350"/>
          <p14:tracePt t="5901" x="1911350" y="1035050"/>
          <p14:tracePt t="5917" x="1905000" y="1035050"/>
          <p14:tracePt t="5950" x="1898650" y="1041400"/>
          <p14:tracePt t="5978" x="1898650" y="1047750"/>
          <p14:tracePt t="6006" x="1898650" y="1054100"/>
          <p14:tracePt t="6027" x="1898650" y="1060450"/>
          <p14:tracePt t="6035" x="1898650" y="1066800"/>
          <p14:tracePt t="6048" x="1898650" y="1079500"/>
          <p14:tracePt t="6062" x="1898650" y="1104900"/>
          <p14:tracePt t="6070" x="1898650" y="1123950"/>
          <p14:tracePt t="6084" x="1905000" y="1162050"/>
          <p14:tracePt t="6100" x="1930400" y="1257300"/>
          <p14:tracePt t="6117" x="1943100" y="1314450"/>
          <p14:tracePt t="6121" x="1962150" y="1377950"/>
          <p14:tracePt t="6133" x="1981200" y="1454150"/>
          <p14:tracePt t="6150" x="2019300" y="1612900"/>
          <p14:tracePt t="6167" x="2057400" y="1758950"/>
          <p14:tracePt t="6184" x="2076450" y="1841500"/>
          <p14:tracePt t="6201" x="2114550" y="1949450"/>
          <p14:tracePt t="6217" x="2127250" y="2019300"/>
          <p14:tracePt t="6233" x="2133600" y="2038350"/>
          <p14:tracePt t="6250" x="2139950" y="2063750"/>
          <p14:tracePt t="6266" x="2139950" y="2070100"/>
          <p14:tracePt t="6364" x="2139950" y="2063750"/>
          <p14:tracePt t="6385" x="2139950" y="2057400"/>
          <p14:tracePt t="6400" x="2139950" y="2051050"/>
          <p14:tracePt t="6406" x="2146300" y="2044700"/>
          <p14:tracePt t="6420" x="2146300" y="2038350"/>
          <p14:tracePt t="6432" x="2152650" y="2025650"/>
          <p14:tracePt t="6449" x="2159000" y="1993900"/>
          <p14:tracePt t="6465" x="2159000" y="1962150"/>
          <p14:tracePt t="6483" x="2178050" y="1860550"/>
          <p14:tracePt t="6498" x="2184400" y="1708150"/>
          <p14:tracePt t="6515" x="2184400" y="1631950"/>
          <p14:tracePt t="6532" x="2197100" y="1549400"/>
          <p14:tracePt t="6548" x="2203450" y="1397000"/>
          <p14:tracePt t="6566" x="2216150" y="1333500"/>
          <p14:tracePt t="6582" x="2235200" y="1200150"/>
          <p14:tracePt t="6599" x="2241550" y="1111250"/>
          <p14:tracePt t="6615" x="2247900" y="1085850"/>
          <p14:tracePt t="6618" x="2247900" y="1066800"/>
          <p14:tracePt t="6633" x="2254250" y="1054100"/>
          <p14:tracePt t="6648" x="2254250" y="1041400"/>
          <p14:tracePt t="6694" x="2254250" y="1047750"/>
          <p14:tracePt t="6708" x="2254250" y="1054100"/>
          <p14:tracePt t="6722" x="2254250" y="1066800"/>
          <p14:tracePt t="6731" x="2254250" y="1073150"/>
          <p14:tracePt t="6747" x="2254250" y="1079500"/>
          <p14:tracePt t="6764" x="2247900" y="1117600"/>
          <p14:tracePt t="6781" x="2241550" y="1181100"/>
          <p14:tracePt t="6798" x="2235200" y="1238250"/>
          <p14:tracePt t="6814" x="2222500" y="1352550"/>
          <p14:tracePt t="6831" x="2222500" y="1517650"/>
          <p14:tracePt t="6848" x="2222500" y="1670050"/>
          <p14:tracePt t="6864" x="2228850" y="1752600"/>
          <p14:tracePt t="6881" x="2235200" y="1879600"/>
          <p14:tracePt t="6898" x="2235200" y="1962150"/>
          <p14:tracePt t="6914" x="2235200" y="1987550"/>
          <p14:tracePt t="6931" x="2235200" y="2000250"/>
          <p14:tracePt t="6947" x="2235200" y="2012950"/>
          <p14:tracePt t="6984" x="2241550" y="2012950"/>
          <p14:tracePt t="7031" x="2247900" y="2012950"/>
          <p14:tracePt t="7199" x="2247900" y="2006600"/>
          <p14:tracePt t="7781" x="2266950" y="2006600"/>
          <p14:tracePt t="7788" x="2286000" y="2000250"/>
          <p14:tracePt t="7802" x="2305050" y="1993900"/>
          <p14:tracePt t="7811" x="2336800" y="1987550"/>
          <p14:tracePt t="7827" x="2355850" y="1974850"/>
          <p14:tracePt t="7844" x="2406650" y="1962150"/>
          <p14:tracePt t="7861" x="2457450" y="1936750"/>
          <p14:tracePt t="7878" x="2482850" y="1924050"/>
          <p14:tracePt t="7894" x="2514600" y="1905000"/>
          <p14:tracePt t="7911" x="2527300" y="1892300"/>
          <p14:tracePt t="7928" x="2552700" y="1860550"/>
          <p14:tracePt t="7944" x="2552700" y="1854200"/>
          <p14:tracePt t="7960" x="2559050" y="1841500"/>
          <p14:tracePt t="7977" x="2565400" y="1835150"/>
          <p14:tracePt t="7994" x="2571750" y="1828800"/>
          <p14:tracePt t="8027" x="2578100" y="1822450"/>
          <p14:tracePt t="8055" x="2578100" y="1816100"/>
          <p14:tracePt t="8111" x="2578100" y="1809750"/>
          <p14:tracePt t="8174" x="2584450" y="1809750"/>
          <p14:tracePt t="8209" x="2584450" y="1803400"/>
          <p14:tracePt t="8320" x="2584450" y="1809750"/>
          <p14:tracePt t="8664" x="2590800" y="1803400"/>
          <p14:tracePt t="8671" x="2603500" y="1790700"/>
          <p14:tracePt t="8685" x="2609850" y="1778000"/>
          <p14:tracePt t="8694" x="2622550" y="1765300"/>
          <p14:tracePt t="8707" x="2628900" y="1752600"/>
          <p14:tracePt t="8724" x="2641600" y="1733550"/>
          <p14:tracePt t="8742" x="2647950" y="1714500"/>
          <p14:tracePt t="8758" x="2654300" y="1708150"/>
          <p14:tracePt t="8774" x="2654300" y="1701800"/>
          <p14:tracePt t="8791" x="2654300" y="1682750"/>
          <p14:tracePt t="8807" x="2654300" y="1676400"/>
          <p14:tracePt t="8825" x="2654300" y="1670050"/>
          <p14:tracePt t="8841" x="2660650" y="1657350"/>
          <p14:tracePt t="8857" x="2660650" y="1651000"/>
          <p14:tracePt t="8875" x="2660650" y="1638300"/>
          <p14:tracePt t="8916" x="2660650" y="1631950"/>
          <p14:tracePt t="8952" x="2660650" y="1625600"/>
          <p14:tracePt t="8966" x="2660650" y="1619250"/>
          <p14:tracePt t="9001" x="2660650" y="1612900"/>
          <p14:tracePt t="9015" x="2660650" y="1606550"/>
          <p14:tracePt t="9057" x="2660650" y="1600200"/>
          <p14:tracePt t="9071" x="2660650" y="1593850"/>
          <p14:tracePt t="9092" x="2654300" y="1587500"/>
          <p14:tracePt t="9113" x="2647950" y="1581150"/>
          <p14:tracePt t="9134" x="2641600" y="1581150"/>
          <p14:tracePt t="9141" x="2641600" y="1574800"/>
          <p14:tracePt t="9155" x="2635250" y="1568450"/>
          <p14:tracePt t="9162" x="2635250" y="1562100"/>
          <p14:tracePt t="9176" x="2628900" y="1562100"/>
          <p14:tracePt t="9190" x="2622550" y="1549400"/>
          <p14:tracePt t="9206" x="2603500" y="1530350"/>
          <p14:tracePt t="9223" x="2590800" y="1517650"/>
          <p14:tracePt t="9240" x="2565400" y="1492250"/>
          <p14:tracePt t="9256" x="2540000" y="1460500"/>
          <p14:tracePt t="9273" x="2514600" y="1447800"/>
          <p14:tracePt t="9289" x="2489200" y="1422400"/>
          <p14:tracePt t="9306" x="2463800" y="1403350"/>
          <p14:tracePt t="9323" x="2444750" y="1384300"/>
          <p14:tracePt t="9339" x="2438400" y="1377950"/>
          <p14:tracePt t="9356" x="2432050" y="1371600"/>
          <p14:tracePt t="9373" x="2425700" y="1365250"/>
          <p14:tracePt t="9405" x="2419350" y="1365250"/>
          <p14:tracePt t="9442" x="2419350" y="1358900"/>
          <p14:tracePt t="9745" x="2425700" y="1358900"/>
          <p14:tracePt t="9773" x="2432050" y="1358900"/>
          <p14:tracePt t="9808" x="2438400" y="1358900"/>
          <p14:tracePt t="9843" x="2444750" y="1358900"/>
          <p14:tracePt t="9864" x="2451100" y="1358900"/>
          <p14:tracePt t="9885" x="2457450" y="1358900"/>
          <p14:tracePt t="9906" x="2463800" y="1358900"/>
          <p14:tracePt t="9935" x="2470150" y="1358900"/>
          <p14:tracePt t="9955" x="2476500" y="1365250"/>
          <p14:tracePt t="9976" x="2482850" y="1365250"/>
          <p14:tracePt t="10040" x="2489200" y="1365250"/>
          <p14:tracePt t="10054" x="2495550" y="1365250"/>
          <p14:tracePt t="10096" x="2501900" y="1365250"/>
          <p14:tracePt t="10117" x="2508250" y="1365250"/>
          <p14:tracePt t="10124" x="2514600" y="1365250"/>
          <p14:tracePt t="10139" x="2520950" y="1365250"/>
          <p14:tracePt t="10166" x="2527300" y="1365250"/>
          <p14:tracePt t="10180" x="2533650" y="1365250"/>
          <p14:tracePt t="10189" x="2540000" y="1365250"/>
          <p14:tracePt t="10215" x="2546350" y="1365250"/>
          <p14:tracePt t="10237" x="2552700" y="1365250"/>
          <p14:tracePt t="10257" x="2559050" y="1365250"/>
          <p14:tracePt t="10285" x="2565400" y="1365250"/>
          <p14:tracePt t="10327" x="2571750" y="1365250"/>
          <p14:tracePt t="10369" x="2578100" y="1365250"/>
          <p14:tracePt t="10376" x="2584450" y="1365250"/>
          <p14:tracePt t="10404" x="2590800" y="1365250"/>
          <p14:tracePt t="10439" x="2597150" y="1371600"/>
          <p14:tracePt t="11923" x="2590800" y="1371600"/>
          <p14:tracePt t="11930" x="2571750" y="1371600"/>
          <p14:tracePt t="11944" x="2559050" y="1371600"/>
          <p14:tracePt t="11950" x="2533650" y="1365250"/>
          <p14:tracePt t="11967" x="2495550" y="1365250"/>
          <p14:tracePt t="11980" x="2425700" y="1346200"/>
          <p14:tracePt t="11997" x="2387600" y="1346200"/>
          <p14:tracePt t="12014" x="2292350" y="1333500"/>
          <p14:tracePt t="12030" x="2260600" y="1327150"/>
          <p14:tracePt t="12046" x="2203450" y="1314450"/>
          <p14:tracePt t="12063" x="2159000" y="1308100"/>
          <p14:tracePt t="12079" x="2146300" y="1308100"/>
          <p14:tracePt t="12096" x="2127250" y="1308100"/>
          <p14:tracePt t="12113" x="2114550" y="1301750"/>
          <p14:tracePt t="12129" x="2108200" y="1301750"/>
          <p14:tracePt t="12163" x="2101850" y="1301750"/>
          <p14:tracePt t="12400" x="2089150" y="1301750"/>
          <p14:tracePt t="12414" x="2063750" y="1308100"/>
          <p14:tracePt t="12421" x="2038350" y="1308100"/>
          <p14:tracePt t="12435" x="2000250" y="1301750"/>
          <p14:tracePt t="12445" x="1955800" y="1301750"/>
          <p14:tracePt t="12461" x="1917700" y="1301750"/>
          <p14:tracePt t="12478" x="1828800" y="1295400"/>
          <p14:tracePt t="12495" x="1720850" y="1289050"/>
          <p14:tracePt t="12513" x="1619250" y="1289050"/>
          <p14:tracePt t="12528" x="1562100" y="1276350"/>
          <p14:tracePt t="12545" x="1479550" y="1270000"/>
          <p14:tracePt t="12562" x="1422400" y="1263650"/>
          <p14:tracePt t="12578" x="1403350" y="1250950"/>
          <p14:tracePt t="12594" x="1377950" y="1244600"/>
          <p14:tracePt t="12612" x="1365250" y="1244600"/>
          <p14:tracePt t="12659" x="1358900" y="1244600"/>
          <p14:tracePt t="12674" x="1358900" y="1250950"/>
          <p14:tracePt t="12681" x="1358900" y="1257300"/>
          <p14:tracePt t="12697" x="1358900" y="1263650"/>
          <p14:tracePt t="12723" x="1358900" y="1270000"/>
          <p14:tracePt t="12737" x="1371600" y="1270000"/>
          <p14:tracePt t="12746" x="1377950" y="1270000"/>
          <p14:tracePt t="12761" x="1397000" y="1270000"/>
          <p14:tracePt t="12777" x="1441450" y="1276350"/>
          <p14:tracePt t="12794" x="1543050" y="1276350"/>
          <p14:tracePt t="12811" x="1612900" y="1282700"/>
          <p14:tracePt t="12828" x="1752600" y="1295400"/>
          <p14:tracePt t="12843" x="1905000" y="1295400"/>
          <p14:tracePt t="12860" x="1993900" y="1301750"/>
          <p14:tracePt t="12877" x="2108200" y="1301750"/>
          <p14:tracePt t="12893" x="2190750" y="1301750"/>
          <p14:tracePt t="12910" x="2222500" y="1301750"/>
          <p14:tracePt t="12927" x="2235200" y="1301750"/>
          <p14:tracePt t="12943" x="2241550" y="1295400"/>
          <p14:tracePt t="12982" x="2235200" y="1295400"/>
          <p14:tracePt t="12997" x="2228850" y="1289050"/>
          <p14:tracePt t="13003" x="2216150" y="1289050"/>
          <p14:tracePt t="13024" x="2203450" y="1289050"/>
          <p14:tracePt t="13032" x="2190750" y="1289050"/>
          <p14:tracePt t="13046" x="2171700" y="1289050"/>
          <p14:tracePt t="13060" x="2139950" y="1289050"/>
          <p14:tracePt t="13077" x="2063750" y="1289050"/>
          <p14:tracePt t="13095" x="1962150" y="1289050"/>
          <p14:tracePt t="13109" x="1911350" y="1289050"/>
          <p14:tracePt t="13126" x="1803400" y="1301750"/>
          <p14:tracePt t="13143" x="1765300" y="1314450"/>
          <p14:tracePt t="13160" x="1676400" y="1339850"/>
          <p14:tracePt t="13176" x="1619250" y="1346200"/>
          <p14:tracePt t="13193" x="1581150" y="1352550"/>
          <p14:tracePt t="13209" x="1568450" y="1352550"/>
          <p14:tracePt t="13225" x="1549400" y="1352550"/>
          <p14:tracePt t="13242" x="1536700" y="1365250"/>
          <p14:tracePt t="13284" x="1543050" y="1365250"/>
          <p14:tracePt t="13298" x="1568450" y="1365250"/>
          <p14:tracePt t="13308" x="1600200" y="1365250"/>
          <p14:tracePt t="13326" x="1714500" y="1365250"/>
          <p14:tracePt t="13342" x="1790700" y="1365250"/>
          <p14:tracePt t="13359" x="2006600" y="1365250"/>
          <p14:tracePt t="13377" x="2235200" y="1358900"/>
          <p14:tracePt t="13393" x="2336800" y="1346200"/>
          <p14:tracePt t="13408" x="2463800" y="1327150"/>
          <p14:tracePt t="13425" x="2540000" y="1301750"/>
          <p14:tracePt t="13441" x="2552700" y="1295400"/>
          <p14:tracePt t="13458" x="2565400" y="1295400"/>
          <p14:tracePt t="13474" x="2565400" y="1289050"/>
          <p14:tracePt t="13509" x="2552700" y="1289050"/>
          <p14:tracePt t="13524" x="2533650" y="1289050"/>
          <p14:tracePt t="13542" x="2508250" y="1289050"/>
          <p14:tracePt t="13558" x="2406650" y="1295400"/>
          <p14:tracePt t="13574" x="2324100" y="1301750"/>
          <p14:tracePt t="13591" x="2133600" y="1314450"/>
          <p14:tracePt t="13608" x="1930400" y="1327150"/>
          <p14:tracePt t="13624" x="1828800" y="1346200"/>
          <p14:tracePt t="13642" x="1663700" y="1352550"/>
          <p14:tracePt t="13657" x="1555750" y="1352550"/>
          <p14:tracePt t="13674" x="1530350" y="1352550"/>
          <p14:tracePt t="13691" x="1511300" y="1352550"/>
          <p14:tracePt t="13707" x="1498600" y="1358900"/>
          <p14:tracePt t="13754" x="1517650" y="1358900"/>
          <p14:tracePt t="13768" x="1536700" y="1358900"/>
          <p14:tracePt t="13776" x="1587500" y="1352550"/>
          <p14:tracePt t="13791" x="1663700" y="1339850"/>
          <p14:tracePt t="13807" x="1885950" y="1308100"/>
          <p14:tracePt t="13824" x="2171700" y="1276350"/>
          <p14:tracePt t="13840" x="2311400" y="1276350"/>
          <p14:tracePt t="13857" x="2470150" y="1250950"/>
          <p14:tracePt t="13874" x="2863850" y="1219200"/>
          <p14:tracePt t="13890" x="2978150" y="1219200"/>
          <p14:tracePt t="13907" x="3079750" y="1219200"/>
          <p14:tracePt t="13923" x="3244850" y="1225550"/>
          <p14:tracePt t="13940" x="3397250" y="1225550"/>
          <p14:tracePt t="13956" x="3467100" y="1225550"/>
          <p14:tracePt t="13973" x="3556000" y="1212850"/>
          <p14:tracePt t="13989" x="3638550" y="1206500"/>
          <p14:tracePt t="14007" x="3714750" y="1206500"/>
          <p14:tracePt t="14023" x="3746500" y="1206500"/>
          <p14:tracePt t="14039" x="3822700" y="1200150"/>
          <p14:tracePt t="14056" x="3892550" y="1200150"/>
          <p14:tracePt t="14073" x="3930650" y="1200150"/>
          <p14:tracePt t="14089" x="4013200" y="1200150"/>
          <p14:tracePt t="14106" x="4089400" y="1200150"/>
          <p14:tracePt t="14122" x="4127500" y="1200150"/>
          <p14:tracePt t="14140" x="4184650" y="1200150"/>
          <p14:tracePt t="14155" x="4254500" y="1200150"/>
          <p14:tracePt t="14173" x="4292600" y="1200150"/>
          <p14:tracePt t="14189" x="4330700" y="1200150"/>
          <p14:tracePt t="14206" x="4425950" y="1200150"/>
          <p14:tracePt t="14222" x="4476750" y="1200150"/>
          <p14:tracePt t="14239" x="4591050" y="1200150"/>
          <p14:tracePt t="14255" x="4692650" y="1200150"/>
          <p14:tracePt t="14272" x="4749800" y="1200150"/>
          <p14:tracePt t="14289" x="4845050" y="1206500"/>
          <p14:tracePt t="14305" x="4864100" y="1212850"/>
          <p14:tracePt t="14322" x="4914900" y="1231900"/>
          <p14:tracePt t="14338" x="4959350" y="1238250"/>
          <p14:tracePt t="14355" x="4984750" y="1244600"/>
          <p14:tracePt t="14372" x="5035550" y="1250950"/>
          <p14:tracePt t="14388" x="5105400" y="1257300"/>
          <p14:tracePt t="14405" x="5143500" y="1257300"/>
          <p14:tracePt t="14422" x="5226050" y="1270000"/>
          <p14:tracePt t="14438" x="5314950" y="1276350"/>
          <p14:tracePt t="14455" x="5384800" y="1282700"/>
          <p14:tracePt t="14471" x="5524500" y="1282700"/>
          <p14:tracePt t="14488" x="5613400" y="1282700"/>
          <p14:tracePt t="14505" x="5930900" y="1270000"/>
          <p14:tracePt t="14521" x="6045200" y="1270000"/>
          <p14:tracePt t="14538" x="6159500" y="1270000"/>
          <p14:tracePt t="14554" x="6407150" y="1270000"/>
          <p14:tracePt t="14571" x="6673850" y="1270000"/>
          <p14:tracePt t="14588" x="6800850" y="1276350"/>
          <p14:tracePt t="14604" x="7054850" y="1289050"/>
          <p14:tracePt t="14621" x="7194550" y="1295400"/>
          <p14:tracePt t="14638" x="7346950" y="1295400"/>
          <p14:tracePt t="14654" x="7632700" y="1327150"/>
          <p14:tracePt t="14671" x="7759700" y="1327150"/>
          <p14:tracePt t="14688" x="8013700" y="1352550"/>
          <p14:tracePt t="14704" x="8128000" y="1352550"/>
          <p14:tracePt t="14720" x="8216900" y="1358900"/>
          <p14:tracePt t="14737" x="8369300" y="1358900"/>
          <p14:tracePt t="14753" x="8432800" y="1358900"/>
          <p14:tracePt t="14770" x="8470900" y="1358900"/>
          <p14:tracePt t="14787" x="8553450" y="1358900"/>
          <p14:tracePt t="14803" x="8572500" y="1358900"/>
          <p14:tracePt t="14821" x="8610600" y="1352550"/>
          <p14:tracePt t="14837" x="8623300" y="1346200"/>
          <p14:tracePt t="14853" x="8636000" y="1346200"/>
          <p14:tracePt t="14870" x="8648700" y="1346200"/>
          <p14:tracePt t="14886" x="8655050" y="1346200"/>
          <p14:tracePt t="14903" x="8661400" y="1339850"/>
          <p14:tracePt t="14920" x="8667750" y="1339850"/>
          <p14:tracePt t="14936" x="8674100" y="1339850"/>
          <p14:tracePt t="14953" x="8680450" y="1333500"/>
          <p14:tracePt t="14970" x="8693150" y="1333500"/>
          <p14:tracePt t="14986" x="8699500" y="1327150"/>
          <p14:tracePt t="15038" x="8705850" y="1327150"/>
          <p14:tracePt t="15116" x="8699500" y="1327150"/>
          <p14:tracePt t="15122" x="8693150" y="1327150"/>
          <p14:tracePt t="15138" x="8686800" y="1327150"/>
          <p14:tracePt t="15152" x="8661400" y="1333500"/>
          <p14:tracePt t="15169" x="8623300" y="1339850"/>
          <p14:tracePt t="15186" x="8553450" y="1358900"/>
          <p14:tracePt t="15202" x="8305800" y="1403350"/>
          <p14:tracePt t="15205" x="8058150" y="1447800"/>
          <p14:tracePt t="15236" x="7385050" y="1530350"/>
          <p14:tracePt t="15252" x="6940550" y="1581150"/>
          <p14:tracePt t="15268" x="6413500" y="1619250"/>
          <p14:tracePt t="15285" x="5378450" y="1657350"/>
          <p14:tracePt t="15302" x="4857750" y="1676400"/>
          <p14:tracePt t="15319" x="4362450" y="1695450"/>
          <p14:tracePt t="15335" x="3460750" y="1714500"/>
          <p14:tracePt t="15352" x="3092450" y="1727200"/>
          <p14:tracePt t="15369" x="2444750" y="1727200"/>
          <p14:tracePt t="15385" x="2209800" y="1727200"/>
          <p14:tracePt t="15402" x="2051050" y="1727200"/>
          <p14:tracePt t="15418" x="1924050" y="1739900"/>
          <p14:tracePt t="15434" x="1809750" y="1752600"/>
          <p14:tracePt t="15452" x="1606550" y="1758950"/>
          <p14:tracePt t="15468" x="1530350" y="1758950"/>
          <p14:tracePt t="15484" x="1416050" y="1771650"/>
          <p14:tracePt t="15502" x="1371600" y="1771650"/>
          <p14:tracePt t="15517" x="1346200" y="1771650"/>
          <p14:tracePt t="15534" x="1314450" y="1758950"/>
          <p14:tracePt t="15551" x="1308100" y="1758950"/>
          <p14:tracePt t="15585" x="1295400" y="1746250"/>
          <p14:tracePt t="15601" x="1289050" y="1739900"/>
          <p14:tracePt t="15617" x="1270000" y="1714500"/>
          <p14:tracePt t="15635" x="1263650" y="1695450"/>
          <p14:tracePt t="15651" x="1257300" y="1682750"/>
          <p14:tracePt t="15667" x="1257300" y="1657350"/>
          <p14:tracePt t="15684" x="1270000" y="1625600"/>
          <p14:tracePt t="15701" x="1276350" y="1619250"/>
          <p14:tracePt t="15717" x="1314450" y="1593850"/>
          <p14:tracePt t="15720" x="1333500" y="1581150"/>
          <p14:tracePt t="15735" x="1365250" y="1562100"/>
          <p14:tracePt t="15750" x="1403350" y="1549400"/>
          <p14:tracePt t="15767" x="1492250" y="1511300"/>
          <p14:tracePt t="15784" x="1600200" y="1479550"/>
          <p14:tracePt t="15800" x="1644650" y="1460500"/>
          <p14:tracePt t="15817" x="1765300" y="1441450"/>
          <p14:tracePt t="15833" x="1873250" y="1422400"/>
          <p14:tracePt t="15850" x="1924050" y="1422400"/>
          <p14:tracePt t="15867" x="2012950" y="1416050"/>
          <p14:tracePt t="15883" x="2095500" y="1403350"/>
          <p14:tracePt t="15900" x="2139950" y="1409700"/>
          <p14:tracePt t="15916" x="2184400" y="1416050"/>
          <p14:tracePt t="15933" x="2235200" y="1416050"/>
          <p14:tracePt t="15950" x="2254250" y="1416050"/>
          <p14:tracePt t="15966" x="2279650" y="1416050"/>
          <p14:tracePt t="15983" x="2298700" y="1416050"/>
          <p14:tracePt t="16000" x="2311400" y="1416050"/>
          <p14:tracePt t="16231" x="2311400" y="1422400"/>
          <p14:tracePt t="16258" x="2317750" y="1428750"/>
          <p14:tracePt t="16273" x="2324100" y="1428750"/>
          <p14:tracePt t="16280" x="2336800" y="1428750"/>
          <p14:tracePt t="16295" x="2343150" y="1428750"/>
          <p14:tracePt t="16301" x="2349500" y="1428750"/>
          <p14:tracePt t="16318" x="2355850" y="1428750"/>
          <p14:tracePt t="16331" x="2374900" y="1428750"/>
          <p14:tracePt t="16348" x="2393950" y="1428750"/>
          <p14:tracePt t="16365" x="2438400" y="1435100"/>
          <p14:tracePt t="16381" x="2457450" y="1435100"/>
          <p14:tracePt t="16398" x="2489200" y="1435100"/>
          <p14:tracePt t="16415" x="2527300" y="1435100"/>
          <p14:tracePt t="16448" x="2540000" y="1435100"/>
          <p14:tracePt t="16464" x="2540000" y="1428750"/>
          <p14:tracePt t="16498" x="2540000" y="1422400"/>
          <p14:tracePt t="16533" x="2540000" y="1416050"/>
          <p14:tracePt t="16540" x="2533650" y="1416050"/>
          <p14:tracePt t="16561" x="2533650" y="1409700"/>
          <p14:tracePt t="16582" x="2527300" y="1409700"/>
          <p14:tracePt t="16597" x="2520950" y="1409700"/>
          <p14:tracePt t="16603" x="2514600" y="1409700"/>
          <p14:tracePt t="16614" x="2501900" y="1409700"/>
          <p14:tracePt t="16632" x="2489200" y="1403350"/>
          <p14:tracePt t="16647" x="2470150" y="1397000"/>
          <p14:tracePt t="16664" x="2451100" y="1397000"/>
          <p14:tracePt t="16681" x="2393950" y="1390650"/>
          <p14:tracePt t="16697" x="2368550" y="1384300"/>
          <p14:tracePt t="16714" x="2349500" y="1384300"/>
          <p14:tracePt t="16717" x="2336800" y="1384300"/>
          <p14:tracePt t="16731" x="2324100" y="1377950"/>
          <p14:tracePt t="16747" x="2311400" y="1377950"/>
          <p14:tracePt t="16763" x="2305050" y="1377950"/>
          <p14:tracePt t="16814" x="2311400" y="1377950"/>
          <p14:tracePt t="16821" x="2317750" y="1377950"/>
          <p14:tracePt t="16835" x="2330450" y="1384300"/>
          <p14:tracePt t="16846" x="2336800" y="1384300"/>
          <p14:tracePt t="16863" x="2362200" y="1384300"/>
          <p14:tracePt t="16880" x="2368550" y="1384300"/>
          <p14:tracePt t="16896" x="2413000" y="1384300"/>
          <p14:tracePt t="16913" x="2444750" y="1377950"/>
          <p14:tracePt t="16929" x="2457450" y="1377950"/>
          <p14:tracePt t="16946" x="2470150" y="1377950"/>
          <p14:tracePt t="16962" x="2482850" y="1371600"/>
          <p14:tracePt t="17045" x="2476500" y="1365250"/>
          <p14:tracePt t="17052" x="2470150" y="1365250"/>
          <p14:tracePt t="17066" x="2457450" y="1365250"/>
          <p14:tracePt t="17079" x="2444750" y="1365250"/>
          <p14:tracePt t="17095" x="2406650" y="1365250"/>
          <p14:tracePt t="17112" x="2368550" y="1365250"/>
          <p14:tracePt t="17129" x="2305050" y="1365250"/>
          <p14:tracePt t="17145" x="2241550" y="1365250"/>
          <p14:tracePt t="17162" x="2222500" y="1365250"/>
          <p14:tracePt t="17179" x="2190750" y="1365250"/>
          <p14:tracePt t="17195" x="2165350" y="1365250"/>
          <p14:tracePt t="17212" x="2152650" y="1371600"/>
          <p14:tracePt t="17229" x="2146300" y="1377950"/>
          <p14:tracePt t="17256" x="2146300" y="1384300"/>
          <p14:tracePt t="17277" x="2159000" y="1384300"/>
          <p14:tracePt t="17284" x="2165350" y="1384300"/>
          <p14:tracePt t="17298" x="2178050" y="1384300"/>
          <p14:tracePt t="17312" x="2197100" y="1384300"/>
          <p14:tracePt t="17328" x="2222500" y="1384300"/>
          <p14:tracePt t="17345" x="2241550" y="1384300"/>
          <p14:tracePt t="17361" x="2292350" y="1384300"/>
          <p14:tracePt t="17378" x="2336800" y="1384300"/>
          <p14:tracePt t="17394" x="2349500" y="1384300"/>
          <p14:tracePt t="17412" x="2374900" y="1384300"/>
          <p14:tracePt t="17428" x="2381250" y="1384300"/>
          <p14:tracePt t="17964" x="2368550" y="1384300"/>
          <p14:tracePt t="17978" x="2343150" y="1384300"/>
          <p14:tracePt t="17985" x="2311400" y="1384300"/>
          <p14:tracePt t="17999" x="2286000" y="1384300"/>
          <p14:tracePt t="18009" x="2254250" y="1384300"/>
          <p14:tracePt t="18025" x="2228850" y="1384300"/>
          <p14:tracePt t="18042" x="2178050" y="1384300"/>
          <p14:tracePt t="18060" x="2146300" y="1384300"/>
          <p14:tracePt t="18076" x="2127250" y="1390650"/>
          <p14:tracePt t="18092" x="2120900" y="1390650"/>
          <p14:tracePt t="18109" x="2108200" y="1390650"/>
          <p14:tracePt t="18146" x="2101850" y="1390650"/>
          <p14:tracePt t="19042" x="2101850" y="1397000"/>
          <p14:tracePt t="19077" x="2101850" y="1409700"/>
          <p14:tracePt t="19091" x="2101850" y="1416050"/>
          <p14:tracePt t="19107" x="2095500" y="1428750"/>
          <p14:tracePt t="19127" x="2089150" y="1441450"/>
          <p14:tracePt t="19133" x="2089150" y="1454150"/>
          <p14:tracePt t="19148" x="2082800" y="1479550"/>
          <p14:tracePt t="19155" x="2063750" y="1517650"/>
          <p14:tracePt t="19172" x="2057400" y="1555750"/>
          <p14:tracePt t="19189" x="2038350" y="1676400"/>
          <p14:tracePt t="19205" x="2006600" y="1860550"/>
          <p14:tracePt t="19222" x="1993900" y="1962150"/>
          <p14:tracePt t="19239" x="1955800" y="2178050"/>
          <p14:tracePt t="19255" x="1943100" y="2406650"/>
          <p14:tracePt t="19271" x="1936750" y="2520950"/>
          <p14:tracePt t="19288" x="1936750" y="2762250"/>
          <p14:tracePt t="19304" x="1936750" y="2990850"/>
          <p14:tracePt t="19321" x="1949450" y="3117850"/>
          <p14:tracePt t="19338" x="1981200" y="3308350"/>
          <p14:tracePt t="19354" x="2000250" y="3403600"/>
          <p14:tracePt t="19372" x="2051050" y="3625850"/>
          <p14:tracePt t="19388" x="2057400" y="3676650"/>
          <p14:tracePt t="19404" x="2063750" y="3746500"/>
          <p14:tracePt t="19421" x="2082800" y="3829050"/>
          <p14:tracePt t="19438" x="2089150" y="3867150"/>
          <p14:tracePt t="19454" x="2095500" y="3879850"/>
          <p14:tracePt t="19471" x="2095500" y="3886200"/>
          <p14:tracePt t="19597" x="2095500" y="3879850"/>
          <p14:tracePt t="19639" x="2101850" y="3867150"/>
          <p14:tracePt t="19667" x="2101850" y="3860800"/>
          <p14:tracePt t="19673" x="2101850" y="3848100"/>
          <p14:tracePt t="19689" x="2101850" y="3841750"/>
          <p14:tracePt t="19703" x="2101850" y="3822700"/>
          <p14:tracePt t="19720" x="2089150" y="3790950"/>
          <p14:tracePt t="19737" x="2076450" y="3759200"/>
          <p14:tracePt t="19753" x="2038350" y="3670300"/>
          <p14:tracePt t="19770" x="1993900" y="3575050"/>
          <p14:tracePt t="19787" x="1955800" y="3467100"/>
          <p14:tracePt t="19803" x="1943100" y="3409950"/>
          <p14:tracePt t="19820" x="1911350" y="3276600"/>
          <p14:tracePt t="19836" x="1885950" y="3155950"/>
          <p14:tracePt t="19853" x="1873250" y="3105150"/>
          <p14:tracePt t="19870" x="1866900" y="2997200"/>
          <p14:tracePt t="19886" x="1866900" y="2940050"/>
          <p14:tracePt t="19903" x="1866900" y="2921000"/>
          <p14:tracePt t="19920" x="1866900" y="2901950"/>
          <p14:tracePt t="19936" x="1873250" y="2876550"/>
          <p14:tracePt t="19953" x="1879600" y="2851150"/>
          <p14:tracePt t="19969" x="1892300" y="2825750"/>
          <p14:tracePt t="19985" x="1892300" y="2819400"/>
          <p14:tracePt t="20002" x="1905000" y="2806700"/>
          <p14:tracePt t="20019" x="1917700" y="2781300"/>
          <p14:tracePt t="20035" x="1924050" y="2781300"/>
          <p14:tracePt t="20053" x="1936750" y="2762250"/>
          <p14:tracePt t="20068" x="1949450" y="2743200"/>
          <p14:tracePt t="20085" x="1949450" y="2736850"/>
          <p14:tracePt t="20102" x="1949450" y="2724150"/>
          <p14:tracePt t="20118" x="1949450" y="2717800"/>
          <p14:tracePt t="20135" x="1949450" y="2711450"/>
          <p14:tracePt t="20152" x="1949450" y="2698750"/>
          <p14:tracePt t="20168" x="1949450" y="2692400"/>
          <p14:tracePt t="20207" x="1949450" y="2686050"/>
          <p14:tracePt t="20256" x="1949450" y="2679700"/>
          <p14:tracePt t="20277" x="1949450" y="2673350"/>
          <p14:tracePt t="20299" x="1949450" y="2667000"/>
          <p14:tracePt t="20305" x="1943100" y="2667000"/>
          <p14:tracePt t="20321" x="1936750" y="2660650"/>
          <p14:tracePt t="20335" x="1930400" y="2660650"/>
          <p14:tracePt t="20351" x="1917700" y="2654300"/>
          <p14:tracePt t="20368" x="1911350" y="2647950"/>
          <p14:tracePt t="20384" x="1873250" y="2641600"/>
          <p14:tracePt t="20401" x="1841500" y="2628900"/>
          <p14:tracePt t="20418" x="1790700" y="2622550"/>
          <p14:tracePt t="20434" x="1771650" y="2622550"/>
          <p14:tracePt t="20451" x="1720850" y="2622550"/>
          <p14:tracePt t="20468" x="1682750" y="2622550"/>
          <p14:tracePt t="20484" x="1670050" y="2622550"/>
          <p14:tracePt t="20501" x="1651000" y="2616200"/>
          <p14:tracePt t="20517" x="1644650" y="2616200"/>
          <p14:tracePt t="20565" x="1638300" y="2616200"/>
          <p14:tracePt t="20608" x="1638300" y="2609850"/>
          <p14:tracePt t="20657" x="1644650" y="2603500"/>
          <p14:tracePt t="20678" x="1651000" y="2603500"/>
          <p14:tracePt t="20818" x="1644650" y="2603500"/>
          <p14:tracePt t="20839" x="1638300" y="2603500"/>
          <p14:tracePt t="20846" x="1631950" y="2603500"/>
          <p14:tracePt t="20867" x="1631950" y="2609850"/>
          <p14:tracePt t="20888" x="1625600" y="2616200"/>
          <p14:tracePt t="20909" x="1619250" y="2616200"/>
          <p14:tracePt t="20917" x="1612900" y="2622550"/>
          <p14:tracePt t="20937" x="1612900" y="2628900"/>
          <p14:tracePt t="20951" x="1606550" y="2635250"/>
          <p14:tracePt t="20987" x="1606550" y="2641600"/>
          <p14:tracePt t="20994" x="1606550" y="2647950"/>
          <p14:tracePt t="21008" x="1606550" y="2660650"/>
          <p14:tracePt t="21016" x="1606550" y="2673350"/>
          <p14:tracePt t="21033" x="1606550" y="2692400"/>
          <p14:tracePt t="21048" x="1606550" y="2762250"/>
          <p14:tracePt t="21065" x="1619250" y="2844800"/>
          <p14:tracePt t="21082" x="1657350" y="2952750"/>
          <p14:tracePt t="21099" x="1714500" y="3067050"/>
          <p14:tracePt t="21115" x="1752600" y="3111500"/>
          <p14:tracePt t="21132" x="1847850" y="3238500"/>
          <p14:tracePt t="21149" x="1981200" y="3359150"/>
          <p14:tracePt t="21165" x="2063750" y="3422650"/>
          <p14:tracePt t="21182" x="2159000" y="3492500"/>
          <p14:tracePt t="21198" x="2482850" y="3702050"/>
          <p14:tracePt t="21214" x="2647950" y="3778250"/>
          <p14:tracePt t="21233" x="2825750" y="3873500"/>
          <p14:tracePt t="21247" x="3302000" y="4051300"/>
          <p14:tracePt t="21264" x="3594100" y="4146550"/>
          <p14:tracePt t="21282" x="4127500" y="4267200"/>
          <p14:tracePt t="21297" x="4552950" y="4279900"/>
          <p14:tracePt t="21314" x="4686300" y="4279900"/>
          <p14:tracePt t="21331" x="4965700" y="4165600"/>
          <p14:tracePt t="21347" x="5022850" y="4127500"/>
          <p14:tracePt t="21364" x="5073650" y="4070350"/>
          <p14:tracePt t="21381" x="5149850" y="3968750"/>
          <p14:tracePt t="21397" x="5194300" y="3867150"/>
          <p14:tracePt t="21415" x="5200650" y="3797300"/>
          <p14:tracePt t="21430" x="5200650" y="3784600"/>
          <p14:tracePt t="21448" x="5181600" y="3740150"/>
          <p14:tracePt t="21464" x="5080000" y="3676650"/>
          <p14:tracePt t="21481" x="5010150" y="3638550"/>
          <p14:tracePt t="21497" x="4838700" y="3549650"/>
          <p14:tracePt t="21513" x="4591050" y="3486150"/>
          <p14:tracePt t="21530" x="4432300" y="3473450"/>
          <p14:tracePt t="21547" x="4133850" y="3467100"/>
          <p14:tracePt t="21563" x="3816350" y="3479800"/>
          <p14:tracePt t="21580" x="3632200" y="3498850"/>
          <p14:tracePt t="21597" x="3416300" y="3562350"/>
          <p14:tracePt t="21613" x="3251200" y="3657600"/>
          <p14:tracePt t="21630" x="3194050" y="3714750"/>
          <p14:tracePt t="21647" x="3117850" y="3790950"/>
          <p14:tracePt t="21663" x="3098800" y="3848100"/>
          <p14:tracePt t="21680" x="3098800" y="3873500"/>
          <p14:tracePt t="21696" x="3130550" y="3937000"/>
          <p14:tracePt t="21713" x="3244850" y="3994150"/>
          <p14:tracePt t="21730" x="3340100" y="4032250"/>
          <p14:tracePt t="21746" x="3600450" y="4108450"/>
          <p14:tracePt t="21763" x="3810000" y="4127500"/>
          <p14:tracePt t="21780" x="4216400" y="4133850"/>
          <p14:tracePt t="21796" x="4540250" y="4070350"/>
          <p14:tracePt t="21812" x="4654550" y="4032250"/>
          <p14:tracePt t="21830" x="4876800" y="3879850"/>
          <p14:tracePt t="21846" x="4914900" y="3810000"/>
          <p14:tracePt t="21862" x="4946650" y="3752850"/>
          <p14:tracePt t="21879" x="4965700" y="3638550"/>
          <p14:tracePt t="21895" x="4959350" y="3543300"/>
          <p14:tracePt t="21913" x="4946650" y="3511550"/>
          <p14:tracePt t="21929" x="4895850" y="3422650"/>
          <p14:tracePt t="21946" x="4845050" y="3378200"/>
          <p14:tracePt t="21962" x="4679950" y="3282950"/>
          <p14:tracePt t="21978" x="4552950" y="3238500"/>
          <p14:tracePt t="21995" x="4362450" y="3175000"/>
          <p14:tracePt t="22012" x="3892550" y="3105150"/>
          <p14:tracePt t="22029" x="3251200" y="3162300"/>
          <p14:tracePt t="22046" x="2971800" y="3225800"/>
          <p14:tracePt t="22062" x="2546350" y="3416300"/>
          <p14:tracePt t="22079" x="2482850" y="3460750"/>
          <p14:tracePt t="22096" x="2387600" y="3568700"/>
          <p14:tracePt t="22111" x="2343150" y="3663950"/>
          <p14:tracePt t="22128" x="2336800" y="3708400"/>
          <p14:tracePt t="22145" x="2330450" y="3778250"/>
          <p14:tracePt t="22161" x="2330450" y="3803650"/>
          <p14:tracePt t="22178" x="2368550" y="3860800"/>
          <p14:tracePt t="22195" x="2482850" y="3924300"/>
          <p14:tracePt t="22211" x="2584450" y="3968750"/>
          <p14:tracePt t="22229" x="2819400" y="4019550"/>
          <p14:tracePt t="22245" x="2946400" y="4032250"/>
          <p14:tracePt t="22261" x="3213100" y="4013200"/>
          <p14:tracePt t="22279" x="3498850" y="3924300"/>
          <p14:tracePt t="22294" x="3594100" y="3860800"/>
          <p14:tracePt t="22311" x="3714750" y="3727450"/>
          <p14:tracePt t="22315" x="3740150" y="3663950"/>
          <p14:tracePt t="22330" x="3759200" y="3594100"/>
          <p14:tracePt t="22344" x="3759200" y="3556000"/>
          <p14:tracePt t="22361" x="3759200" y="3460750"/>
          <p14:tracePt t="22377" x="3702050" y="3365500"/>
          <p14:tracePt t="22394" x="3657600" y="3302000"/>
          <p14:tracePt t="22411" x="3581400" y="3244850"/>
          <p14:tracePt t="22427" x="3244850" y="3073400"/>
          <p14:tracePt t="22444" x="2908300" y="2971800"/>
          <p14:tracePt t="22461" x="2508250" y="2914650"/>
          <p14:tracePt t="22477" x="1752600" y="2946400"/>
          <p14:tracePt t="22493" x="1422400" y="3009900"/>
          <p14:tracePt t="22510" x="1098550" y="3124200"/>
          <p14:tracePt t="22527" x="958850" y="3206750"/>
          <p14:tracePt t="22543" x="920750" y="3257550"/>
          <p14:tracePt t="22560" x="889000" y="3340100"/>
          <p14:tracePt t="22577" x="901700" y="3448050"/>
          <p14:tracePt t="22593" x="914400" y="3505200"/>
          <p14:tracePt t="22610" x="1047750" y="3625850"/>
          <p14:tracePt t="22626" x="1358900" y="3784600"/>
          <p14:tracePt t="22643" x="1689100" y="3924300"/>
          <p14:tracePt t="22660" x="1847850" y="3975100"/>
          <p14:tracePt t="22676" x="2184400" y="4006850"/>
          <p14:tracePt t="22693" x="2324100" y="4019550"/>
          <p14:tracePt t="22709" x="2552700" y="3981450"/>
          <p14:tracePt t="22726" x="2660650" y="3943350"/>
          <p14:tracePt t="22743" x="2838450" y="3816350"/>
          <p14:tracePt t="22759" x="2895600" y="3746500"/>
          <p14:tracePt t="22777" x="2959100" y="3613150"/>
          <p14:tracePt t="22794" x="2965450" y="3505200"/>
          <p14:tracePt t="22797" x="2965450" y="3454400"/>
          <p14:tracePt t="22812" x="2946400" y="3409950"/>
          <p14:tracePt t="22826" x="2940050" y="3378200"/>
          <p14:tracePt t="22842" x="2914650" y="3346450"/>
          <p14:tracePt t="22859" x="2876550" y="3314700"/>
          <p14:tracePt t="22876" x="2692400" y="3238500"/>
          <p14:tracePt t="22893" x="2508250" y="3206750"/>
          <p14:tracePt t="22910" x="2108200" y="3194050"/>
          <p14:tracePt t="22925" x="1778000" y="3270250"/>
          <p14:tracePt t="22942" x="1695450" y="3308350"/>
          <p14:tracePt t="22959" x="1568450" y="3403600"/>
          <p14:tracePt t="22976" x="1504950" y="3498850"/>
          <p14:tracePt t="22992" x="1504950" y="3549650"/>
          <p14:tracePt t="23009" x="1568450" y="3670300"/>
          <p14:tracePt t="23025" x="1733550" y="3810000"/>
          <p14:tracePt t="23042" x="1885950" y="3879850"/>
          <p14:tracePt t="23058" x="2317750" y="4051300"/>
          <p14:tracePt t="23075" x="2533650" y="4121150"/>
          <p14:tracePt t="23093" x="2984500" y="4203700"/>
          <p14:tracePt t="23108" x="3384550" y="4184650"/>
          <p14:tracePt t="23125" x="3536950" y="4152900"/>
          <p14:tracePt t="23142" x="3752850" y="4057650"/>
          <p14:tracePt t="23158" x="3905250" y="3892550"/>
          <p14:tracePt t="23174" x="3968750" y="3810000"/>
          <p14:tracePt t="23191" x="4032250" y="3632200"/>
          <p14:tracePt t="23208" x="4051300" y="3568700"/>
          <p14:tracePt t="23225" x="4057650" y="3473450"/>
          <p14:tracePt t="23241" x="4064000" y="3448050"/>
          <p14:tracePt t="23258" x="4051300" y="3403600"/>
          <p14:tracePt t="23275" x="4000500" y="3371850"/>
          <p14:tracePt t="23291" x="3917950" y="3321050"/>
          <p14:tracePt t="23295" x="3803650" y="3289300"/>
          <p14:tracePt t="23307" x="3600450" y="3263900"/>
          <p14:tracePt t="23324" x="3130550" y="3270250"/>
          <p14:tracePt t="23341" x="2901950" y="3327400"/>
          <p14:tracePt t="23357" x="2686050" y="3397250"/>
          <p14:tracePt t="23374" x="2387600" y="3613150"/>
          <p14:tracePt t="23390" x="2336800" y="3695700"/>
          <p14:tracePt t="23408" x="2317750" y="3765550"/>
          <p14:tracePt t="23424" x="2336800" y="3898900"/>
          <p14:tracePt t="23440" x="2457450" y="4025900"/>
          <p14:tracePt t="23458" x="2679700" y="4159250"/>
          <p14:tracePt t="23473" x="2889250" y="4229100"/>
          <p14:tracePt t="23490" x="3321050" y="4324350"/>
          <p14:tracePt t="23507" x="3708400" y="4368800"/>
          <p14:tracePt t="23523" x="3905250" y="4349750"/>
          <p14:tracePt t="23540" x="4171950" y="4260850"/>
          <p14:tracePt t="23557" x="4394200" y="4095750"/>
          <p14:tracePt t="23573" x="4476750" y="4006850"/>
          <p14:tracePt t="23591" x="4584700" y="3797300"/>
          <p14:tracePt t="23606" x="4610100" y="3651250"/>
          <p14:tracePt t="23623" x="4629150" y="3606800"/>
          <p14:tracePt t="23640" x="4629150" y="3587750"/>
          <p14:tracePt t="23656" x="4622800" y="3536950"/>
          <p14:tracePt t="23673" x="4559300" y="3505200"/>
          <p14:tracePt t="23690" x="4286250" y="3397250"/>
          <p14:tracePt t="23706" x="4038600" y="3371850"/>
          <p14:tracePt t="23723" x="3803650" y="3371850"/>
          <p14:tracePt t="23739" x="3187700" y="3429000"/>
          <p14:tracePt t="23756" x="2819400" y="3543300"/>
          <p14:tracePt t="23773" x="2654300" y="3644900"/>
          <p14:tracePt t="23789" x="2597150" y="3771900"/>
          <p14:tracePt t="23806" x="2590800" y="3835400"/>
          <p14:tracePt t="23823" x="2609850" y="3956050"/>
          <p14:tracePt t="23839" x="2717800" y="4076700"/>
          <p14:tracePt t="23855" x="2838450" y="4140200"/>
          <p14:tracePt t="23872" x="3225800" y="4305300"/>
          <p14:tracePt t="23889" x="3625850" y="4445000"/>
          <p14:tracePt t="23905" x="3778250" y="4483100"/>
          <p14:tracePt t="23922" x="4019550" y="4489450"/>
          <p14:tracePt t="23938" x="4108450" y="4457700"/>
          <p14:tracePt t="23956" x="4254500" y="4343400"/>
          <p14:tracePt t="23972" x="4356100" y="4191000"/>
          <p14:tracePt t="23988" x="4375150" y="4089400"/>
          <p14:tracePt t="24005" x="4394200" y="3886200"/>
          <p14:tracePt t="24022" x="4394200" y="3746500"/>
          <p14:tracePt t="24038" x="4394200" y="3702050"/>
          <p14:tracePt t="24055" x="4343400" y="3625850"/>
          <p14:tracePt t="24071" x="4260850" y="3587750"/>
          <p14:tracePt t="24089" x="4140200" y="3530600"/>
          <p14:tracePt t="24104" x="3778250" y="3486150"/>
          <p14:tracePt t="24121" x="3549650" y="3486150"/>
          <p14:tracePt t="24139" x="3073400" y="3568700"/>
          <p14:tracePt t="24155" x="2813050" y="3651250"/>
          <p14:tracePt t="24171" x="2686050" y="3740150"/>
          <p14:tracePt t="24188" x="2647950" y="3797300"/>
          <p14:tracePt t="24204" x="2647950" y="3803650"/>
          <p14:tracePt t="24812" x="2647950" y="3784600"/>
          <p14:tracePt t="24819" x="2667000" y="3740150"/>
          <p14:tracePt t="24833" x="2692400" y="3695700"/>
          <p14:tracePt t="24840" x="2717800" y="3651250"/>
          <p14:tracePt t="24856" x="2743200" y="3606800"/>
          <p14:tracePt t="24869" x="2819400" y="3511550"/>
          <p14:tracePt t="24886" x="2851150" y="3467100"/>
          <p14:tracePt t="24903" x="2946400" y="3371850"/>
          <p14:tracePt t="24919" x="2984500" y="3340100"/>
          <p14:tracePt t="24936" x="3041650" y="3263900"/>
          <p14:tracePt t="24952" x="3060700" y="3232150"/>
          <p14:tracePt t="24969" x="3086100" y="3187700"/>
          <p14:tracePt t="24985" x="3098800" y="3124200"/>
          <p14:tracePt t="25002" x="3098800" y="3105150"/>
          <p14:tracePt t="25018" x="3098800" y="3086100"/>
          <p14:tracePt t="25120" x="3098800" y="3079750"/>
          <p14:tracePt t="25149" x="3111500" y="3073400"/>
          <p14:tracePt t="25169" x="3117850" y="3067050"/>
          <p14:tracePt t="25176" x="3136900" y="3067050"/>
          <p14:tracePt t="25190" x="3168650" y="3048000"/>
          <p14:tracePt t="25205" x="3194050" y="3041650"/>
          <p14:tracePt t="25221" x="3251200" y="3022600"/>
          <p14:tracePt t="25234" x="3314700" y="3016250"/>
          <p14:tracePt t="25251" x="3397250" y="2997200"/>
          <p14:tracePt t="25268" x="3562350" y="2978150"/>
          <p14:tracePt t="25284" x="3651250" y="2978150"/>
          <p14:tracePt t="25301" x="3765550" y="2978150"/>
          <p14:tracePt t="25317" x="3981450" y="2978150"/>
          <p14:tracePt t="25334" x="4083050" y="2990850"/>
          <p14:tracePt t="25350" x="4286250" y="3022600"/>
          <p14:tracePt t="25367" x="4394200" y="3054350"/>
          <p14:tracePt t="25383" x="4495800" y="3086100"/>
          <p14:tracePt t="25400" x="4692650" y="3136900"/>
          <p14:tracePt t="25417" x="4756150" y="3155950"/>
          <p14:tracePt t="25433" x="4813300" y="3175000"/>
          <p14:tracePt t="25450" x="4857750" y="3200400"/>
          <p14:tracePt t="25466" x="4864100" y="3206750"/>
          <p14:tracePt t="25483" x="4870450" y="3213100"/>
          <p14:tracePt t="25516" x="4845050" y="3232150"/>
          <p14:tracePt t="25533" x="4756150" y="3295650"/>
          <p14:tracePt t="25550" x="4603750" y="3371850"/>
          <p14:tracePt t="25566" x="4381500" y="3460750"/>
          <p14:tracePt t="25584" x="4133850" y="3511550"/>
          <p14:tracePt t="25599" x="4006850" y="3543300"/>
          <p14:tracePt t="25616" x="3765550" y="3575050"/>
          <p14:tracePt t="25633" x="3562350" y="3594100"/>
          <p14:tracePt t="25649" x="3486150" y="3594100"/>
          <p14:tracePt t="25666" x="3416300" y="3600450"/>
          <p14:tracePt t="25682" x="3384550" y="3613150"/>
          <p14:tracePt t="25716" x="3448050" y="3606800"/>
          <p14:tracePt t="25732" x="3562350" y="3587750"/>
          <p14:tracePt t="25749" x="3644900" y="3581400"/>
          <p14:tracePt t="25767" x="3848100" y="3562350"/>
          <p14:tracePt t="25782" x="4127500" y="3536950"/>
          <p14:tracePt t="25799" x="4279900" y="3524250"/>
          <p14:tracePt t="25816" x="4622800" y="3479800"/>
          <p14:tracePt t="25832" x="4819650" y="3454400"/>
          <p14:tracePt t="25848" x="5111750" y="3429000"/>
          <p14:tracePt t="25852" x="5213350" y="3422650"/>
          <p14:tracePt t="25872" x="5302250" y="3397250"/>
          <p14:tracePt t="25885" x="5372100" y="3378200"/>
          <p14:tracePt t="25898" x="5410200" y="3365500"/>
          <p14:tracePt t="25915" x="5441950" y="3352800"/>
          <p14:tracePt t="25931" x="5441950" y="3346450"/>
          <p14:tracePt t="25949" x="5441950" y="3333750"/>
          <p14:tracePt t="25965" x="5372100" y="3346450"/>
          <p14:tracePt t="25982" x="5283200" y="3352800"/>
          <p14:tracePt t="25998" x="5054600" y="3365500"/>
          <p14:tracePt t="26014" x="4705350" y="3390900"/>
          <p14:tracePt t="26031" x="4457700" y="3435350"/>
          <p14:tracePt t="26048" x="3924300" y="3479800"/>
          <p14:tracePt t="26064" x="3378200" y="3556000"/>
          <p14:tracePt t="26082" x="3130550" y="3581400"/>
          <p14:tracePt t="26097" x="2774950" y="3606800"/>
          <p14:tracePt t="26114" x="2660650" y="3619500"/>
          <p14:tracePt t="26132" x="2489200" y="3638550"/>
          <p14:tracePt t="26148" x="2470150" y="3644900"/>
          <p14:tracePt t="26165" x="2463800" y="3644900"/>
          <p14:tracePt t="26181" x="2457450" y="3651250"/>
          <p14:tracePt t="26197" x="2482850" y="3651250"/>
          <p14:tracePt t="26215" x="2520950" y="3651250"/>
          <p14:tracePt t="26231" x="2692400" y="3644900"/>
          <p14:tracePt t="26247" x="3009900" y="3644900"/>
          <p14:tracePt t="26265" x="3422650" y="3644900"/>
          <p14:tracePt t="26281" x="3708400" y="3644900"/>
          <p14:tracePt t="26297" x="4222750" y="3587750"/>
          <p14:tracePt t="26314" x="4622800" y="3517900"/>
          <p14:tracePt t="26330" x="4768850" y="3498850"/>
          <p14:tracePt t="26347" x="4946650" y="3486150"/>
          <p14:tracePt t="26364" x="5016500" y="3473450"/>
          <p14:tracePt t="26380" x="5029200" y="3473450"/>
          <p14:tracePt t="26400" x="5029200" y="3467100"/>
          <p14:tracePt t="26413" x="5029200" y="3454400"/>
          <p14:tracePt t="26430" x="5022850" y="3441700"/>
          <p14:tracePt t="26447" x="5010150" y="3435350"/>
          <p14:tracePt t="26463" x="4997450" y="3435350"/>
          <p14:tracePt t="26480" x="4889500" y="3448050"/>
          <p14:tracePt t="26497" x="4749800" y="3467100"/>
          <p14:tracePt t="26513" x="4660900" y="3473450"/>
          <p14:tracePt t="26530" x="4413250" y="3517900"/>
          <p14:tracePt t="26546" x="4146550" y="3549650"/>
          <p14:tracePt t="26563" x="3981450" y="3562350"/>
          <p14:tracePt t="26580" x="3695700" y="3594100"/>
          <p14:tracePt t="26595" x="3479800" y="3613150"/>
          <p14:tracePt t="26612" x="3403600" y="3625850"/>
          <p14:tracePt t="26630" x="3333750" y="3632200"/>
          <p14:tracePt t="26646" x="3314700" y="3632200"/>
          <p14:tracePt t="26662" x="3314700" y="3638550"/>
          <p14:tracePt t="26695" x="3321050" y="3638550"/>
          <p14:tracePt t="26712" x="3340100" y="3638550"/>
          <p14:tracePt t="26729" x="3359150" y="3638550"/>
          <p14:tracePt t="26745" x="3371850" y="3638550"/>
          <p14:tracePt t="26778" x="3371850" y="3625850"/>
          <p14:tracePt t="26812" x="3371850" y="3613150"/>
          <p14:tracePt t="26828" x="3371850" y="3600450"/>
          <p14:tracePt t="26845" x="3365500" y="3594100"/>
          <p14:tracePt t="26862" x="3359150" y="3587750"/>
          <p14:tracePt t="26878" x="3340100" y="3575050"/>
          <p14:tracePt t="26895" x="3327400" y="3562350"/>
          <p14:tracePt t="26912" x="3289300" y="3517900"/>
          <p14:tracePt t="26928" x="3270250" y="3492500"/>
          <p14:tracePt t="26945" x="3238500" y="3460750"/>
          <p14:tracePt t="26961" x="3130550" y="3365500"/>
          <p14:tracePt t="26978" x="3060700" y="3295650"/>
          <p14:tracePt t="26995" x="2832100" y="3098800"/>
          <p14:tracePt t="27011" x="2774950" y="3048000"/>
          <p14:tracePt t="27028" x="2705100" y="2990850"/>
          <p14:tracePt t="27045" x="2552700" y="2870200"/>
          <p14:tracePt t="27061" x="2520950" y="2832100"/>
          <p14:tracePt t="27078" x="2489200" y="2806700"/>
          <p14:tracePt t="27094" x="2419350" y="2762250"/>
          <p14:tracePt t="27111" x="2374900" y="2724150"/>
          <p14:tracePt t="27128" x="2349500" y="2705100"/>
          <p14:tracePt t="27144" x="2336800" y="2698750"/>
          <p14:tracePt t="27161" x="2317750" y="2686050"/>
          <p14:tracePt t="27178" x="2292350" y="2673350"/>
          <p14:tracePt t="27194" x="2279650" y="2667000"/>
          <p14:tracePt t="27212" x="2266950" y="2660650"/>
          <p14:tracePt t="27228" x="2228850" y="2647950"/>
          <p14:tracePt t="27244" x="2216150" y="2647950"/>
          <p14:tracePt t="27261" x="2184400" y="2635250"/>
          <p14:tracePt t="27277" x="2139950" y="2616200"/>
          <p14:tracePt t="27294" x="2120900" y="2609850"/>
          <p14:tracePt t="27311" x="2082800" y="2609850"/>
          <p14:tracePt t="27327" x="2044700" y="2603500"/>
          <p14:tracePt t="27360" x="2032000" y="2603500"/>
          <p14:tracePt t="27416" x="2032000" y="2609850"/>
          <p14:tracePt t="27451" x="2032000" y="2616200"/>
          <p14:tracePt t="27571" x="2025650" y="2622550"/>
          <p14:tracePt t="27599" x="2019300" y="2622550"/>
          <p14:tracePt t="27620" x="2012950" y="2622550"/>
          <p14:tracePt t="27648" x="2006600" y="2622550"/>
          <p14:tracePt t="27661" x="2000250" y="2622550"/>
          <p14:tracePt t="27677" x="1993900" y="2622550"/>
          <p14:tracePt t="27697" x="1987550" y="2622550"/>
          <p14:tracePt t="27718" x="1981200" y="2622550"/>
          <p14:tracePt t="27739" x="1974850" y="2622550"/>
          <p14:tracePt t="27788" x="1968500" y="2622550"/>
          <p14:tracePt t="27816" x="1962150" y="2622550"/>
          <p14:tracePt t="27851" x="1955800" y="2622550"/>
          <p14:tracePt t="27921" x="1955800" y="2616200"/>
          <p14:tracePt t="27928" x="1962150" y="2616200"/>
          <p14:tracePt t="27944" x="1968500" y="2616200"/>
          <p14:tracePt t="27959" x="1974850" y="2609850"/>
          <p14:tracePt t="27975" x="1987550" y="2603500"/>
          <p14:tracePt t="27992" x="2038350" y="2590800"/>
          <p14:tracePt t="28008" x="2057400" y="2590800"/>
          <p14:tracePt t="28025" x="2139950" y="2571750"/>
          <p14:tracePt t="28041" x="2209800" y="2559050"/>
          <p14:tracePt t="28059" x="2241550" y="2552700"/>
          <p14:tracePt t="28075" x="2292350" y="2540000"/>
          <p14:tracePt t="28091" x="2324100" y="2533650"/>
          <p14:tracePt t="28107" x="2336800" y="2533650"/>
          <p14:tracePt t="28125" x="2349500" y="2527300"/>
          <p14:tracePt t="28141" x="2355850" y="2527300"/>
          <p14:tracePt t="28371" x="2349500" y="2527300"/>
          <p14:tracePt t="28434" x="2343150" y="2527300"/>
          <p14:tracePt t="28469" x="2336800" y="2527300"/>
          <p14:tracePt t="28504" x="2336800" y="2533650"/>
          <p14:tracePt t="28511" x="2330450" y="2540000"/>
          <p14:tracePt t="28522" x="2330450" y="2546350"/>
          <p14:tracePt t="28540" x="2330450" y="2578100"/>
          <p14:tracePt t="28556" x="2330450" y="2603500"/>
          <p14:tracePt t="28572" x="2330450" y="2654300"/>
          <p14:tracePt t="28590" x="2324100" y="2774950"/>
          <p14:tracePt t="28606" x="2324100" y="2863850"/>
          <p14:tracePt t="28623" x="2324100" y="3028950"/>
          <p14:tracePt t="28639" x="2324100" y="3181350"/>
          <p14:tracePt t="28655" x="2336800" y="3308350"/>
          <p14:tracePt t="28673" x="2362200" y="3397250"/>
          <p14:tracePt t="28689" x="2368550" y="3435350"/>
          <p14:tracePt t="28705" x="2393950" y="3479800"/>
          <p14:tracePt t="28722" x="2425700" y="3505200"/>
          <p14:tracePt t="28739" x="2451100" y="3517900"/>
          <p14:tracePt t="28755" x="2508250" y="3530600"/>
          <p14:tracePt t="28772" x="2597150" y="3524250"/>
          <p14:tracePt t="28788" x="2654300" y="3517900"/>
          <p14:tracePt t="28806" x="2781300" y="3498850"/>
          <p14:tracePt t="28822" x="2863850" y="3486150"/>
          <p14:tracePt t="28838" x="3016250" y="3467100"/>
          <p14:tracePt t="28855" x="3219450" y="3460750"/>
          <p14:tracePt t="28871" x="3333750" y="3460750"/>
          <p14:tracePt t="28888" x="3562350" y="3486150"/>
          <p14:tracePt t="28905" x="3797300" y="3524250"/>
          <p14:tracePt t="28922" x="3924300" y="3549650"/>
          <p14:tracePt t="28925" x="4051300" y="3556000"/>
          <p14:tracePt t="28938" x="4178300" y="3568700"/>
          <p14:tracePt t="28955" x="4381500" y="3600450"/>
          <p14:tracePt t="28971" x="4470400" y="3600450"/>
          <p14:tracePt t="28988" x="4635500" y="3594100"/>
          <p14:tracePt t="29004" x="4781550" y="3568700"/>
          <p14:tracePt t="29021" x="4838700" y="3549650"/>
          <p14:tracePt t="29038" x="4946650" y="3511550"/>
          <p14:tracePt t="29054" x="4978400" y="3505200"/>
          <p14:tracePt t="29072" x="5048250" y="3492500"/>
          <p14:tracePt t="29087" x="5073650" y="3486150"/>
          <p14:tracePt t="29104" x="5105400" y="3486150"/>
          <p14:tracePt t="29122" x="5124450" y="3486150"/>
          <p14:tracePt t="29137" x="5149850" y="3486150"/>
          <p14:tracePt t="29154" x="5162550" y="3486150"/>
          <p14:tracePt t="29171" x="5168900" y="3486150"/>
          <p14:tracePt t="29203" x="5175250" y="3479800"/>
          <p14:tracePt t="29223" x="5181600" y="3479800"/>
          <p14:tracePt t="29255" x="5187950" y="3479800"/>
          <p14:tracePt t="29276" x="5194300" y="3479800"/>
          <p14:tracePt t="29290" x="5200650" y="3486150"/>
          <p14:tracePt t="29304" x="5200650" y="3492500"/>
          <p14:tracePt t="29311" x="5207000" y="3505200"/>
          <p14:tracePt t="29320" x="5213350" y="3517900"/>
          <p14:tracePt t="29336" x="5219700" y="3536950"/>
          <p14:tracePt t="29354" x="5219700" y="3587750"/>
          <p14:tracePt t="29370" x="5219700" y="3663950"/>
          <p14:tracePt t="29386" x="5219700" y="3714750"/>
          <p14:tracePt t="29403" x="5213350" y="3810000"/>
          <p14:tracePt t="29420" x="5213350" y="3898900"/>
          <p14:tracePt t="29437" x="5219700" y="3943350"/>
          <p14:tracePt t="29440" x="5219700" y="3962400"/>
          <p14:tracePt t="29453" x="5238750" y="4013200"/>
          <p14:tracePt t="29470" x="5238750" y="4032250"/>
          <p14:tracePt t="29487" x="5251450" y="4057650"/>
          <p14:tracePt t="29502" x="5264150" y="4076700"/>
          <p14:tracePt t="29519" x="5270500" y="4083050"/>
          <p14:tracePt t="29537" x="5283200" y="4089400"/>
          <p14:tracePt t="29552" x="5289550" y="4089400"/>
          <p14:tracePt t="29607" x="5295900" y="4083050"/>
          <p14:tracePt t="29705" x="5289550" y="4083050"/>
          <p14:tracePt t="29711" x="5283200" y="4083050"/>
          <p14:tracePt t="29726" x="5276850" y="4083050"/>
          <p14:tracePt t="29735" x="5270500" y="4083050"/>
          <p14:tracePt t="29752" x="5257800" y="4083050"/>
          <p14:tracePt t="29768" x="5219700" y="4083050"/>
          <p14:tracePt t="29785" x="5124450" y="4102100"/>
          <p14:tracePt t="29802" x="5048250" y="4102100"/>
          <p14:tracePt t="29819" x="4857750" y="4121150"/>
          <p14:tracePt t="29835" x="4756150" y="4121150"/>
          <p14:tracePt t="29853" x="4375150" y="4133850"/>
          <p14:tracePt t="29868" x="4248150" y="4133850"/>
          <p14:tracePt t="29885" x="4121150" y="4133850"/>
          <p14:tracePt t="29901" x="3898900" y="4133850"/>
          <p14:tracePt t="29918" x="3695700" y="4133850"/>
          <p14:tracePt t="29934" x="3594100" y="4146550"/>
          <p14:tracePt t="29951" x="3397250" y="4171950"/>
          <p14:tracePt t="29968" x="3219450" y="4184650"/>
          <p14:tracePt t="29986" x="3079750" y="4203700"/>
          <p14:tracePt t="30001" x="3022600" y="4203700"/>
          <p14:tracePt t="30018" x="2908300" y="4203700"/>
          <p14:tracePt t="30035" x="2813050" y="4203700"/>
          <p14:tracePt t="30051" x="2762250" y="4203700"/>
          <p14:tracePt t="30070" x="2686050" y="4203700"/>
          <p14:tracePt t="30084" x="2616200" y="4203700"/>
          <p14:tracePt t="30101" x="2597150" y="4203700"/>
          <p14:tracePt t="30117" x="2584450" y="4203700"/>
          <p14:tracePt t="30133" x="2527300" y="4203700"/>
          <p14:tracePt t="30150" x="2520950" y="4203700"/>
          <p14:tracePt t="30168" x="2520950" y="4197350"/>
          <p14:tracePt t="30183" x="2501900" y="4197350"/>
          <p14:tracePt t="30200" x="2495550" y="4197350"/>
          <p14:tracePt t="30224" x="2495550" y="4203700"/>
          <p14:tracePt t="30239" x="2489200" y="4203700"/>
          <p14:tracePt t="30251" x="2489200" y="4210050"/>
          <p14:tracePt t="30266" x="2482850" y="4222750"/>
          <p14:tracePt t="30283" x="2482850" y="4229100"/>
          <p14:tracePt t="30300" x="2482850" y="4248150"/>
          <p14:tracePt t="30316" x="2495550" y="4267200"/>
          <p14:tracePt t="30334" x="2514600" y="4273550"/>
          <p14:tracePt t="30350" x="2578100" y="4311650"/>
          <p14:tracePt t="30367" x="2622550" y="4330700"/>
          <p14:tracePt t="30383" x="2794000" y="4381500"/>
          <p14:tracePt t="30400" x="3035300" y="4419600"/>
          <p14:tracePt t="30416" x="3194050" y="4432300"/>
          <p14:tracePt t="30433" x="3505200" y="4432300"/>
          <p14:tracePt t="30450" x="3860800" y="4413250"/>
          <p14:tracePt t="30466" x="4025900" y="4400550"/>
          <p14:tracePt t="30483" x="4337050" y="4368800"/>
          <p14:tracePt t="30499" x="4603750" y="4311650"/>
          <p14:tracePt t="30516" x="4718050" y="4298950"/>
          <p14:tracePt t="30533" x="4914900" y="4273550"/>
          <p14:tracePt t="30549" x="5080000" y="4260850"/>
          <p14:tracePt t="30565" x="5156200" y="4260850"/>
          <p14:tracePt t="30583" x="5283200" y="4254500"/>
          <p14:tracePt t="30599" x="5429250" y="4267200"/>
          <p14:tracePt t="30615" x="5505450" y="4267200"/>
          <p14:tracePt t="30632" x="5632450" y="4267200"/>
          <p14:tracePt t="30649" x="5746750" y="4267200"/>
          <p14:tracePt t="30666" x="5791200" y="4260850"/>
          <p14:tracePt t="30682" x="5854700" y="4260850"/>
          <p14:tracePt t="30698" x="5892800" y="4260850"/>
          <p14:tracePt t="30716" x="5956300" y="4260850"/>
          <p14:tracePt t="30732" x="5981700" y="4260850"/>
          <p14:tracePt t="30748" x="6019800" y="4267200"/>
          <p14:tracePt t="30765" x="6070600" y="4267200"/>
          <p14:tracePt t="30781" x="6089650" y="4267200"/>
          <p14:tracePt t="30798" x="6121400" y="4267200"/>
          <p14:tracePt t="30815" x="6159500" y="4273550"/>
          <p14:tracePt t="30831" x="6203950" y="4286250"/>
          <p14:tracePt t="30849" x="6242050" y="4305300"/>
          <p14:tracePt t="30864" x="6267450" y="4311650"/>
          <p14:tracePt t="30881" x="6305550" y="4337050"/>
          <p14:tracePt t="30898" x="6356350" y="4349750"/>
          <p14:tracePt t="30914" x="6375400" y="4356100"/>
          <p14:tracePt t="30931" x="6407150" y="4362450"/>
          <p14:tracePt t="30948" x="6477000" y="4368800"/>
          <p14:tracePt t="30964" x="6559550" y="4381500"/>
          <p14:tracePt t="30967" x="6584950" y="4381500"/>
          <p14:tracePt t="30997" x="6654800" y="4394200"/>
          <p14:tracePt t="31014" x="6724650" y="4413250"/>
          <p14:tracePt t="31032" x="6794500" y="4425950"/>
          <p14:tracePt t="31047" x="6826250" y="4432300"/>
          <p14:tracePt t="31064" x="6883400" y="4451350"/>
          <p14:tracePt t="31081" x="6959600" y="4470400"/>
          <p14:tracePt t="31097" x="6997700" y="4483100"/>
          <p14:tracePt t="31114" x="7048500" y="4495800"/>
          <p14:tracePt t="31130" x="7092950" y="4502150"/>
          <p14:tracePt t="31147" x="7105650" y="4508500"/>
          <p14:tracePt t="31164" x="7124700" y="4514850"/>
          <p14:tracePt t="31180" x="7131050" y="4514850"/>
          <p14:tracePt t="31197" x="7137400" y="4514850"/>
          <p14:tracePt t="31214" x="7143750" y="4521200"/>
          <p14:tracePt t="31278" x="7150100" y="4521200"/>
          <p14:tracePt t="31396" x="7143750" y="4521200"/>
          <p14:tracePt t="32011" x="7143750" y="4514850"/>
          <p14:tracePt t="32025" x="7143750" y="4508500"/>
          <p14:tracePt t="32032" x="7137400" y="4502150"/>
          <p14:tracePt t="32044" x="7131050" y="4489450"/>
          <p14:tracePt t="32062" x="7131050" y="4476750"/>
          <p14:tracePt t="32078" x="7124700" y="4470400"/>
          <p14:tracePt t="32093" x="7118350" y="4457700"/>
          <p14:tracePt t="32110" x="7099300" y="4419600"/>
          <p14:tracePt t="32127" x="7092950" y="4400550"/>
          <p14:tracePt t="32145" x="7073900" y="4349750"/>
          <p14:tracePt t="32160" x="7067550" y="4324350"/>
          <p14:tracePt t="32177" x="7067550" y="4260850"/>
          <p14:tracePt t="32194" x="7073900" y="4178300"/>
          <p14:tracePt t="32211" x="7086600" y="4133850"/>
          <p14:tracePt t="32226" x="7112000" y="4064000"/>
          <p14:tracePt t="32244" x="7137400" y="3994150"/>
          <p14:tracePt t="32260" x="7162800" y="3949700"/>
          <p14:tracePt t="32277" x="7181850" y="3867150"/>
          <p14:tracePt t="32293" x="7207250" y="3790950"/>
          <p14:tracePt t="32310" x="7213600" y="3759200"/>
          <p14:tracePt t="32327" x="7232650" y="3702050"/>
          <p14:tracePt t="32343" x="7251700" y="3644900"/>
          <p14:tracePt t="32359" x="7264400" y="3619500"/>
          <p14:tracePt t="32376" x="7277100" y="3581400"/>
          <p14:tracePt t="32393" x="7289800" y="3543300"/>
          <p14:tracePt t="32409" x="7296150" y="3530600"/>
          <p14:tracePt t="32427" x="7302500" y="3511550"/>
          <p14:tracePt t="32443" x="7308850" y="3511550"/>
          <p14:tracePt t="32459" x="7308850" y="3505200"/>
          <p14:tracePt t="32476" x="7315200" y="3505200"/>
          <p14:tracePt t="32706" x="7308850" y="3505200"/>
          <p14:tracePt t="32762" x="7308850" y="3511550"/>
          <p14:tracePt t="32826" x="7302500" y="3517900"/>
          <p14:tracePt t="32896" x="7302500" y="3524250"/>
          <p14:tracePt t="33015" x="7296150" y="3530600"/>
          <p14:tracePt t="33057" x="7296150" y="3536950"/>
          <p14:tracePt t="33163" x="7289800" y="3543300"/>
          <p14:tracePt t="33254" x="7283450" y="3543300"/>
          <p14:tracePt t="33296" x="7277100" y="3543300"/>
          <p14:tracePt t="33324" x="7270750" y="3543300"/>
          <p14:tracePt t="33340" x="7258050" y="3543300"/>
          <p14:tracePt t="33345" x="7245350" y="3543300"/>
          <p14:tracePt t="33359" x="7232650" y="3549650"/>
          <p14:tracePt t="33373" x="7188200" y="3549650"/>
          <p14:tracePt t="33389" x="7137400" y="3549650"/>
          <p14:tracePt t="33406" x="7073900" y="3549650"/>
          <p14:tracePt t="33423" x="6889750" y="3517900"/>
          <p14:tracePt t="33439" x="6661150" y="3486150"/>
          <p14:tracePt t="33456" x="6534150" y="3467100"/>
          <p14:tracePt t="33472" x="6242050" y="3409950"/>
          <p14:tracePt t="33489" x="5892800" y="3352800"/>
          <p14:tracePt t="33507" x="5518150" y="3270250"/>
          <p14:tracePt t="33522" x="5346700" y="3244850"/>
          <p14:tracePt t="33539" x="4908550" y="3206750"/>
          <p14:tracePt t="33556" x="4533900" y="3181350"/>
          <p14:tracePt t="33572" x="4375150" y="3181350"/>
          <p14:tracePt t="33588" x="4019550" y="3175000"/>
          <p14:tracePt t="33606" x="3695700" y="3200400"/>
          <p14:tracePt t="33622" x="3568700" y="3206750"/>
          <p14:tracePt t="33638" x="3441700" y="3232150"/>
          <p14:tracePt t="33655" x="3168650" y="3276600"/>
          <p14:tracePt t="33672" x="3073400" y="3302000"/>
          <p14:tracePt t="33690" x="2927350" y="3371850"/>
          <p14:tracePt t="33704" x="2895600" y="3397250"/>
          <p14:tracePt t="34590" x="2851150" y="3403600"/>
          <p14:tracePt t="34603" x="2794000" y="3441700"/>
          <p14:tracePt t="34611" x="2724150" y="3479800"/>
          <p14:tracePt t="34619" x="2667000" y="3517900"/>
          <p14:tracePt t="34635" x="2609850" y="3549650"/>
          <p14:tracePt t="34652" x="2565400" y="3594100"/>
          <p14:tracePt t="34668" x="2495550" y="3676650"/>
          <p14:tracePt t="34684" x="2438400" y="3771900"/>
          <p14:tracePt t="34702" x="2425700" y="3803650"/>
          <p14:tracePt t="34718" x="2413000" y="3886200"/>
          <p14:tracePt t="34734" x="2413000" y="3905250"/>
          <p14:tracePt t="34752" x="2438400" y="3968750"/>
          <p14:tracePt t="34768" x="2470150" y="3994150"/>
          <p14:tracePt t="34785" x="2571750" y="4064000"/>
          <p14:tracePt t="34802" x="2762250" y="4140200"/>
          <p14:tracePt t="34817" x="2965450" y="4178300"/>
          <p14:tracePt t="34835" x="3079750" y="4178300"/>
          <p14:tracePt t="34851" x="3270250" y="4152900"/>
          <p14:tracePt t="34867" x="3340100" y="4108450"/>
          <p14:tracePt t="34886" x="3473450" y="3975100"/>
          <p14:tracePt t="34901" x="3505200" y="3892550"/>
          <p14:tracePt t="34917" x="3524250" y="3689350"/>
          <p14:tracePt t="34934" x="3492500" y="3492500"/>
          <p14:tracePt t="34951" x="3460750" y="3390900"/>
          <p14:tracePt t="34967" x="3346450" y="3200400"/>
          <p14:tracePt t="34984" x="3194050" y="3022600"/>
          <p14:tracePt t="35000" x="3111500" y="2959100"/>
          <p14:tracePt t="35017" x="2927350" y="2844800"/>
          <p14:tracePt t="35033" x="2768600" y="2774950"/>
          <p14:tracePt t="35050" x="2686050" y="2755900"/>
          <p14:tracePt t="35067" x="2508250" y="2749550"/>
          <p14:tracePt t="35083" x="2349500" y="2806700"/>
          <p14:tracePt t="35100" x="2254250" y="2832100"/>
          <p14:tracePt t="35116" x="2108200" y="2901950"/>
          <p14:tracePt t="35133" x="2006600" y="3016250"/>
          <p14:tracePt t="35150" x="1962150" y="3073400"/>
          <p14:tracePt t="35166" x="1892300" y="3200400"/>
          <p14:tracePt t="35183" x="1873250" y="3327400"/>
          <p14:tracePt t="35200" x="1873250" y="3486150"/>
          <p14:tracePt t="35216" x="1898650" y="3575050"/>
          <p14:tracePt t="35233" x="1930400" y="3657600"/>
          <p14:tracePt t="35250" x="2076450" y="3886200"/>
          <p14:tracePt t="35266" x="2254250" y="4032250"/>
          <p14:tracePt t="35283" x="2336800" y="4083050"/>
          <p14:tracePt t="35299" x="2495550" y="4178300"/>
          <p14:tracePt t="35316" x="2641600" y="4216400"/>
          <p14:tracePt t="35333" x="2730500" y="4229100"/>
          <p14:tracePt t="35349" x="2889250" y="4216400"/>
          <p14:tracePt t="35366" x="2997200" y="4178300"/>
          <p14:tracePt t="35383" x="3041650" y="4152900"/>
          <p14:tracePt t="35399" x="3111500" y="4102100"/>
          <p14:tracePt t="35416" x="3143250" y="4064000"/>
          <p14:tracePt t="35433" x="3168650" y="4032250"/>
          <p14:tracePt t="35449" x="3200400" y="3981450"/>
          <p14:tracePt t="35465" x="3206750" y="3949700"/>
          <p14:tracePt t="35482" x="3219450" y="3924300"/>
          <p14:tracePt t="35498" x="3219450" y="3911600"/>
          <p14:tracePt t="35532" x="3213100" y="3905250"/>
          <p14:tracePt t="35548" x="3206750" y="3892550"/>
          <p14:tracePt t="35565" x="3149600" y="3841750"/>
          <p14:tracePt t="35582" x="3136900" y="3829050"/>
          <p14:tracePt t="36293" x="3124200" y="3835400"/>
          <p14:tracePt t="36307" x="3105150" y="3848100"/>
          <p14:tracePt t="36315" x="3079750" y="3873500"/>
          <p14:tracePt t="36330" x="3060700" y="3886200"/>
          <p14:tracePt t="36346" x="3035300" y="3911600"/>
          <p14:tracePt t="36363" x="2984500" y="3975100"/>
          <p14:tracePt t="36379" x="2940050" y="4038600"/>
          <p14:tracePt t="36396" x="2914650" y="4076700"/>
          <p14:tracePt t="36412" x="2851150" y="4165600"/>
          <p14:tracePt t="36429" x="2794000" y="4286250"/>
          <p14:tracePt t="36445" x="2749550" y="4368800"/>
          <p14:tracePt t="36462" x="2698750" y="4540250"/>
          <p14:tracePt t="36478" x="2641600" y="4673600"/>
          <p14:tracePt t="36496" x="2609850" y="4756150"/>
          <p14:tracePt t="36512" x="2565400" y="4902200"/>
          <p14:tracePt t="36529" x="2527300" y="5016500"/>
          <p14:tracePt t="36546" x="2489200" y="5099050"/>
          <p14:tracePt t="36561" x="2482850" y="5143500"/>
          <p14:tracePt t="36578" x="2470150" y="5194300"/>
          <p14:tracePt t="36595" x="2470150" y="5207000"/>
          <p14:tracePt t="37217" x="2463800" y="5207000"/>
          <p14:tracePt t="37231" x="2444750" y="5200650"/>
          <p14:tracePt t="37238" x="2419350" y="5194300"/>
          <p14:tracePt t="37252" x="2406650" y="5187950"/>
          <p14:tracePt t="37262" x="2381250" y="5181600"/>
          <p14:tracePt t="37276" x="2355850" y="5175250"/>
          <p14:tracePt t="37292" x="2298700" y="5156200"/>
          <p14:tracePt t="37309" x="2247900" y="5156200"/>
          <p14:tracePt t="37326" x="2222500" y="5149850"/>
          <p14:tracePt t="37342" x="2178050" y="5149850"/>
          <p14:tracePt t="37359" x="2146300" y="5149850"/>
          <p14:tracePt t="37375" x="2133600" y="5156200"/>
          <p14:tracePt t="37393" x="2108200" y="5175250"/>
          <p14:tracePt t="37408" x="2089150" y="5187950"/>
          <p14:tracePt t="37425" x="2082800" y="5187950"/>
          <p14:tracePt t="37458" x="2076450" y="5194300"/>
          <p14:tracePt t="37475" x="2076450" y="5200650"/>
          <p14:tracePt t="37498" x="2070100" y="5200650"/>
          <p14:tracePt t="37519" x="2070100" y="5207000"/>
          <p14:tracePt t="37582" x="2070100" y="5213350"/>
          <p14:tracePt t="37617" x="2070100" y="5219700"/>
          <p14:tracePt t="37660" x="2070100" y="5226050"/>
          <p14:tracePt t="37673" x="2070100" y="5232400"/>
          <p14:tracePt t="37687" x="2070100" y="5238750"/>
          <p14:tracePt t="37701" x="2070100" y="5245100"/>
          <p14:tracePt t="37710" x="2063750" y="5245100"/>
          <p14:tracePt t="37751" x="2063750" y="5251450"/>
          <p14:tracePt t="37759" x="2057400" y="5257800"/>
          <p14:tracePt t="37779" x="2057400" y="5264150"/>
          <p14:tracePt t="37800" x="2051050" y="5270500"/>
          <p14:tracePt t="37821" x="2051050" y="5276850"/>
          <p14:tracePt t="37828" x="2044700" y="5276850"/>
          <p14:tracePt t="37849" x="2044700" y="5283200"/>
          <p14:tracePt t="37884" x="2038350" y="5283200"/>
          <p14:tracePt t="37912" x="2032000" y="5283200"/>
          <p14:tracePt t="37919" x="2032000" y="5289550"/>
          <p14:tracePt t="37954" x="2032000" y="5295900"/>
          <p14:tracePt t="38011" x="2032000" y="5289550"/>
          <p14:tracePt t="38032" x="2038350" y="5289550"/>
          <p14:tracePt t="38053" x="2044700" y="5283200"/>
          <p14:tracePt t="38059" x="2051050" y="5276850"/>
          <p14:tracePt t="38075" x="2057400" y="5270500"/>
          <p14:tracePt t="38090" x="2063750" y="5264150"/>
          <p14:tracePt t="38106" x="2070100" y="5245100"/>
          <p14:tracePt t="38123" x="2089150" y="5232400"/>
          <p14:tracePt t="38139" x="2095500" y="5226050"/>
          <p14:tracePt t="38156" x="2108200" y="5213350"/>
          <p14:tracePt t="38173" x="2108200" y="5207000"/>
          <p14:tracePt t="38214" x="2101850" y="5200650"/>
          <p14:tracePt t="38235" x="2095500" y="5200650"/>
          <p14:tracePt t="38242" x="2089150" y="5200650"/>
          <p14:tracePt t="38256" x="2076450" y="5200650"/>
          <p14:tracePt t="38272" x="2044700" y="5200650"/>
          <p14:tracePt t="38289" x="2025650" y="5194300"/>
          <p14:tracePt t="38306" x="1943100" y="5187950"/>
          <p14:tracePt t="38322" x="1841500" y="5187950"/>
          <p14:tracePt t="38339" x="1778000" y="5187950"/>
          <p14:tracePt t="38355" x="1663700" y="5187950"/>
          <p14:tracePt t="38372" x="1612900" y="5187950"/>
          <p14:tracePt t="38389" x="1504950" y="5187950"/>
          <p14:tracePt t="38405" x="1428750" y="5187950"/>
          <p14:tracePt t="38422" x="1384300" y="5187950"/>
          <p14:tracePt t="38439" x="1327150" y="5194300"/>
          <p14:tracePt t="38456" x="1270000" y="5194300"/>
          <p14:tracePt t="38472" x="1250950" y="5194300"/>
          <p14:tracePt t="38488" x="1219200" y="5194300"/>
          <p14:tracePt t="38505" x="1187450" y="5200650"/>
          <p14:tracePt t="38522" x="1155700" y="5213350"/>
          <p14:tracePt t="38538" x="1117600" y="5219700"/>
          <p14:tracePt t="38555" x="1073150" y="5219700"/>
          <p14:tracePt t="38572" x="1041400" y="5207000"/>
          <p14:tracePt t="38588" x="1028700" y="5207000"/>
          <p14:tracePt t="38604" x="1003300" y="5200650"/>
          <p14:tracePt t="38622" x="990600" y="5194300"/>
          <p14:tracePt t="38638" x="984250" y="5194300"/>
          <p14:tracePt t="38654" x="977900" y="5194300"/>
          <p14:tracePt t="38733" x="971550" y="5194300"/>
          <p14:tracePt t="39022" x="977900" y="5194300"/>
          <p14:tracePt t="39043" x="984250" y="5194300"/>
          <p14:tracePt t="39056" x="990600" y="5194300"/>
          <p14:tracePt t="39078" x="996950" y="5194300"/>
          <p14:tracePt t="39084" x="1009650" y="5194300"/>
          <p14:tracePt t="39092" x="1016000" y="5194300"/>
          <p14:tracePt t="39106" x="1022350" y="5194300"/>
          <p14:tracePt t="39120" x="1047750" y="5194300"/>
          <p14:tracePt t="39136" x="1104900" y="5181600"/>
          <p14:tracePt t="39152" x="1143000" y="5181600"/>
          <p14:tracePt t="39170" x="1238250" y="5168900"/>
          <p14:tracePt t="39186" x="1327150" y="5156200"/>
          <p14:tracePt t="39202" x="1371600" y="5149850"/>
          <p14:tracePt t="39219" x="1454150" y="5130800"/>
          <p14:tracePt t="39236" x="1524000" y="5118100"/>
          <p14:tracePt t="39252" x="1549400" y="5118100"/>
          <p14:tracePt t="39268" x="1593850" y="5105400"/>
          <p14:tracePt t="39285" x="1612900" y="5105400"/>
          <p14:tracePt t="39303" x="1651000" y="5099050"/>
          <p14:tracePt t="39319" x="1663700" y="5099050"/>
          <p14:tracePt t="39335" x="1670050" y="5099050"/>
          <p14:tracePt t="39352" x="1682750" y="5099050"/>
          <p14:tracePt t="39385" x="1689100" y="5099050"/>
          <p14:tracePt t="39402" x="1695450" y="5099050"/>
          <p14:tracePt t="39418" x="1708150" y="5099050"/>
          <p14:tracePt t="39436" x="1714500" y="5099050"/>
          <p14:tracePt t="39451" x="1727200" y="5099050"/>
          <p14:tracePt t="39468" x="1752600" y="5099050"/>
          <p14:tracePt t="39485" x="1797050" y="5105400"/>
          <p14:tracePt t="39502" x="1816100" y="5105400"/>
          <p14:tracePt t="39518" x="1917700" y="5111750"/>
          <p14:tracePt t="39535" x="2032000" y="5118100"/>
          <p14:tracePt t="39552" x="2114550" y="5118100"/>
          <p14:tracePt t="39570" x="2279650" y="5130800"/>
          <p14:tracePt t="39585" x="2355850" y="5130800"/>
          <p14:tracePt t="39601" x="2444750" y="5143500"/>
          <p14:tracePt t="39618" x="2520950" y="5149850"/>
          <p14:tracePt t="39634" x="2654300" y="5162550"/>
          <p14:tracePt t="39651" x="2755900" y="5156200"/>
          <p14:tracePt t="39668" x="2825750" y="5143500"/>
          <p14:tracePt t="39684" x="2851150" y="5137150"/>
          <p14:tracePt t="39701" x="2876550" y="5130800"/>
          <p14:tracePt t="39718" x="2882900" y="5118100"/>
          <p14:tracePt t="39734" x="2889250" y="5111750"/>
          <p14:tracePt t="39751" x="2895600" y="5105400"/>
          <p14:tracePt t="39787" x="2901950" y="5099050"/>
          <p14:tracePt t="39836" x="2901950" y="5092700"/>
          <p14:tracePt t="39879" x="2908300" y="5086350"/>
          <p14:tracePt t="39906" x="2908300" y="5080000"/>
          <p14:tracePt t="39921" x="2914650" y="5080000"/>
          <p14:tracePt t="39935" x="2921000" y="5080000"/>
          <p14:tracePt t="39949" x="2927350" y="5080000"/>
          <p14:tracePt t="39956" x="2933700" y="5073650"/>
          <p14:tracePt t="39977" x="2946400" y="5067300"/>
          <p14:tracePt t="39991" x="2952750" y="5067300"/>
          <p14:tracePt t="39999" x="2959100" y="5067300"/>
          <p14:tracePt t="40016" x="2965450" y="5060950"/>
          <p14:tracePt t="40033" x="3003550" y="5054600"/>
          <p14:tracePt t="40050" x="3028950" y="5048250"/>
          <p14:tracePt t="40068" x="3041650" y="5041900"/>
          <p14:tracePt t="40083" x="3067050" y="5035550"/>
          <p14:tracePt t="40099" x="3073400" y="5035550"/>
          <p14:tracePt t="40115" x="3079750" y="5035550"/>
          <p14:tracePt t="40132" x="3079750" y="5029200"/>
          <p14:tracePt t="40152" x="3086100" y="5029200"/>
          <p14:tracePt t="40237" x="3092450" y="5029200"/>
          <p14:tracePt t="40356" x="3092450" y="5035550"/>
          <p14:tracePt t="40377" x="3086100" y="5041900"/>
          <p14:tracePt t="40400" x="3079750" y="5048250"/>
          <p14:tracePt t="40412" x="3079750" y="5054600"/>
          <p14:tracePt t="40419" x="3073400" y="5054600"/>
          <p14:tracePt t="40431" x="3067050" y="5060950"/>
          <p14:tracePt t="40448" x="3060700" y="5073650"/>
          <p14:tracePt t="40465" x="3048000" y="5086350"/>
          <p14:tracePt t="40483" x="3022600" y="5130800"/>
          <p14:tracePt t="40498" x="2971800" y="5194300"/>
          <p14:tracePt t="40515" x="2952750" y="5213350"/>
          <p14:tracePt t="40532" x="2876550" y="5308600"/>
          <p14:tracePt t="40548" x="2851150" y="5340350"/>
          <p14:tracePt t="40564" x="2813050" y="5403850"/>
          <p14:tracePt t="40581" x="2787650" y="5448300"/>
          <p14:tracePt t="40597" x="2781300" y="5461000"/>
          <p14:tracePt t="40601" x="2774950" y="5473700"/>
          <p14:tracePt t="40614" x="2768600" y="5486400"/>
          <p14:tracePt t="40631" x="2768600" y="5492750"/>
          <p14:tracePt t="40648" x="2768600" y="5499100"/>
          <p14:tracePt t="40664" x="2768600" y="5505450"/>
          <p14:tracePt t="40721" x="2768600" y="5511800"/>
          <p14:tracePt t="40799" x="2768600" y="5518150"/>
          <p14:tracePt t="40819" x="2768600" y="5524500"/>
          <p14:tracePt t="40840" x="2774950" y="5530850"/>
          <p14:tracePt t="40862" x="2781300" y="5537200"/>
          <p14:tracePt t="40869" x="2787650" y="5543550"/>
          <p14:tracePt t="40883" x="2794000" y="5556250"/>
          <p14:tracePt t="40897" x="2806700" y="5562600"/>
          <p14:tracePt t="40913" x="2832100" y="5594350"/>
          <p14:tracePt t="40930" x="2851150" y="5619750"/>
          <p14:tracePt t="40946" x="2908300" y="5657850"/>
          <p14:tracePt t="40963" x="2952750" y="5695950"/>
          <p14:tracePt t="40980" x="2971800" y="5715000"/>
          <p14:tracePt t="40996" x="3016250" y="5740400"/>
          <p14:tracePt t="41012" x="3048000" y="5753100"/>
          <p14:tracePt t="41030" x="3073400" y="5759450"/>
          <p14:tracePt t="41046" x="3086100" y="5759450"/>
          <p14:tracePt t="41063" x="3098800" y="5759450"/>
          <p14:tracePt t="41079" x="3117850" y="5759450"/>
          <p14:tracePt t="41096" x="3130550" y="5759450"/>
          <p14:tracePt t="41113" x="3149600" y="5759450"/>
          <p14:tracePt t="41129" x="3168650" y="5753100"/>
          <p14:tracePt t="41145" x="3175000" y="5753100"/>
          <p14:tracePt t="41163" x="3181350" y="5753100"/>
          <p14:tracePt t="41179" x="3194050" y="5753100"/>
          <p14:tracePt t="41195" x="3200400" y="5753100"/>
          <p14:tracePt t="41212" x="3206750" y="5753100"/>
          <p14:tracePt t="41318" x="3200400" y="5753100"/>
          <p14:tracePt t="41332" x="3187700" y="5753100"/>
          <p14:tracePt t="41338" x="3181350" y="5753100"/>
          <p14:tracePt t="41348" x="3168650" y="5753100"/>
          <p14:tracePt t="41362" x="3149600" y="5753100"/>
          <p14:tracePt t="41378" x="3124200" y="5765800"/>
          <p14:tracePt t="41395" x="3048000" y="5778500"/>
          <p14:tracePt t="41412" x="2946400" y="5797550"/>
          <p14:tracePt t="41428" x="2876550" y="5803900"/>
          <p14:tracePt t="41445" x="2762250" y="5822950"/>
          <p14:tracePt t="41461" x="2705100" y="5822950"/>
          <p14:tracePt t="41478" x="2628900" y="5829300"/>
          <p14:tracePt t="41494" x="2597150" y="5829300"/>
          <p14:tracePt t="41511" x="2565400" y="5842000"/>
          <p14:tracePt t="41528" x="2552700" y="5842000"/>
          <p14:tracePt t="41544" x="2540000" y="5842000"/>
          <p14:tracePt t="41627" x="2533650" y="5842000"/>
          <p14:tracePt t="41872" x="2540000" y="5842000"/>
          <p14:tracePt t="41879" x="2559050" y="5842000"/>
          <p14:tracePt t="41894" x="2578100" y="5842000"/>
          <p14:tracePt t="41900" x="2603500" y="5842000"/>
          <p14:tracePt t="41909" x="2647950" y="5835650"/>
          <p14:tracePt t="41926" x="2686050" y="5835650"/>
          <p14:tracePt t="41943" x="2755900" y="5829300"/>
          <p14:tracePt t="41959" x="2794000" y="5829300"/>
          <p14:tracePt t="41976" x="2832100" y="5822950"/>
          <p14:tracePt t="41993" x="2857500" y="5816600"/>
          <p14:tracePt t="42009" x="2863850" y="5816600"/>
          <p14:tracePt t="42026" x="2870200" y="5810250"/>
          <p14:tracePt t="42069" x="2876550" y="5810250"/>
          <p14:tracePt t="42541" x="2933700" y="5797550"/>
          <p14:tracePt t="42555" x="3067050" y="5765800"/>
          <p14:tracePt t="42561" x="3194050" y="5721350"/>
          <p14:tracePt t="42577" x="3352800" y="5670550"/>
          <p14:tracePt t="42590" x="3689350" y="5581650"/>
          <p14:tracePt t="42608" x="3898900" y="5530850"/>
          <p14:tracePt t="42624" x="4095750" y="5486400"/>
          <p14:tracePt t="42641" x="4527550" y="5334000"/>
          <p14:tracePt t="42657" x="5035550" y="5130800"/>
          <p14:tracePt t="42674" x="5422900" y="4965700"/>
          <p14:tracePt t="42691" x="5613400" y="4883150"/>
          <p14:tracePt t="42707" x="5924550" y="4749800"/>
          <p14:tracePt t="42724" x="6178550" y="4635500"/>
          <p14:tracePt t="42740" x="6318250" y="4578350"/>
          <p14:tracePt t="42758" x="6502400" y="4495800"/>
          <p14:tracePt t="42774" x="6654800" y="4394200"/>
          <p14:tracePt t="42791" x="6724650" y="4343400"/>
          <p14:tracePt t="42807" x="6877050" y="4229100"/>
          <p14:tracePt t="42823" x="6985000" y="4146550"/>
          <p14:tracePt t="42840" x="7042150" y="4121150"/>
          <p14:tracePt t="42857" x="7143750" y="4051300"/>
          <p14:tracePt t="42873" x="7194550" y="4006850"/>
          <p14:tracePt t="42890" x="7219950" y="3981450"/>
          <p14:tracePt t="42906" x="7264400" y="3943350"/>
          <p14:tracePt t="42923" x="7283450" y="3930650"/>
          <p14:tracePt t="42941" x="7315200" y="3898900"/>
          <p14:tracePt t="42956" x="7327900" y="3886200"/>
          <p14:tracePt t="42973" x="7334250" y="3873500"/>
          <p14:tracePt t="42990" x="7340600" y="3867150"/>
          <p14:tracePt t="43006" x="7340600" y="3860800"/>
          <p14:tracePt t="43022" x="7346950" y="3854450"/>
          <p14:tracePt t="43042" x="7346950" y="3848100"/>
          <p14:tracePt t="43074" x="7346950" y="3841750"/>
          <p14:tracePt t="43081" x="7346950" y="3835400"/>
          <p14:tracePt t="43144" x="7346950" y="3829050"/>
          <p14:tracePt t="43173" x="7346950" y="3822700"/>
          <p14:tracePt t="43194" x="7340600" y="3816350"/>
          <p14:tracePt t="43243" x="7340600" y="3810000"/>
          <p14:tracePt t="43278" x="7346950" y="3810000"/>
          <p14:tracePt t="43292" x="7353300" y="3810000"/>
          <p14:tracePt t="43307" x="7366000" y="3803650"/>
          <p14:tracePt t="43313" x="7378700" y="3803650"/>
          <p14:tracePt t="43327" x="7404100" y="3803650"/>
          <p14:tracePt t="43338" x="7448550" y="3797300"/>
          <p14:tracePt t="43355" x="7550150" y="3778250"/>
          <p14:tracePt t="43371" x="7607300" y="3759200"/>
          <p14:tracePt t="43388" x="7753350" y="3733800"/>
          <p14:tracePt t="43405" x="7899400" y="3702050"/>
          <p14:tracePt t="43421" x="7950200" y="3695700"/>
          <p14:tracePt t="43438" x="8045450" y="3676650"/>
          <p14:tracePt t="43454" x="8108950" y="3663950"/>
          <p14:tracePt t="43471" x="8128000" y="3663950"/>
          <p14:tracePt t="43488" x="8147050" y="3657600"/>
          <p14:tracePt t="43685" x="8140700" y="3657600"/>
          <p14:tracePt t="43749" x="8134350" y="3657600"/>
          <p14:tracePt t="43790" x="8128000" y="3657600"/>
          <p14:tracePt t="43819" x="8121650" y="3657600"/>
          <p14:tracePt t="43840" x="8108950" y="3657600"/>
          <p14:tracePt t="43846" x="8102600" y="3657600"/>
          <p14:tracePt t="43856" x="8083550" y="3657600"/>
          <p14:tracePt t="43869" x="8051800" y="3670300"/>
          <p14:tracePt t="43886" x="8007350" y="3695700"/>
          <p14:tracePt t="43903" x="7848600" y="3752850"/>
          <p14:tracePt t="43919" x="7594600" y="3854450"/>
          <p14:tracePt t="43936" x="7435850" y="3917950"/>
          <p14:tracePt t="43953" x="7067550" y="4095750"/>
          <p14:tracePt t="43969" x="6718300" y="4279900"/>
          <p14:tracePt t="43987" x="6426200" y="4483100"/>
          <p14:tracePt t="44003" x="6318250" y="4559300"/>
          <p14:tracePt t="44019" x="6127750" y="4718050"/>
          <p14:tracePt t="44036" x="5962650" y="4864100"/>
          <p14:tracePt t="44052" x="5892800" y="4933950"/>
          <p14:tracePt t="44069" x="5772150" y="5054600"/>
          <p14:tracePt t="44086" x="5676900" y="5181600"/>
          <p14:tracePt t="44102" x="5638800" y="5226050"/>
          <p14:tracePt t="44119" x="5594350" y="5264150"/>
          <p14:tracePt t="44135" x="5499100" y="5353050"/>
          <p14:tracePt t="44152" x="5486400" y="5378450"/>
          <p14:tracePt t="44169" x="5473700" y="5391150"/>
          <p14:tracePt t="44172" x="5448300" y="5403850"/>
          <p14:tracePt t="44185" x="5435600" y="5416550"/>
          <p14:tracePt t="44202" x="5416550" y="5454650"/>
          <p14:tracePt t="44219" x="5391150" y="5486400"/>
          <p14:tracePt t="44235" x="5372100" y="5499100"/>
          <p14:tracePt t="44252" x="5359400" y="5524500"/>
          <p14:tracePt t="44269" x="5353050" y="5549900"/>
          <p14:tracePt t="44285" x="5346700" y="5556250"/>
          <p14:tracePt t="44302" x="5334000" y="5575300"/>
          <p14:tracePt t="44318" x="5321300" y="5594350"/>
          <p14:tracePt t="44335" x="5314950" y="5600700"/>
          <p14:tracePt t="44353" x="5308600" y="5613400"/>
          <p14:tracePt t="44368" x="5295900" y="5632450"/>
          <p14:tracePt t="44384" x="5289550" y="5645150"/>
          <p14:tracePt t="44402" x="5276850" y="5664200"/>
          <p14:tracePt t="44418" x="5257800" y="5676900"/>
          <p14:tracePt t="44434" x="5251450" y="5695950"/>
          <p14:tracePt t="44451" x="5219700" y="5734050"/>
          <p14:tracePt t="44467" x="5181600" y="5765800"/>
          <p14:tracePt t="44484" x="5149850" y="5803900"/>
          <p14:tracePt t="44501" x="5130800" y="5822950"/>
          <p14:tracePt t="44517" x="5111750" y="5835650"/>
          <p14:tracePt t="44534" x="5092700" y="5848350"/>
          <p14:tracePt t="44551" x="5080000" y="5854700"/>
          <p14:tracePt t="44567" x="5073650" y="5867400"/>
          <p14:tracePt t="44584" x="5054600" y="5880100"/>
          <p14:tracePt t="44600" x="5048250" y="5886450"/>
          <p14:tracePt t="44617" x="5041900" y="5892800"/>
          <p14:tracePt t="44633" x="5035550" y="5905500"/>
          <p14:tracePt t="44650" x="5029200" y="5911850"/>
          <p14:tracePt t="44683" x="5022850" y="5918200"/>
          <p14:tracePt t="44760" x="5022850" y="5924550"/>
          <p14:tracePt t="44768" x="5029200" y="5924550"/>
          <p14:tracePt t="44781" x="5035550" y="5924550"/>
          <p14:tracePt t="44802" x="5041900" y="5924550"/>
          <p14:tracePt t="44823" x="5048250" y="5924550"/>
          <p14:tracePt t="44837" x="5060950" y="5918200"/>
          <p14:tracePt t="44852" x="5080000" y="5918200"/>
          <p14:tracePt t="44858" x="5111750" y="5918200"/>
          <p14:tracePt t="44872" x="5137150" y="5911850"/>
          <p14:tracePt t="44883" x="5194300" y="5905500"/>
          <p14:tracePt t="44900" x="5334000" y="5886450"/>
          <p14:tracePt t="44916" x="5410200" y="5886450"/>
          <p14:tracePt t="44933" x="5632450" y="5867400"/>
          <p14:tracePt t="44950" x="5867400" y="5867400"/>
          <p14:tracePt t="44966" x="5994400" y="5867400"/>
          <p14:tracePt t="44982" x="6121400" y="5867400"/>
          <p14:tracePt t="45000" x="6477000" y="5867400"/>
          <p14:tracePt t="45015" x="6578600" y="5880100"/>
          <p14:tracePt t="45033" x="6680200" y="5892800"/>
          <p14:tracePt t="45049" x="6870700" y="5892800"/>
          <p14:tracePt t="45065" x="6915150" y="5886450"/>
          <p14:tracePt t="45083" x="6972300" y="5873750"/>
          <p14:tracePt t="45099" x="6985000" y="5867400"/>
          <p14:tracePt t="45115" x="6997700" y="5861050"/>
          <p14:tracePt t="45132" x="7023100" y="5854700"/>
          <p14:tracePt t="45148" x="7029450" y="5848350"/>
          <p14:tracePt t="45165" x="7035800" y="5842000"/>
          <p14:tracePt t="45182" x="7042150" y="5829300"/>
          <p14:tracePt t="45223" x="7054850" y="5829300"/>
          <p14:tracePt t="45237" x="7061200" y="5829300"/>
          <p14:tracePt t="45252" x="7073900" y="5822950"/>
          <p14:tracePt t="45272" x="7086600" y="5816600"/>
          <p14:tracePt t="45286" x="7105650" y="5816600"/>
          <p14:tracePt t="45301" x="7131050" y="5803900"/>
          <p14:tracePt t="45322" x="7156450" y="5803900"/>
          <p14:tracePt t="45328" x="7194550" y="5803900"/>
          <p14:tracePt t="45343" x="7245350" y="5803900"/>
          <p14:tracePt t="45357" x="7296150" y="5803900"/>
          <p14:tracePt t="45371" x="7340600" y="5810250"/>
          <p14:tracePt t="45381" x="7378700" y="5810250"/>
          <p14:tracePt t="45397" x="7429500" y="5810250"/>
          <p14:tracePt t="45414" x="7486650" y="5816600"/>
          <p14:tracePt t="45431" x="7518400" y="5816600"/>
          <p14:tracePt t="45448" x="7543800" y="5822950"/>
          <p14:tracePt t="45464" x="7575550" y="5822950"/>
          <p14:tracePt t="45481" x="7581900" y="5822950"/>
          <p14:tracePt t="45498" x="7594600" y="5822950"/>
          <p14:tracePt t="45514" x="7600950" y="5822950"/>
          <p14:tracePt t="45548" x="7600950" y="5816600"/>
          <p14:tracePt t="45582" x="7600950" y="5810250"/>
          <p14:tracePt t="45588" x="7600950" y="5797550"/>
          <p14:tracePt t="45596" x="7600950" y="5791200"/>
          <p14:tracePt t="45614" x="7607300" y="5784850"/>
          <p14:tracePt t="46458" x="7588250" y="5784850"/>
          <p14:tracePt t="46465" x="7537450" y="5784850"/>
          <p14:tracePt t="46480" x="7486650" y="5784850"/>
          <p14:tracePt t="46496" x="7423150" y="5784850"/>
          <p14:tracePt t="46511" x="7245350" y="5784850"/>
          <p14:tracePt t="46528" x="7004050" y="5765800"/>
          <p14:tracePt t="46543" x="6889750" y="5753100"/>
          <p14:tracePt t="46561" x="6648450" y="5721350"/>
          <p14:tracePt t="46578" x="6388100" y="5676900"/>
          <p14:tracePt t="46594" x="6248400" y="5657850"/>
          <p14:tracePt t="46610" x="5930900" y="5607050"/>
          <p14:tracePt t="46627" x="5568950" y="5575300"/>
          <p14:tracePt t="46643" x="5403850" y="5562600"/>
          <p14:tracePt t="46660" x="5054600" y="5537200"/>
          <p14:tracePt t="46677" x="4756150" y="5524500"/>
          <p14:tracePt t="46693" x="4616450" y="5530850"/>
          <p14:tracePt t="46697" x="4514850" y="5530850"/>
          <p14:tracePt t="46710" x="4413250" y="5530850"/>
          <p14:tracePt t="46726" x="4235450" y="5530850"/>
          <p14:tracePt t="46743" x="4159250" y="5537200"/>
          <p14:tracePt t="46760" x="3968750" y="5568950"/>
          <p14:tracePt t="46776" x="3771900" y="5588000"/>
          <p14:tracePt t="46793" x="3670300" y="5613400"/>
          <p14:tracePt t="46810" x="3454400" y="5664200"/>
          <p14:tracePt t="46826" x="3219450" y="5727700"/>
          <p14:tracePt t="46843" x="3105150" y="5759450"/>
          <p14:tracePt t="46860" x="2863850" y="5842000"/>
          <p14:tracePt t="46876" x="2774950" y="5873750"/>
          <p14:tracePt t="46893" x="2622550" y="5943600"/>
          <p14:tracePt t="46909" x="2463800" y="6038850"/>
          <p14:tracePt t="46926" x="2381250" y="6057900"/>
          <p14:tracePt t="46943" x="2273300" y="6096000"/>
          <p14:tracePt t="46959" x="2209800" y="6115050"/>
          <p14:tracePt t="46976" x="2197100" y="6121400"/>
          <p14:tracePt t="46993" x="2197100" y="6127750"/>
          <p14:tracePt t="47009" x="2190750" y="6134100"/>
          <p14:tracePt t="47308" x="2197100" y="6134100"/>
          <p14:tracePt t="47315" x="2203450" y="6127750"/>
          <p14:tracePt t="47336" x="2209800" y="6127750"/>
          <p14:tracePt t="47371" x="2216150" y="6127750"/>
          <p14:tracePt t="47378" x="2222500" y="6127750"/>
          <p14:tracePt t="47400" x="2228850" y="6127750"/>
          <p14:tracePt t="47408" x="2241550" y="6127750"/>
          <p14:tracePt t="47424" x="2260600" y="6127750"/>
          <p14:tracePt t="47441" x="2292350" y="6127750"/>
          <p14:tracePt t="47457" x="2495550" y="6108700"/>
          <p14:tracePt t="47474" x="2609850" y="6102350"/>
          <p14:tracePt t="47491" x="2908300" y="6076950"/>
          <p14:tracePt t="47507" x="3092450" y="6076950"/>
          <p14:tracePt t="47524" x="3492500" y="6064250"/>
          <p14:tracePt t="47541" x="3810000" y="6064250"/>
          <p14:tracePt t="47557" x="3949700" y="6064250"/>
          <p14:tracePt t="47573" x="4178300" y="6064250"/>
          <p14:tracePt t="47590" x="4356100" y="6070600"/>
          <p14:tracePt t="47607" x="4419600" y="6076950"/>
          <p14:tracePt t="47624" x="4527550" y="6089650"/>
          <p14:tracePt t="47640" x="4565650" y="6089650"/>
          <p14:tracePt t="47656" x="4591050" y="6096000"/>
          <p14:tracePt t="47674" x="4616450" y="6102350"/>
          <p14:tracePt t="47706" x="4622800" y="6102350"/>
          <p14:tracePt t="48654" x="4616450" y="6038850"/>
          <p14:tracePt t="48661" x="4597400" y="5949950"/>
          <p14:tracePt t="48675" x="4552950" y="5829300"/>
          <p14:tracePt t="48686" x="4521200" y="5683250"/>
          <p14:tracePt t="48703" x="4394200" y="5245100"/>
          <p14:tracePt t="48719" x="4318000" y="4984750"/>
          <p14:tracePt t="48723" x="4222750" y="4692650"/>
          <p14:tracePt t="48753" x="3778250" y="3727450"/>
          <p14:tracePt t="48769" x="3606800" y="3378200"/>
          <p14:tracePt t="48787" x="3232150" y="2762250"/>
          <p14:tracePt t="48802" x="2889250" y="2247900"/>
          <p14:tracePt t="48819" x="2730500" y="1993900"/>
          <p14:tracePt t="48836" x="2514600" y="1568450"/>
          <p14:tracePt t="48852" x="2438400" y="1422400"/>
          <p14:tracePt t="48869" x="2336800" y="1231900"/>
          <p14:tracePt t="48886" x="2266950" y="1123950"/>
          <p14:tracePt t="48902" x="2228850" y="1073150"/>
          <p14:tracePt t="48919" x="2184400" y="1041400"/>
          <p14:tracePt t="48936" x="2146300" y="1022350"/>
          <p14:tracePt t="48952" x="2120900" y="1009650"/>
          <p14:tracePt t="48969" x="2070100" y="990600"/>
          <p14:tracePt t="48985" x="2012950" y="971550"/>
          <p14:tracePt t="49002" x="1974850" y="971550"/>
          <p14:tracePt t="49019" x="1911350" y="958850"/>
          <p14:tracePt t="49035" x="1854200" y="952500"/>
          <p14:tracePt t="49052" x="1835150" y="952500"/>
          <p14:tracePt t="49069" x="1809750" y="952500"/>
          <p14:tracePt t="49085" x="1797050" y="952500"/>
          <p14:tracePt t="49102" x="1784350" y="958850"/>
          <p14:tracePt t="49118" x="1771650" y="977900"/>
          <p14:tracePt t="49135" x="1739900" y="1022350"/>
          <p14:tracePt t="49153" x="1701800" y="1079500"/>
          <p14:tracePt t="49168" x="1689100" y="1111250"/>
          <p14:tracePt t="49184" x="1670050" y="1155700"/>
          <p14:tracePt t="49202" x="1644650" y="1263650"/>
          <p14:tracePt t="49218" x="1644650" y="1295400"/>
          <p14:tracePt t="49234" x="1644650" y="1333500"/>
          <p14:tracePt t="49238" x="1644650" y="1384300"/>
          <p14:tracePt t="49251" x="1644650" y="1422400"/>
          <p14:tracePt t="49268" x="1682750" y="1536700"/>
          <p14:tracePt t="49285" x="1701800" y="1587500"/>
          <p14:tracePt t="49301" x="1727200" y="1695450"/>
          <p14:tracePt t="49317" x="1765300" y="1797050"/>
          <p14:tracePt t="49335" x="1790700" y="1835150"/>
          <p14:tracePt t="49351" x="1809750" y="1860550"/>
          <p14:tracePt t="49368" x="1828800" y="1885950"/>
          <p14:tracePt t="49384" x="1841500" y="1905000"/>
          <p14:tracePt t="49417" x="1854200" y="1911350"/>
          <p14:tracePt t="49434" x="1860550" y="1917700"/>
          <p14:tracePt t="49450" x="1866900" y="1924050"/>
          <p14:tracePt t="49483" x="1873250" y="1943100"/>
          <p14:tracePt t="49500" x="1879600" y="1949450"/>
          <p14:tracePt t="49533" x="1879600" y="1962150"/>
          <p14:tracePt t="49550" x="1885950" y="1968500"/>
          <p14:tracePt t="49567" x="1885950" y="1974850"/>
          <p14:tracePt t="49583" x="1885950" y="1981200"/>
          <p14:tracePt t="49599" x="1892300" y="1987550"/>
          <p14:tracePt t="49623" x="1892300" y="1993900"/>
          <p14:tracePt t="49644" x="1898650" y="1993900"/>
          <p14:tracePt t="49665" x="1905000" y="2000250"/>
          <p14:tracePt t="49686" x="1911350" y="2000250"/>
          <p14:tracePt t="49714" x="1917700" y="2000250"/>
          <p14:tracePt t="49763" x="1924050" y="2000250"/>
          <p14:tracePt t="49798" x="1930400" y="2000250"/>
          <p14:tracePt t="49833" x="1936750" y="2000250"/>
          <p14:tracePt t="50458" x="1943100" y="2000250"/>
          <p14:tracePt t="50465" x="1949450" y="2000250"/>
          <p14:tracePt t="50486" x="1955800" y="2000250"/>
          <p14:tracePt t="50507" x="1962150" y="2000250"/>
          <p14:tracePt t="50521" x="1968500" y="2000250"/>
          <p14:tracePt t="50528" x="1974850" y="2000250"/>
          <p14:tracePt t="50536" x="1987550" y="1993900"/>
          <p14:tracePt t="50550" x="2000250" y="1993900"/>
          <p14:tracePt t="50563" x="2012950" y="1993900"/>
          <p14:tracePt t="50579" x="2051050" y="1993900"/>
          <p14:tracePt t="50596" x="2082800" y="1993900"/>
          <p14:tracePt t="50613" x="2127250" y="1993900"/>
          <p14:tracePt t="50630" x="2159000" y="1993900"/>
          <p14:tracePt t="50646" x="2178050" y="2000250"/>
          <p14:tracePt t="50663" x="2216150" y="2000250"/>
          <p14:tracePt t="50679" x="2241550" y="2000250"/>
          <p14:tracePt t="50697" x="2279650" y="1993900"/>
          <p14:tracePt t="50712" x="2324100" y="1993900"/>
          <p14:tracePt t="50729" x="2343150" y="1987550"/>
          <p14:tracePt t="50746" x="2381250" y="1987550"/>
          <p14:tracePt t="50762" x="2413000" y="1987550"/>
          <p14:tracePt t="50779" x="2438400" y="1987550"/>
          <p14:tracePt t="50795" x="2457450" y="1987550"/>
          <p14:tracePt t="50812" x="2495550" y="1987550"/>
          <p14:tracePt t="50829" x="2514600" y="1981200"/>
          <p14:tracePt t="50846" x="2552700" y="1981200"/>
          <p14:tracePt t="50862" x="2597150" y="1981200"/>
          <p14:tracePt t="50880" x="2635250" y="1974850"/>
          <p14:tracePt t="50895" x="2654300" y="1968500"/>
          <p14:tracePt t="50912" x="2679700" y="1968500"/>
          <p14:tracePt t="50929" x="2705100" y="1962150"/>
          <p14:tracePt t="50946" x="2711450" y="1962150"/>
          <p14:tracePt t="50962" x="2717800" y="1962150"/>
          <p14:tracePt t="50994" x="2724150" y="1955800"/>
          <p14:tracePt t="51048" x="2724150" y="1949450"/>
          <p14:tracePt t="51118" x="2717800" y="1949450"/>
          <p14:tracePt t="51153" x="2711450" y="1949450"/>
          <p14:tracePt t="51189" x="2705100" y="1949450"/>
          <p14:tracePt t="51210" x="2698750" y="1949450"/>
          <p14:tracePt t="51224" x="2692400" y="1949450"/>
          <p14:tracePt t="51230" x="2679700" y="1949450"/>
          <p14:tracePt t="51245" x="2667000" y="1949450"/>
          <p14:tracePt t="51261" x="2628900" y="1949450"/>
          <p14:tracePt t="51278" x="2597150" y="1943100"/>
          <p14:tracePt t="51294" x="2501900" y="1924050"/>
          <p14:tracePt t="51311" x="2463800" y="1917700"/>
          <p14:tracePt t="51327" x="2368550" y="1911350"/>
          <p14:tracePt t="51344" x="2273300" y="1892300"/>
          <p14:tracePt t="51360" x="2235200" y="1892300"/>
          <p14:tracePt t="51378" x="2159000" y="1892300"/>
          <p14:tracePt t="51394" x="2139950" y="1892300"/>
          <p14:tracePt t="51410" x="2114550" y="1892300"/>
          <p14:tracePt t="51427" x="2089150" y="1892300"/>
          <p14:tracePt t="51443" x="2089150" y="1898650"/>
          <p14:tracePt t="51460" x="2082800" y="1905000"/>
          <p14:tracePt t="51477" x="2082800" y="1911350"/>
          <p14:tracePt t="51610" x="2095500" y="1911350"/>
          <p14:tracePt t="51631" x="2108200" y="1911350"/>
          <p14:tracePt t="51637" x="2120900" y="1911350"/>
          <p14:tracePt t="51646" x="2133600" y="1911350"/>
          <p14:tracePt t="51660" x="2159000" y="1911350"/>
          <p14:tracePt t="51676" x="2241550" y="1911350"/>
          <p14:tracePt t="51693" x="2305050" y="1911350"/>
          <p14:tracePt t="51709" x="2432050" y="1911350"/>
          <p14:tracePt t="51726" x="2571750" y="1905000"/>
          <p14:tracePt t="51743" x="2717800" y="1898650"/>
          <p14:tracePt t="51759" x="2781300" y="1898650"/>
          <p14:tracePt t="51775" x="2895600" y="1885950"/>
          <p14:tracePt t="51792" x="2978150" y="1879600"/>
          <p14:tracePt t="51809" x="2997200" y="1879600"/>
          <p14:tracePt t="51825" x="3028950" y="1879600"/>
          <p14:tracePt t="51842" x="3041650" y="1879600"/>
          <p14:tracePt t="51859" x="3048000" y="1879600"/>
          <p14:tracePt t="52172" x="3041650" y="1879600"/>
          <p14:tracePt t="52185" x="3035300" y="1879600"/>
          <p14:tracePt t="52194" x="3028950" y="1879600"/>
          <p14:tracePt t="52208" x="3022600" y="1879600"/>
          <p14:tracePt t="52224" x="3003550" y="1879600"/>
          <p14:tracePt t="52241" x="2933700" y="1879600"/>
          <p14:tracePt t="52257" x="2882900" y="1879600"/>
          <p14:tracePt t="52273" x="2819400" y="1879600"/>
          <p14:tracePt t="52277" x="2730500" y="1866900"/>
          <p14:tracePt t="52291" x="2552700" y="1866900"/>
          <p14:tracePt t="52307" x="2451100" y="1860550"/>
          <p14:tracePt t="52324" x="2362200" y="1860550"/>
          <p14:tracePt t="52341" x="2209800" y="1860550"/>
          <p14:tracePt t="52357" x="2114550" y="1860550"/>
          <p14:tracePt t="52374" x="2063750" y="1860550"/>
          <p14:tracePt t="52390" x="2044700" y="1860550"/>
          <p14:tracePt t="52407" x="2032000" y="1860550"/>
          <p14:tracePt t="52424" x="2025650" y="1860550"/>
          <p14:tracePt t="52964" x="2025650" y="1885950"/>
          <p14:tracePt t="52978" x="2032000" y="1924050"/>
          <p14:tracePt t="52984" x="2057400" y="1993900"/>
          <p14:tracePt t="52999" x="2076450" y="2051050"/>
          <p14:tracePt t="53008" x="2108200" y="2120900"/>
          <p14:tracePt t="53021" x="2146300" y="2209800"/>
          <p14:tracePt t="53038" x="2254250" y="2413000"/>
          <p14:tracePt t="53055" x="2368550" y="2679700"/>
          <p14:tracePt t="53071" x="2419350" y="2889250"/>
          <p14:tracePt t="53087" x="2489200" y="3073400"/>
          <p14:tracePt t="53105" x="2654300" y="3721100"/>
          <p14:tracePt t="53121" x="2717800" y="3975100"/>
          <p14:tracePt t="53138" x="2768600" y="4178300"/>
          <p14:tracePt t="53155" x="2851150" y="4470400"/>
          <p14:tracePt t="53171" x="2882900" y="4584700"/>
          <p14:tracePt t="53188" x="2946400" y="4927600"/>
          <p14:tracePt t="53204" x="2965450" y="5048250"/>
          <p14:tracePt t="53221" x="2978150" y="5264150"/>
          <p14:tracePt t="53238" x="2997200" y="5454650"/>
          <p14:tracePt t="53254" x="3009900" y="5530850"/>
          <p14:tracePt t="53271" x="3016250" y="5670550"/>
          <p14:tracePt t="53288" x="3028950" y="5816600"/>
          <p14:tracePt t="53304" x="3022600" y="5880100"/>
          <p14:tracePt t="53307" x="3016250" y="5943600"/>
          <p14:tracePt t="53321" x="3016250" y="5988050"/>
          <p14:tracePt t="53337" x="3003550" y="6057900"/>
          <p14:tracePt t="53353" x="2997200" y="6083300"/>
          <p14:tracePt t="53371" x="2997200" y="6115050"/>
          <p14:tracePt t="53386" x="2997200" y="6140450"/>
          <p14:tracePt t="53404" x="2997200" y="6146800"/>
          <p14:tracePt t="53420" x="2997200" y="6159500"/>
          <p14:tracePt t="53437" x="2997200" y="6165850"/>
          <p14:tracePt t="53575" x="3003550" y="6165850"/>
          <p14:tracePt t="53610" x="3009900" y="6165850"/>
          <p14:tracePt t="53638" x="3016250" y="6165850"/>
          <p14:tracePt t="53665" x="3022600" y="6165850"/>
          <p14:tracePt t="53680" x="3028950" y="6165850"/>
          <p14:tracePt t="53709" x="3035300" y="6165850"/>
          <p14:tracePt t="53715" x="3041650" y="6165850"/>
          <p14:tracePt t="53730" x="3048000" y="6165850"/>
          <p14:tracePt t="53778" x="3054350" y="6165850"/>
          <p14:tracePt t="53787" x="3060700" y="6165850"/>
          <p14:tracePt t="53807" x="3067050" y="6165850"/>
          <p14:tracePt t="53828" x="3073400" y="6165850"/>
          <p14:tracePt t="53849" x="3079750" y="6172200"/>
          <p14:tracePt t="53856" x="3086100" y="6172200"/>
          <p14:tracePt t="53877" x="3092450" y="6172200"/>
          <p14:tracePt t="53898" x="3098800" y="6172200"/>
          <p14:tracePt t="53912" x="3105150" y="6178550"/>
          <p14:tracePt t="53921" x="3111500" y="6184900"/>
          <p14:tracePt t="53935" x="3124200" y="6191250"/>
          <p14:tracePt t="53951" x="3155950" y="6203950"/>
          <p14:tracePt t="53969" x="3200400" y="6229350"/>
          <p14:tracePt t="53984" x="3225800" y="6235700"/>
          <p14:tracePt t="54001" x="3302000" y="6261100"/>
          <p14:tracePt t="54018" x="3371850" y="6280150"/>
          <p14:tracePt t="54035" x="3416300" y="6292850"/>
          <p14:tracePt t="54051" x="3441700" y="6299200"/>
          <p14:tracePt t="54068" x="3505200" y="6311900"/>
          <p14:tracePt t="54084" x="3517900" y="6318250"/>
          <p14:tracePt t="54102" x="3524250" y="6324600"/>
          <p14:tracePt t="54158" x="3524250" y="6330950"/>
          <p14:tracePt t="54179" x="3517900" y="6330950"/>
          <p14:tracePt t="54207" x="3511550" y="6330950"/>
          <p14:tracePt t="54228" x="3505200" y="6330950"/>
          <p14:tracePt t="54242" x="3498850" y="6330950"/>
          <p14:tracePt t="54249" x="3492500" y="6330950"/>
          <p14:tracePt t="54263" x="3479800" y="6330950"/>
          <p14:tracePt t="54270" x="3473450" y="6330950"/>
          <p14:tracePt t="54284" x="3454400" y="6330950"/>
          <p14:tracePt t="54300" x="3422650" y="6330950"/>
          <p14:tracePt t="54317" x="3403600" y="6330950"/>
          <p14:tracePt t="54321" x="3378200" y="6330950"/>
          <p14:tracePt t="54336" x="3352800" y="6330950"/>
          <p14:tracePt t="54350" x="3308350" y="6330950"/>
          <p14:tracePt t="54367" x="3289300" y="6330950"/>
          <p14:tracePt t="54384" x="3251200" y="6330950"/>
          <p14:tracePt t="54400" x="3244850" y="6330950"/>
          <p14:tracePt t="54417" x="3225800" y="6330950"/>
          <p14:tracePt t="54433" x="3219450" y="6324600"/>
          <p14:tracePt t="54530" x="3213100" y="6324600"/>
          <p14:tracePt t="54579" x="3206750" y="6318250"/>
          <p14:tracePt t="54593" x="3200400" y="6318250"/>
          <p14:tracePt t="54602" x="3194050" y="6318250"/>
          <p14:tracePt t="54621" x="3187700" y="6318250"/>
          <p14:tracePt t="54632" x="3181350" y="6318250"/>
          <p14:tracePt t="54649" x="3168650" y="6318250"/>
          <p14:tracePt t="54666" x="3155950" y="6318250"/>
          <p14:tracePt t="54682" x="3143250" y="6324600"/>
          <p14:tracePt t="54699" x="3117850" y="6324600"/>
          <p14:tracePt t="54715" x="3105150" y="6324600"/>
          <p14:tracePt t="54732" x="3098800" y="6324600"/>
          <p14:tracePt t="54749" x="3086100" y="6324600"/>
          <p14:tracePt t="54765" x="3079750" y="6324600"/>
          <p14:tracePt t="54825" x="3086100" y="6324600"/>
          <p14:tracePt t="54833" x="3092450" y="6324600"/>
          <p14:tracePt t="54839" x="3098800" y="6324600"/>
          <p14:tracePt t="54853" x="3105150" y="6324600"/>
          <p14:tracePt t="54865" x="3111500" y="6318250"/>
          <p14:tracePt t="54881" x="3155950" y="6318250"/>
          <p14:tracePt t="54898" x="3175000" y="6311900"/>
          <p14:tracePt t="54914" x="3257550" y="6305550"/>
          <p14:tracePt t="54932" x="3346450" y="6286500"/>
          <p14:tracePt t="54948" x="3403600" y="6286500"/>
          <p14:tracePt t="54965" x="3473450" y="6280150"/>
          <p14:tracePt t="54981" x="3530600" y="6273800"/>
          <p14:tracePt t="54998" x="3543300" y="6273800"/>
          <p14:tracePt t="55015" x="3568700" y="6267450"/>
          <p14:tracePt t="55031" x="3568700" y="6261100"/>
          <p14:tracePt t="55048" x="3575050" y="6261100"/>
          <p14:tracePt t="55081" x="3575050" y="6267450"/>
          <p14:tracePt t="55098" x="3562350" y="6267450"/>
          <p14:tracePt t="55114" x="3556000" y="6267450"/>
          <p14:tracePt t="55148" x="3543300" y="6273800"/>
          <p14:tracePt t="55164" x="3530600" y="6273800"/>
          <p14:tracePt t="55181" x="3511550" y="6273800"/>
          <p14:tracePt t="55198" x="3448050" y="6280150"/>
          <p14:tracePt t="55214" x="3371850" y="6292850"/>
          <p14:tracePt t="55230" x="3308350" y="6292850"/>
          <p14:tracePt t="55247" x="3213100" y="6292850"/>
          <p14:tracePt t="55263" x="3149600" y="6292850"/>
          <p14:tracePt t="55281" x="3117850" y="6292850"/>
          <p14:tracePt t="55297" x="3092450" y="6299200"/>
          <p14:tracePt t="55313" x="3079750" y="6299200"/>
          <p14:tracePt t="55330" x="3073400" y="6299200"/>
          <p14:tracePt t="55394" x="3086100" y="6299200"/>
          <p14:tracePt t="55400" x="3092450" y="6299200"/>
          <p14:tracePt t="55416" x="3105150" y="6299200"/>
          <p14:tracePt t="55430" x="3124200" y="6299200"/>
          <p14:tracePt t="55446" x="3175000" y="6292850"/>
          <p14:tracePt t="55463" x="3213100" y="6286500"/>
          <p14:tracePt t="55480" x="3333750" y="6267450"/>
          <p14:tracePt t="55496" x="3460750" y="6248400"/>
          <p14:tracePt t="55514" x="3556000" y="6229350"/>
          <p14:tracePt t="55529" x="3600450" y="6223000"/>
          <p14:tracePt t="55546" x="3632200" y="6216650"/>
          <p14:tracePt t="55563" x="3638550" y="6216650"/>
          <p14:tracePt t="55633" x="3632200" y="6216650"/>
          <p14:tracePt t="55654" x="3625850" y="6216650"/>
          <p14:tracePt t="55675" x="3619500" y="6216650"/>
          <p14:tracePt t="55738" x="3613150" y="6216650"/>
          <p14:tracePt t="55746" x="3606800" y="6216650"/>
          <p14:tracePt t="55752" x="3600450" y="6216650"/>
          <p14:tracePt t="55766" x="3594100" y="6216650"/>
          <p14:tracePt t="55778" x="3587750" y="6223000"/>
          <p14:tracePt t="55795" x="3581400" y="6223000"/>
          <p14:tracePt t="55812" x="3562350" y="6229350"/>
          <p14:tracePt t="55828" x="3511550" y="6242050"/>
          <p14:tracePt t="55845" x="3441700" y="6261100"/>
          <p14:tracePt t="55862" x="3384550" y="6280150"/>
          <p14:tracePt t="55879" x="3302000" y="6292850"/>
          <p14:tracePt t="55895" x="3244850" y="6305550"/>
          <p14:tracePt t="55911" x="3225800" y="6311900"/>
          <p14:tracePt t="55928" x="3200400" y="6318250"/>
          <p14:tracePt t="55945" x="3194050" y="6324600"/>
          <p14:tracePt t="55962" x="3175000" y="6324600"/>
          <p14:tracePt t="55994" x="3168650" y="6324600"/>
          <p14:tracePt t="56286" x="3187700" y="6324600"/>
          <p14:tracePt t="56300" x="3225800" y="6324600"/>
          <p14:tracePt t="56307" x="3270250" y="6318250"/>
          <p14:tracePt t="56314" x="3314700" y="6311900"/>
          <p14:tracePt t="56330" x="3365500" y="6311900"/>
          <p14:tracePt t="56343" x="3403600" y="6299200"/>
          <p14:tracePt t="56360" x="3473450" y="6299200"/>
          <p14:tracePt t="56378" x="3511550" y="6292850"/>
          <p14:tracePt t="56393" x="3524250" y="6292850"/>
          <p14:tracePt t="56410" x="3543300" y="6286500"/>
          <p14:tracePt t="56427" x="3556000" y="6286500"/>
          <p14:tracePt t="56459" x="3562350" y="6280150"/>
          <p14:tracePt t="56637" x="3562350" y="6267450"/>
          <p14:tracePt t="56651" x="3562350" y="6261100"/>
          <p14:tracePt t="56659" x="3568700" y="6254750"/>
          <p14:tracePt t="56665" x="3568700" y="6248400"/>
          <p14:tracePt t="56679" x="3575050" y="6235700"/>
          <p14:tracePt t="56692" x="3575050" y="6229350"/>
          <p14:tracePt t="56708" x="3594100" y="6197600"/>
          <p14:tracePt t="56725" x="3613150" y="6184900"/>
          <p14:tracePt t="56742" x="3651250" y="6134100"/>
          <p14:tracePt t="56759" x="3683000" y="6070600"/>
          <p14:tracePt t="56775" x="3702050" y="6038850"/>
          <p14:tracePt t="56792" x="3733800" y="5975350"/>
          <p14:tracePt t="56808" x="3759200" y="5924550"/>
          <p14:tracePt t="56825" x="3765550" y="5899150"/>
          <p14:tracePt t="56842" x="3778250" y="5867400"/>
          <p14:tracePt t="56858" x="3778250" y="5854700"/>
          <p14:tracePt t="56861" x="3778250" y="5848350"/>
          <p14:tracePt t="56875" x="3784600" y="5848350"/>
          <p14:tracePt t="56891" x="3784600" y="5842000"/>
        </p14:tracePtLst>
      </p14:laserTrace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...    attrib2=4#Isn't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in 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200" spc="-1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attrib3: ... #This will become 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attrib4:...=4 #This 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['__annotations__', '__class__',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'__doc__',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'__format__',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'__hash__',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'__le__',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'__module__', '__ne__', '__new__', '__reduce__',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test=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 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__() missing 2 required positional arguments: 'attrib1' and 'attrib3'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 test=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(1,2)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 print(test)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(attrib1=1, attrib3=2, attrib4=4)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 print(test.attrib2)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4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6358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3056"/>
    </mc:Choice>
    <mc:Fallback>
      <p:transition spd="slow" advTm="530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243" x="3759200" y="5842000"/>
          <p14:tracePt t="1257" x="3721100" y="5842000"/>
          <p14:tracePt t="1264" x="3683000" y="5842000"/>
          <p14:tracePt t="1279" x="3619500" y="5842000"/>
          <p14:tracePt t="1292" x="3498850" y="5842000"/>
          <p14:tracePt t="1308" x="3435350" y="5842000"/>
          <p14:tracePt t="1325" x="3359150" y="5842000"/>
          <p14:tracePt t="1342" x="3181350" y="5842000"/>
          <p14:tracePt t="1359" x="3092450" y="5842000"/>
          <p14:tracePt t="1376" x="2889250" y="5842000"/>
          <p14:tracePt t="1392" x="2698750" y="5842000"/>
          <p14:tracePt t="1408" x="2533650" y="5822950"/>
          <p14:tracePt t="1426" x="2413000" y="5803900"/>
          <p14:tracePt t="1441" x="2349500" y="5791200"/>
          <p14:tracePt t="1458" x="2241550" y="5772150"/>
          <p14:tracePt t="1475" x="2159000" y="5746750"/>
          <p14:tracePt t="1491" x="2127250" y="5740400"/>
          <p14:tracePt t="1508" x="2032000" y="5734050"/>
          <p14:tracePt t="1525" x="1955800" y="5721350"/>
          <p14:tracePt t="1541" x="1905000" y="5721350"/>
          <p14:tracePt t="1560" x="1835150" y="5715000"/>
          <p14:tracePt t="1574" x="1758950" y="5689600"/>
          <p14:tracePt t="1591" x="1739900" y="5683250"/>
          <p14:tracePt t="1608" x="1708150" y="5657850"/>
          <p14:tracePt t="1624" x="1682750" y="5645150"/>
          <p14:tracePt t="1641" x="1657350" y="5632450"/>
          <p14:tracePt t="1658" x="1638300" y="5626100"/>
          <p14:tracePt t="1674" x="1631950" y="5619750"/>
          <p14:tracePt t="1691" x="1625600" y="5619750"/>
          <p14:tracePt t="1707" x="1619250" y="5613400"/>
          <p14:tracePt t="1777" x="1619250" y="5619750"/>
          <p14:tracePt t="1840" x="1619250" y="5626100"/>
          <p14:tracePt t="1854" x="1619250" y="5632450"/>
          <p14:tracePt t="1875" x="1619250" y="5638800"/>
          <p14:tracePt t="1896" x="1619250" y="5645150"/>
          <p14:tracePt t="1917" x="1619250" y="5651500"/>
          <p14:tracePt t="1924" x="1625600" y="5651500"/>
          <p14:tracePt t="1945" x="1638300" y="5651500"/>
          <p14:tracePt t="1959" x="1644650" y="5651500"/>
          <p14:tracePt t="1966" x="1663700" y="5651500"/>
          <p14:tracePt t="1980" x="1695450" y="5645150"/>
          <p14:tracePt t="1989" x="1733550" y="5632450"/>
          <p14:tracePt t="2006" x="1797050" y="5626100"/>
          <p14:tracePt t="2023" x="1993900" y="5562600"/>
          <p14:tracePt t="2039" x="2127250" y="5530850"/>
          <p14:tracePt t="2056" x="2514600" y="5384800"/>
          <p14:tracePt t="2072" x="3060700" y="5092700"/>
          <p14:tracePt t="2089" x="3365500" y="4921250"/>
          <p14:tracePt t="2107" x="3917950" y="4521200"/>
          <p14:tracePt t="2123" x="4394200" y="4140200"/>
          <p14:tracePt t="2139" x="4559300" y="4000500"/>
          <p14:tracePt t="2156" x="4762500" y="3822700"/>
          <p14:tracePt t="2172" x="4819650" y="3765550"/>
          <p14:tracePt t="2189" x="4857750" y="3721100"/>
          <p14:tracePt t="2206" x="4895850" y="3683000"/>
          <p14:tracePt t="2222" x="4895850" y="3670300"/>
          <p14:tracePt t="2256" x="4902200" y="3670300"/>
          <p14:tracePt t="2272" x="4895850" y="3670300"/>
          <p14:tracePt t="2290" x="4845050" y="3683000"/>
          <p14:tracePt t="2541" x="4902200" y="3683000"/>
          <p14:tracePt t="2548" x="4991100" y="3683000"/>
          <p14:tracePt t="2562" x="5067300" y="3683000"/>
          <p14:tracePt t="2571" x="5168900" y="3670300"/>
          <p14:tracePt t="2587" x="5314950" y="3638550"/>
          <p14:tracePt t="2604" x="5600700" y="3556000"/>
          <p14:tracePt t="2621" x="5861050" y="3479800"/>
          <p14:tracePt t="2637" x="6007100" y="3454400"/>
          <p14:tracePt t="2654" x="6267450" y="3403600"/>
          <p14:tracePt t="2671" x="6457950" y="3371850"/>
          <p14:tracePt t="2688" x="6527800" y="3352800"/>
          <p14:tracePt t="2704" x="6661150" y="3308350"/>
          <p14:tracePt t="2720" x="6705600" y="3289300"/>
          <p14:tracePt t="2738" x="6807200" y="3257550"/>
          <p14:tracePt t="2753" x="6845300" y="3257550"/>
          <p14:tracePt t="2770" x="6864350" y="3244850"/>
          <p14:tracePt t="2787" x="6908800" y="3238500"/>
          <p14:tracePt t="2803" x="6940550" y="3232150"/>
          <p14:tracePt t="2820" x="6953250" y="3225800"/>
          <p14:tracePt t="2837" x="6965950" y="3225800"/>
          <p14:tracePt t="2853" x="6972300" y="3225800"/>
          <p14:tracePt t="2870" x="6978650" y="3225800"/>
          <p14:tracePt t="2887" x="6985000" y="3225800"/>
          <p14:tracePt t="2903" x="6991350" y="3232150"/>
          <p14:tracePt t="2921" x="6997700" y="3232150"/>
          <p14:tracePt t="2952" x="7010400" y="3232150"/>
          <p14:tracePt t="2970" x="7016750" y="3244850"/>
          <p14:tracePt t="2986" x="7023100" y="3244850"/>
          <p14:tracePt t="3003" x="7042150" y="3251200"/>
          <p14:tracePt t="3019" x="7067550" y="3263900"/>
          <p14:tracePt t="3036" x="7086600" y="3270250"/>
          <p14:tracePt t="3052" x="7099300" y="3270250"/>
          <p14:tracePt t="3070" x="7131050" y="3282950"/>
          <p14:tracePt t="3086" x="7175500" y="3289300"/>
          <p14:tracePt t="3103" x="7194550" y="3295650"/>
          <p14:tracePt t="3119" x="7245350" y="3302000"/>
          <p14:tracePt t="3136" x="7283450" y="3302000"/>
          <p14:tracePt t="3153" x="7321550" y="3302000"/>
          <p14:tracePt t="3169" x="7334250" y="3302000"/>
          <p14:tracePt t="3185" x="7340600" y="3302000"/>
          <p14:tracePt t="3202" x="7346950" y="3302000"/>
          <p14:tracePt t="3250" x="7340600" y="3302000"/>
          <p14:tracePt t="3265" x="7321550" y="3302000"/>
          <p14:tracePt t="3271" x="7302500" y="3302000"/>
          <p14:tracePt t="3288" x="7277100" y="3314700"/>
          <p14:tracePt t="3302" x="7131050" y="3352800"/>
          <p14:tracePt t="3318" x="7010400" y="3384550"/>
          <p14:tracePt t="3335" x="6686550" y="3467100"/>
          <p14:tracePt t="3351" x="6197600" y="3587750"/>
          <p14:tracePt t="3368" x="5911850" y="3663950"/>
          <p14:tracePt t="3385" x="5270500" y="3829050"/>
          <p14:tracePt t="3402" x="4959350" y="3930650"/>
          <p14:tracePt t="3419" x="4076700" y="4286250"/>
          <p14:tracePt t="3436" x="3835400" y="4394200"/>
          <p14:tracePt t="3451" x="3613150" y="4495800"/>
          <p14:tracePt t="3468" x="3321050" y="4641850"/>
          <p14:tracePt t="3485" x="3086100" y="4775200"/>
          <p14:tracePt t="3501" x="2978150" y="4838700"/>
          <p14:tracePt t="3518" x="2794000" y="4933950"/>
          <p14:tracePt t="3534" x="2641600" y="5016500"/>
          <p14:tracePt t="3551" x="2571750" y="5067300"/>
          <p14:tracePt t="3567" x="2451100" y="5124450"/>
          <p14:tracePt t="3584" x="2349500" y="5175250"/>
          <p14:tracePt t="3602" x="2241550" y="5213350"/>
          <p14:tracePt t="3617" x="2209800" y="5219700"/>
          <p14:tracePt t="3634" x="2120900" y="5264150"/>
          <p14:tracePt t="3651" x="2038350" y="5295900"/>
          <p14:tracePt t="3667" x="1987550" y="5334000"/>
          <p14:tracePt t="3684" x="1955800" y="5359400"/>
          <p14:tracePt t="3701" x="1898650" y="5403850"/>
          <p14:tracePt t="3717" x="1885950" y="5416550"/>
          <p14:tracePt t="3733" x="1879600" y="5422900"/>
          <p14:tracePt t="3750" x="1866900" y="5448300"/>
          <p14:tracePt t="3767" x="1854200" y="5480050"/>
          <p14:tracePt t="3784" x="1841500" y="5530850"/>
          <p14:tracePt t="3800" x="1828800" y="5549900"/>
          <p14:tracePt t="3816" x="1816100" y="5594350"/>
          <p14:tracePt t="3834" x="1809750" y="5619750"/>
          <p14:tracePt t="3850" x="1803400" y="5632450"/>
          <p14:tracePt t="3866" x="1803400" y="5638800"/>
          <p14:tracePt t="3899" x="1803400" y="5645150"/>
          <p14:tracePt t="3932" x="1797050" y="5645150"/>
          <p14:tracePt t="3953" x="1797050" y="5651500"/>
          <p14:tracePt t="3974" x="1797050" y="5657850"/>
          <p14:tracePt t="4002" x="1797050" y="5664200"/>
          <p14:tracePt t="4022" x="1797050" y="5670550"/>
          <p14:tracePt t="4051" x="1797050" y="5676900"/>
          <p14:tracePt t="4093" x="1797050" y="5683250"/>
          <p14:tracePt t="4192" x="1797050" y="5676900"/>
          <p14:tracePt t="4556" x="1784350" y="5683250"/>
          <p14:tracePt t="4562" x="1758950" y="5702300"/>
          <p14:tracePt t="4577" x="1733550" y="5708650"/>
          <p14:tracePt t="4584" x="1701800" y="5727700"/>
          <p14:tracePt t="4600" x="1676400" y="5734050"/>
          <p14:tracePt t="4614" x="1638300" y="5753100"/>
          <p14:tracePt t="4631" x="1568450" y="5772150"/>
          <p14:tracePt t="4647" x="1498600" y="5784850"/>
          <p14:tracePt t="4664" x="1466850" y="5784850"/>
          <p14:tracePt t="4680" x="1397000" y="5791200"/>
          <p14:tracePt t="4697" x="1352550" y="5797550"/>
          <p14:tracePt t="4713" x="1320800" y="5803900"/>
          <p14:tracePt t="4731" x="1282700" y="5803900"/>
          <p14:tracePt t="4746" x="1244600" y="5810250"/>
          <p14:tracePt t="4763" x="1225550" y="5810250"/>
          <p14:tracePt t="4780" x="1206500" y="5816600"/>
          <p14:tracePt t="4796" x="1200150" y="5816600"/>
          <p14:tracePt t="4813" x="1193800" y="5816600"/>
          <p14:tracePt t="4830" x="1187450" y="5816600"/>
          <p14:tracePt t="4846" x="1181100" y="5822950"/>
          <p14:tracePt t="4880" x="1174750" y="5829300"/>
          <p14:tracePt t="4907" x="1168400" y="5829300"/>
          <p14:tracePt t="4970" x="1168400" y="5835650"/>
          <p14:tracePt t="5026" x="1168400" y="5842000"/>
          <p14:tracePt t="5124" x="1162050" y="5842000"/>
          <p14:tracePt t="5147" x="1155700" y="5848350"/>
          <p14:tracePt t="5167" x="1155700" y="5861050"/>
          <p14:tracePt t="5188" x="1149350" y="5867400"/>
          <p14:tracePt t="5196" x="1143000" y="5867400"/>
          <p14:tracePt t="5209" x="1136650" y="5873750"/>
          <p14:tracePt t="5216" x="1130300" y="5880100"/>
          <p14:tracePt t="5231" x="1123950" y="5886450"/>
          <p14:tracePt t="5245" x="1117600" y="5899150"/>
          <p14:tracePt t="5262" x="1085850" y="5911850"/>
          <p14:tracePt t="5279" x="1060450" y="5930900"/>
          <p14:tracePt t="5295" x="1047750" y="5943600"/>
          <p14:tracePt t="5311" x="1028700" y="5956300"/>
          <p14:tracePt t="5328" x="1022350" y="5962650"/>
          <p14:tracePt t="5345" x="1016000" y="5962650"/>
          <p14:tracePt t="5361" x="1016000" y="5969000"/>
          <p14:tracePt t="5399" x="1009650" y="5975350"/>
          <p14:tracePt t="5496" x="1022350" y="5975350"/>
          <p14:tracePt t="5532" x="1028700" y="5975350"/>
          <p14:tracePt t="5539" x="1041400" y="5975350"/>
          <p14:tracePt t="5547" x="1054100" y="5975350"/>
          <p14:tracePt t="5562" x="1073150" y="5969000"/>
          <p14:tracePt t="5577" x="1098550" y="5962650"/>
          <p14:tracePt t="5594" x="1162050" y="5962650"/>
          <p14:tracePt t="5610" x="1231900" y="5949950"/>
          <p14:tracePt t="5627" x="1276350" y="5949950"/>
          <p14:tracePt t="5644" x="1352550" y="5937250"/>
          <p14:tracePt t="5660" x="1416050" y="5937250"/>
          <p14:tracePt t="5677" x="1454150" y="5937250"/>
          <p14:tracePt t="5694" x="1511300" y="5930900"/>
          <p14:tracePt t="5710" x="1568450" y="5930900"/>
          <p14:tracePt t="5727" x="1606550" y="5930900"/>
          <p14:tracePt t="5743" x="1657350" y="5924550"/>
          <p14:tracePt t="5760" x="1708150" y="5924550"/>
          <p14:tracePt t="5777" x="1727200" y="5924550"/>
          <p14:tracePt t="5793" x="1771650" y="5924550"/>
          <p14:tracePt t="5810" x="1790700" y="5924550"/>
          <p14:tracePt t="5827" x="1841500" y="5924550"/>
          <p14:tracePt t="5843" x="1866900" y="5924550"/>
          <p14:tracePt t="5859" x="1892300" y="5924550"/>
          <p14:tracePt t="5876" x="1943100" y="5924550"/>
          <p14:tracePt t="5893" x="2000250" y="5918200"/>
          <p14:tracePt t="5909" x="2025650" y="5918200"/>
          <p14:tracePt t="5926" x="2076450" y="5911850"/>
          <p14:tracePt t="5942" x="2108200" y="5911850"/>
          <p14:tracePt t="5960" x="2159000" y="5911850"/>
          <p14:tracePt t="5976" x="2171700" y="5911850"/>
          <p14:tracePt t="5993" x="2209800" y="5911850"/>
          <p14:tracePt t="6009" x="2247900" y="5911850"/>
          <p14:tracePt t="6026" x="2266950" y="5899150"/>
          <p14:tracePt t="6043" x="2279650" y="5899150"/>
          <p14:tracePt t="6059" x="2355850" y="5886450"/>
          <p14:tracePt t="6076" x="2374900" y="5886450"/>
          <p14:tracePt t="6092" x="2406650" y="5886450"/>
          <p14:tracePt t="6109" x="2476500" y="5873750"/>
          <p14:tracePt t="6125" x="2489200" y="5873750"/>
          <p14:tracePt t="6143" x="2540000" y="5873750"/>
          <p14:tracePt t="6159" x="2565400" y="5873750"/>
          <p14:tracePt t="6175" x="2616200" y="5867400"/>
          <p14:tracePt t="6193" x="2660650" y="5867400"/>
          <p14:tracePt t="6208" x="2692400" y="5867400"/>
          <p14:tracePt t="6225" x="2724150" y="5867400"/>
          <p14:tracePt t="6242" x="2762250" y="5873750"/>
          <p14:tracePt t="6258" x="2794000" y="5873750"/>
          <p14:tracePt t="6274" x="2819400" y="5873750"/>
          <p14:tracePt t="6291" x="2870200" y="5873750"/>
          <p14:tracePt t="6308" x="2921000" y="5867400"/>
          <p14:tracePt t="6325" x="2959100" y="5867400"/>
          <p14:tracePt t="6341" x="2971800" y="5867400"/>
          <p14:tracePt t="6358" x="2990850" y="5867400"/>
          <p14:tracePt t="6375" x="3003550" y="5867400"/>
          <p14:tracePt t="6391" x="3022600" y="5867400"/>
          <p14:tracePt t="6408" x="3028950" y="5873750"/>
          <p14:tracePt t="6424" x="3048000" y="5873750"/>
          <p14:tracePt t="6458" x="3067050" y="5873750"/>
          <p14:tracePt t="6474" x="3079750" y="5873750"/>
          <p14:tracePt t="6491" x="3092450" y="5873750"/>
          <p14:tracePt t="6508" x="3117850" y="5867400"/>
          <p14:tracePt t="6524" x="3168650" y="5861050"/>
          <p14:tracePt t="6541" x="3194050" y="5861050"/>
          <p14:tracePt t="6544" x="3225800" y="5848350"/>
          <p14:tracePt t="6557" x="3263900" y="5842000"/>
          <p14:tracePt t="6574" x="3359150" y="5822950"/>
          <p14:tracePt t="6591" x="3403600" y="5816600"/>
          <p14:tracePt t="6607" x="3467100" y="5810250"/>
          <p14:tracePt t="6623" x="3543300" y="5791200"/>
          <p14:tracePt t="6640" x="3568700" y="5791200"/>
          <p14:tracePt t="6657" x="3625850" y="5784850"/>
          <p14:tracePt t="6673" x="3644900" y="5778500"/>
          <p14:tracePt t="6691" x="3683000" y="5772150"/>
          <p14:tracePt t="6706" x="3695700" y="5772150"/>
          <p14:tracePt t="6723" x="3695700" y="5765800"/>
          <p14:tracePt t="6740" x="3702050" y="5765800"/>
          <p14:tracePt t="6796" x="3702050" y="5759450"/>
          <p14:tracePt t="6853" x="3695700" y="5759450"/>
          <p14:tracePt t="6880" x="3689350" y="5759450"/>
          <p14:tracePt t="7175" x="3702050" y="5765800"/>
          <p14:tracePt t="7190" x="3733800" y="5772150"/>
          <p14:tracePt t="7196" x="3765550" y="5772150"/>
          <p14:tracePt t="7210" x="3816350" y="5772150"/>
          <p14:tracePt t="7221" x="3879850" y="5772150"/>
          <p14:tracePt t="7239" x="4057650" y="5784850"/>
          <p14:tracePt t="7254" x="4286250" y="5791200"/>
          <p14:tracePt t="7271" x="4413250" y="5803900"/>
          <p14:tracePt t="7288" x="4692650" y="5822950"/>
          <p14:tracePt t="7305" x="4832350" y="5835650"/>
          <p14:tracePt t="7322" x="5073650" y="5835650"/>
          <p14:tracePt t="7338" x="5289550" y="5854700"/>
          <p14:tracePt t="7354" x="5365750" y="5854700"/>
          <p14:tracePt t="7372" x="5581650" y="5842000"/>
          <p14:tracePt t="7387" x="5651500" y="5835650"/>
          <p14:tracePt t="7404" x="5702300" y="5822950"/>
          <p14:tracePt t="7421" x="5784850" y="5822950"/>
          <p14:tracePt t="7437" x="5861050" y="5816600"/>
          <p14:tracePt t="7454" x="5905500" y="5816600"/>
          <p14:tracePt t="7471" x="5994400" y="5816600"/>
          <p14:tracePt t="7487" x="6064250" y="5810250"/>
          <p14:tracePt t="7504" x="6089650" y="5803900"/>
          <p14:tracePt t="7520" x="6134100" y="5803900"/>
          <p14:tracePt t="7537" x="6165850" y="5797550"/>
          <p14:tracePt t="7555" x="6184900" y="5791200"/>
          <p14:tracePt t="7571" x="6191250" y="5791200"/>
          <p14:tracePt t="7587" x="6197600" y="5791200"/>
          <p14:tracePt t="7604" x="6210300" y="5791200"/>
          <p14:tracePt t="7620" x="6216650" y="5791200"/>
          <p14:tracePt t="7637" x="6229350" y="5784850"/>
          <p14:tracePt t="7654" x="6235700" y="5784850"/>
          <p14:tracePt t="7730" x="6229350" y="5784850"/>
          <p14:tracePt t="7737" x="6216650" y="5784850"/>
          <p14:tracePt t="7744" x="6210300" y="5784850"/>
          <p14:tracePt t="7758" x="6197600" y="5784850"/>
          <p14:tracePt t="7769" x="6172200" y="5784850"/>
          <p14:tracePt t="7786" x="6083300" y="5784850"/>
          <p14:tracePt t="7803" x="5994400" y="5784850"/>
          <p14:tracePt t="7819" x="5753100" y="5797550"/>
          <p14:tracePt t="7837" x="5365750" y="5810250"/>
          <p14:tracePt t="7853" x="5111750" y="5810250"/>
          <p14:tracePt t="7870" x="4540250" y="5810250"/>
          <p14:tracePt t="7886" x="3994150" y="5810250"/>
          <p14:tracePt t="7902" x="3733800" y="5810250"/>
          <p14:tracePt t="7920" x="3340100" y="5822950"/>
          <p14:tracePt t="7936" x="3181350" y="5822950"/>
          <p14:tracePt t="7952" x="2914650" y="5854700"/>
          <p14:tracePt t="7969" x="2717800" y="5886450"/>
          <p14:tracePt t="7985" x="2654300" y="5892800"/>
          <p14:tracePt t="8002" x="2546350" y="5911850"/>
          <p14:tracePt t="8019" x="2495550" y="5918200"/>
          <p14:tracePt t="8035" x="2476500" y="5924550"/>
          <p14:tracePt t="8052" x="2463800" y="5930900"/>
          <p14:tracePt t="8068" x="2457450" y="5930900"/>
          <p14:tracePt t="8088" x="2457450" y="5924550"/>
          <p14:tracePt t="8116" x="2451100" y="5924550"/>
          <p14:tracePt t="8130" x="2444750" y="5924550"/>
          <p14:tracePt t="8138" x="2432050" y="5924550"/>
          <p14:tracePt t="8151" x="2419350" y="5924550"/>
          <p14:tracePt t="8168" x="2381250" y="5924550"/>
          <p14:tracePt t="8185" x="2349500" y="5924550"/>
          <p14:tracePt t="8202" x="2292350" y="5924550"/>
          <p14:tracePt t="8218" x="2216150" y="5918200"/>
          <p14:tracePt t="8235" x="2120900" y="5918200"/>
          <p14:tracePt t="8251" x="2082800" y="5918200"/>
          <p14:tracePt t="8268" x="2044700" y="5918200"/>
          <p14:tracePt t="8285" x="1936750" y="5930900"/>
          <p14:tracePt t="8301" x="1905000" y="5937250"/>
          <p14:tracePt t="8318" x="1873250" y="5943600"/>
          <p14:tracePt t="8335" x="1816100" y="5956300"/>
          <p14:tracePt t="8351" x="1778000" y="5962650"/>
          <p14:tracePt t="8367" x="1746250" y="5962650"/>
          <p14:tracePt t="8384" x="1708150" y="5962650"/>
          <p14:tracePt t="8401" x="1682750" y="5962650"/>
          <p14:tracePt t="8418" x="1670050" y="5962650"/>
          <p14:tracePt t="8434" x="1663700" y="5962650"/>
          <p14:tracePt t="8450" x="1663700" y="5956300"/>
          <p14:tracePt t="8510" x="1657350" y="5962650"/>
          <p14:tracePt t="8518" x="1657350" y="5969000"/>
          <p14:tracePt t="8530" x="1657350" y="5975350"/>
          <p14:tracePt t="8850" x="1676400" y="5975350"/>
          <p14:tracePt t="8857" x="1714500" y="5969000"/>
          <p14:tracePt t="8871" x="1752600" y="5956300"/>
          <p14:tracePt t="8882" x="1822450" y="5956300"/>
          <p14:tracePt t="8899" x="1962150" y="5956300"/>
          <p14:tracePt t="8915" x="2038350" y="5956300"/>
          <p14:tracePt t="8932" x="2114550" y="5956300"/>
          <p14:tracePt t="8949" x="2241550" y="5949950"/>
          <p14:tracePt t="8965" x="2292350" y="5949950"/>
          <p14:tracePt t="8983" x="2349500" y="5949950"/>
          <p14:tracePt t="8999" x="2362200" y="5943600"/>
          <p14:tracePt t="9015" x="2368550" y="5943600"/>
          <p14:tracePt t="9032" x="2374900" y="5937250"/>
          <p14:tracePt t="9065" x="2368550" y="5949950"/>
          <p14:tracePt t="11128" x="2425700" y="5930900"/>
          <p14:tracePt t="11143" x="2514600" y="5892800"/>
          <p14:tracePt t="11149" x="2597150" y="5873750"/>
          <p14:tracePt t="11163" x="2667000" y="5842000"/>
          <p14:tracePt t="11174" x="2724150" y="5803900"/>
          <p14:tracePt t="11192" x="2787650" y="5772150"/>
          <p14:tracePt t="11208" x="2851150" y="5734050"/>
          <p14:tracePt t="11224" x="2882900" y="5695950"/>
          <p14:tracePt t="11241" x="2971800" y="5651500"/>
          <p14:tracePt t="11257" x="3060700" y="5613400"/>
          <p14:tracePt t="11275" x="3149600" y="5556250"/>
          <p14:tracePt t="11290" x="3187700" y="5537200"/>
          <p14:tracePt t="11307" x="3213100" y="5524500"/>
          <p14:tracePt t="11324" x="3263900" y="5499100"/>
          <p14:tracePt t="11341" x="3276600" y="5492750"/>
          <p14:tracePt t="11358" x="3302000" y="5473700"/>
          <p14:tracePt t="11374" x="3308350" y="5473700"/>
          <p14:tracePt t="11390" x="3321050" y="5473700"/>
          <p14:tracePt t="11407" x="3327400" y="5467350"/>
          <p14:tracePt t="11423" x="3333750" y="5461000"/>
          <p14:tracePt t="11440" x="3333750" y="5454650"/>
          <p14:tracePt t="11458" x="3340100" y="5441950"/>
          <p14:tracePt t="11473" x="3340100" y="5435600"/>
          <p14:tracePt t="11490" x="3346450" y="5435600"/>
          <p14:tracePt t="11508" x="3346450" y="5429250"/>
          <p14:tracePt t="11523" x="3346450" y="5416550"/>
          <p14:tracePt t="11540" x="3346450" y="5410200"/>
          <p14:tracePt t="11556" x="3346450" y="5384800"/>
          <p14:tracePt t="11573" x="3346450" y="5365750"/>
          <p14:tracePt t="11590" x="3346450" y="5340350"/>
          <p14:tracePt t="11606" x="3314700" y="5187950"/>
          <p14:tracePt t="11623" x="3295650" y="5073650"/>
          <p14:tracePt t="11640" x="3219450" y="4699000"/>
          <p14:tracePt t="11656" x="3054350" y="4032250"/>
          <p14:tracePt t="11673" x="2952750" y="3670300"/>
          <p14:tracePt t="11690" x="2679700" y="2838450"/>
          <p14:tracePt t="11706" x="2330450" y="1974850"/>
          <p14:tracePt t="11722" x="2146300" y="1549400"/>
          <p14:tracePt t="11740" x="1663700" y="666750"/>
          <p14:tracePt t="11756" x="1562100" y="533400"/>
          <p14:tracePt t="11773" x="1460500" y="368300"/>
          <p14:tracePt t="11789" x="1409700" y="292100"/>
          <p14:tracePt t="11805" x="1403350" y="260350"/>
          <p14:tracePt t="12110" x="1428750" y="254000"/>
          <p14:tracePt t="12116" x="1466850" y="254000"/>
          <p14:tracePt t="12131" x="1504950" y="247650"/>
          <p14:tracePt t="12141" x="1549400" y="247650"/>
          <p14:tracePt t="12154" x="1574800" y="241300"/>
          <p14:tracePt t="12171" x="1612900" y="241300"/>
          <p14:tracePt t="12188" x="1676400" y="228600"/>
          <p14:tracePt t="12204" x="1701800" y="222250"/>
          <p14:tracePt t="12221" x="1720850" y="215900"/>
          <p14:tracePt t="12237" x="1758950" y="209550"/>
          <p14:tracePt t="12254" x="1771650" y="209550"/>
          <p14:tracePt t="12271" x="1784350" y="209550"/>
          <p14:tracePt t="12306" x="1790700" y="209550"/>
          <p14:tracePt t="12363" x="1797050" y="209550"/>
          <p14:tracePt t="12432" x="1803400" y="209550"/>
          <p14:tracePt t="12461" x="1809750" y="209550"/>
          <p14:tracePt t="12468" x="1816100" y="209550"/>
          <p14:tracePt t="12496" x="1822450" y="209550"/>
          <p14:tracePt t="12517" x="1835150" y="209550"/>
          <p14:tracePt t="12524" x="1841500" y="215900"/>
          <p14:tracePt t="12536" x="1854200" y="215900"/>
          <p14:tracePt t="12553" x="1885950" y="215900"/>
          <p14:tracePt t="12570" x="1898650" y="215900"/>
          <p14:tracePt t="12587" x="1936750" y="215900"/>
          <p14:tracePt t="12603" x="1968500" y="215900"/>
          <p14:tracePt t="12619" x="1981200" y="215900"/>
          <p14:tracePt t="12637" x="2000250" y="215900"/>
          <p14:tracePt t="12653" x="2019300" y="215900"/>
          <p14:tracePt t="12679" x="2025650" y="215900"/>
          <p14:tracePt t="13386" x="2032000" y="215900"/>
          <p14:tracePt t="13393" x="2032000" y="222250"/>
          <p14:tracePt t="13407" x="2032000" y="228600"/>
          <p14:tracePt t="13416" x="2032000" y="234950"/>
          <p14:tracePt t="13492" x="2032000" y="241300"/>
          <p14:tracePt t="13583" x="2032000" y="247650"/>
          <p14:tracePt t="13597" x="2032000" y="254000"/>
          <p14:tracePt t="13618" x="2038350" y="266700"/>
          <p14:tracePt t="13624" x="2044700" y="279400"/>
          <p14:tracePt t="13634" x="2051050" y="304800"/>
          <p14:tracePt t="13649" x="2063750" y="330200"/>
          <p14:tracePt t="13667" x="2089150" y="438150"/>
          <p14:tracePt t="13682" x="2108200" y="533400"/>
          <p14:tracePt t="13699" x="2171700" y="749300"/>
          <p14:tracePt t="13716" x="2203450" y="882650"/>
          <p14:tracePt t="13732" x="2311400" y="1276350"/>
          <p14:tracePt t="13748" x="2368550" y="1511300"/>
          <p14:tracePt t="13766" x="2603500" y="2336800"/>
          <p14:tracePt t="13782" x="2673350" y="2571750"/>
          <p14:tracePt t="13799" x="2774950" y="3003550"/>
          <p14:tracePt t="13815" x="2838450" y="3378200"/>
          <p14:tracePt t="13832" x="2863850" y="3549650"/>
          <p14:tracePt t="13849" x="2895600" y="3790950"/>
          <p14:tracePt t="13865" x="2927350" y="4032250"/>
          <p14:tracePt t="13882" x="2933700" y="4146550"/>
          <p14:tracePt t="13899" x="2946400" y="4349750"/>
          <p14:tracePt t="13915" x="2978150" y="4527550"/>
          <p14:tracePt t="13932" x="2997200" y="4610100"/>
          <p14:tracePt t="13948" x="3016250" y="4743450"/>
          <p14:tracePt t="13965" x="3022600" y="4806950"/>
          <p14:tracePt t="13983" x="3048000" y="4914900"/>
          <p14:tracePt t="13998" x="3092450" y="5073650"/>
          <p14:tracePt t="14015" x="3105150" y="5124450"/>
          <p14:tracePt t="14032" x="3181350" y="5308600"/>
          <p14:tracePt t="14047" x="3194050" y="5372100"/>
          <p14:tracePt t="14065" x="3213100" y="5429250"/>
          <p14:tracePt t="14081" x="3251200" y="5575300"/>
          <p14:tracePt t="14098" x="3289300" y="5753100"/>
          <p14:tracePt t="14114" x="3302000" y="5835650"/>
          <p14:tracePt t="14131" x="3321050" y="5962650"/>
          <p14:tracePt t="14147" x="3333750" y="6045200"/>
          <p14:tracePt t="14165" x="3346450" y="6089650"/>
          <p14:tracePt t="14168" x="3346450" y="6102350"/>
          <p14:tracePt t="14181" x="3346450" y="6115050"/>
          <p14:tracePt t="14397" x="3340100" y="6108700"/>
          <p14:tracePt t="14404" x="3340100" y="6102350"/>
          <p14:tracePt t="14418" x="3340100" y="6096000"/>
          <p14:tracePt t="14429" x="3333750" y="6083300"/>
          <p14:tracePt t="14446" x="3321050" y="6045200"/>
          <p14:tracePt t="14463" x="3314700" y="6013450"/>
          <p14:tracePt t="14480" x="3282950" y="5892800"/>
          <p14:tracePt t="14496" x="3257550" y="5803900"/>
          <p14:tracePt t="14513" x="3200400" y="5518150"/>
          <p14:tracePt t="14531" x="3086100" y="4940300"/>
          <p14:tracePt t="14546" x="3022600" y="4584700"/>
          <p14:tracePt t="14563" x="2825750" y="3771900"/>
          <p14:tracePt t="14580" x="2654300" y="3003550"/>
          <p14:tracePt t="14596" x="2565400" y="2647950"/>
          <p14:tracePt t="14613" x="2419350" y="2032000"/>
          <p14:tracePt t="14630" x="2317750" y="1555750"/>
          <p14:tracePt t="14646" x="2292350" y="1333500"/>
          <p14:tracePt t="14663" x="2260600" y="1206500"/>
          <p14:tracePt t="14679" x="2228850" y="996950"/>
          <p14:tracePt t="14696" x="2216150" y="933450"/>
          <p14:tracePt t="14713" x="2197100" y="800100"/>
          <p14:tracePt t="14729" x="2190750" y="749300"/>
          <p14:tracePt t="14745" x="2184400" y="666750"/>
          <p14:tracePt t="14762" x="2171700" y="577850"/>
          <p14:tracePt t="14779" x="2171700" y="508000"/>
          <p14:tracePt t="14795" x="2171700" y="469900"/>
          <p14:tracePt t="14812" x="2190750" y="400050"/>
          <p14:tracePt t="14828" x="2197100" y="342900"/>
          <p14:tracePt t="14846" x="2216150" y="311150"/>
          <p14:tracePt t="14861" x="2235200" y="260350"/>
          <p14:tracePt t="14878" x="2254250" y="241300"/>
          <p14:tracePt t="14896" x="2292350" y="158750"/>
          <p14:tracePt t="14912" x="2311400" y="133350"/>
          <p14:tracePt t="14928" x="2324100" y="114300"/>
          <p14:tracePt t="14945" x="2343150" y="88900"/>
          <p14:tracePt t="14961" x="2362200" y="57150"/>
          <p14:tracePt t="14978" x="2368550" y="57150"/>
          <p14:tracePt t="14995" x="2387600" y="44450"/>
          <p14:tracePt t="15011" x="2393950" y="38100"/>
          <p14:tracePt t="15044" x="2406650" y="31750"/>
          <p14:tracePt t="15071" x="2413000" y="31750"/>
          <p14:tracePt t="15080" x="2419350" y="38100"/>
          <p14:tracePt t="15094" x="2425700" y="38100"/>
          <p14:tracePt t="15111" x="2432050" y="38100"/>
          <p14:tracePt t="15127" x="2457450" y="38100"/>
          <p14:tracePt t="15144" x="2463800" y="38100"/>
          <p14:tracePt t="15161" x="2514600" y="44450"/>
          <p14:tracePt t="15178" x="2609850" y="50800"/>
          <p14:tracePt t="15194" x="2660650" y="50800"/>
          <p14:tracePt t="15211" x="2774950" y="50800"/>
          <p14:tracePt t="15227" x="2870200" y="63500"/>
          <p14:tracePt t="15244" x="2895600" y="63500"/>
          <p14:tracePt t="15261" x="2959100" y="63500"/>
          <p14:tracePt t="15277" x="2965450" y="63500"/>
          <p14:tracePt t="15331" x="2952750" y="63500"/>
          <p14:tracePt t="15338" x="2940050" y="69850"/>
          <p14:tracePt t="15352" x="2927350" y="76200"/>
          <p14:tracePt t="15360" x="2908300" y="88900"/>
          <p14:tracePt t="15376" x="2863850" y="101600"/>
          <p14:tracePt t="15394" x="2781300" y="127000"/>
          <p14:tracePt t="15410" x="2711450" y="146050"/>
          <p14:tracePt t="15426" x="2609850" y="165100"/>
          <p14:tracePt t="15443" x="2514600" y="177800"/>
          <p14:tracePt t="15460" x="2457450" y="177800"/>
          <p14:tracePt t="15476" x="2444750" y="177800"/>
          <p14:tracePt t="15493" x="2432050" y="177800"/>
          <p14:tracePt t="15549" x="2438400" y="177800"/>
          <p14:tracePt t="15563" x="2444750" y="177800"/>
          <p14:tracePt t="15570" x="2463800" y="171450"/>
          <p14:tracePt t="15584" x="2482850" y="171450"/>
          <p14:tracePt t="15598" x="2514600" y="171450"/>
          <p14:tracePt t="15609" x="2559050" y="171450"/>
          <p14:tracePt t="15627" x="2717800" y="165100"/>
          <p14:tracePt t="15643" x="2895600" y="165100"/>
          <p14:tracePt t="15659" x="2984500" y="158750"/>
          <p14:tracePt t="15676" x="3124200" y="152400"/>
          <p14:tracePt t="15692" x="3219450" y="139700"/>
          <p14:tracePt t="15709" x="3238500" y="133350"/>
          <p14:tracePt t="15713" x="3251200" y="133350"/>
          <p14:tracePt t="15745" x="3251200" y="127000"/>
          <p14:tracePt t="15773" x="3251200" y="120650"/>
          <p14:tracePt t="15780" x="3244850" y="120650"/>
          <p14:tracePt t="15795" x="3232150" y="120650"/>
          <p14:tracePt t="15809" x="3187700" y="114300"/>
          <p14:tracePt t="15825" x="3162300" y="114300"/>
          <p14:tracePt t="15842" x="3124200" y="107950"/>
          <p14:tracePt t="15858" x="2990850" y="95250"/>
          <p14:tracePt t="15876" x="2813050" y="82550"/>
          <p14:tracePt t="15893" x="2647950" y="76200"/>
          <p14:tracePt t="15908" x="2571750" y="76200"/>
          <p14:tracePt t="15925" x="2457450" y="76200"/>
          <p14:tracePt t="15942" x="2406650" y="76200"/>
          <p14:tracePt t="15958" x="2393950" y="76200"/>
          <p14:tracePt t="15974" x="2381250" y="76200"/>
          <p14:tracePt t="16040" x="2387600" y="76200"/>
          <p14:tracePt t="16054" x="2400300" y="76200"/>
          <p14:tracePt t="16061" x="2419350" y="76200"/>
          <p14:tracePt t="16077" x="2438400" y="76200"/>
          <p14:tracePt t="16091" x="2463800" y="76200"/>
          <p14:tracePt t="16107" x="2565400" y="76200"/>
          <p14:tracePt t="16125" x="2730500" y="82550"/>
          <p14:tracePt t="16141" x="2819400" y="82550"/>
          <p14:tracePt t="16157" x="2984500" y="82550"/>
          <p14:tracePt t="16174" x="3073400" y="82550"/>
          <p14:tracePt t="16190" x="3105150" y="82550"/>
          <p14:tracePt t="16207" x="3124200" y="82550"/>
          <p14:tracePt t="16223" x="3130550" y="82550"/>
          <p14:tracePt t="16265" x="3124200" y="82550"/>
          <p14:tracePt t="16272" x="3111500" y="88900"/>
          <p14:tracePt t="16286" x="3092450" y="95250"/>
          <p14:tracePt t="16293" x="3060700" y="107950"/>
          <p14:tracePt t="16309" x="3022600" y="114300"/>
          <p14:tracePt t="16323" x="2889250" y="133350"/>
          <p14:tracePt t="16340" x="2800350" y="139700"/>
          <p14:tracePt t="16357" x="2654300" y="158750"/>
          <p14:tracePt t="16373" x="2533650" y="177800"/>
          <p14:tracePt t="16390" x="2508250" y="177800"/>
          <p14:tracePt t="16406" x="2463800" y="177800"/>
          <p14:tracePt t="16426" x="2457450" y="184150"/>
          <p14:tracePt t="16461" x="2463800" y="184150"/>
          <p14:tracePt t="16483" x="2482850" y="184150"/>
          <p14:tracePt t="16497" x="2514600" y="184150"/>
          <p14:tracePt t="16511" x="2540000" y="184150"/>
          <p14:tracePt t="16517" x="2590800" y="184150"/>
          <p14:tracePt t="16526" x="2667000" y="196850"/>
          <p14:tracePt t="16540" x="2755900" y="196850"/>
          <p14:tracePt t="16556" x="2933700" y="203200"/>
          <p14:tracePt t="16573" x="3022600" y="203200"/>
          <p14:tracePt t="16589" x="3168650" y="190500"/>
          <p14:tracePt t="16606" x="3257550" y="184150"/>
          <p14:tracePt t="16623" x="3302000" y="171450"/>
          <p14:tracePt t="16639" x="3314700" y="171450"/>
          <p14:tracePt t="16672" x="3314700" y="165100"/>
          <p14:tracePt t="16693" x="3314700" y="158750"/>
          <p14:tracePt t="16714" x="3308350" y="165100"/>
          <p14:tracePt t="16722" x="3308350" y="171450"/>
          <p14:tracePt t="16738" x="3302000" y="177800"/>
          <p14:tracePt t="16755" x="3289300" y="177800"/>
          <p14:tracePt t="16772" x="3276600" y="177800"/>
          <p14:tracePt t="17006" x="3225800" y="177800"/>
          <p14:tracePt t="17013" x="3162300" y="196850"/>
          <p14:tracePt t="17028" x="3092450" y="209550"/>
          <p14:tracePt t="17037" x="3028950" y="215900"/>
          <p14:tracePt t="17054" x="2952750" y="228600"/>
          <p14:tracePt t="17071" x="2825750" y="228600"/>
          <p14:tracePt t="17087" x="2743200" y="228600"/>
          <p14:tracePt t="17104" x="2711450" y="215900"/>
          <p14:tracePt t="17120" x="2673350" y="209550"/>
          <p14:tracePt t="17137" x="2641600" y="209550"/>
          <p14:tracePt t="17154" x="2616200" y="209550"/>
          <p14:tracePt t="17171" x="2603500" y="209550"/>
          <p14:tracePt t="17188" x="2590800" y="209550"/>
          <p14:tracePt t="17206" x="2584450" y="209550"/>
          <p14:tracePt t="17288" x="2584450" y="215900"/>
          <p14:tracePt t="17295" x="2584450" y="222250"/>
          <p14:tracePt t="17323" x="2597150" y="222250"/>
          <p14:tracePt t="17338" x="2609850" y="222250"/>
          <p14:tracePt t="17344" x="2622550" y="222250"/>
          <p14:tracePt t="17358" x="2647950" y="222250"/>
          <p14:tracePt t="17369" x="2679700" y="222250"/>
          <p14:tracePt t="17386" x="2794000" y="203200"/>
          <p14:tracePt t="17403" x="2857500" y="203200"/>
          <p14:tracePt t="17420" x="2984500" y="184150"/>
          <p14:tracePt t="17436" x="3067050" y="165100"/>
          <p14:tracePt t="17453" x="3098800" y="165100"/>
          <p14:tracePt t="17470" x="3124200" y="158750"/>
          <p14:tracePt t="17486" x="3130550" y="158750"/>
          <p14:tracePt t="17527" x="3124200" y="158750"/>
          <p14:tracePt t="17535" x="3111500" y="158750"/>
          <p14:tracePt t="17552" x="3092450" y="158750"/>
          <p14:tracePt t="17569" x="3022600" y="152400"/>
          <p14:tracePt t="17586" x="2971800" y="152400"/>
          <p14:tracePt t="17602" x="2832100" y="146050"/>
          <p14:tracePt t="17619" x="2673350" y="127000"/>
          <p14:tracePt t="17635" x="2597150" y="114300"/>
          <p14:tracePt t="17653" x="2482850" y="114300"/>
          <p14:tracePt t="17669" x="2406650" y="114300"/>
          <p14:tracePt t="17685" x="2381250" y="114300"/>
          <p14:tracePt t="17702" x="2368550" y="120650"/>
          <p14:tracePt t="17720" x="2355850" y="120650"/>
          <p14:tracePt t="17752" x="2355850" y="127000"/>
          <p14:tracePt t="17768" x="2355850" y="133350"/>
          <p14:tracePt t="17784" x="2362200" y="133350"/>
          <p14:tracePt t="17801" x="2400300" y="139700"/>
          <p14:tracePt t="17818" x="2501900" y="146050"/>
          <p14:tracePt t="17836" x="2717800" y="158750"/>
          <p14:tracePt t="17851" x="2844800" y="171450"/>
          <p14:tracePt t="17868" x="2984500" y="171450"/>
          <p14:tracePt t="17885" x="3378200" y="165100"/>
          <p14:tracePt t="17901" x="3454400" y="152400"/>
          <p14:tracePt t="17918" x="3517900" y="152400"/>
          <p14:tracePt t="17934" x="3587750" y="139700"/>
          <p14:tracePt t="17951" x="3613150" y="133350"/>
          <p14:tracePt t="17968" x="3619500" y="133350"/>
          <p14:tracePt t="18001" x="3619500" y="127000"/>
          <p14:tracePt t="18020" x="3613150" y="120650"/>
          <p14:tracePt t="18034" x="3606800" y="120650"/>
          <p14:tracePt t="18051" x="3600450" y="127000"/>
          <p14:tracePt t="18068" x="3600450" y="133350"/>
          <p14:tracePt t="18509" x="3581400" y="146050"/>
          <p14:tracePt t="18517" x="3549650" y="152400"/>
          <p14:tracePt t="18530" x="3517900" y="177800"/>
          <p14:tracePt t="18538" x="3473450" y="190500"/>
          <p14:tracePt t="18552" x="3416300" y="209550"/>
          <p14:tracePt t="18566" x="3378200" y="228600"/>
          <p14:tracePt t="18582" x="3251200" y="273050"/>
          <p14:tracePt t="18599" x="3181350" y="317500"/>
          <p14:tracePt t="18615" x="3035300" y="393700"/>
          <p14:tracePt t="18632" x="2908300" y="463550"/>
          <p14:tracePt t="18650" x="2863850" y="508000"/>
          <p14:tracePt t="18665" x="2762250" y="647700"/>
          <p14:tracePt t="18682" x="2711450" y="869950"/>
          <p14:tracePt t="18699" x="2686050" y="1168400"/>
          <p14:tracePt t="18715" x="2692400" y="1384300"/>
          <p14:tracePt t="18732" x="2692400" y="1619250"/>
          <p14:tracePt t="18748" x="2787650" y="2139950"/>
          <p14:tracePt t="18765" x="2952750" y="2787650"/>
          <p14:tracePt t="18782" x="3041650" y="3048000"/>
          <p14:tracePt t="18798" x="3263900" y="3556000"/>
          <p14:tracePt t="18814" x="3327400" y="3644900"/>
          <p14:tracePt t="18832" x="3429000" y="3835400"/>
          <p14:tracePt t="18847" x="3498850" y="4006850"/>
          <p14:tracePt t="18865" x="3543300" y="4102100"/>
          <p14:tracePt t="18882" x="3556000" y="4152900"/>
          <p14:tracePt t="18898" x="3613150" y="4267200"/>
          <p14:tracePt t="18914" x="3651250" y="4368800"/>
          <p14:tracePt t="18932" x="3683000" y="4425950"/>
          <p14:tracePt t="18948" x="3689350" y="4445000"/>
          <p14:tracePt t="18964" x="3727450" y="4495800"/>
          <p14:tracePt t="18981" x="3784600" y="4476750"/>
          <p14:tracePt t="18997" x="3829050" y="4470400"/>
          <p14:tracePt t="19332" x="3784600" y="4508500"/>
          <p14:tracePt t="19339" x="3740150" y="4565650"/>
          <p14:tracePt t="19349" x="3676650" y="4641850"/>
          <p14:tracePt t="19363" x="3606800" y="4699000"/>
          <p14:tracePt t="19379" x="3473450" y="4832350"/>
          <p14:tracePt t="19396" x="3365500" y="4946650"/>
          <p14:tracePt t="19412" x="3308350" y="5010150"/>
          <p14:tracePt t="19430" x="3143250" y="5149850"/>
          <p14:tracePt t="19446" x="3098800" y="5213350"/>
          <p14:tracePt t="19462" x="3048000" y="5270500"/>
          <p14:tracePt t="19480" x="2908300" y="5467350"/>
          <p14:tracePt t="19496" x="2882900" y="5537200"/>
          <p14:tracePt t="19512" x="2851150" y="5588000"/>
          <p14:tracePt t="19529" x="2794000" y="5715000"/>
          <p14:tracePt t="19545" x="2749550" y="5835650"/>
          <p14:tracePt t="19562" x="2743200" y="5867400"/>
          <p14:tracePt t="19579" x="2724150" y="5918200"/>
          <p14:tracePt t="19595" x="2717800" y="5943600"/>
          <p14:tracePt t="19613" x="2717800" y="5956300"/>
          <p14:tracePt t="19676" x="2724150" y="5956300"/>
          <p14:tracePt t="19690" x="2730500" y="5956300"/>
          <p14:tracePt t="19713" x="2736850" y="5949950"/>
          <p14:tracePt t="19725" x="2743200" y="5937250"/>
          <p14:tracePt t="19732" x="2749550" y="5930900"/>
          <p14:tracePt t="19748" x="2755900" y="5924550"/>
          <p14:tracePt t="19761" x="2787650" y="5892800"/>
          <p14:tracePt t="19778" x="2800350" y="5880100"/>
          <p14:tracePt t="19796" x="2838450" y="5842000"/>
          <p14:tracePt t="19812" x="2857500" y="5822950"/>
          <p14:tracePt t="19828" x="2901950" y="5784850"/>
          <p14:tracePt t="19845" x="2933700" y="5746750"/>
          <p14:tracePt t="19862" x="2952750" y="5727700"/>
          <p14:tracePt t="19878" x="2978150" y="5702300"/>
          <p14:tracePt t="19895" x="3003550" y="5670550"/>
          <p14:tracePt t="19911" x="3009900" y="5670550"/>
          <p14:tracePt t="19928" x="3022600" y="5657850"/>
          <p14:tracePt t="19944" x="3028950" y="5651500"/>
          <p14:tracePt t="19961" x="3028950" y="5645150"/>
          <p14:tracePt t="19978" x="3035300" y="5638800"/>
          <p14:tracePt t="19994" x="3041650" y="5626100"/>
          <p14:tracePt t="20027" x="3054350" y="5613400"/>
          <p14:tracePt t="20044" x="3054350" y="5600700"/>
          <p14:tracePt t="20061" x="3060700" y="5594350"/>
          <p14:tracePt t="20077" x="3060700" y="5588000"/>
          <p14:tracePt t="20094" x="3067050" y="5588000"/>
          <p14:tracePt t="20111" x="3067050" y="5581650"/>
          <p14:tracePt t="20143" x="3067050" y="5575300"/>
          <p14:tracePt t="20161" x="3067050" y="5568950"/>
          <p14:tracePt t="20176" x="3067050" y="5562600"/>
          <p14:tracePt t="20196" x="3067050" y="5556250"/>
          <p14:tracePt t="20210" x="3067050" y="5549900"/>
          <p14:tracePt t="20238" x="3067050" y="5543550"/>
          <p14:tracePt t="20246" x="3067050" y="5537200"/>
          <p14:tracePt t="20260" x="3067050" y="5524500"/>
          <p14:tracePt t="20276" x="3067050" y="5499100"/>
          <p14:tracePt t="20295" x="3073400" y="5467350"/>
          <p14:tracePt t="20309" x="3073400" y="5448300"/>
          <p14:tracePt t="20326" x="3073400" y="5416550"/>
          <p14:tracePt t="20343" x="3073400" y="5372100"/>
          <p14:tracePt t="20359" x="3073400" y="5359400"/>
          <p14:tracePt t="20377" x="3086100" y="5340350"/>
          <p14:tracePt t="20393" x="3086100" y="5302250"/>
          <p14:tracePt t="20409" x="3086100" y="5295900"/>
          <p14:tracePt t="20442" x="3086100" y="5283200"/>
          <p14:tracePt t="20459" x="3086100" y="5276850"/>
          <p14:tracePt t="20568" x="3092450" y="5276850"/>
          <p14:tracePt t="20617" x="3092450" y="5283200"/>
          <p14:tracePt t="20638" x="3098800" y="5283200"/>
          <p14:tracePt t="20645" x="3105150" y="5289550"/>
          <p14:tracePt t="20666" x="3117850" y="5289550"/>
          <p14:tracePt t="20675" x="3124200" y="5289550"/>
          <p14:tracePt t="20691" x="3136900" y="5295900"/>
          <p14:tracePt t="20711" x="3149600" y="5295900"/>
          <p14:tracePt t="20725" x="3168650" y="5295900"/>
          <p14:tracePt t="20742" x="3219450" y="5295900"/>
          <p14:tracePt t="20758" x="3289300" y="5295900"/>
          <p14:tracePt t="20775" x="3314700" y="5295900"/>
          <p14:tracePt t="20792" x="3371850" y="5289550"/>
          <p14:tracePt t="20808" x="3416300" y="5283200"/>
          <p14:tracePt t="20824" x="3429000" y="5283200"/>
          <p14:tracePt t="20842" x="3441700" y="5276850"/>
          <p14:tracePt t="20857" x="3448050" y="5276850"/>
          <p14:tracePt t="20997" x="3441700" y="5276850"/>
          <p14:tracePt t="21095" x="3435350" y="5276850"/>
          <p14:tracePt t="21137" x="3429000" y="5276850"/>
          <p14:tracePt t="21235" x="3422650" y="5276850"/>
          <p14:tracePt t="21257" x="3416300" y="5276850"/>
          <p14:tracePt t="21278" x="3409950" y="5276850"/>
          <p14:tracePt t="21299" x="3403600" y="5276850"/>
          <p14:tracePt t="21307" x="3397250" y="5276850"/>
          <p14:tracePt t="21320" x="3384550" y="5283200"/>
          <p14:tracePt t="21326" x="3371850" y="5283200"/>
          <p14:tracePt t="21342" x="3352800" y="5289550"/>
          <p14:tracePt t="21355" x="3327400" y="5295900"/>
          <p14:tracePt t="21373" x="3263900" y="5314950"/>
          <p14:tracePt t="21391" x="3155950" y="5340350"/>
          <p14:tracePt t="21406" x="3098800" y="5359400"/>
          <p14:tracePt t="21422" x="2971800" y="5416550"/>
          <p14:tracePt t="21440" x="2838450" y="5473700"/>
          <p14:tracePt t="21455" x="2768600" y="5518150"/>
          <p14:tracePt t="21472" x="2641600" y="5581650"/>
          <p14:tracePt t="21489" x="2527300" y="5651500"/>
          <p14:tracePt t="21505" x="2482850" y="5683250"/>
          <p14:tracePt t="21523" x="2393950" y="5746750"/>
          <p14:tracePt t="21538" x="2324100" y="5810250"/>
          <p14:tracePt t="21555" x="2305050" y="5829300"/>
          <p14:tracePt t="21572" x="2279650" y="5861050"/>
          <p14:tracePt t="21588" x="2260600" y="5880100"/>
          <p14:tracePt t="21605" x="2254250" y="5886450"/>
          <p14:tracePt t="21622" x="2241550" y="5899150"/>
          <p14:tracePt t="21638" x="2241550" y="5905500"/>
          <p14:tracePt t="21655" x="2235200" y="5918200"/>
          <p14:tracePt t="21672" x="2228850" y="5924550"/>
          <p14:tracePt t="21688" x="2228850" y="5930900"/>
          <p14:tracePt t="21705" x="2228850" y="5943600"/>
          <p14:tracePt t="21738" x="2228850" y="5949950"/>
          <p14:tracePt t="21847" x="2228850" y="5956300"/>
          <p14:tracePt t="21868" x="2235200" y="5956300"/>
          <p14:tracePt t="21889" x="2241550" y="5956300"/>
          <p14:tracePt t="21903" x="2254250" y="5956300"/>
          <p14:tracePt t="21910" x="2260600" y="5956300"/>
          <p14:tracePt t="21924" x="2273300" y="5949950"/>
          <p14:tracePt t="21938" x="2311400" y="5930900"/>
          <p14:tracePt t="21954" x="2355850" y="5924550"/>
          <p14:tracePt t="21971" x="2406650" y="5905500"/>
          <p14:tracePt t="21987" x="2546350" y="5848350"/>
          <p14:tracePt t="22004" x="2717800" y="5765800"/>
          <p14:tracePt t="22020" x="2813050" y="5727700"/>
          <p14:tracePt t="22037" x="2984500" y="5645150"/>
          <p14:tracePt t="22053" x="3124200" y="5562600"/>
          <p14:tracePt t="22071" x="3225800" y="5499100"/>
          <p14:tracePt t="22087" x="3257550" y="5467350"/>
          <p14:tracePt t="22104" x="3314700" y="5429250"/>
          <p14:tracePt t="22121" x="3333750" y="5410200"/>
          <p14:tracePt t="22136" x="3346450" y="5410200"/>
          <p14:tracePt t="22153" x="3352800" y="5403850"/>
          <p14:tracePt t="22310" x="3346450" y="5403850"/>
          <p14:tracePt t="22591" x="3352800" y="5397500"/>
          <p14:tracePt t="22612" x="3352800" y="5391150"/>
          <p14:tracePt t="22625" x="3359150" y="5384800"/>
          <p14:tracePt t="22640" x="3359150" y="5378450"/>
          <p14:tracePt t="22661" x="3365500" y="5372100"/>
          <p14:tracePt t="22696" x="3371850" y="5372100"/>
          <p14:tracePt t="22732" x="3378200" y="5372100"/>
          <p14:tracePt t="22752" x="3384550" y="5365750"/>
          <p14:tracePt t="22773" x="3390900" y="5359400"/>
          <p14:tracePt t="22781" x="3390900" y="5353050"/>
          <p14:tracePt t="22802" x="3397250" y="5353050"/>
          <p14:tracePt t="22872" x="3403600" y="5353050"/>
          <p14:tracePt t="22893" x="3409950" y="5359400"/>
          <p14:tracePt t="22907" x="3416300" y="5365750"/>
          <p14:tracePt t="22921" x="3429000" y="5365750"/>
          <p14:tracePt t="22935" x="3429000" y="5372100"/>
          <p14:tracePt t="22942" x="3441700" y="5378450"/>
          <p14:tracePt t="22956" x="3448050" y="5384800"/>
          <p14:tracePt t="22966" x="3460750" y="5397500"/>
          <p14:tracePt t="22984" x="3498850" y="5435600"/>
          <p14:tracePt t="23000" x="3543300" y="5461000"/>
          <p14:tracePt t="23017" x="3632200" y="5530850"/>
          <p14:tracePt t="23034" x="3752850" y="5613400"/>
          <p14:tracePt t="23050" x="3822700" y="5657850"/>
          <p14:tracePt t="23067" x="3968750" y="5740400"/>
          <p14:tracePt t="23083" x="4108450" y="5810250"/>
          <p14:tracePt t="23100" x="4178300" y="5835650"/>
          <p14:tracePt t="23118" x="4229100" y="5867400"/>
          <p14:tracePt t="23134" x="4343400" y="5924550"/>
          <p14:tracePt t="23150" x="4406900" y="5956300"/>
          <p14:tracePt t="23167" x="4438650" y="5975350"/>
          <p14:tracePt t="23183" x="4489450" y="6000750"/>
          <p14:tracePt t="23200" x="4508500" y="6013450"/>
          <p14:tracePt t="23216" x="4521200" y="6019800"/>
          <p14:tracePt t="23233" x="4527550" y="6026150"/>
          <p14:tracePt t="23249" x="4533900" y="6026150"/>
          <p14:tracePt t="23266" x="4540250" y="6032500"/>
          <p14:tracePt t="23399" x="4540250" y="6026150"/>
          <p14:tracePt t="23434" x="4540250" y="6019800"/>
          <p14:tracePt t="23476" x="4540250" y="6013450"/>
          <p14:tracePt t="23581" x="4533900" y="6007100"/>
          <p14:tracePt t="23601" x="4533900" y="6000750"/>
          <p14:tracePt t="23623" x="4527550" y="5994400"/>
          <p14:tracePt t="23652" x="4527550" y="5981700"/>
          <p14:tracePt t="23673" x="4521200" y="5975350"/>
          <p14:tracePt t="23679" x="4514850" y="5969000"/>
          <p14:tracePt t="23687" x="4508500" y="5969000"/>
          <p14:tracePt t="23701" x="4495800" y="5956300"/>
          <p14:tracePt t="23715" x="4451350" y="5918200"/>
          <p14:tracePt t="23731" x="4419600" y="5892800"/>
          <p14:tracePt t="23747" x="4375150" y="5854700"/>
          <p14:tracePt t="23764" x="4178300" y="5721350"/>
          <p14:tracePt t="23781" x="4108450" y="5657850"/>
          <p14:tracePt t="23798" x="4025900" y="5607050"/>
          <p14:tracePt t="23814" x="3873500" y="5492750"/>
          <p14:tracePt t="23831" x="3721100" y="5416550"/>
          <p14:tracePt t="23848" x="3594100" y="5327650"/>
          <p14:tracePt t="23864" x="3536950" y="5289550"/>
          <p14:tracePt t="23880" x="3473450" y="5238750"/>
          <p14:tracePt t="23897" x="3429000" y="5207000"/>
          <p14:tracePt t="23914" x="3403600" y="5194300"/>
          <p14:tracePt t="23930" x="3390900" y="5181600"/>
          <p14:tracePt t="24044" x="3390900" y="5187950"/>
          <p14:tracePt t="24129" x="3390900" y="5175250"/>
          <p14:tracePt t="24143" x="3390900" y="5168900"/>
          <p14:tracePt t="24157" x="3390900" y="5143500"/>
          <p14:tracePt t="24166" x="3390900" y="5099050"/>
          <p14:tracePt t="24179" x="3371850" y="5016500"/>
          <p14:tracePt t="24196" x="3327400" y="4775200"/>
          <p14:tracePt t="24213" x="3213100" y="4337050"/>
          <p14:tracePt t="24229" x="3136900" y="4051300"/>
          <p14:tracePt t="24246" x="2978150" y="3486150"/>
          <p14:tracePt t="24263" x="2825750" y="2965450"/>
          <p14:tracePt t="24279" x="2686050" y="2540000"/>
          <p14:tracePt t="24296" x="2635250" y="2381250"/>
          <p14:tracePt t="24313" x="2559050" y="2171700"/>
          <p14:tracePt t="24329" x="2489200" y="2025650"/>
          <p14:tracePt t="24346" x="2470150" y="1968500"/>
          <p14:tracePt t="24362" x="2444750" y="1917700"/>
          <p14:tracePt t="24379" x="2432050" y="1892300"/>
          <p14:tracePt t="24396" x="2413000" y="1860550"/>
          <p14:tracePt t="24428" x="2413000" y="1854200"/>
          <p14:tracePt t="24445" x="2406650" y="1835150"/>
          <p14:tracePt t="24462" x="2406650" y="1816100"/>
          <p14:tracePt t="24478" x="2381250" y="1784350"/>
          <p14:tracePt t="24495" x="2374900" y="1771650"/>
          <p14:tracePt t="24797" x="2374900" y="1682750"/>
          <p14:tracePt t="24804" x="2368550" y="1568450"/>
          <p14:tracePt t="24818" x="2355850" y="1441450"/>
          <p14:tracePt t="24827" x="2343150" y="1327150"/>
          <p14:tracePt t="24844" x="2324100" y="1168400"/>
          <p14:tracePt t="24861" x="2317750" y="1079500"/>
          <p14:tracePt t="24877" x="2311400" y="1054100"/>
          <p14:tracePt t="24881" x="2305050" y="1041400"/>
          <p14:tracePt t="24894" x="2298700" y="1028700"/>
          <p14:tracePt t="24911" x="2292350" y="1009650"/>
          <p14:tracePt t="24927" x="2286000" y="1003300"/>
          <p14:tracePt t="24973" x="2279650" y="996950"/>
          <p14:tracePt t="24980" x="2279650" y="990600"/>
          <p14:tracePt t="25008" x="2279650" y="984250"/>
          <p14:tracePt t="25050" x="2273300" y="977900"/>
          <p14:tracePt t="25064" x="2266950" y="971550"/>
          <p14:tracePt t="25078" x="2260600" y="958850"/>
          <p14:tracePt t="25093" x="2241550" y="933450"/>
          <p14:tracePt t="25100" x="2228850" y="920750"/>
          <p14:tracePt t="25114" x="2216150" y="889000"/>
          <p14:tracePt t="25127" x="2190750" y="869950"/>
          <p14:tracePt t="25143" x="2152650" y="812800"/>
          <p14:tracePt t="25159" x="2133600" y="781050"/>
          <p14:tracePt t="25176" x="2082800" y="717550"/>
          <p14:tracePt t="25192" x="2044700" y="673100"/>
          <p14:tracePt t="25209" x="2019300" y="641350"/>
          <p14:tracePt t="25226" x="1993900" y="596900"/>
          <p14:tracePt t="25242" x="1962150" y="558800"/>
          <p14:tracePt t="25259" x="1962150" y="546100"/>
          <p14:tracePt t="25276" x="1943100" y="527050"/>
          <p14:tracePt t="25292" x="1943100" y="520700"/>
          <p14:tracePt t="25351" x="1936750" y="520700"/>
          <p14:tracePt t="25429" x="1936750" y="527050"/>
          <p14:tracePt t="25464" x="1936750" y="533400"/>
          <p14:tracePt t="25499" x="1936750" y="539750"/>
          <p14:tracePt t="25534" x="1936750" y="546100"/>
          <p14:tracePt t="25633" x="1936750" y="552450"/>
          <p14:tracePt t="25682" x="1936750" y="558800"/>
          <p14:tracePt t="26095" x="1981200" y="635000"/>
          <p14:tracePt t="26101" x="2063750" y="793750"/>
          <p14:tracePt t="26109" x="2171700" y="1016000"/>
          <p14:tracePt t="26125" x="2305050" y="1219200"/>
          <p14:tracePt t="26139" x="2432050" y="1428750"/>
          <p14:tracePt t="26156" x="2565400" y="1631950"/>
          <p14:tracePt t="26173" x="2844800" y="2025650"/>
          <p14:tracePt t="26189" x="3143250" y="2514600"/>
          <p14:tracePt t="26207" x="3454400" y="3003550"/>
          <p14:tracePt t="26222" x="3587750" y="3276600"/>
          <p14:tracePt t="26239" x="3803650" y="3632200"/>
          <p14:tracePt t="26256" x="3962400" y="3968750"/>
          <p14:tracePt t="26272" x="4044950" y="4191000"/>
          <p14:tracePt t="26289" x="4089400" y="4286250"/>
          <p14:tracePt t="26306" x="4127500" y="4483100"/>
          <p14:tracePt t="26322" x="4159250" y="4622800"/>
          <p14:tracePt t="26339" x="4171950" y="4679950"/>
          <p14:tracePt t="26355" x="4191000" y="4730750"/>
          <p14:tracePt t="26373" x="4197350" y="4749800"/>
          <p14:tracePt t="26390" x="4203700" y="4775200"/>
          <p14:tracePt t="26446" x="4203700" y="4781550"/>
          <p14:tracePt t="26453" x="4203700" y="4794250"/>
          <p14:tracePt t="26460" x="4203700" y="4800600"/>
          <p14:tracePt t="26475" x="4203700" y="4826000"/>
          <p14:tracePt t="26488" x="4197350" y="4838700"/>
          <p14:tracePt t="26505" x="4197350" y="4876800"/>
          <p14:tracePt t="26522" x="4197350" y="4895850"/>
          <p14:tracePt t="26538" x="4197350" y="4927600"/>
          <p14:tracePt t="26554" x="4197350" y="4953000"/>
          <p14:tracePt t="26572" x="4191000" y="4965700"/>
          <p14:tracePt t="26588" x="4191000" y="4972050"/>
          <p14:tracePt t="26604" x="4184650" y="4972050"/>
          <p14:tracePt t="26623" x="4171950" y="4940300"/>
          <p14:tracePt t="26638" x="4152900" y="4889500"/>
          <p14:tracePt t="26655" x="4127500" y="4813300"/>
          <p14:tracePt t="26671" x="3924300" y="4330700"/>
          <p14:tracePt t="26687" x="3810000" y="4064000"/>
          <p14:tracePt t="26704" x="3676650" y="3746500"/>
          <p14:tracePt t="26721" x="3416300" y="3035300"/>
          <p14:tracePt t="26737" x="3257550" y="2660650"/>
          <p14:tracePt t="26754" x="3003550" y="2025650"/>
          <p14:tracePt t="26771" x="2787650" y="1511300"/>
          <p14:tracePt t="26787" x="2730500" y="1371600"/>
          <p14:tracePt t="26804" x="2590800" y="1136650"/>
          <p14:tracePt t="26821" x="2565400" y="1104900"/>
          <p14:tracePt t="26837" x="2527300" y="1060450"/>
          <p14:tracePt t="26854" x="2514600" y="1041400"/>
          <p14:tracePt t="26870" x="2508250" y="1041400"/>
          <p14:tracePt t="26887" x="2501900" y="1041400"/>
          <p14:tracePt t="26938" x="2495550" y="1041400"/>
          <p14:tracePt t="26966" x="2482850" y="1041400"/>
          <p14:tracePt t="26972" x="2476500" y="1041400"/>
          <p14:tracePt t="26989" x="2463800" y="1041400"/>
          <p14:tracePt t="27003" x="2451100" y="1041400"/>
          <p14:tracePt t="27020" x="2419350" y="1028700"/>
          <p14:tracePt t="27036" x="2374900" y="1022350"/>
          <p14:tracePt t="27053" x="2349500" y="1016000"/>
          <p14:tracePt t="27070" x="2273300" y="996950"/>
          <p14:tracePt t="27086" x="2197100" y="977900"/>
          <p14:tracePt t="27103" x="2152650" y="965200"/>
          <p14:tracePt t="27120" x="2070100" y="952500"/>
          <p14:tracePt t="27136" x="2000250" y="933450"/>
          <p14:tracePt t="27152" x="1981200" y="927100"/>
          <p14:tracePt t="27169" x="1936750" y="914400"/>
          <p14:tracePt t="27186" x="1924050" y="914400"/>
          <p14:tracePt t="27202" x="1917700" y="908050"/>
          <p14:tracePt t="27219" x="1911350" y="908050"/>
          <p14:tracePt t="27235" x="1905000" y="908050"/>
          <p14:tracePt t="27296" x="1911350" y="901700"/>
          <p14:tracePt t="27324" x="1924050" y="901700"/>
          <p14:tracePt t="27338" x="1924050" y="895350"/>
          <p14:tracePt t="27345" x="1930400" y="895350"/>
          <p14:tracePt t="27359" x="1936750" y="895350"/>
          <p14:tracePt t="27368" x="1943100" y="889000"/>
          <p14:tracePt t="27385" x="1955800" y="889000"/>
          <p14:tracePt t="27402" x="1993900" y="876300"/>
          <p14:tracePt t="27418" x="2038350" y="863600"/>
          <p14:tracePt t="27435" x="2070100" y="857250"/>
          <p14:tracePt t="27452" x="2108200" y="844550"/>
          <p14:tracePt t="27468" x="2133600" y="838200"/>
          <p14:tracePt t="27486" x="2146300" y="831850"/>
          <p14:tracePt t="27501" x="2146300" y="825500"/>
          <p14:tracePt t="27518" x="2152650" y="825500"/>
          <p14:tracePt t="27555" x="2152650" y="819150"/>
          <p14:tracePt t="27584" x="2146300" y="819150"/>
          <p14:tracePt t="27619" x="2139950" y="819150"/>
          <p14:tracePt t="27640" x="2133600" y="819150"/>
          <p14:tracePt t="27647" x="2127250" y="819150"/>
          <p14:tracePt t="27675" x="2120900" y="819150"/>
          <p14:tracePt t="27696" x="2114550" y="819150"/>
          <p14:tracePt t="27717" x="2108200" y="819150"/>
          <p14:tracePt t="27738" x="2101850" y="819150"/>
          <p14:tracePt t="27759" x="2095500" y="819150"/>
          <p14:tracePt t="27766" x="2089150" y="819150"/>
          <p14:tracePt t="27787" x="2082800" y="819150"/>
          <p14:tracePt t="27794" x="2076450" y="819150"/>
          <p14:tracePt t="27808" x="2063750" y="819150"/>
          <p14:tracePt t="27817" x="2051050" y="819150"/>
          <p14:tracePt t="27834" x="2032000" y="819150"/>
          <p14:tracePt t="27850" x="1993900" y="819150"/>
          <p14:tracePt t="27867" x="1968500" y="819150"/>
          <p14:tracePt t="27884" x="1930400" y="819150"/>
          <p14:tracePt t="27901" x="1911350" y="819150"/>
          <p14:tracePt t="27917" x="1892300" y="819150"/>
          <p14:tracePt t="27933" x="1879600" y="819150"/>
          <p14:tracePt t="27950" x="1873250" y="819150"/>
          <p14:tracePt t="28026" x="1885950" y="819150"/>
          <p14:tracePt t="28047" x="1892300" y="825500"/>
          <p14:tracePt t="28060" x="1898650" y="825500"/>
          <p14:tracePt t="28075" x="1905000" y="825500"/>
          <p14:tracePt t="28089" x="1917700" y="825500"/>
          <p14:tracePt t="28099" x="1924050" y="825500"/>
          <p14:tracePt t="28115" x="1943100" y="825500"/>
          <p14:tracePt t="28132" x="1981200" y="825500"/>
          <p14:tracePt t="28149" x="2032000" y="825500"/>
          <p14:tracePt t="28167" x="2082800" y="825500"/>
          <p14:tracePt t="28182" x="2101850" y="812800"/>
          <p14:tracePt t="28199" x="2120900" y="812800"/>
          <p14:tracePt t="28216" x="2159000" y="800100"/>
          <p14:tracePt t="28232" x="2165350" y="800100"/>
          <p14:tracePt t="28249" x="2171700" y="800100"/>
          <p14:tracePt t="28693" x="2178050" y="800100"/>
          <p14:tracePt t="28700" x="2203450" y="831850"/>
          <p14:tracePt t="28717" x="2228850" y="869950"/>
          <p14:tracePt t="28730" x="2279650" y="939800"/>
          <p14:tracePt t="28747" x="2336800" y="1028700"/>
          <p14:tracePt t="28764" x="2755900" y="1606550"/>
          <p14:tracePt t="28780" x="2959100" y="1917700"/>
          <p14:tracePt t="28797" x="3422650" y="2609850"/>
          <p14:tracePt t="28813" x="3854450" y="3352800"/>
          <p14:tracePt t="28830" x="4051300" y="3702050"/>
          <p14:tracePt t="28848" x="4552950" y="4705350"/>
          <p14:tracePt t="28863" x="4705350" y="5003800"/>
          <p14:tracePt t="28880" x="4851400" y="5283200"/>
          <p14:tracePt t="28897" x="5041900" y="5651500"/>
          <p14:tracePt t="28913" x="5149850" y="5867400"/>
          <p14:tracePt t="28930" x="5187950" y="5930900"/>
          <p14:tracePt t="28934" x="5213350" y="5988050"/>
          <p14:tracePt t="28949" x="5238750" y="6032500"/>
          <p14:tracePt t="28963" x="5251450" y="6064250"/>
          <p14:tracePt t="28979" x="5264150" y="6076950"/>
          <p14:tracePt t="28996" x="5270500" y="6089650"/>
          <p14:tracePt t="29013" x="5270500" y="6096000"/>
          <p14:tracePt t="29030" x="5270500" y="6102350"/>
          <p14:tracePt t="29046" x="5283200" y="6102350"/>
          <p14:tracePt t="29063" x="5289550" y="6102350"/>
          <p14:tracePt t="29080" x="5295900" y="6108700"/>
          <p14:tracePt t="29096" x="5308600" y="6108700"/>
          <p14:tracePt t="29113" x="5327650" y="6127750"/>
          <p14:tracePt t="29129" x="5372100" y="6146800"/>
          <p14:tracePt t="29146" x="5454650" y="6191250"/>
          <p14:tracePt t="29162" x="5499100" y="6210300"/>
          <p14:tracePt t="29179" x="5588000" y="6242050"/>
          <p14:tracePt t="29195" x="5651500" y="6273800"/>
          <p14:tracePt t="29213" x="5708650" y="6286500"/>
          <p14:tracePt t="29229" x="5734050" y="6286500"/>
          <p14:tracePt t="29245" x="5765800" y="6286500"/>
          <p14:tracePt t="29263" x="5822950" y="6280150"/>
          <p14:tracePt t="29278" x="5867400" y="6261100"/>
          <p14:tracePt t="29295" x="5899150" y="6235700"/>
          <p14:tracePt t="29312" x="5962650" y="6197600"/>
          <p14:tracePt t="29328" x="5988050" y="6172200"/>
          <p14:tracePt t="29345" x="6007100" y="6153150"/>
          <p14:tracePt t="29362" x="6064250" y="6115050"/>
          <p14:tracePt t="29378" x="6083300" y="6089650"/>
          <p14:tracePt t="29396" x="6121400" y="6064250"/>
          <p14:tracePt t="29416" x="6134100" y="6057900"/>
          <p14:tracePt t="29429" x="6153150" y="6045200"/>
          <p14:tracePt t="29446" x="6178550" y="6019800"/>
          <p14:tracePt t="29461" x="6191250" y="6013450"/>
          <p14:tracePt t="29478" x="6197600" y="6013450"/>
          <p14:tracePt t="29494" x="6216650" y="6007100"/>
          <p14:tracePt t="29511" x="6223000" y="6000750"/>
          <p14:tracePt t="29528" x="6229350" y="6000750"/>
          <p14:tracePt t="29544" x="6248400" y="5994400"/>
          <p14:tracePt t="29578" x="6248400" y="5988050"/>
          <p14:tracePt t="29594" x="6254750" y="5988050"/>
          <p14:tracePt t="29614" x="6261100" y="5981700"/>
          <p14:tracePt t="29641" x="6261100" y="5975350"/>
          <p14:tracePt t="29663" x="6261100" y="5969000"/>
          <p14:tracePt t="29678" x="6254750" y="5969000"/>
          <p14:tracePt t="29690" x="6242050" y="5969000"/>
          <p14:tracePt t="29705" x="6229350" y="5969000"/>
          <p14:tracePt t="29714" x="6203950" y="5956300"/>
          <p14:tracePt t="29728" x="6184900" y="5949950"/>
          <p14:tracePt t="29744" x="6146800" y="5943600"/>
          <p14:tracePt t="29761" x="6064250" y="5937250"/>
          <p14:tracePt t="29777" x="5975350" y="5930900"/>
          <p14:tracePt t="29793" x="5918200" y="5930900"/>
          <p14:tracePt t="29811" x="5842000" y="5930900"/>
          <p14:tracePt t="29827" x="5759450" y="5930900"/>
          <p14:tracePt t="29843" x="5734050" y="5937250"/>
          <p14:tracePt t="29860" x="5670550" y="5949950"/>
          <p14:tracePt t="29876" x="5638800" y="5956300"/>
          <p14:tracePt t="29895" x="5619750" y="5962650"/>
          <p14:tracePt t="29926" x="5613400" y="5962650"/>
          <p14:tracePt t="29972" x="5613400" y="5969000"/>
          <p14:tracePt t="29986" x="5607050" y="5969000"/>
          <p14:tracePt t="30000" x="5600700" y="5969000"/>
          <p14:tracePt t="30544" x="5581650" y="5969000"/>
          <p14:tracePt t="30558" x="5549900" y="5956300"/>
          <p14:tracePt t="30566" x="5505450" y="5937250"/>
          <p14:tracePt t="30579" x="5473700" y="5924550"/>
          <p14:tracePt t="30590" x="5422900" y="5911850"/>
          <p14:tracePt t="30608" x="5302250" y="5886450"/>
          <p14:tracePt t="30624" x="5245100" y="5867400"/>
          <p14:tracePt t="30641" x="5156200" y="5848350"/>
          <p14:tracePt t="30657" x="4781550" y="5784850"/>
          <p14:tracePt t="30674" x="4635500" y="5759450"/>
          <p14:tracePt t="30690" x="4356100" y="5715000"/>
          <p14:tracePt t="30707" x="4108450" y="5670550"/>
          <p14:tracePt t="30724" x="3994150" y="5651500"/>
          <p14:tracePt t="30741" x="3778250" y="5588000"/>
          <p14:tracePt t="30757" x="3606800" y="5537200"/>
          <p14:tracePt t="30773" x="3536950" y="5518150"/>
          <p14:tracePt t="30791" x="3441700" y="5486400"/>
          <p14:tracePt t="30806" x="3397250" y="5473700"/>
          <p14:tracePt t="30823" x="3333750" y="5441950"/>
          <p14:tracePt t="30840" x="3308350" y="5422900"/>
          <p14:tracePt t="30856" x="3295650" y="5416550"/>
          <p14:tracePt t="30873" x="3270250" y="5384800"/>
          <p14:tracePt t="30889" x="3232150" y="5295900"/>
          <p14:tracePt t="30906" x="3213100" y="5207000"/>
          <p14:tracePt t="30923" x="3149600" y="4997450"/>
          <p14:tracePt t="30939" x="3067050" y="4648200"/>
          <p14:tracePt t="30956" x="3035300" y="4375150"/>
          <p14:tracePt t="30973" x="2927350" y="3797300"/>
          <p14:tracePt t="30989" x="2857500" y="3441700"/>
          <p14:tracePt t="31006" x="2717800" y="2660650"/>
          <p14:tracePt t="31023" x="2584450" y="1905000"/>
          <p14:tracePt t="31039" x="2508250" y="1644650"/>
          <p14:tracePt t="31056" x="2400300" y="1257300"/>
          <p14:tracePt t="31072" x="2336800" y="1047750"/>
          <p14:tracePt t="31089" x="2305050" y="965200"/>
          <p14:tracePt t="31106" x="2273300" y="838200"/>
          <p14:tracePt t="31122" x="2266950" y="819150"/>
          <p14:tracePt t="31139" x="2260600" y="800100"/>
          <p14:tracePt t="31155" x="2247900" y="774700"/>
          <p14:tracePt t="31172" x="2241550" y="762000"/>
          <p14:tracePt t="31188" x="2235200" y="749300"/>
          <p14:tracePt t="31205" x="2222500" y="723900"/>
          <p14:tracePt t="31222" x="2203450" y="698500"/>
          <p14:tracePt t="31239" x="2197100" y="673100"/>
          <p14:tracePt t="31255" x="2184400" y="641350"/>
          <p14:tracePt t="31272" x="2139950" y="558800"/>
          <p14:tracePt t="31289" x="2120900" y="501650"/>
          <p14:tracePt t="31305" x="2063750" y="361950"/>
          <p14:tracePt t="31322" x="2032000" y="317500"/>
          <p14:tracePt t="31338" x="2012950" y="279400"/>
          <p14:tracePt t="31354" x="2006600" y="260350"/>
          <p14:tracePt t="31371" x="2006600" y="254000"/>
          <p14:tracePt t="31388" x="2006600" y="247650"/>
          <p14:tracePt t="31703" x="2006600" y="260350"/>
          <p14:tracePt t="31710" x="2032000" y="298450"/>
          <p14:tracePt t="31724" x="2051050" y="368300"/>
          <p14:tracePt t="31738" x="2089150" y="457200"/>
          <p14:tracePt t="31753" x="2235200" y="812800"/>
          <p14:tracePt t="31770" x="2324100" y="1073150"/>
          <p14:tracePt t="31787" x="2444750" y="1390650"/>
          <p14:tracePt t="31803" x="2736850" y="2495550"/>
          <p14:tracePt t="31819" x="2825750" y="2876550"/>
          <p14:tracePt t="31837" x="2952750" y="3536950"/>
          <p14:tracePt t="31853" x="3009900" y="3956050"/>
          <p14:tracePt t="31869" x="3028950" y="4083050"/>
          <p14:tracePt t="31886" x="3048000" y="4286250"/>
          <p14:tracePt t="31903" x="3060700" y="4476750"/>
          <p14:tracePt t="31919" x="3067050" y="4552950"/>
          <p14:tracePt t="31936" x="3079750" y="4673600"/>
          <p14:tracePt t="31952" x="3079750" y="4737100"/>
          <p14:tracePt t="31970" x="3079750" y="4787900"/>
          <p14:tracePt t="31986" x="3079750" y="4806950"/>
          <p14:tracePt t="32003" x="3079750" y="4819650"/>
          <p14:tracePt t="32020" x="3073400" y="4851400"/>
          <p14:tracePt t="32036" x="3073400" y="4870450"/>
          <p14:tracePt t="32052" x="3073400" y="4889500"/>
          <p14:tracePt t="32069" x="3073400" y="4984750"/>
          <p14:tracePt t="32085" x="3073400" y="5111750"/>
          <p14:tracePt t="32103" x="3086100" y="5187950"/>
          <p14:tracePt t="32119" x="3092450" y="5353050"/>
          <p14:tracePt t="32135" x="3105150" y="5524500"/>
          <p14:tracePt t="32153" x="3124200" y="5689600"/>
          <p14:tracePt t="32168" x="3143250" y="5759450"/>
          <p14:tracePt t="32184" x="3149600" y="5848350"/>
          <p14:tracePt t="32202" x="3155950" y="5873750"/>
          <p14:tracePt t="32219" x="3155950" y="5886450"/>
          <p14:tracePt t="32235" x="3155950" y="5892800"/>
          <p14:tracePt t="32252" x="3162300" y="5892800"/>
          <p14:tracePt t="32336" x="3168650" y="5892800"/>
          <p14:tracePt t="32434" x="3162300" y="5892800"/>
          <p14:tracePt t="32511" x="3162300" y="5899150"/>
          <p14:tracePt t="32872" x="3079750" y="5899150"/>
          <p14:tracePt t="32886" x="3041650" y="5899150"/>
          <p14:tracePt t="32893" x="3003550" y="5899150"/>
          <p14:tracePt t="32907" x="2965450" y="5899150"/>
          <p14:tracePt t="32916" x="2901950" y="5899150"/>
          <p14:tracePt t="32932" x="2844800" y="5905500"/>
          <p14:tracePt t="32949" x="2692400" y="5924550"/>
          <p14:tracePt t="32966" x="2508250" y="5949950"/>
          <p14:tracePt t="32982" x="2406650" y="5956300"/>
          <p14:tracePt t="32986" x="2317750" y="5975350"/>
          <p14:tracePt t="33002" x="2216150" y="6000750"/>
          <p14:tracePt t="33016" x="2006600" y="6051550"/>
          <p14:tracePt t="33033" x="1917700" y="6083300"/>
          <p14:tracePt t="33049" x="1746250" y="6134100"/>
          <p14:tracePt t="33066" x="1663700" y="6159500"/>
          <p14:tracePt t="33084" x="1460500" y="6229350"/>
          <p14:tracePt t="33099" x="1403350" y="6254750"/>
          <p14:tracePt t="33115" x="1352550" y="6267450"/>
          <p14:tracePt t="33132" x="1270000" y="6280150"/>
          <p14:tracePt t="33149" x="1206500" y="6305550"/>
          <p14:tracePt t="33165" x="1187450" y="6305550"/>
          <p14:tracePt t="33182" x="1155700" y="6305550"/>
          <p14:tracePt t="33198" x="1130300" y="6311900"/>
          <p14:tracePt t="33215" x="1123950" y="6318250"/>
          <p14:tracePt t="33578" x="1111250" y="6330950"/>
          <p14:tracePt t="33584" x="1079500" y="6337300"/>
          <p14:tracePt t="33600" x="1047750" y="6362700"/>
          <p14:tracePt t="33614" x="1016000" y="6388100"/>
          <p14:tracePt t="33631" x="939800" y="6426200"/>
          <p14:tracePt t="33648" x="876300" y="6470650"/>
          <p14:tracePt t="33663" x="831850" y="6496050"/>
          <p14:tracePt t="34118" x="838200" y="6464300"/>
          <p14:tracePt t="34132" x="850900" y="6457950"/>
          <p14:tracePt t="34145" x="863600" y="6445250"/>
          <p14:tracePt t="34162" x="889000" y="6419850"/>
          <p14:tracePt t="34178" x="901700" y="6407150"/>
          <p14:tracePt t="34195" x="927100" y="6381750"/>
          <p14:tracePt t="34211" x="946150" y="6362700"/>
          <p14:tracePt t="34228" x="958850" y="6350000"/>
          <p14:tracePt t="34245" x="971550" y="6330950"/>
          <p14:tracePt t="34261" x="990600" y="6311900"/>
          <p14:tracePt t="34278" x="1009650" y="6299200"/>
          <p14:tracePt t="34295" x="1016000" y="6286500"/>
          <p14:tracePt t="34311" x="1022350" y="6273800"/>
          <p14:tracePt t="34328" x="1028700" y="6273800"/>
          <p14:tracePt t="34344" x="1028700" y="6267450"/>
          <p14:tracePt t="34361" x="1035050" y="6267450"/>
          <p14:tracePt t="34498" x="1028700" y="6267450"/>
          <p14:tracePt t="34512" x="1022350" y="6273800"/>
          <p14:tracePt t="34518" x="1016000" y="6273800"/>
          <p14:tracePt t="34533" x="1016000" y="6280150"/>
          <p14:tracePt t="34543" x="1009650" y="6286500"/>
          <p14:tracePt t="34561" x="977900" y="6299200"/>
          <p14:tracePt t="34577" x="958850" y="6305550"/>
          <p14:tracePt t="34594" x="927100" y="6318250"/>
          <p14:tracePt t="34611" x="876300" y="6330950"/>
          <p14:tracePt t="34628" x="857250" y="6337300"/>
          <p14:tracePt t="34643" x="806450" y="6337300"/>
          <p14:tracePt t="34661" x="774700" y="6343650"/>
          <p14:tracePt t="34677" x="762000" y="6343650"/>
          <p14:tracePt t="34694" x="736600" y="6343650"/>
          <p14:tracePt t="34710" x="711200" y="6343650"/>
          <p14:tracePt t="34726" x="704850" y="6343650"/>
          <p14:tracePt t="34743" x="692150" y="6343650"/>
          <p14:tracePt t="34759" x="685800" y="6343650"/>
          <p14:tracePt t="34793" x="673100" y="6343650"/>
          <p14:tracePt t="34825" x="666750" y="6343650"/>
          <p14:tracePt t="34862" x="660400" y="6350000"/>
          <p14:tracePt t="34912" x="654050" y="6356350"/>
          <p14:tracePt t="35004" x="666750" y="6356350"/>
          <p14:tracePt t="35025" x="673100" y="6350000"/>
          <p14:tracePt t="35031" x="679450" y="6350000"/>
          <p14:tracePt t="35046" x="692150" y="6343650"/>
          <p14:tracePt t="35058" x="704850" y="6330950"/>
          <p14:tracePt t="35075" x="749300" y="6305550"/>
          <p14:tracePt t="35092" x="768350" y="6280150"/>
          <p14:tracePt t="35109" x="838200" y="6210300"/>
          <p14:tracePt t="35125" x="908050" y="6146800"/>
          <p14:tracePt t="35142" x="946150" y="6096000"/>
          <p14:tracePt t="35158" x="1003300" y="6019800"/>
          <p14:tracePt t="35175" x="1047750" y="5956300"/>
          <p14:tracePt t="35193" x="1079500" y="5880100"/>
          <p14:tracePt t="35208" x="1092200" y="5848350"/>
          <p14:tracePt t="35225" x="1104900" y="5797550"/>
          <p14:tracePt t="35242" x="1117600" y="5765800"/>
          <p14:tracePt t="35258" x="1117600" y="5753100"/>
          <p14:tracePt t="35275" x="1123950" y="5734050"/>
          <p14:tracePt t="35292" x="1130300" y="5721350"/>
          <p14:tracePt t="35308" x="1130300" y="5708650"/>
          <p14:tracePt t="35324" x="1130300" y="5702300"/>
          <p14:tracePt t="35341" x="1130300" y="5683250"/>
          <p14:tracePt t="35357" x="1130300" y="5676900"/>
          <p14:tracePt t="35390" x="1136650" y="5664200"/>
          <p14:tracePt t="35407" x="1136650" y="5657850"/>
          <p14:tracePt t="35440" x="1136650" y="5651500"/>
          <p14:tracePt t="35475" x="1136650" y="5645150"/>
          <p14:tracePt t="35615" x="1136650" y="5651500"/>
          <p14:tracePt t="35621" x="1143000" y="5651500"/>
          <p14:tracePt t="35636" x="1149350" y="5651500"/>
          <p14:tracePt t="35643" x="1155700" y="5651500"/>
          <p14:tracePt t="35658" x="1162050" y="5651500"/>
          <p14:tracePt t="35673" x="1174750" y="5651500"/>
          <p14:tracePt t="35690" x="1200150" y="5651500"/>
          <p14:tracePt t="35706" x="1257300" y="5651500"/>
          <p14:tracePt t="35724" x="1295400" y="5651500"/>
          <p14:tracePt t="35741" x="1409700" y="5651500"/>
          <p14:tracePt t="35757" x="1574800" y="5651500"/>
          <p14:tracePt t="35772" x="1651000" y="5651500"/>
          <p14:tracePt t="35790" x="1816100" y="5651500"/>
          <p14:tracePt t="35806" x="1955800" y="5651500"/>
          <p14:tracePt t="35823" x="2019300" y="5651500"/>
          <p14:tracePt t="35840" x="2095500" y="5651500"/>
          <p14:tracePt t="35856" x="2139950" y="5645150"/>
          <p14:tracePt t="35873" x="2152650" y="5645150"/>
          <p14:tracePt t="35889" x="2165350" y="5645150"/>
          <p14:tracePt t="35906" x="2171700" y="5645150"/>
          <p14:tracePt t="36324" x="2190750" y="5645150"/>
          <p14:tracePt t="36339" x="2216150" y="5645150"/>
          <p14:tracePt t="36345" x="2247900" y="5645150"/>
          <p14:tracePt t="36359" x="2292350" y="5645150"/>
          <p14:tracePt t="36370" x="2355850" y="5645150"/>
          <p14:tracePt t="36387" x="2432050" y="5638800"/>
          <p14:tracePt t="36404" x="2603500" y="5632450"/>
          <p14:tracePt t="36420" x="2679700" y="5619750"/>
          <p14:tracePt t="36437" x="2768600" y="5600700"/>
          <p14:tracePt t="36454" x="2927350" y="5581650"/>
          <p14:tracePt t="36471" x="3035300" y="5556250"/>
          <p14:tracePt t="36487" x="3073400" y="5549900"/>
          <p14:tracePt t="36503" x="3117850" y="5537200"/>
          <p14:tracePt t="36522" x="3136900" y="5537200"/>
          <p14:tracePt t="36537" x="3155950" y="5543550"/>
          <p14:tracePt t="36973" x="3225800" y="5543550"/>
          <p14:tracePt t="36980" x="3302000" y="5543550"/>
          <p14:tracePt t="36988" x="3422650" y="5530850"/>
          <p14:tracePt t="37003" x="3530600" y="5530850"/>
          <p14:tracePt t="37018" x="3663950" y="5511800"/>
          <p14:tracePt t="37035" x="3905250" y="5486400"/>
          <p14:tracePt t="37052" x="4171950" y="5448300"/>
          <p14:tracePt t="37068" x="4286250" y="5422900"/>
          <p14:tracePt t="37086" x="4495800" y="5384800"/>
          <p14:tracePt t="37101" x="4584700" y="5365750"/>
          <p14:tracePt t="37118" x="4673600" y="5353050"/>
          <p14:tracePt t="37135" x="4832350" y="5314950"/>
          <p14:tracePt t="37152" x="4895850" y="5295900"/>
          <p14:tracePt t="37168" x="4908550" y="5302250"/>
          <p14:tracePt t="37185" x="4953000" y="5295900"/>
          <p14:tracePt t="39309" x="4940300" y="5238750"/>
          <p14:tracePt t="39323" x="4921250" y="5149850"/>
          <p14:tracePt t="39337" x="4889500" y="5041900"/>
          <p14:tracePt t="39351" x="4845050" y="4889500"/>
          <p14:tracePt t="39360" x="4775200" y="4654550"/>
          <p14:tracePt t="39377" x="4654550" y="4318000"/>
          <p14:tracePt t="39394" x="4203700" y="3276600"/>
          <p14:tracePt t="39410" x="4013200" y="2946400"/>
          <p14:tracePt t="39427" x="3810000" y="2660650"/>
          <p14:tracePt t="39443" x="3238500" y="1873250"/>
          <p14:tracePt t="39460" x="3054350" y="1676400"/>
          <p14:tracePt t="39477" x="2768600" y="1365250"/>
          <p14:tracePt t="39493" x="2533650" y="1104900"/>
          <p14:tracePt t="39510" x="2438400" y="1009650"/>
          <p14:tracePt t="39527" x="2260600" y="831850"/>
          <p14:tracePt t="39542" x="2178050" y="768350"/>
          <p14:tracePt t="39560" x="2082800" y="704850"/>
          <p14:tracePt t="39576" x="1892300" y="603250"/>
          <p14:tracePt t="39593" x="1803400" y="577850"/>
          <p14:tracePt t="39610" x="1714500" y="571500"/>
          <p14:tracePt t="39626" x="1555750" y="571500"/>
          <p14:tracePt t="39643" x="1422400" y="641350"/>
          <p14:tracePt t="39660" x="1314450" y="762000"/>
          <p14:tracePt t="39676" x="1276350" y="825500"/>
          <p14:tracePt t="39693" x="1225550" y="984250"/>
          <p14:tracePt t="39709" x="1200150" y="1168400"/>
          <p14:tracePt t="39726" x="1200150" y="1257300"/>
          <p14:tracePt t="39743" x="1250950" y="1460500"/>
          <p14:tracePt t="39759" x="1320800" y="1670050"/>
          <p14:tracePt t="39775" x="1377950" y="1778000"/>
          <p14:tracePt t="39793" x="1524000" y="1993900"/>
          <p14:tracePt t="39809" x="1670050" y="2171700"/>
          <p14:tracePt t="39825" x="1784350" y="2260600"/>
          <p14:tracePt t="39843" x="1974850" y="2406650"/>
          <p14:tracePt t="39859" x="2063750" y="2457450"/>
          <p14:tracePt t="39875" x="2273300" y="2520950"/>
          <p14:tracePt t="39892" x="2457450" y="2565400"/>
          <p14:tracePt t="39908" x="2597150" y="2559050"/>
          <p14:tracePt t="39925" x="2654300" y="2540000"/>
          <p14:tracePt t="39942" x="2774950" y="2495550"/>
          <p14:tracePt t="39958" x="2832100" y="2463800"/>
          <p14:tracePt t="39976" x="2940050" y="2406650"/>
          <p14:tracePt t="39992" x="2952750" y="2387600"/>
          <p14:tracePt t="40008" x="2965450" y="2381250"/>
          <p14:tracePt t="40025" x="2978150" y="2368550"/>
          <p14:tracePt t="40041" x="2978150" y="2362200"/>
          <p14:tracePt t="40058" x="2984500" y="2336800"/>
          <p14:tracePt t="40075" x="2990850" y="2330450"/>
        </p14:tracePtLst>
      </p14:laserTraceLst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|18.2|6.2|5.9|9.1|2.3|3.7|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4.2|3.3|22.6|11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2.2|4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|3.1|3.2|15.2|11.2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lec-template.potx</Template>
  <TotalTime>15430</TotalTime>
  <Words>977</Words>
  <Application>Microsoft Office PowerPoint</Application>
  <PresentationFormat>On-screen Show (4:3)</PresentationFormat>
  <Paragraphs>165</Paragraphs>
  <Slides>10</Slides>
  <Notes>0</Notes>
  <HiddenSlides>0</HiddenSlides>
  <MMClips>10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Arial Unicode MS</vt:lpstr>
      <vt:lpstr>MS PGothic</vt:lpstr>
      <vt:lpstr>MS PGothic</vt:lpstr>
      <vt:lpstr>PMingLiU</vt:lpstr>
      <vt:lpstr>source sans pro</vt:lpstr>
      <vt:lpstr>Arial</vt:lpstr>
      <vt:lpstr>Lucida Console</vt:lpstr>
      <vt:lpstr>Lucida Fax</vt:lpstr>
      <vt:lpstr>Times New Roman</vt:lpstr>
      <vt:lpstr>Wingdings</vt:lpstr>
      <vt:lpstr>Default Design</vt:lpstr>
      <vt:lpstr>Decorating classes</vt:lpstr>
      <vt:lpstr>Decorating classes</vt:lpstr>
      <vt:lpstr>PowerPoint Presentation</vt:lpstr>
      <vt:lpstr>Function Annotations</vt:lpstr>
      <vt:lpstr>The Dataclasses Module (Python 3.7)</vt:lpstr>
      <vt:lpstr>A Dataclasses Example</vt:lpstr>
      <vt:lpstr>A Dataclasses Example</vt:lpstr>
      <vt:lpstr>Dataclasses without type annotations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</dc:title>
  <dc:creator>user</dc:creator>
  <cp:lastModifiedBy>Me</cp:lastModifiedBy>
  <cp:revision>856</cp:revision>
  <dcterms:created xsi:type="dcterms:W3CDTF">2009-03-01T03:18:16Z</dcterms:created>
  <dcterms:modified xsi:type="dcterms:W3CDTF">2021-06-01T09:04:22Z</dcterms:modified>
</cp:coreProperties>
</file>