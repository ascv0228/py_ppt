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96" r:id="rId2"/>
    <p:sldMasterId id="2147483708" r:id="rId3"/>
    <p:sldMasterId id="2147483720" r:id="rId4"/>
    <p:sldMasterId id="2147483732" r:id="rId5"/>
    <p:sldMasterId id="2147483744" r:id="rId6"/>
    <p:sldMasterId id="2147483756" r:id="rId7"/>
    <p:sldMasterId id="2147483768" r:id="rId8"/>
    <p:sldMasterId id="2147483780" r:id="rId9"/>
  </p:sldMasterIdLst>
  <p:notesMasterIdLst>
    <p:notesMasterId r:id="rId74"/>
  </p:notesMasterIdLst>
  <p:handoutMasterIdLst>
    <p:handoutMasterId r:id="rId75"/>
  </p:handoutMasterIdLst>
  <p:sldIdLst>
    <p:sldId id="1024" r:id="rId10"/>
    <p:sldId id="1025" r:id="rId11"/>
    <p:sldId id="1026" r:id="rId12"/>
    <p:sldId id="1027" r:id="rId13"/>
    <p:sldId id="1028" r:id="rId14"/>
    <p:sldId id="1029" r:id="rId15"/>
    <p:sldId id="1030" r:id="rId16"/>
    <p:sldId id="1031" r:id="rId17"/>
    <p:sldId id="955" r:id="rId18"/>
    <p:sldId id="956" r:id="rId19"/>
    <p:sldId id="957" r:id="rId20"/>
    <p:sldId id="958" r:id="rId21"/>
    <p:sldId id="959" r:id="rId22"/>
    <p:sldId id="960" r:id="rId23"/>
    <p:sldId id="961" r:id="rId24"/>
    <p:sldId id="962" r:id="rId25"/>
    <p:sldId id="963" r:id="rId26"/>
    <p:sldId id="964" r:id="rId27"/>
    <p:sldId id="965" r:id="rId28"/>
    <p:sldId id="966" r:id="rId29"/>
    <p:sldId id="967" r:id="rId30"/>
    <p:sldId id="969" r:id="rId31"/>
    <p:sldId id="970" r:id="rId32"/>
    <p:sldId id="971" r:id="rId33"/>
    <p:sldId id="972" r:id="rId34"/>
    <p:sldId id="973" r:id="rId35"/>
    <p:sldId id="974" r:id="rId36"/>
    <p:sldId id="975" r:id="rId37"/>
    <p:sldId id="976" r:id="rId38"/>
    <p:sldId id="977" r:id="rId39"/>
    <p:sldId id="978" r:id="rId40"/>
    <p:sldId id="984" r:id="rId41"/>
    <p:sldId id="985" r:id="rId42"/>
    <p:sldId id="986" r:id="rId43"/>
    <p:sldId id="987" r:id="rId44"/>
    <p:sldId id="988" r:id="rId45"/>
    <p:sldId id="989" r:id="rId46"/>
    <p:sldId id="990" r:id="rId47"/>
    <p:sldId id="991" r:id="rId48"/>
    <p:sldId id="992" r:id="rId49"/>
    <p:sldId id="993" r:id="rId50"/>
    <p:sldId id="994" r:id="rId51"/>
    <p:sldId id="995" r:id="rId52"/>
    <p:sldId id="996" r:id="rId53"/>
    <p:sldId id="997" r:id="rId54"/>
    <p:sldId id="998" r:id="rId55"/>
    <p:sldId id="999" r:id="rId56"/>
    <p:sldId id="1000" r:id="rId57"/>
    <p:sldId id="1001" r:id="rId58"/>
    <p:sldId id="1002" r:id="rId59"/>
    <p:sldId id="1003" r:id="rId60"/>
    <p:sldId id="1004" r:id="rId61"/>
    <p:sldId id="980" r:id="rId62"/>
    <p:sldId id="1019" r:id="rId63"/>
    <p:sldId id="1005" r:id="rId64"/>
    <p:sldId id="1020" r:id="rId65"/>
    <p:sldId id="981" r:id="rId66"/>
    <p:sldId id="982" r:id="rId67"/>
    <p:sldId id="983" r:id="rId68"/>
    <p:sldId id="909" r:id="rId69"/>
    <p:sldId id="910" r:id="rId70"/>
    <p:sldId id="911" r:id="rId71"/>
    <p:sldId id="912" r:id="rId72"/>
    <p:sldId id="1021" r:id="rId7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C94"/>
    <a:srgbClr val="006600"/>
    <a:srgbClr val="EB99CC"/>
    <a:srgbClr val="FFFFFF"/>
    <a:srgbClr val="D1B2E8"/>
    <a:srgbClr val="FFFFCC"/>
    <a:srgbClr val="2D2DB9"/>
    <a:srgbClr val="FFCCCC"/>
    <a:srgbClr val="D2D4D3"/>
    <a:srgbClr val="DA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3" d="100"/>
          <a:sy n="73" d="100"/>
        </p:scale>
        <p:origin x="5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16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prstClr val="black"/>
              </a:solidFill>
              <a:ea typeface="+mn-ea"/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8990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23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prstClr val="black"/>
              </a:solidFill>
              <a:ea typeface="+mn-ea"/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16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27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902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30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en-US">
              <a:solidFill>
                <a:prstClr val="black"/>
              </a:solidFill>
              <a:ea typeface="+mn-ea"/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647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31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prstClr val="black"/>
              </a:solidFill>
              <a:ea typeface="+mn-ea"/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92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080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7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230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14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9AF6B7C9-659E-48F2-8FB9-5AE8A5C3548D}" type="slidenum">
              <a:rPr lang="en-US" altLang="en-US" sz="1200">
                <a:solidFill>
                  <a:prstClr val="black"/>
                </a:solidFill>
                <a:latin typeface="Times New Roman" pitchFamily="18" charset="0"/>
              </a:rPr>
              <a:pPr eaLnBrk="1" hangingPunct="1"/>
              <a:t>57</a:t>
            </a:fld>
            <a:endParaRPr lang="en-US" alt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082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FD584166-6961-46C6-B8F5-44F1944782A5}" type="slidenum">
              <a:rPr lang="en-US" altLang="en-US" sz="1200">
                <a:solidFill>
                  <a:prstClr val="black"/>
                </a:solidFill>
                <a:latin typeface="Times New Roman" pitchFamily="18" charset="0"/>
              </a:rPr>
              <a:pPr eaLnBrk="1" hangingPunct="1"/>
              <a:t>58</a:t>
            </a:fld>
            <a:endParaRPr lang="en-US" alt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812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59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en-US">
              <a:solidFill>
                <a:prstClr val="black"/>
              </a:solidFill>
              <a:ea typeface="+mn-ea"/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761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098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4465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988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045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556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885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332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26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335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905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5634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823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5177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36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094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111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6192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03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080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0971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7498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2449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26" indent="0" algn="ctr">
              <a:buNone/>
              <a:defRPr sz="1500"/>
            </a:lvl2pPr>
            <a:lvl3pPr marL="685851" indent="0" algn="ctr">
              <a:buNone/>
              <a:defRPr sz="1350"/>
            </a:lvl3pPr>
            <a:lvl4pPr marL="1028777" indent="0" algn="ctr">
              <a:buNone/>
              <a:defRPr sz="1200"/>
            </a:lvl4pPr>
            <a:lvl5pPr marL="1371703" indent="0" algn="ctr">
              <a:buNone/>
              <a:defRPr sz="1200"/>
            </a:lvl5pPr>
            <a:lvl6pPr marL="1714629" indent="0" algn="ctr">
              <a:buNone/>
              <a:defRPr sz="1200"/>
            </a:lvl6pPr>
            <a:lvl7pPr marL="2057554" indent="0" algn="ctr">
              <a:buNone/>
              <a:defRPr sz="1200"/>
            </a:lvl7pPr>
            <a:lvl8pPr marL="2400479" indent="0" algn="ctr">
              <a:buNone/>
              <a:defRPr sz="1200"/>
            </a:lvl8pPr>
            <a:lvl9pPr marL="274340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6045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046298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2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5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7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70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62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5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4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4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12320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66174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6" indent="0">
              <a:buNone/>
              <a:defRPr sz="1500" b="1"/>
            </a:lvl2pPr>
            <a:lvl3pPr marL="685851" indent="0">
              <a:buNone/>
              <a:defRPr sz="1350" b="1"/>
            </a:lvl3pPr>
            <a:lvl4pPr marL="1028777" indent="0">
              <a:buNone/>
              <a:defRPr sz="1200" b="1"/>
            </a:lvl4pPr>
            <a:lvl5pPr marL="1371703" indent="0">
              <a:buNone/>
              <a:defRPr sz="1200" b="1"/>
            </a:lvl5pPr>
            <a:lvl6pPr marL="1714629" indent="0">
              <a:buNone/>
              <a:defRPr sz="1200" b="1"/>
            </a:lvl6pPr>
            <a:lvl7pPr marL="2057554" indent="0">
              <a:buNone/>
              <a:defRPr sz="1200" b="1"/>
            </a:lvl7pPr>
            <a:lvl8pPr marL="2400479" indent="0">
              <a:buNone/>
              <a:defRPr sz="1200" b="1"/>
            </a:lvl8pPr>
            <a:lvl9pPr marL="274340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6" indent="0">
              <a:buNone/>
              <a:defRPr sz="1500" b="1"/>
            </a:lvl2pPr>
            <a:lvl3pPr marL="685851" indent="0">
              <a:buNone/>
              <a:defRPr sz="1350" b="1"/>
            </a:lvl3pPr>
            <a:lvl4pPr marL="1028777" indent="0">
              <a:buNone/>
              <a:defRPr sz="1200" b="1"/>
            </a:lvl4pPr>
            <a:lvl5pPr marL="1371703" indent="0">
              <a:buNone/>
              <a:defRPr sz="1200" b="1"/>
            </a:lvl5pPr>
            <a:lvl6pPr marL="1714629" indent="0">
              <a:buNone/>
              <a:defRPr sz="1200" b="1"/>
            </a:lvl6pPr>
            <a:lvl7pPr marL="2057554" indent="0">
              <a:buNone/>
              <a:defRPr sz="1200" b="1"/>
            </a:lvl7pPr>
            <a:lvl8pPr marL="2400479" indent="0">
              <a:buNone/>
              <a:defRPr sz="1200" b="1"/>
            </a:lvl8pPr>
            <a:lvl9pPr marL="274340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86760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87535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59335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26" indent="0">
              <a:buNone/>
              <a:defRPr sz="1050"/>
            </a:lvl2pPr>
            <a:lvl3pPr marL="685851" indent="0">
              <a:buNone/>
              <a:defRPr sz="900"/>
            </a:lvl3pPr>
            <a:lvl4pPr marL="1028777" indent="0">
              <a:buNone/>
              <a:defRPr sz="750"/>
            </a:lvl4pPr>
            <a:lvl5pPr marL="1371703" indent="0">
              <a:buNone/>
              <a:defRPr sz="750"/>
            </a:lvl5pPr>
            <a:lvl6pPr marL="1714629" indent="0">
              <a:buNone/>
              <a:defRPr sz="750"/>
            </a:lvl6pPr>
            <a:lvl7pPr marL="2057554" indent="0">
              <a:buNone/>
              <a:defRPr sz="750"/>
            </a:lvl7pPr>
            <a:lvl8pPr marL="2400479" indent="0">
              <a:buNone/>
              <a:defRPr sz="750"/>
            </a:lvl8pPr>
            <a:lvl9pPr marL="274340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47709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2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26" indent="0">
              <a:buNone/>
              <a:defRPr sz="2100"/>
            </a:lvl2pPr>
            <a:lvl3pPr marL="685851" indent="0">
              <a:buNone/>
              <a:defRPr sz="1800"/>
            </a:lvl3pPr>
            <a:lvl4pPr marL="1028777" indent="0">
              <a:buNone/>
              <a:defRPr sz="1500"/>
            </a:lvl4pPr>
            <a:lvl5pPr marL="1371703" indent="0">
              <a:buNone/>
              <a:defRPr sz="1500"/>
            </a:lvl5pPr>
            <a:lvl6pPr marL="1714629" indent="0">
              <a:buNone/>
              <a:defRPr sz="1500"/>
            </a:lvl6pPr>
            <a:lvl7pPr marL="2057554" indent="0">
              <a:buNone/>
              <a:defRPr sz="1500"/>
            </a:lvl7pPr>
            <a:lvl8pPr marL="2400479" indent="0">
              <a:buNone/>
              <a:defRPr sz="1500"/>
            </a:lvl8pPr>
            <a:lvl9pPr marL="2743405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26" indent="0">
              <a:buNone/>
              <a:defRPr sz="1050"/>
            </a:lvl2pPr>
            <a:lvl3pPr marL="685851" indent="0">
              <a:buNone/>
              <a:defRPr sz="900"/>
            </a:lvl3pPr>
            <a:lvl4pPr marL="1028777" indent="0">
              <a:buNone/>
              <a:defRPr sz="750"/>
            </a:lvl4pPr>
            <a:lvl5pPr marL="1371703" indent="0">
              <a:buNone/>
              <a:defRPr sz="750"/>
            </a:lvl5pPr>
            <a:lvl6pPr marL="1714629" indent="0">
              <a:buNone/>
              <a:defRPr sz="750"/>
            </a:lvl6pPr>
            <a:lvl7pPr marL="2057554" indent="0">
              <a:buNone/>
              <a:defRPr sz="750"/>
            </a:lvl7pPr>
            <a:lvl8pPr marL="2400479" indent="0">
              <a:buNone/>
              <a:defRPr sz="750"/>
            </a:lvl8pPr>
            <a:lvl9pPr marL="274340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2313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741800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6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75BA7AC-D5B2-4EAB-A1FF-2BEE77A7CE74}" type="datetimeFigureOut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6/16/2021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192214B-8AB3-47AC-8DCC-1843CB75F973}" type="slidenum">
              <a:rPr lang="en-US" sz="1565" smtClean="0">
                <a:solidFill>
                  <a:prstClr val="black"/>
                </a:solidFill>
                <a:latin typeface="Calibri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1565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69428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4091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72978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44039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2157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93647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1509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1128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7343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10326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3395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8747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3493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1436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072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5175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65087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8395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7883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5443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4250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9018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4389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4506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072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04746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32715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7364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07082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43721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9117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8122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4549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35017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258730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76215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273416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60085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84114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847143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6439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29268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72572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69769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03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65413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8160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7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878"/>
            </a:lvl1pPr>
            <a:lvl2pPr marL="429428" indent="0">
              <a:buNone/>
              <a:defRPr sz="1691"/>
            </a:lvl2pPr>
            <a:lvl3pPr marL="858854" indent="0">
              <a:buNone/>
              <a:defRPr sz="1503"/>
            </a:lvl3pPr>
            <a:lvl4pPr marL="1288282" indent="0">
              <a:buNone/>
              <a:defRPr sz="1315"/>
            </a:lvl4pPr>
            <a:lvl5pPr marL="1717710" indent="0">
              <a:buNone/>
              <a:defRPr sz="1315"/>
            </a:lvl5pPr>
            <a:lvl6pPr marL="2147137" indent="0">
              <a:buNone/>
              <a:defRPr sz="1315"/>
            </a:lvl6pPr>
            <a:lvl7pPr marL="2576564" indent="0">
              <a:buNone/>
              <a:defRPr sz="1315"/>
            </a:lvl7pPr>
            <a:lvl8pPr marL="3005992" indent="0">
              <a:buNone/>
              <a:defRPr sz="1315"/>
            </a:lvl8pPr>
            <a:lvl9pPr marL="3435419" indent="0">
              <a:buNone/>
              <a:defRPr sz="1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7857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630"/>
            </a:lvl1pPr>
            <a:lvl2pPr>
              <a:defRPr sz="2254"/>
            </a:lvl2pPr>
            <a:lvl3pPr>
              <a:defRPr sz="1878"/>
            </a:lvl3pPr>
            <a:lvl4pPr>
              <a:defRPr sz="1691"/>
            </a:lvl4pPr>
            <a:lvl5pPr>
              <a:defRPr sz="1691"/>
            </a:lvl5pPr>
            <a:lvl6pPr>
              <a:defRPr sz="1691"/>
            </a:lvl6pPr>
            <a:lvl7pPr>
              <a:defRPr sz="1691"/>
            </a:lvl7pPr>
            <a:lvl8pPr>
              <a:defRPr sz="1691"/>
            </a:lvl8pPr>
            <a:lvl9pPr>
              <a:defRPr sz="16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688328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54" b="1"/>
            </a:lvl1pPr>
            <a:lvl2pPr marL="429428" indent="0">
              <a:buNone/>
              <a:defRPr sz="1878" b="1"/>
            </a:lvl2pPr>
            <a:lvl3pPr marL="858854" indent="0">
              <a:buNone/>
              <a:defRPr sz="1691" b="1"/>
            </a:lvl3pPr>
            <a:lvl4pPr marL="1288282" indent="0">
              <a:buNone/>
              <a:defRPr sz="1503" b="1"/>
            </a:lvl4pPr>
            <a:lvl5pPr marL="1717710" indent="0">
              <a:buNone/>
              <a:defRPr sz="1503" b="1"/>
            </a:lvl5pPr>
            <a:lvl6pPr marL="2147137" indent="0">
              <a:buNone/>
              <a:defRPr sz="1503" b="1"/>
            </a:lvl6pPr>
            <a:lvl7pPr marL="2576564" indent="0">
              <a:buNone/>
              <a:defRPr sz="1503" b="1"/>
            </a:lvl7pPr>
            <a:lvl8pPr marL="3005992" indent="0">
              <a:buNone/>
              <a:defRPr sz="1503" b="1"/>
            </a:lvl8pPr>
            <a:lvl9pPr marL="3435419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54"/>
            </a:lvl1pPr>
            <a:lvl2pPr>
              <a:defRPr sz="1878"/>
            </a:lvl2pPr>
            <a:lvl3pPr>
              <a:defRPr sz="1691"/>
            </a:lvl3pPr>
            <a:lvl4pPr>
              <a:defRPr sz="1503"/>
            </a:lvl4pPr>
            <a:lvl5pPr>
              <a:defRPr sz="1503"/>
            </a:lvl5pPr>
            <a:lvl6pPr>
              <a:defRPr sz="1503"/>
            </a:lvl6pPr>
            <a:lvl7pPr>
              <a:defRPr sz="1503"/>
            </a:lvl7pPr>
            <a:lvl8pPr>
              <a:defRPr sz="1503"/>
            </a:lvl8pPr>
            <a:lvl9pPr>
              <a:defRPr sz="15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88937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76425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31135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005"/>
            </a:lvl1pPr>
            <a:lvl2pPr>
              <a:defRPr sz="2630"/>
            </a:lvl2pPr>
            <a:lvl3pPr>
              <a:defRPr sz="2254"/>
            </a:lvl3pPr>
            <a:lvl4pPr>
              <a:defRPr sz="1878"/>
            </a:lvl4pPr>
            <a:lvl5pPr>
              <a:defRPr sz="1878"/>
            </a:lvl5pPr>
            <a:lvl6pPr>
              <a:defRPr sz="1878"/>
            </a:lvl6pPr>
            <a:lvl7pPr>
              <a:defRPr sz="1878"/>
            </a:lvl7pPr>
            <a:lvl8pPr>
              <a:defRPr sz="1878"/>
            </a:lvl8pPr>
            <a:lvl9pPr>
              <a:defRPr sz="18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55054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005"/>
            </a:lvl1pPr>
            <a:lvl2pPr marL="429428" indent="0">
              <a:buNone/>
              <a:defRPr sz="2630"/>
            </a:lvl2pPr>
            <a:lvl3pPr marL="858854" indent="0">
              <a:buNone/>
              <a:defRPr sz="2254"/>
            </a:lvl3pPr>
            <a:lvl4pPr marL="1288282" indent="0">
              <a:buNone/>
              <a:defRPr sz="1878"/>
            </a:lvl4pPr>
            <a:lvl5pPr marL="1717710" indent="0">
              <a:buNone/>
              <a:defRPr sz="1878"/>
            </a:lvl5pPr>
            <a:lvl6pPr marL="2147137" indent="0">
              <a:buNone/>
              <a:defRPr sz="1878"/>
            </a:lvl6pPr>
            <a:lvl7pPr marL="2576564" indent="0">
              <a:buNone/>
              <a:defRPr sz="1878"/>
            </a:lvl7pPr>
            <a:lvl8pPr marL="3005992" indent="0">
              <a:buNone/>
              <a:defRPr sz="1878"/>
            </a:lvl8pPr>
            <a:lvl9pPr marL="3435419" indent="0">
              <a:buNone/>
              <a:defRPr sz="187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15"/>
            </a:lvl1pPr>
            <a:lvl2pPr marL="429428" indent="0">
              <a:buNone/>
              <a:defRPr sz="1127"/>
            </a:lvl2pPr>
            <a:lvl3pPr marL="858854" indent="0">
              <a:buNone/>
              <a:defRPr sz="939"/>
            </a:lvl3pPr>
            <a:lvl4pPr marL="1288282" indent="0">
              <a:buNone/>
              <a:defRPr sz="845"/>
            </a:lvl4pPr>
            <a:lvl5pPr marL="1717710" indent="0">
              <a:buNone/>
              <a:defRPr sz="845"/>
            </a:lvl5pPr>
            <a:lvl6pPr marL="2147137" indent="0">
              <a:buNone/>
              <a:defRPr sz="845"/>
            </a:lvl6pPr>
            <a:lvl7pPr marL="2576564" indent="0">
              <a:buNone/>
              <a:defRPr sz="845"/>
            </a:lvl7pPr>
            <a:lvl8pPr marL="3005992" indent="0">
              <a:buNone/>
              <a:defRPr sz="845"/>
            </a:lvl8pPr>
            <a:lvl9pPr marL="3435419" indent="0">
              <a:buNone/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327915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14479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15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EECBAB90-F380-4A7C-A3EC-C9AFA9EB02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47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15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EECBAB90-F380-4A7C-A3EC-C9AFA9EB02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75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7458" y="1161143"/>
            <a:ext cx="8490857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990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685851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71463" indent="-171463" algn="l" defTabSz="685851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89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14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40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66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91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17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943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869" indent="-171463" algn="l" defTabSz="68585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26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51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77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03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29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54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79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05" algn="l" defTabSz="68585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15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EECBAB90-F380-4A7C-A3EC-C9AFA9EB02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30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15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108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15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08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15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15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EECBAB90-F380-4A7C-A3EC-C9AFA9EB02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384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1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1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15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1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15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66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81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29428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6pPr>
      <a:lvl7pPr marL="858854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7pPr>
      <a:lvl8pPr marL="1288282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8pPr>
      <a:lvl9pPr marL="1717710" algn="ctr" rtl="0" eaLnBrk="1" fontAlgn="base" hangingPunct="1">
        <a:spcBef>
          <a:spcPct val="0"/>
        </a:spcBef>
        <a:spcAft>
          <a:spcPct val="0"/>
        </a:spcAft>
        <a:defRPr sz="3381">
          <a:solidFill>
            <a:srgbClr val="222222"/>
          </a:solidFill>
          <a:latin typeface="Arial" charset="0"/>
        </a:defRPr>
      </a:lvl9pPr>
    </p:titleStyle>
    <p:bodyStyle>
      <a:lvl1pPr marL="322070" indent="-3220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442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697819" indent="-268392" algn="l" rtl="0" eaLnBrk="0" fontAlgn="base" hangingPunct="0">
        <a:spcBef>
          <a:spcPct val="20000"/>
        </a:spcBef>
        <a:spcAft>
          <a:spcPct val="0"/>
        </a:spcAft>
        <a:buChar char="–"/>
        <a:defRPr sz="2254">
          <a:solidFill>
            <a:srgbClr val="222222"/>
          </a:solidFill>
          <a:latin typeface="+mn-lt"/>
          <a:ea typeface="MS PGothic" pitchFamily="34" charset="-128"/>
        </a:defRPr>
      </a:lvl2pPr>
      <a:lvl3pPr marL="1073568" indent="-214714" algn="l" rtl="0" eaLnBrk="0" fontAlgn="base" hangingPunct="0">
        <a:spcBef>
          <a:spcPct val="20000"/>
        </a:spcBef>
        <a:spcAft>
          <a:spcPct val="0"/>
        </a:spcAft>
        <a:buChar char="•"/>
        <a:defRPr sz="2066">
          <a:solidFill>
            <a:srgbClr val="222222"/>
          </a:solidFill>
          <a:latin typeface="+mn-lt"/>
          <a:ea typeface="MS PGothic" pitchFamily="34" charset="-128"/>
        </a:defRPr>
      </a:lvl3pPr>
      <a:lvl4pPr marL="1502996" indent="-214714" algn="l" rtl="0" eaLnBrk="0" fontAlgn="base" hangingPunct="0">
        <a:spcBef>
          <a:spcPct val="20000"/>
        </a:spcBef>
        <a:spcAft>
          <a:spcPct val="0"/>
        </a:spcAft>
        <a:buChar char="–"/>
        <a:defRPr sz="2066">
          <a:solidFill>
            <a:srgbClr val="222222"/>
          </a:solidFill>
          <a:latin typeface="+mn-lt"/>
          <a:ea typeface="MS PGothic" pitchFamily="34" charset="-128"/>
        </a:defRPr>
      </a:lvl4pPr>
      <a:lvl5pPr marL="1932423" indent="-214714" algn="l" rtl="0" eaLnBrk="0" fontAlgn="base" hangingPunct="0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361850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6pPr>
      <a:lvl7pPr marL="2791278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7pPr>
      <a:lvl8pPr marL="3220705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8pPr>
      <a:lvl9pPr marL="3650133" indent="-214714" algn="l" rtl="0" eaLnBrk="1" fontAlgn="base" hangingPunct="1">
        <a:spcBef>
          <a:spcPct val="20000"/>
        </a:spcBef>
        <a:spcAft>
          <a:spcPct val="0"/>
        </a:spcAft>
        <a:buChar char="»"/>
        <a:defRPr sz="187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428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885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28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7710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137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64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5992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5419" algn="l" defTabSz="858854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media20.m4a"/><Relationship Id="rId2" Type="http://schemas.microsoft.com/office/2007/relationships/media" Target="../media/media20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2.m4a"/><Relationship Id="rId2" Type="http://schemas.microsoft.com/office/2007/relationships/media" Target="../media/media22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media25.m4a"/><Relationship Id="rId2" Type="http://schemas.microsoft.com/office/2007/relationships/media" Target="../media/media25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14400"/>
            <a:ext cx="8839200" cy="5807076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class Card: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"""A playing card. But simpler than the homework."""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RANKS = ["A", "2", "3", "4", "5", "6", "7",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     "8", "9", "10", "J", "Q", "K"]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SUITS = ["c", "d", "h", "s"]  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#class attributes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def __</a:t>
            </a:r>
            <a:r>
              <a:rPr lang="en-US" altLang="en-US" sz="20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000" dirty="0">
                <a:latin typeface="Lucida Console" panose="020B0609040504020204" pitchFamily="49" charset="0"/>
              </a:rPr>
              <a:t>__(self, rank, suit):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self.rank</a:t>
            </a:r>
            <a:r>
              <a:rPr lang="en-US" altLang="en-US" sz="2000" dirty="0">
                <a:latin typeface="Lucida Console" panose="020B0609040504020204" pitchFamily="49" charset="0"/>
              </a:rPr>
              <a:t> = rank  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#object attributes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self.suit</a:t>
            </a:r>
            <a:r>
              <a:rPr lang="en-US" altLang="en-US" sz="2000" dirty="0">
                <a:latin typeface="Lucida Console" panose="020B0609040504020204" pitchFamily="49" charset="0"/>
              </a:rPr>
              <a:t> = suit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def __</a:t>
            </a:r>
            <a:r>
              <a:rPr lang="en-US" altLang="en-US" sz="2000" dirty="0" err="1">
                <a:latin typeface="Lucida Console" panose="020B0609040504020204" pitchFamily="49" charset="0"/>
              </a:rPr>
              <a:t>str</a:t>
            </a:r>
            <a:r>
              <a:rPr lang="en-US" altLang="en-US" sz="2000" dirty="0">
                <a:latin typeface="Lucida Console" panose="020B0609040504020204" pitchFamily="49" charset="0"/>
              </a:rPr>
              <a:t>__(self):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reply =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self.rank</a:t>
            </a:r>
            <a:r>
              <a:rPr lang="en-US" altLang="en-US" sz="2000" dirty="0">
                <a:latin typeface="Lucida Console" panose="020B0609040504020204" pitchFamily="49" charset="0"/>
              </a:rPr>
              <a:t> +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self.suit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return reply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card1 = Card(</a:t>
            </a:r>
            <a:r>
              <a:rPr lang="en-US" altLang="ja-JP" sz="2000" dirty="0">
                <a:latin typeface="Lucida Console" panose="020B0609040504020204" pitchFamily="49" charset="0"/>
              </a:rPr>
              <a:t>"A", "d")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# A Card with rank "A" &amp; suit "d" is the ace of diamonds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print (card1)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Blackjack Game</a:t>
            </a:r>
            <a:r>
              <a:rPr lang="en-US" altLang="en-US" dirty="0"/>
              <a:t>: the </a:t>
            </a:r>
            <a:r>
              <a:rPr lang="en-US" altLang="en-US" sz="4000" dirty="0">
                <a:latin typeface="Lucida Console" panose="020B0609040504020204" pitchFamily="49" charset="0"/>
              </a:rPr>
              <a:t>Card</a:t>
            </a:r>
            <a:r>
              <a:rPr lang="en-US" altLang="en-US" dirty="0"/>
              <a:t> Class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1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421"/>
    </mc:Choice>
    <mc:Fallback xmlns="">
      <p:transition spd="slow" advTm="954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832" x="4267200" y="3105150"/>
          <p14:tracePt t="1839" x="4260850" y="3048000"/>
          <p14:tracePt t="1856" x="4241800" y="2978150"/>
          <p14:tracePt t="1869" x="4222750" y="2876550"/>
          <p14:tracePt t="1885" x="4210050" y="2686050"/>
          <p14:tracePt t="1902" x="4210050" y="2495550"/>
          <p14:tracePt t="1919" x="4210050" y="2406650"/>
          <p14:tracePt t="1935" x="4222750" y="2266950"/>
          <p14:tracePt t="1952" x="4222750" y="2146300"/>
          <p14:tracePt t="1968" x="4210050" y="2070100"/>
          <p14:tracePt t="1985" x="4191000" y="1924050"/>
          <p14:tracePt t="2002" x="4171950" y="1720850"/>
          <p14:tracePt t="2018" x="4152900" y="1619250"/>
          <p14:tracePt t="2035" x="4121150" y="1447800"/>
          <p14:tracePt t="2052" x="4083050" y="1301750"/>
          <p14:tracePt t="2068" x="4070350" y="1200150"/>
          <p14:tracePt t="2085" x="4032250" y="1028700"/>
          <p14:tracePt t="2101" x="4019550" y="952500"/>
          <p14:tracePt t="2118" x="3994150" y="857250"/>
          <p14:tracePt t="2135" x="3987800" y="787400"/>
          <p14:tracePt t="2151" x="3987800" y="768350"/>
          <p14:tracePt t="2168" x="3981450" y="742950"/>
          <p14:tracePt t="2184" x="3981450" y="730250"/>
          <p14:tracePt t="2201" x="3981450" y="723900"/>
          <p14:tracePt t="2218" x="3994150" y="723900"/>
          <p14:tracePt t="2234" x="4000500" y="723900"/>
          <p14:tracePt t="2267" x="4013200" y="723900"/>
          <p14:tracePt t="2284" x="4025900" y="730250"/>
          <p14:tracePt t="2301" x="4032250" y="736600"/>
          <p14:tracePt t="2317" x="4032250" y="742950"/>
          <p14:tracePt t="2334" x="4038600" y="749300"/>
          <p14:tracePt t="2351" x="4044950" y="749300"/>
          <p14:tracePt t="2387" x="4044950" y="755650"/>
          <p14:tracePt t="2443" x="4051300" y="755650"/>
          <p14:tracePt t="2506" x="4051300" y="762000"/>
          <p14:tracePt t="2513" x="4044950" y="762000"/>
          <p14:tracePt t="2562" x="4038600" y="762000"/>
          <p14:tracePt t="4329" x="3981450" y="781050"/>
          <p14:tracePt t="4336" x="3905250" y="800100"/>
          <p14:tracePt t="4350" x="3816350" y="831850"/>
          <p14:tracePt t="4360" x="3721100" y="869950"/>
          <p14:tracePt t="4376" x="3625850" y="920750"/>
          <p14:tracePt t="4394" x="3429000" y="1041400"/>
          <p14:tracePt t="4410" x="3225800" y="1174750"/>
          <p14:tracePt t="4428" x="2946400" y="1346200"/>
          <p14:tracePt t="4443" x="2800350" y="1428750"/>
          <p14:tracePt t="4460" x="2679700" y="1473200"/>
          <p14:tracePt t="4477" x="2413000" y="1600200"/>
          <p14:tracePt t="4493" x="2343150" y="1625600"/>
          <p14:tracePt t="4510" x="2292350" y="1644650"/>
          <p14:tracePt t="4526" x="2203450" y="1676400"/>
          <p14:tracePt t="4543" x="2152650" y="1689100"/>
          <p14:tracePt t="4561" x="2139950" y="1695450"/>
          <p14:tracePt t="4576" x="2133600" y="1695450"/>
          <p14:tracePt t="4593" x="2127250" y="1695450"/>
          <p14:tracePt t="4651" x="2127250" y="1701800"/>
          <p14:tracePt t="4708" x="2133600" y="1701800"/>
          <p14:tracePt t="5038" x="2108200" y="1733550"/>
          <p14:tracePt t="5052" x="2070100" y="1758950"/>
          <p14:tracePt t="5061" x="2025650" y="1797050"/>
          <p14:tracePt t="5075" x="1968500" y="1822450"/>
          <p14:tracePt t="5091" x="1911350" y="1860550"/>
          <p14:tracePt t="5108" x="1695450" y="1962150"/>
          <p14:tracePt t="5124" x="1625600" y="2000250"/>
          <p14:tracePt t="5141" x="1568450" y="2025650"/>
          <p14:tracePt t="5158" x="1460500" y="2070100"/>
          <p14:tracePt t="5174" x="1384300" y="2114550"/>
          <p14:tracePt t="5191" x="1365250" y="2120900"/>
          <p14:tracePt t="5207" x="1327150" y="2133600"/>
          <p14:tracePt t="5224" x="1314450" y="2139950"/>
          <p14:tracePt t="5241" x="1301750" y="2146300"/>
          <p14:tracePt t="5257" x="1295400" y="2152650"/>
          <p14:tracePt t="5274" x="1270000" y="2165350"/>
          <p14:tracePt t="5291" x="1238250" y="2178050"/>
          <p14:tracePt t="5307" x="1212850" y="2184400"/>
          <p14:tracePt t="5311" x="1200150" y="2190750"/>
          <p14:tracePt t="5323" x="1181100" y="2197100"/>
          <p14:tracePt t="5340" x="1168400" y="2203450"/>
          <p14:tracePt t="21785" x="1193800" y="2203450"/>
          <p14:tracePt t="21792" x="1238250" y="2178050"/>
          <p14:tracePt t="21800" x="1301750" y="2159000"/>
          <p14:tracePt t="21817" x="1473200" y="2108200"/>
          <p14:tracePt t="21833" x="1670050" y="2044700"/>
          <p14:tracePt t="21849" x="2076450" y="1911350"/>
          <p14:tracePt t="21866" x="2311400" y="1790700"/>
          <p14:tracePt t="21883" x="2667000" y="1644650"/>
          <p14:tracePt t="21900" x="2921000" y="1530350"/>
          <p14:tracePt t="21917" x="3117850" y="1428750"/>
          <p14:tracePt t="21933" x="3397250" y="1295400"/>
          <p14:tracePt t="21950" x="3575050" y="1200150"/>
          <p14:tracePt t="21966" x="3746500" y="1104900"/>
          <p14:tracePt t="21983" x="3917950" y="1003300"/>
          <p14:tracePt t="21999" x="4044950" y="933450"/>
          <p14:tracePt t="22017" x="4178300" y="850900"/>
          <p14:tracePt t="22032" x="4273550" y="819150"/>
          <p14:tracePt t="22049" x="4337050" y="781050"/>
          <p14:tracePt t="22066" x="4406900" y="717550"/>
          <p14:tracePt t="22082" x="4438650" y="692150"/>
          <p14:tracePt t="22099" x="4476750" y="673100"/>
          <p14:tracePt t="22116" x="4508500" y="628650"/>
          <p14:tracePt t="22132" x="4533900" y="609600"/>
          <p14:tracePt t="22136" x="4540250" y="603250"/>
          <p14:tracePt t="22149" x="4546600" y="590550"/>
          <p14:tracePt t="22166" x="4559300" y="571500"/>
          <p14:tracePt t="22182" x="4559300" y="558800"/>
          <p14:tracePt t="22199" x="4540250" y="552450"/>
          <p14:tracePt t="22215" x="4521200" y="552450"/>
          <p14:tracePt t="22232" x="4502150" y="552450"/>
          <p14:tracePt t="22249" x="4387850" y="527050"/>
          <p14:tracePt t="22265" x="4114800" y="501650"/>
          <p14:tracePt t="22282" x="3873500" y="488950"/>
          <p14:tracePt t="22298" x="3276600" y="476250"/>
          <p14:tracePt t="22315" x="2984500" y="482600"/>
          <p14:tracePt t="22332" x="2171700" y="514350"/>
          <p14:tracePt t="22348" x="1981200" y="527050"/>
          <p14:tracePt t="22364" x="1841500" y="533400"/>
          <p14:tracePt t="22382" x="1657350" y="565150"/>
          <p14:tracePt t="22398" x="1562100" y="590550"/>
          <p14:tracePt t="22415" x="1549400" y="596900"/>
          <p14:tracePt t="22431" x="1543050" y="603250"/>
          <p14:tracePt t="22448" x="1543050" y="615950"/>
          <p14:tracePt t="22465" x="1543050" y="622300"/>
          <p14:tracePt t="22481" x="1549400" y="628650"/>
          <p14:tracePt t="22497" x="1568450" y="628650"/>
          <p14:tracePt t="22515" x="1600200" y="641350"/>
          <p14:tracePt t="22530" x="1619250" y="641350"/>
          <p14:tracePt t="22547" x="1695450" y="641350"/>
          <p14:tracePt t="22564" x="1879600" y="666750"/>
          <p14:tracePt t="22580" x="1993900" y="698500"/>
          <p14:tracePt t="22597" x="2127250" y="742950"/>
          <p14:tracePt t="22614" x="2546350" y="857250"/>
          <p14:tracePt t="22630" x="2730500" y="908050"/>
          <p14:tracePt t="22648" x="2863850" y="952500"/>
          <p14:tracePt t="22664" x="3086100" y="1028700"/>
          <p14:tracePt t="22680" x="3257550" y="1092200"/>
          <p14:tracePt t="22698" x="3429000" y="1181100"/>
          <p14:tracePt t="22714" x="3511550" y="1225550"/>
          <p14:tracePt t="22730" x="3619500" y="1320800"/>
          <p14:tracePt t="22747" x="3683000" y="1409700"/>
          <p14:tracePt t="22763" x="3689350" y="1428750"/>
          <p14:tracePt t="22780" x="3695700" y="1504950"/>
          <p14:tracePt t="22797" x="3695700" y="1574800"/>
          <p14:tracePt t="22813" x="3695700" y="1612900"/>
          <p14:tracePt t="22831" x="3670300" y="1676400"/>
          <p14:tracePt t="22846" x="3657600" y="1727200"/>
          <p14:tracePt t="22863" x="3651250" y="1752600"/>
          <p14:tracePt t="22880" x="3619500" y="1828800"/>
          <p14:tracePt t="22896" x="3581400" y="1917700"/>
          <p14:tracePt t="22913" x="3562350" y="1968500"/>
          <p14:tracePt t="22930" x="3536950" y="2057400"/>
          <p14:tracePt t="22946" x="3498850" y="2133600"/>
          <p14:tracePt t="22963" x="3479800" y="2171700"/>
          <p14:tracePt t="22979" x="3409950" y="2298700"/>
          <p14:tracePt t="22996" x="3384550" y="2368550"/>
          <p14:tracePt t="23014" x="3314700" y="2482850"/>
          <p14:tracePt t="23029" x="3251200" y="2597150"/>
          <p14:tracePt t="23046" x="3168650" y="2673350"/>
          <p14:tracePt t="23064" x="3098800" y="2686050"/>
          <p14:tracePt t="23508" x="3041650" y="2660650"/>
          <p14:tracePt t="23522" x="2984500" y="2622550"/>
          <p14:tracePt t="23530" x="2921000" y="2590800"/>
          <p14:tracePt t="23544" x="2851150" y="2546350"/>
          <p14:tracePt t="23560" x="2698750" y="2451100"/>
          <p14:tracePt t="23578" x="2520950" y="2362200"/>
          <p14:tracePt t="23593" x="2438400" y="2286000"/>
          <p14:tracePt t="23610" x="2324100" y="2203450"/>
          <p14:tracePt t="23627" x="2197100" y="2089150"/>
          <p14:tracePt t="23644" x="2120900" y="2032000"/>
          <p14:tracePt t="23660" x="2038350" y="1955800"/>
          <p14:tracePt t="23677" x="1816100" y="1771650"/>
          <p14:tracePt t="23693" x="1758950" y="1727200"/>
          <p14:tracePt t="23711" x="1708150" y="1676400"/>
          <p14:tracePt t="23727" x="1625600" y="1593850"/>
          <p14:tracePt t="23743" x="1574800" y="1517650"/>
          <p14:tracePt t="23761" x="1536700" y="1473200"/>
          <p14:tracePt t="23776" x="1524000" y="1454150"/>
          <p14:tracePt t="23793" x="1511300" y="1435100"/>
          <p14:tracePt t="23810" x="1498600" y="1422400"/>
          <p14:tracePt t="23826" x="1498600" y="1416050"/>
          <p14:tracePt t="23843" x="1492250" y="1409700"/>
          <p14:tracePt t="23859" x="1485900" y="1409700"/>
          <p14:tracePt t="23876" x="1479550" y="1409700"/>
          <p14:tracePt t="23894" x="1473200" y="1409700"/>
          <p14:tracePt t="23909" x="1460500" y="1403350"/>
          <p14:tracePt t="23926" x="1454150" y="1403350"/>
          <p14:tracePt t="23943" x="1447800" y="1403350"/>
          <p14:tracePt t="23959" x="1435100" y="1390650"/>
          <p14:tracePt t="23976" x="1428750" y="1377950"/>
          <p14:tracePt t="23993" x="1409700" y="1358900"/>
          <p14:tracePt t="24009" x="1403350" y="1346200"/>
          <p14:tracePt t="24026" x="1384300" y="1327150"/>
          <p14:tracePt t="24042" x="1365250" y="1308100"/>
          <p14:tracePt t="24059" x="1352550" y="1301750"/>
          <p14:tracePt t="24076" x="1339850" y="1295400"/>
          <p14:tracePt t="24092" x="1333500" y="1289050"/>
          <p14:tracePt t="24109" x="1327150" y="1289050"/>
          <p14:tracePt t="24126" x="1320800" y="1289050"/>
          <p14:tracePt t="24142" x="1314450" y="1295400"/>
          <p14:tracePt t="24158" x="1308100" y="1301750"/>
          <p14:tracePt t="24176" x="1295400" y="1308100"/>
          <p14:tracePt t="24192" x="1263650" y="1365250"/>
          <p14:tracePt t="24208" x="1250950" y="1403350"/>
          <p14:tracePt t="24225" x="1219200" y="1536700"/>
          <p14:tracePt t="24242" x="1187450" y="1733550"/>
          <p14:tracePt t="24259" x="1168400" y="1974850"/>
          <p14:tracePt t="24275" x="1168400" y="2108200"/>
          <p14:tracePt t="24291" x="1155700" y="2266950"/>
          <p14:tracePt t="24308" x="1162050" y="2749550"/>
          <p14:tracePt t="24324" x="1162050" y="2882900"/>
          <p14:tracePt t="24341" x="1187450" y="3067050"/>
          <p14:tracePt t="24358" x="1282700" y="3498850"/>
          <p14:tracePt t="24375" x="1397000" y="3911600"/>
          <p14:tracePt t="24392" x="1504950" y="4210050"/>
          <p14:tracePt t="24408" x="1543050" y="4311650"/>
          <p14:tracePt t="24425" x="1606550" y="4451350"/>
          <p14:tracePt t="24441" x="1663700" y="4521200"/>
          <p14:tracePt t="24458" x="1676400" y="4540250"/>
          <p14:tracePt t="24474" x="1720850" y="4559300"/>
          <p14:tracePt t="24491" x="1746250" y="4572000"/>
          <p14:tracePt t="24507" x="1758950" y="4572000"/>
          <p14:tracePt t="24524" x="1784350" y="4572000"/>
          <p14:tracePt t="24541" x="1835150" y="4546600"/>
          <p14:tracePt t="24557" x="1854200" y="4527550"/>
          <p14:tracePt t="24574" x="1949450" y="4476750"/>
          <p14:tracePt t="24590" x="2070100" y="4349750"/>
          <p14:tracePt t="24607" x="2146300" y="4254500"/>
          <p14:tracePt t="24624" x="2273300" y="4025900"/>
          <p14:tracePt t="24641" x="2336800" y="3886200"/>
          <p14:tracePt t="24657" x="2400300" y="3606800"/>
          <p14:tracePt t="24674" x="2400300" y="3359150"/>
          <p14:tracePt t="24690" x="2374900" y="3225800"/>
          <p14:tracePt t="24693" x="2330450" y="3098800"/>
          <p14:tracePt t="24707" x="2241550" y="2946400"/>
          <p14:tracePt t="24723" x="1955800" y="2571750"/>
          <p14:tracePt t="24740" x="1771650" y="2374900"/>
          <p14:tracePt t="24757" x="1473200" y="2076450"/>
          <p14:tracePt t="24773" x="1231900" y="1898650"/>
          <p14:tracePt t="24790" x="1123950" y="1847850"/>
          <p14:tracePt t="24807" x="977900" y="1816100"/>
          <p14:tracePt t="24823" x="844550" y="1841500"/>
          <p14:tracePt t="24840" x="781050" y="1879600"/>
          <p14:tracePt t="24856" x="622300" y="2012950"/>
          <p14:tracePt t="24873" x="469900" y="2247900"/>
          <p14:tracePt t="24889" x="387350" y="2438400"/>
          <p14:tracePt t="24906" x="311150" y="2908300"/>
          <p14:tracePt t="24923" x="311150" y="3117850"/>
          <p14:tracePt t="24940" x="425450" y="3632200"/>
          <p14:tracePt t="24956" x="647700" y="4051300"/>
          <p14:tracePt t="24972" x="781050" y="4216400"/>
          <p14:tracePt t="24989" x="990600" y="4451350"/>
          <p14:tracePt t="25005" x="1250950" y="4641850"/>
          <p14:tracePt t="25022" x="1358900" y="4679950"/>
          <p14:tracePt t="25039" x="1562100" y="4737100"/>
          <p14:tracePt t="25056" x="1720850" y="4718050"/>
          <p14:tracePt t="25073" x="1879600" y="4660900"/>
          <p14:tracePt t="25089" x="1949450" y="4622800"/>
          <p14:tracePt t="25105" x="2082800" y="4502150"/>
          <p14:tracePt t="25123" x="2171700" y="4362450"/>
          <p14:tracePt t="25138" x="2197100" y="4279900"/>
          <p14:tracePt t="25155" x="2216150" y="4203700"/>
          <p14:tracePt t="25172" x="2216150" y="4044950"/>
          <p14:tracePt t="25188" x="2165350" y="3879850"/>
          <p14:tracePt t="25191" x="2114550" y="3771900"/>
          <p14:tracePt t="25221" x="1809750" y="3371850"/>
          <p14:tracePt t="25238" x="1651000" y="3200400"/>
          <p14:tracePt t="25255" x="1282700" y="2844800"/>
          <p14:tracePt t="25271" x="1060450" y="2660650"/>
          <p14:tracePt t="25288" x="717550" y="2413000"/>
          <p14:tracePt t="25305" x="495300" y="2279650"/>
          <p14:tracePt t="25322" x="400050" y="2228850"/>
          <p14:tracePt t="25338" x="266700" y="2184400"/>
          <p14:tracePt t="25354" x="165100" y="2171700"/>
          <p14:tracePt t="25371" x="133350" y="2171700"/>
          <p14:tracePt t="25388" x="63500" y="2178050"/>
          <p14:tracePt t="25404" x="12700" y="2184400"/>
          <p14:tracePt t="25877" x="57150" y="2216150"/>
          <p14:tracePt t="25883" x="120650" y="2209800"/>
          <p14:tracePt t="25897" x="209550" y="2197100"/>
          <p14:tracePt t="25906" x="298450" y="2197100"/>
          <p14:tracePt t="25922" x="400050" y="2190750"/>
          <p14:tracePt t="25936" x="565150" y="2178050"/>
          <p14:tracePt t="25952" x="673100" y="2165350"/>
          <p14:tracePt t="25969" x="869950" y="2165350"/>
          <p14:tracePt t="25985" x="977900" y="2159000"/>
          <p14:tracePt t="26003" x="1193800" y="2127250"/>
          <p14:tracePt t="26018" x="1250950" y="2120900"/>
          <p14:tracePt t="26035" x="1295400" y="2101850"/>
          <p14:tracePt t="26052" x="1365250" y="2089150"/>
          <p14:tracePt t="26068" x="1416050" y="2070100"/>
          <p14:tracePt t="26085" x="1435100" y="2070100"/>
          <p14:tracePt t="26102" x="1466850" y="2063750"/>
          <p14:tracePt t="26118" x="1498600" y="2063750"/>
          <p14:tracePt t="26135" x="1504950" y="2063750"/>
          <p14:tracePt t="26152" x="1524000" y="2063750"/>
          <p14:tracePt t="26168" x="1530350" y="2063750"/>
          <p14:tracePt t="26188" x="1536700" y="2063750"/>
          <p14:tracePt t="26214" x="1543050" y="2063750"/>
          <p14:tracePt t="26236" x="1549400" y="2063750"/>
          <p14:tracePt t="26249" x="1555750" y="2063750"/>
          <p14:tracePt t="26256" x="1562100" y="2063750"/>
          <p14:tracePt t="26277" x="1568450" y="2057400"/>
          <p14:tracePt t="26285" x="1574800" y="2057400"/>
          <p14:tracePt t="26305" x="1574800" y="2051050"/>
          <p14:tracePt t="26321" x="1587500" y="2051050"/>
          <p14:tracePt t="26335" x="1593850" y="2051050"/>
          <p14:tracePt t="26351" x="1600200" y="2051050"/>
          <p14:tracePt t="26368" x="1606550" y="2044700"/>
          <p14:tracePt t="26384" x="1612900" y="2044700"/>
          <p14:tracePt t="26419" x="1619250" y="2044700"/>
          <p14:tracePt t="26446" x="1619250" y="2051050"/>
          <p14:tracePt t="26460" x="1631950" y="2063750"/>
          <p14:tracePt t="26466" x="1631950" y="2070100"/>
          <p14:tracePt t="26473" x="1644650" y="2082800"/>
          <p14:tracePt t="26487" x="1657350" y="2101850"/>
          <p14:tracePt t="26501" x="1676400" y="2120900"/>
          <p14:tracePt t="26516" x="1727200" y="2197100"/>
          <p14:tracePt t="26534" x="1771650" y="2235200"/>
          <p14:tracePt t="26550" x="1879600" y="2362200"/>
          <p14:tracePt t="26567" x="2044700" y="2520950"/>
          <p14:tracePt t="26583" x="2139950" y="2603500"/>
          <p14:tracePt t="26600" x="2324100" y="2755900"/>
          <p14:tracePt t="26617" x="2413000" y="2813050"/>
          <p14:tracePt t="26633" x="2578100" y="2908300"/>
          <p14:tracePt t="26650" x="2686050" y="2946400"/>
          <p14:tracePt t="26667" x="2717800" y="2952750"/>
          <p14:tracePt t="26684" x="2774950" y="2952750"/>
          <p14:tracePt t="26699" x="2838450" y="2927350"/>
          <p14:tracePt t="26716" x="2851150" y="2927350"/>
          <p14:tracePt t="26720" x="2876550" y="2921000"/>
          <p14:tracePt t="26733" x="2889250" y="2914650"/>
          <p14:tracePt t="26749" x="2933700" y="2908300"/>
          <p14:tracePt t="26766" x="2946400" y="2908300"/>
          <p14:tracePt t="26784" x="2978150" y="2895600"/>
          <p14:tracePt t="26799" x="3003550" y="2882900"/>
          <p14:tracePt t="26816" x="3009900" y="2876550"/>
          <p14:tracePt t="26832" x="3028950" y="2876550"/>
          <p14:tracePt t="26849" x="3035300" y="2870200"/>
          <p14:tracePt t="26867" x="3054350" y="2863850"/>
          <p14:tracePt t="26882" x="3067050" y="2857500"/>
          <p14:tracePt t="26899" x="3079750" y="2851150"/>
          <p14:tracePt t="26916" x="3092450" y="2844800"/>
          <p14:tracePt t="26932" x="3098800" y="2838450"/>
          <p14:tracePt t="26949" x="3111500" y="2832100"/>
          <p14:tracePt t="26965" x="3136900" y="2832100"/>
          <p14:tracePt t="32770" x="3143250" y="2819400"/>
          <p14:tracePt t="32777" x="3155950" y="2806700"/>
          <p14:tracePt t="32784" x="3168650" y="2787650"/>
          <p14:tracePt t="32796" x="3187700" y="2774950"/>
          <p14:tracePt t="32813" x="3257550" y="2724150"/>
          <p14:tracePt t="32828" x="3289300" y="2679700"/>
          <p14:tracePt t="32845" x="3340100" y="2635250"/>
          <p14:tracePt t="32862" x="3384550" y="2552700"/>
          <p14:tracePt t="32878" x="3416300" y="2489200"/>
          <p14:tracePt t="32882" x="3429000" y="2444750"/>
          <p14:tracePt t="32895" x="3441700" y="2413000"/>
          <p14:tracePt t="32911" x="3479800" y="2311400"/>
          <p14:tracePt t="32928" x="3486150" y="2254250"/>
          <p14:tracePt t="32946" x="3505200" y="2120900"/>
          <p14:tracePt t="32961" x="3511550" y="2025650"/>
          <p14:tracePt t="32978" x="3511550" y="1962150"/>
          <p14:tracePt t="32995" x="3505200" y="1879600"/>
          <p14:tracePt t="33011" x="3498850" y="1841500"/>
          <p14:tracePt t="33028" x="3479800" y="1790700"/>
          <p14:tracePt t="33044" x="3467100" y="1746250"/>
          <p14:tracePt t="33061" x="3454400" y="1727200"/>
          <p14:tracePt t="33078" x="3441700" y="1708150"/>
          <p14:tracePt t="33095" x="3390900" y="1682750"/>
          <p14:tracePt t="33111" x="3365500" y="1657350"/>
          <p14:tracePt t="33128" x="3308350" y="1631950"/>
          <p14:tracePt t="33144" x="3282950" y="1619250"/>
          <p14:tracePt t="33160" x="3257550" y="1619250"/>
          <p14:tracePt t="33178" x="3232150" y="1600200"/>
          <p14:tracePt t="33194" x="3206750" y="1600200"/>
          <p14:tracePt t="33211" x="3187700" y="1600200"/>
          <p14:tracePt t="33227" x="3130550" y="1600200"/>
          <p14:tracePt t="33244" x="3086100" y="1606550"/>
          <p14:tracePt t="33261" x="3041650" y="1612900"/>
          <p14:tracePt t="33277" x="2978150" y="1631950"/>
          <p14:tracePt t="33294" x="2933700" y="1644650"/>
          <p14:tracePt t="33311" x="2895600" y="1657350"/>
          <p14:tracePt t="33327" x="2876550" y="1670050"/>
          <p14:tracePt t="33343" x="2863850" y="1682750"/>
          <p14:tracePt t="33360" x="2844800" y="1701800"/>
          <p14:tracePt t="33376" x="2838450" y="1708150"/>
          <p14:tracePt t="33380" x="2832100" y="1708150"/>
          <p14:tracePt t="33393" x="2825750" y="1714500"/>
          <p14:tracePt t="33411" x="2819400" y="1727200"/>
          <p14:tracePt t="33426" x="2819400" y="1739900"/>
          <p14:tracePt t="33445" x="2819400" y="1746250"/>
          <p14:tracePt t="33480" x="2819400" y="1752600"/>
          <p14:tracePt t="33494" x="2819400" y="1765300"/>
          <p14:tracePt t="33509" x="2819400" y="1771650"/>
          <p14:tracePt t="33526" x="2819400" y="1778000"/>
          <p14:tracePt t="33543" x="2819400" y="1784350"/>
          <p14:tracePt t="33563" x="2825750" y="1784350"/>
          <p14:tracePt t="33584" x="2825750" y="1790700"/>
          <p14:tracePt t="33620" x="2825750" y="1797050"/>
          <p14:tracePt t="33669" x="2825750" y="1803400"/>
          <p14:tracePt t="33739" x="2819400" y="1803400"/>
          <p14:tracePt t="33746" x="2806700" y="1797050"/>
          <p14:tracePt t="33759" x="2800350" y="1790700"/>
          <p14:tracePt t="33775" x="2762250" y="1784350"/>
          <p14:tracePt t="33792" x="2730500" y="1778000"/>
          <p14:tracePt t="33809" x="2654300" y="1765300"/>
          <p14:tracePt t="33825" x="2609850" y="1758950"/>
          <p14:tracePt t="33842" x="2559050" y="1746250"/>
          <p14:tracePt t="33859" x="2508250" y="1733550"/>
          <p14:tracePt t="33874" x="2482850" y="1727200"/>
          <p14:tracePt t="33892" x="2463800" y="1720850"/>
          <p14:tracePt t="33896" x="2451100" y="1714500"/>
          <p14:tracePt t="33909" x="2444750" y="1708150"/>
          <p14:tracePt t="33971" x="2444750" y="1701800"/>
          <p14:tracePt t="34005" x="2451100" y="1701800"/>
          <p14:tracePt t="34027" x="2457450" y="1701800"/>
          <p14:tracePt t="34042" x="2463800" y="1708150"/>
          <p14:tracePt t="34048" x="2470150" y="1708150"/>
          <p14:tracePt t="34057" x="2476500" y="1708150"/>
          <p14:tracePt t="34074" x="2482850" y="1714500"/>
          <p14:tracePt t="34091" x="2533650" y="1720850"/>
          <p14:tracePt t="34107" x="2584450" y="1733550"/>
          <p14:tracePt t="34125" x="2749550" y="1765300"/>
          <p14:tracePt t="34140" x="3022600" y="1809750"/>
          <p14:tracePt t="34157" x="3187700" y="1822450"/>
          <p14:tracePt t="34174" x="3600450" y="1873250"/>
          <p14:tracePt t="34191" x="3962400" y="1911350"/>
          <p14:tracePt t="34207" x="4133850" y="1936750"/>
          <p14:tracePt t="34224" x="4425950" y="1968500"/>
          <p14:tracePt t="34240" x="4679950" y="2000250"/>
          <p14:tracePt t="34257" x="4781550" y="2019300"/>
          <p14:tracePt t="34273" x="4965700" y="2051050"/>
          <p14:tracePt t="34289" x="5137150" y="2101850"/>
          <p14:tracePt t="34308" x="5295900" y="2139950"/>
          <p14:tracePt t="34323" x="5384800" y="2152650"/>
          <p14:tracePt t="34340" x="5486400" y="2159000"/>
          <p14:tracePt t="34357" x="5835650" y="2235200"/>
          <p14:tracePt t="34373" x="5937250" y="2247900"/>
          <p14:tracePt t="34390" x="6051550" y="2254250"/>
          <p14:tracePt t="34407" x="6242050" y="2273300"/>
          <p14:tracePt t="34423" x="6394450" y="2286000"/>
          <p14:tracePt t="34440" x="6502400" y="2286000"/>
          <p14:tracePt t="34456" x="6527800" y="2286000"/>
          <p14:tracePt t="34473" x="6559550" y="2279650"/>
          <p14:tracePt t="34491" x="6591300" y="2273300"/>
          <p14:tracePt t="34506" x="6597650" y="2266950"/>
          <p14:tracePt t="34523" x="6604000" y="2260600"/>
          <p14:tracePt t="34540" x="6604000" y="2254250"/>
          <p14:tracePt t="34631" x="6597650" y="2254250"/>
          <p14:tracePt t="34637" x="6591300" y="2254250"/>
          <p14:tracePt t="34680" x="6584950" y="2254250"/>
          <p14:tracePt t="34743" x="6578600" y="2247900"/>
          <p14:tracePt t="34778" x="6572250" y="2247900"/>
          <p14:tracePt t="34820" x="6565900" y="2247900"/>
          <p14:tracePt t="34841" x="6559550" y="2254250"/>
          <p14:tracePt t="34847" x="6553200" y="2254250"/>
          <p14:tracePt t="34869" x="6546850" y="2254250"/>
          <p14:tracePt t="34884" x="6540500" y="2254250"/>
          <p14:tracePt t="34891" x="6534150" y="2254250"/>
          <p14:tracePt t="34907" x="6527800" y="2254250"/>
          <p14:tracePt t="34921" x="6464300" y="2254250"/>
          <p14:tracePt t="34938" x="6400800" y="2254250"/>
          <p14:tracePt t="34954" x="6210300" y="2254250"/>
          <p14:tracePt t="34971" x="6083300" y="2247900"/>
          <p14:tracePt t="34988" x="5505450" y="2222500"/>
          <p14:tracePt t="35004" x="5264150" y="2209800"/>
          <p14:tracePt t="35021" x="4965700" y="2178050"/>
          <p14:tracePt t="35038" x="4464050" y="2146300"/>
          <p14:tracePt t="35054" x="4000500" y="2089150"/>
          <p14:tracePt t="35071" x="3835400" y="2082800"/>
          <p14:tracePt t="35087" x="3581400" y="2082800"/>
          <p14:tracePt t="35104" x="3416300" y="2082800"/>
          <p14:tracePt t="35121" x="3352800" y="2082800"/>
          <p14:tracePt t="35137" x="3257550" y="2082800"/>
          <p14:tracePt t="35154" x="3200400" y="2082800"/>
          <p14:tracePt t="35171" x="3155950" y="2082800"/>
          <p14:tracePt t="35187" x="3130550" y="2082800"/>
          <p14:tracePt t="35204" x="3098800" y="2076450"/>
          <p14:tracePt t="35220" x="3067050" y="2076450"/>
          <p14:tracePt t="35237" x="3054350" y="2076450"/>
          <p14:tracePt t="35253" x="3041650" y="2076450"/>
          <p14:tracePt t="35270" x="3009900" y="2070100"/>
          <p14:tracePt t="35287" x="2997200" y="2063750"/>
          <p14:tracePt t="35304" x="2959100" y="2057400"/>
          <p14:tracePt t="35319" x="2927350" y="2044700"/>
          <p14:tracePt t="35336" x="2908300" y="2038350"/>
          <p14:tracePt t="35354" x="2870200" y="2000250"/>
          <p14:tracePt t="35369" x="2857500" y="1987550"/>
          <p14:tracePt t="35386" x="2838450" y="1962150"/>
          <p14:tracePt t="35403" x="2825750" y="1943100"/>
          <p14:tracePt t="35419" x="2819400" y="1930400"/>
          <p14:tracePt t="35436" x="2819400" y="1917700"/>
          <p14:tracePt t="35454" x="2819400" y="1911350"/>
          <p14:tracePt t="35469" x="2819400" y="1905000"/>
          <p14:tracePt t="35486" x="2825750" y="1898650"/>
          <p14:tracePt t="35502" x="2832100" y="1892300"/>
          <p14:tracePt t="35523" x="2832100" y="1885950"/>
          <p14:tracePt t="35543" x="2838450" y="1879600"/>
          <p14:tracePt t="35571" x="2844800" y="1879600"/>
          <p14:tracePt t="35606" x="2851150" y="1879600"/>
          <p14:tracePt t="35613" x="2857500" y="1879600"/>
          <p14:tracePt t="35641" x="2863850" y="1885950"/>
          <p14:tracePt t="35656" x="2863850" y="1892300"/>
          <p14:tracePt t="35662" x="2876550" y="1892300"/>
          <p14:tracePt t="35677" x="2889250" y="1905000"/>
          <p14:tracePt t="35685" x="2933700" y="1924050"/>
          <p14:tracePt t="35702" x="2997200" y="1949450"/>
          <p14:tracePt t="35719" x="3219450" y="2038350"/>
          <p14:tracePt t="35735" x="3606800" y="2184400"/>
          <p14:tracePt t="35752" x="3892550" y="2260600"/>
          <p14:tracePt t="35768" x="4489450" y="2438400"/>
          <p14:tracePt t="35785" x="5149850" y="2590800"/>
          <p14:tracePt t="35802" x="5822950" y="2673350"/>
          <p14:tracePt t="35818" x="6140450" y="2705100"/>
          <p14:tracePt t="35834" x="6711950" y="2705100"/>
          <p14:tracePt t="35853" x="7200900" y="2667000"/>
          <p14:tracePt t="35868" x="7353300" y="2628900"/>
          <p14:tracePt t="35884" x="7454900" y="2603500"/>
          <p14:tracePt t="35901" x="7651750" y="2482850"/>
          <p14:tracePt t="35917" x="7708900" y="2444750"/>
          <p14:tracePt t="35934" x="7766050" y="2406650"/>
          <p14:tracePt t="35938" x="7823200" y="2368550"/>
          <p14:tracePt t="35951" x="7867650" y="2343150"/>
          <p14:tracePt t="35968" x="7943850" y="2298700"/>
          <p14:tracePt t="35986" x="7975600" y="2279650"/>
          <p14:tracePt t="36001" x="7988300" y="2279650"/>
          <p14:tracePt t="36017" x="8001000" y="2266950"/>
          <p14:tracePt t="36034" x="8001000" y="2260600"/>
          <p14:tracePt t="36085" x="8001000" y="2254250"/>
          <p14:tracePt t="36105" x="7994650" y="2254250"/>
          <p14:tracePt t="36112" x="7994650" y="2247900"/>
          <p14:tracePt t="36132" x="7988300" y="2247900"/>
          <p14:tracePt t="36147" x="7981950" y="2247900"/>
          <p14:tracePt t="36175" x="7975600" y="2247900"/>
          <p14:tracePt t="36181" x="7969250" y="2247900"/>
          <p14:tracePt t="36196" x="7962900" y="2247900"/>
          <p14:tracePt t="36203" x="7962900" y="2241550"/>
          <p14:tracePt t="36224" x="7956550" y="2241550"/>
          <p14:tracePt t="36245" x="7950200" y="2241550"/>
          <p14:tracePt t="36253" x="7950200" y="2235200"/>
          <p14:tracePt t="36308" x="7943850" y="2235200"/>
          <p14:tracePt t="36315" x="7943850" y="2228850"/>
          <p14:tracePt t="36322" x="7937500" y="2228850"/>
          <p14:tracePt t="36357" x="7931150" y="2222500"/>
          <p14:tracePt t="36378" x="7924800" y="2222500"/>
          <p14:tracePt t="36393" x="7918450" y="2222500"/>
          <p14:tracePt t="36413" x="7912100" y="2222500"/>
          <p14:tracePt t="36463" x="7905750" y="2222500"/>
          <p14:tracePt t="36484" x="7899400" y="2222500"/>
          <p14:tracePt t="36505" x="7893050" y="2222500"/>
          <p14:tracePt t="36526" x="7886700" y="2222500"/>
          <p14:tracePt t="36568" x="7880350" y="2222500"/>
          <p14:tracePt t="43320" x="7810500" y="2209800"/>
          <p14:tracePt t="43327" x="7721600" y="2178050"/>
          <p14:tracePt t="43341" x="7626350" y="2159000"/>
          <p14:tracePt t="43348" x="7537450" y="2146300"/>
          <p14:tracePt t="43358" x="7435850" y="2139950"/>
          <p14:tracePt t="43376" x="7219950" y="2108200"/>
          <p14:tracePt t="43392" x="7131050" y="2095500"/>
          <p14:tracePt t="43409" x="7029450" y="2089150"/>
          <p14:tracePt t="43425" x="6769100" y="2038350"/>
          <p14:tracePt t="43442" x="6673850" y="2019300"/>
          <p14:tracePt t="43459" x="6597650" y="2006600"/>
          <p14:tracePt t="43475" x="6413500" y="1955800"/>
          <p14:tracePt t="43492" x="6248400" y="1924050"/>
          <p14:tracePt t="43509" x="6153150" y="1905000"/>
          <p14:tracePt t="43525" x="5962650" y="1905000"/>
          <p14:tracePt t="43541" x="5759450" y="1898650"/>
          <p14:tracePt t="43558" x="5556250" y="1898650"/>
          <p14:tracePt t="43574" x="5454650" y="1911350"/>
          <p14:tracePt t="43591" x="5257800" y="1962150"/>
          <p14:tracePt t="43608" x="5099050" y="2012950"/>
          <p14:tracePt t="43624" x="5035550" y="2032000"/>
          <p14:tracePt t="43642" x="4921250" y="2076450"/>
          <p14:tracePt t="43658" x="4826000" y="2114550"/>
          <p14:tracePt t="43675" x="4781550" y="2127250"/>
          <p14:tracePt t="43692" x="4711700" y="2152650"/>
          <p14:tracePt t="43707" x="4648200" y="2178050"/>
          <p14:tracePt t="43725" x="4610100" y="2184400"/>
          <p14:tracePt t="43741" x="4533900" y="2203450"/>
          <p14:tracePt t="43757" x="4502150" y="2216150"/>
          <p14:tracePt t="43774" x="4445000" y="2247900"/>
          <p14:tracePt t="43790" x="4368800" y="2279650"/>
          <p14:tracePt t="43807" x="4337050" y="2305050"/>
          <p14:tracePt t="43824" x="4260850" y="2330450"/>
          <p14:tracePt t="43841" x="4191000" y="2343150"/>
          <p14:tracePt t="43857" x="4171950" y="2355850"/>
          <p14:tracePt t="43875" x="4140200" y="2362200"/>
          <p14:tracePt t="43890" x="4127500" y="2362200"/>
          <p14:tracePt t="43909" x="4114800" y="2362200"/>
          <p14:tracePt t="43986" x="4121150" y="2362200"/>
          <p14:tracePt t="44000" x="4127500" y="2362200"/>
          <p14:tracePt t="44021" x="4146550" y="2362200"/>
          <p14:tracePt t="44029" x="4159250" y="2362200"/>
          <p14:tracePt t="44043" x="4191000" y="2355850"/>
          <p14:tracePt t="44057" x="4273550" y="2336800"/>
          <p14:tracePt t="44073" x="4324350" y="2330450"/>
          <p14:tracePt t="44090" x="4381500" y="2317750"/>
          <p14:tracePt t="44093" x="4432300" y="2311400"/>
          <p14:tracePt t="44106" x="4495800" y="2298700"/>
          <p14:tracePt t="44123" x="4603750" y="2273300"/>
          <p14:tracePt t="44140" x="4660900" y="2266950"/>
          <p14:tracePt t="44156" x="4762500" y="2254250"/>
          <p14:tracePt t="44173" x="4895850" y="2235200"/>
          <p14:tracePt t="44190" x="5060950" y="2216150"/>
          <p14:tracePt t="44206" x="5168900" y="2209800"/>
          <p14:tracePt t="44223" x="5346700" y="2197100"/>
          <p14:tracePt t="44239" x="5461000" y="2184400"/>
          <p14:tracePt t="44256" x="5492750" y="2178050"/>
          <p14:tracePt t="44272" x="5518150" y="2178050"/>
          <p14:tracePt t="44289" x="5530850" y="2178050"/>
          <p14:tracePt t="44323" x="5530850" y="2184400"/>
          <p14:tracePt t="44352" x="5530850" y="2190750"/>
          <p14:tracePt t="44359" x="5524500" y="2190750"/>
          <p14:tracePt t="44408" x="5518150" y="2190750"/>
          <p14:tracePt t="44457" x="5518150" y="2197100"/>
          <p14:tracePt t="44478" x="5518150" y="2203450"/>
          <p14:tracePt t="44492" x="5530850" y="2203450"/>
          <p14:tracePt t="44499" x="5537200" y="2203450"/>
          <p14:tracePt t="44513" x="5543550" y="2203450"/>
          <p14:tracePt t="44521" x="5568950" y="2216150"/>
          <p14:tracePt t="44538" x="5588000" y="2222500"/>
          <p14:tracePt t="44555" x="5683250" y="2254250"/>
          <p14:tracePt t="44571" x="5829300" y="2292350"/>
          <p14:tracePt t="44588" x="5918200" y="2311400"/>
          <p14:tracePt t="44605" x="6102350" y="2343150"/>
          <p14:tracePt t="44621" x="6254750" y="2355850"/>
          <p14:tracePt t="44638" x="6330950" y="2362200"/>
          <p14:tracePt t="44654" x="6451600" y="2362200"/>
          <p14:tracePt t="44671" x="6489700" y="2362200"/>
          <p14:tracePt t="44689" x="6629400" y="2317750"/>
          <p14:tracePt t="44704" x="6648450" y="2311400"/>
          <p14:tracePt t="44721" x="6680200" y="2311400"/>
          <p14:tracePt t="44738" x="6711950" y="2298700"/>
          <p14:tracePt t="44754" x="6743700" y="2298700"/>
          <p14:tracePt t="44771" x="6756400" y="2298700"/>
          <p14:tracePt t="44787" x="6788150" y="2298700"/>
          <p14:tracePt t="44804" x="6826250" y="2279650"/>
          <p14:tracePt t="44821" x="6838950" y="2273300"/>
          <p14:tracePt t="44837" x="6877050" y="2260600"/>
          <p14:tracePt t="44854" x="6927850" y="2241550"/>
          <p14:tracePt t="44871" x="6965950" y="2228850"/>
          <p14:tracePt t="44887" x="6978650" y="2222500"/>
          <p14:tracePt t="44904" x="7004050" y="2216150"/>
          <p14:tracePt t="44920" x="7029450" y="2209800"/>
          <p14:tracePt t="44937" x="7048500" y="2209800"/>
          <p14:tracePt t="44953" x="7061200" y="2209800"/>
          <p14:tracePt t="44970" x="7137400" y="2209800"/>
          <p14:tracePt t="44986" x="7162800" y="2209800"/>
          <p14:tracePt t="45004" x="7232650" y="2209800"/>
          <p14:tracePt t="45019" x="7251700" y="2209800"/>
          <p14:tracePt t="45036" x="7302500" y="2197100"/>
          <p14:tracePt t="45054" x="7340600" y="2197100"/>
          <p14:tracePt t="45069" x="7353300" y="2190750"/>
          <p14:tracePt t="45086" x="7397750" y="2184400"/>
          <p14:tracePt t="45103" x="7429500" y="2178050"/>
          <p14:tracePt t="45119" x="7435850" y="2178050"/>
          <p14:tracePt t="45136" x="7461250" y="2178050"/>
          <p14:tracePt t="45153" x="7486650" y="2178050"/>
          <p14:tracePt t="45170" x="7499350" y="2184400"/>
          <p14:tracePt t="45186" x="7505700" y="2184400"/>
          <p14:tracePt t="45607" x="7543800" y="2184400"/>
          <p14:tracePt t="45614" x="7607300" y="2184400"/>
          <p14:tracePt t="45628" x="7670800" y="2184400"/>
          <p14:tracePt t="45638" x="7740650" y="2184400"/>
          <p14:tracePt t="45651" x="7791450" y="2184400"/>
          <p14:tracePt t="45667" x="7867650" y="2184400"/>
          <p14:tracePt t="45685" x="7918450" y="2184400"/>
          <p14:tracePt t="45701" x="7937500" y="2184400"/>
          <p14:tracePt t="45717" x="7962900" y="2184400"/>
          <p14:tracePt t="45734" x="7981950" y="2178050"/>
          <p14:tracePt t="45750" x="7988300" y="2178050"/>
          <p14:tracePt t="45784" x="7994650" y="2178050"/>
          <p14:tracePt t="45818" x="7994650" y="2171700"/>
          <p14:tracePt t="45846" x="7988300" y="2171700"/>
          <p14:tracePt t="45852" x="7981950" y="2171700"/>
          <p14:tracePt t="45869" x="7975600" y="2171700"/>
          <p14:tracePt t="45884" x="7975600" y="2165350"/>
          <p14:tracePt t="46681" x="7899400" y="2165350"/>
          <p14:tracePt t="46688" x="7759700" y="2152650"/>
          <p14:tracePt t="46697" x="7588250" y="2152650"/>
          <p14:tracePt t="46714" x="7429500" y="2152650"/>
          <p14:tracePt t="46731" x="7054850" y="2159000"/>
          <p14:tracePt t="46747" x="6807200" y="2203450"/>
          <p14:tracePt t="46764" x="6350000" y="2228850"/>
          <p14:tracePt t="46780" x="5784850" y="2292350"/>
          <p14:tracePt t="46798" x="5499100" y="2305050"/>
          <p14:tracePt t="46814" x="4552950" y="2355850"/>
          <p14:tracePt t="46830" x="4260850" y="2368550"/>
          <p14:tracePt t="46846" x="3994150" y="2387600"/>
          <p14:tracePt t="46864" x="3282950" y="2413000"/>
          <p14:tracePt t="46880" x="3098800" y="2413000"/>
          <p14:tracePt t="46896" x="2882900" y="2425700"/>
          <p14:tracePt t="46913" x="2565400" y="2438400"/>
          <p14:tracePt t="46930" x="2298700" y="2451100"/>
          <p14:tracePt t="46946" x="2184400" y="2451100"/>
          <p14:tracePt t="46963" x="2019300" y="2444750"/>
          <p14:tracePt t="46980" x="1866900" y="2444750"/>
          <p14:tracePt t="46998" x="1758950" y="2438400"/>
          <p14:tracePt t="47013" x="1733550" y="2438400"/>
          <p14:tracePt t="47030" x="1708150" y="2438400"/>
          <p14:tracePt t="47046" x="1689100" y="2438400"/>
          <p14:tracePt t="47079" x="1682750" y="2438400"/>
          <p14:tracePt t="47098" x="1682750" y="2432050"/>
          <p14:tracePt t="47117" x="1689100" y="2432050"/>
          <p14:tracePt t="47132" x="1695450" y="2432050"/>
          <p14:tracePt t="47146" x="1701800" y="2425700"/>
          <p14:tracePt t="47162" x="1714500" y="2425700"/>
          <p14:tracePt t="47179" x="1739900" y="2425700"/>
          <p14:tracePt t="47196" x="1758950" y="2425700"/>
          <p14:tracePt t="47213" x="1841500" y="2425700"/>
          <p14:tracePt t="47229" x="1974850" y="2457450"/>
          <p14:tracePt t="47245" x="2063750" y="2457450"/>
          <p14:tracePt t="47262" x="2279650" y="2476500"/>
          <p14:tracePt t="47279" x="2533650" y="2508250"/>
          <p14:tracePt t="47296" x="2647950" y="2508250"/>
          <p14:tracePt t="47314" x="2863850" y="2540000"/>
          <p14:tracePt t="47328" x="3009900" y="2546350"/>
          <p14:tracePt t="47345" x="3048000" y="2559050"/>
          <p14:tracePt t="47362" x="3079750" y="2571750"/>
          <p14:tracePt t="47378" x="3079750" y="2578100"/>
          <p14:tracePt t="47414" x="3073400" y="2578100"/>
          <p14:tracePt t="47431" x="3060700" y="2578100"/>
          <p14:tracePt t="47445" x="3054350" y="2578100"/>
          <p14:tracePt t="47462" x="3035300" y="2578100"/>
          <p14:tracePt t="47478" x="3035300" y="2584450"/>
          <p14:tracePt t="47495" x="3016250" y="2584450"/>
          <p14:tracePt t="47511" x="2984500" y="2597150"/>
          <p14:tracePt t="47528" x="2965450" y="2597150"/>
          <p14:tracePt t="47545" x="2895600" y="2603500"/>
          <p14:tracePt t="47561" x="2762250" y="2597150"/>
          <p14:tracePt t="47578" x="2686050" y="2590800"/>
          <p14:tracePt t="47595" x="2571750" y="2571750"/>
          <p14:tracePt t="47611" x="2482850" y="2546350"/>
          <p14:tracePt t="47627" x="2463800" y="2533650"/>
          <p14:tracePt t="47644" x="2425700" y="2508250"/>
          <p14:tracePt t="47664" x="2419350" y="2501900"/>
          <p14:tracePt t="47680" x="2419350" y="2495550"/>
          <p14:tracePt t="47699" x="2419350" y="2489200"/>
          <p14:tracePt t="47714" x="2432050" y="2482850"/>
          <p14:tracePt t="47727" x="2457450" y="2476500"/>
          <p14:tracePt t="47744" x="2476500" y="2476500"/>
          <p14:tracePt t="47760" x="2501900" y="2476500"/>
          <p14:tracePt t="47777" x="2590800" y="2470150"/>
          <p14:tracePt t="47793" x="2743200" y="2451100"/>
          <p14:tracePt t="47811" x="2832100" y="2451100"/>
          <p14:tracePt t="47827" x="3009900" y="2451100"/>
          <p14:tracePt t="47844" x="3111500" y="2451100"/>
          <p14:tracePt t="47860" x="3295650" y="2451100"/>
          <p14:tracePt t="47876" x="3473450" y="2463800"/>
          <p14:tracePt t="47893" x="3562350" y="2470150"/>
          <p14:tracePt t="47910" x="3771900" y="2501900"/>
          <p14:tracePt t="47926" x="3835400" y="2520950"/>
          <p14:tracePt t="47943" x="3892550" y="2527300"/>
          <p14:tracePt t="47959" x="4064000" y="2546350"/>
          <p14:tracePt t="47976" x="4102100" y="2546350"/>
          <p14:tracePt t="47994" x="4152900" y="2546350"/>
          <p14:tracePt t="48009" x="4171950" y="2546350"/>
          <p14:tracePt t="48026" x="4210050" y="2540000"/>
          <p14:tracePt t="48044" x="4254500" y="2533650"/>
          <p14:tracePt t="48059" x="4267200" y="2533650"/>
          <p14:tracePt t="48076" x="4305300" y="2533650"/>
          <p14:tracePt t="48092" x="4349750" y="2527300"/>
          <p14:tracePt t="48109" x="4362450" y="2520950"/>
          <p14:tracePt t="48126" x="4394200" y="2520950"/>
          <p14:tracePt t="48142" x="4413250" y="2520950"/>
          <p14:tracePt t="48159" x="4419600" y="2520950"/>
          <p14:tracePt t="48176" x="4432300" y="2520950"/>
          <p14:tracePt t="48227" x="4432300" y="2514600"/>
          <p14:tracePt t="48232" x="4419600" y="2514600"/>
          <p14:tracePt t="48247" x="4413250" y="2514600"/>
          <p14:tracePt t="48262" x="4387850" y="2508250"/>
          <p14:tracePt t="48275" x="4254500" y="2508250"/>
          <p14:tracePt t="48292" x="4127500" y="2495550"/>
          <p14:tracePt t="48309" x="3829050" y="2482850"/>
          <p14:tracePt t="48325" x="3460750" y="2482850"/>
          <p14:tracePt t="48341" x="3308350" y="2482850"/>
          <p14:tracePt t="48359" x="2895600" y="2482850"/>
          <p14:tracePt t="48375" x="2781300" y="2489200"/>
          <p14:tracePt t="48391" x="2705100" y="2489200"/>
          <p14:tracePt t="48408" x="2603500" y="2489200"/>
          <p14:tracePt t="48425" x="2540000" y="2495550"/>
          <p14:tracePt t="48441" x="2527300" y="2501900"/>
          <p14:tracePt t="48458" x="2514600" y="2508250"/>
          <p14:tracePt t="48494" x="2514600" y="2514600"/>
          <p14:tracePt t="48521" x="2508250" y="2514600"/>
          <p14:tracePt t="48556" x="2501900" y="2514600"/>
          <p14:tracePt t="48570" x="2495550" y="2514600"/>
          <p14:tracePt t="48584" x="2489200" y="2514600"/>
          <p14:tracePt t="48594" x="2476500" y="2514600"/>
          <p14:tracePt t="48612" x="2463800" y="2508250"/>
          <p14:tracePt t="48627" x="2451100" y="2508250"/>
          <p14:tracePt t="48641" x="2432050" y="2501900"/>
          <p14:tracePt t="48657" x="2425700" y="2501900"/>
          <p14:tracePt t="48661" x="2419350" y="2495550"/>
          <p14:tracePt t="48677" x="2413000" y="2495550"/>
          <p14:tracePt t="48753" x="2413000" y="2489200"/>
          <p14:tracePt t="48775" x="2425700" y="2489200"/>
          <p14:tracePt t="48787" x="2438400" y="2489200"/>
          <p14:tracePt t="48795" x="2451100" y="2482850"/>
          <p14:tracePt t="48806" x="2482850" y="2482850"/>
          <p14:tracePt t="48823" x="2540000" y="2482850"/>
          <p14:tracePt t="48840" x="2584450" y="2482850"/>
          <p14:tracePt t="48858" x="2673350" y="2482850"/>
          <p14:tracePt t="48873" x="2781300" y="2482850"/>
          <p14:tracePt t="48890" x="2819400" y="2482850"/>
          <p14:tracePt t="48907" x="2889250" y="2482850"/>
          <p14:tracePt t="48923" x="2914650" y="2482850"/>
          <p14:tracePt t="48940" x="2933700" y="2482850"/>
          <p14:tracePt t="48956" x="2952750" y="2489200"/>
          <p14:tracePt t="48973" x="2965450" y="2489200"/>
          <p14:tracePt t="48989" x="2971800" y="2489200"/>
          <p14:tracePt t="49006" x="2978150" y="2489200"/>
          <p14:tracePt t="49040" x="2984500" y="2489200"/>
          <p14:tracePt t="49075" x="2990850" y="2489200"/>
          <p14:tracePt t="49082" x="2997200" y="2489200"/>
          <p14:tracePt t="49096" x="3003550" y="2495550"/>
          <p14:tracePt t="49105" x="3009900" y="2495550"/>
          <p14:tracePt t="49122" x="3022600" y="2495550"/>
          <p14:tracePt t="49139" x="3054350" y="2501900"/>
          <p14:tracePt t="49156" x="3111500" y="2508250"/>
          <p14:tracePt t="49172" x="3143250" y="2514600"/>
          <p14:tracePt t="49189" x="3251200" y="2552700"/>
          <p14:tracePt t="49205" x="3308350" y="2571750"/>
          <p14:tracePt t="49222" x="3486150" y="2622550"/>
          <p14:tracePt t="49238" x="3524250" y="2641600"/>
          <p14:tracePt t="49255" x="3581400" y="2660650"/>
          <p14:tracePt t="49272" x="3644900" y="2679700"/>
          <p14:tracePt t="49288" x="3695700" y="2692400"/>
          <p14:tracePt t="49305" x="3708400" y="2698750"/>
          <p14:tracePt t="49322" x="3727450" y="2705100"/>
          <p14:tracePt t="49398" x="3733800" y="2705100"/>
          <p14:tracePt t="49469" x="3740150" y="2705100"/>
          <p14:tracePt t="49476" x="3746500" y="2698750"/>
          <p14:tracePt t="49490" x="3752850" y="2698750"/>
          <p14:tracePt t="49505" x="3765550" y="2698750"/>
          <p14:tracePt t="49521" x="3771900" y="2698750"/>
          <p14:tracePt t="49538" x="3816350" y="2692400"/>
          <p14:tracePt t="49554" x="3841750" y="2692400"/>
          <p14:tracePt t="49571" x="3956050" y="2679700"/>
          <p14:tracePt t="49588" x="4108450" y="2673350"/>
          <p14:tracePt t="49604" x="4197350" y="2673350"/>
          <p14:tracePt t="49621" x="4362450" y="2673350"/>
          <p14:tracePt t="49638" x="4527550" y="2673350"/>
          <p14:tracePt t="49654" x="4616450" y="2673350"/>
          <p14:tracePt t="49670" x="4762500" y="2673350"/>
          <p14:tracePt t="49687" x="4889500" y="2686050"/>
          <p14:tracePt t="49703" x="4927600" y="2686050"/>
          <p14:tracePt t="49721" x="4984750" y="2686050"/>
          <p14:tracePt t="49737" x="5022850" y="2686050"/>
          <p14:tracePt t="49753" x="5029200" y="2686050"/>
          <p14:tracePt t="49786" x="5035550" y="2679700"/>
          <p14:tracePt t="49803" x="5041900" y="2673350"/>
          <p14:tracePt t="55074" x="5041900" y="2667000"/>
          <p14:tracePt t="55082" x="5022850" y="2654300"/>
          <p14:tracePt t="55088" x="5010150" y="2647950"/>
          <p14:tracePt t="55102" x="4978400" y="2635250"/>
          <p14:tracePt t="55118" x="4845050" y="2546350"/>
          <p14:tracePt t="55135" x="4743450" y="2482850"/>
          <p14:tracePt t="55154" x="4546600" y="2317750"/>
          <p14:tracePt t="55168" x="4394200" y="2222500"/>
          <p14:tracePt t="55185" x="4241800" y="2127250"/>
          <p14:tracePt t="55201" x="4057650" y="2025650"/>
          <p14:tracePt t="55218" x="3962400" y="1974850"/>
          <p14:tracePt t="55235" x="3841750" y="1930400"/>
          <p14:tracePt t="55251" x="3746500" y="1892300"/>
          <p14:tracePt t="55268" x="3638550" y="1866900"/>
          <p14:tracePt t="55285" x="3486150" y="1828800"/>
          <p14:tracePt t="55301" x="3416300" y="1822450"/>
          <p14:tracePt t="55317" x="3371850" y="1809750"/>
          <p14:tracePt t="55334" x="3302000" y="1809750"/>
          <p14:tracePt t="55351" x="3244850" y="1797050"/>
          <p14:tracePt t="55368" x="3162300" y="1803400"/>
          <p14:tracePt t="55384" x="3073400" y="1809750"/>
          <p14:tracePt t="55401" x="3009900" y="1809750"/>
          <p14:tracePt t="55417" x="2959100" y="1809750"/>
          <p14:tracePt t="55434" x="2863850" y="1784350"/>
          <p14:tracePt t="55450" x="2787650" y="1758950"/>
          <p14:tracePt t="55468" x="2692400" y="1733550"/>
          <p14:tracePt t="55484" x="2546350" y="1682750"/>
          <p14:tracePt t="55500" x="2489200" y="1676400"/>
          <p14:tracePt t="55517" x="2393950" y="1657350"/>
          <p14:tracePt t="55533" x="2317750" y="1651000"/>
          <p14:tracePt t="55550" x="2273300" y="1631950"/>
          <p14:tracePt t="55566" x="2197100" y="1631950"/>
          <p14:tracePt t="55583" x="2152650" y="1631950"/>
          <p14:tracePt t="55600" x="2108200" y="1631950"/>
          <p14:tracePt t="55617" x="2057400" y="1625600"/>
          <p14:tracePt t="55634" x="2025650" y="1619250"/>
          <p14:tracePt t="55650" x="1993900" y="1606550"/>
          <p14:tracePt t="55666" x="1962150" y="1600200"/>
          <p14:tracePt t="55683" x="1949450" y="1593850"/>
          <p14:tracePt t="55699" x="1930400" y="1581150"/>
          <p14:tracePt t="55716" x="1917700" y="1581150"/>
          <p14:tracePt t="55733" x="1911350" y="1581150"/>
          <p14:tracePt t="55749" x="1905000" y="1581150"/>
          <p14:tracePt t="55798" x="1905000" y="1587500"/>
          <p14:tracePt t="55805" x="1905000" y="1600200"/>
          <p14:tracePt t="55815" x="1911350" y="1612900"/>
          <p14:tracePt t="55833" x="1936750" y="1682750"/>
          <p14:tracePt t="55849" x="1968500" y="1739900"/>
          <p14:tracePt t="55866" x="2006600" y="1835150"/>
          <p14:tracePt t="55883" x="2222500" y="2247900"/>
          <p14:tracePt t="55899" x="2298700" y="2419350"/>
          <p14:tracePt t="55916" x="2387600" y="2571750"/>
          <p14:tracePt t="55932" x="2559050" y="2851150"/>
          <p14:tracePt t="55949" x="2705100" y="3041650"/>
          <p14:tracePt t="55966" x="2838450" y="3187700"/>
          <p14:tracePt t="55982" x="2901950" y="3244850"/>
          <p14:tracePt t="55998" x="3003550" y="3327400"/>
          <p14:tracePt t="56016" x="3067050" y="3378200"/>
          <p14:tracePt t="56032" x="3092450" y="3397250"/>
          <p14:tracePt t="56048" x="3130550" y="3409950"/>
          <p14:tracePt t="56065" x="3168650" y="3416300"/>
          <p14:tracePt t="56082" x="3187700" y="3416300"/>
          <p14:tracePt t="56099" x="3244850" y="3409950"/>
          <p14:tracePt t="56114" x="3314700" y="3384550"/>
          <p14:tracePt t="56131" x="3371850" y="3352800"/>
          <p14:tracePt t="56149" x="3486150" y="3289300"/>
          <p14:tracePt t="56164" x="3600450" y="3219450"/>
          <p14:tracePt t="56181" x="3638550" y="3187700"/>
          <p14:tracePt t="56198" x="3695700" y="3111500"/>
          <p14:tracePt t="56214" x="3708400" y="3086100"/>
          <p14:tracePt t="56231" x="3721100" y="3035300"/>
          <p14:tracePt t="56248" x="3689350" y="2965450"/>
          <p14:tracePt t="56264" x="3638550" y="2882900"/>
          <p14:tracePt t="56281" x="3435350" y="2635250"/>
          <p14:tracePt t="56297" x="3162300" y="2343150"/>
          <p14:tracePt t="56314" x="3067050" y="2260600"/>
          <p14:tracePt t="56331" x="2832100" y="2101850"/>
          <p14:tracePt t="56347" x="2590800" y="2057400"/>
          <p14:tracePt t="56364" x="2470150" y="2063750"/>
          <p14:tracePt t="56381" x="2273300" y="2133600"/>
          <p14:tracePt t="56397" x="2133600" y="2260600"/>
          <p14:tracePt t="56414" x="2070100" y="2343150"/>
          <p14:tracePt t="56430" x="2006600" y="2559050"/>
          <p14:tracePt t="56447" x="2012950" y="2838450"/>
          <p14:tracePt t="56465" x="2114550" y="3092450"/>
          <p14:tracePt t="56480" x="2190750" y="3263900"/>
          <p14:tracePt t="56497" x="2292350" y="3416300"/>
          <p14:tracePt t="56514" x="2768600" y="3810000"/>
          <p14:tracePt t="56530" x="2914650" y="3879850"/>
          <p14:tracePt t="56547" x="3086100" y="3962400"/>
          <p14:tracePt t="56564" x="3333750" y="4057650"/>
          <p14:tracePt t="56580" x="3606800" y="4159250"/>
          <p14:tracePt t="56596" x="3727450" y="4191000"/>
          <p14:tracePt t="56613" x="3886200" y="4241800"/>
          <p14:tracePt t="56630" x="3962400" y="4241800"/>
          <p14:tracePt t="56647" x="4019550" y="4248150"/>
          <p14:tracePt t="56663" x="4051300" y="4248150"/>
          <p14:tracePt t="56679" x="4102100" y="4254500"/>
          <p14:tracePt t="56696" x="4140200" y="4254500"/>
          <p14:tracePt t="56713" x="4159250" y="4254500"/>
          <p14:tracePt t="56729" x="4191000" y="4254500"/>
          <p14:tracePt t="56746" x="4203700" y="4248150"/>
          <p14:tracePt t="57317" x="4203700" y="4241800"/>
          <p14:tracePt t="57330" x="4197350" y="4235450"/>
          <p14:tracePt t="57337" x="4178300" y="4216400"/>
          <p14:tracePt t="57351" x="4159250" y="4203700"/>
          <p14:tracePt t="57360" x="4146550" y="4191000"/>
          <p14:tracePt t="57377" x="4127500" y="4178300"/>
          <p14:tracePt t="57393" x="4089400" y="4140200"/>
          <p14:tracePt t="57410" x="4044950" y="4102100"/>
          <p14:tracePt t="57427" x="4019550" y="4070350"/>
          <p14:tracePt t="57443" x="3968750" y="4025900"/>
          <p14:tracePt t="57460" x="3943350" y="3994150"/>
          <p14:tracePt t="57479" x="3873500" y="3924300"/>
          <p14:tracePt t="57494" x="3854450" y="3905250"/>
          <p14:tracePt t="57510" x="3829050" y="3892550"/>
          <p14:tracePt t="57527" x="3771900" y="3841750"/>
          <p14:tracePt t="57543" x="3740150" y="3822700"/>
          <p14:tracePt t="57560" x="3714750" y="3810000"/>
          <p14:tracePt t="57576" x="3657600" y="3784600"/>
          <p14:tracePt t="57593" x="3600450" y="3771900"/>
          <p14:tracePt t="57610" x="3575050" y="3765550"/>
          <p14:tracePt t="57626" x="3511550" y="3759200"/>
          <p14:tracePt t="57643" x="3460750" y="3746500"/>
          <p14:tracePt t="57661" x="3403600" y="3746500"/>
          <p14:tracePt t="57676" x="3384550" y="3740150"/>
          <p14:tracePt t="57693" x="3333750" y="3740150"/>
          <p14:tracePt t="57710" x="3289300" y="3740150"/>
          <p14:tracePt t="57726" x="3251200" y="3740150"/>
          <p14:tracePt t="57744" x="3194050" y="3740150"/>
          <p14:tracePt t="57759" x="3124200" y="3721100"/>
          <p14:tracePt t="57776" x="3092450" y="3714750"/>
          <p14:tracePt t="57793" x="3009900" y="3689350"/>
          <p14:tracePt t="57809" x="2933700" y="3657600"/>
          <p14:tracePt t="57825" x="2895600" y="3644900"/>
          <p14:tracePt t="57829" x="2863850" y="3632200"/>
          <p14:tracePt t="57845" x="2819400" y="3625850"/>
          <p14:tracePt t="57858" x="2768600" y="3600450"/>
          <p14:tracePt t="57875" x="2736850" y="3587750"/>
          <p14:tracePt t="57892" x="2698750" y="3575050"/>
          <p14:tracePt t="57909" x="2673350" y="3562350"/>
          <p14:tracePt t="57925" x="2647950" y="3549650"/>
          <p14:tracePt t="57942" x="2641600" y="3549650"/>
          <p14:tracePt t="57958" x="2641600" y="3543300"/>
          <p14:tracePt t="57976" x="2635250" y="3530600"/>
          <p14:tracePt t="57991" x="2635250" y="3517900"/>
          <p14:tracePt t="58008" x="2641600" y="3511550"/>
          <p14:tracePt t="58025" x="2667000" y="3505200"/>
          <p14:tracePt t="58041" x="2686050" y="3498850"/>
          <p14:tracePt t="58058" x="2705100" y="3492500"/>
          <p14:tracePt t="58075" x="2743200" y="3473450"/>
          <p14:tracePt t="58091" x="2800350" y="3448050"/>
          <p14:tracePt t="58108" x="2832100" y="3441700"/>
          <p14:tracePt t="58124" x="2940050" y="3409950"/>
          <p14:tracePt t="58141" x="3003550" y="3397250"/>
          <p14:tracePt t="58160" x="3289300" y="3365500"/>
          <p14:tracePt t="58174" x="3390900" y="3365500"/>
          <p14:tracePt t="58191" x="3467100" y="3359150"/>
          <p14:tracePt t="58208" x="3632200" y="3359150"/>
          <p14:tracePt t="58224" x="3759200" y="3359150"/>
          <p14:tracePt t="58241" x="3810000" y="3359150"/>
          <p14:tracePt t="58257" x="3905250" y="3359150"/>
          <p14:tracePt t="58274" x="3994150" y="3359150"/>
          <p14:tracePt t="58291" x="4038600" y="3371850"/>
          <p14:tracePt t="58307" x="4102100" y="3378200"/>
          <p14:tracePt t="58324" x="4159250" y="3384550"/>
          <p14:tracePt t="58341" x="4178300" y="3384550"/>
          <p14:tracePt t="58344" x="4197350" y="3384550"/>
          <p14:tracePt t="58357" x="4210050" y="3384550"/>
          <p14:tracePt t="58374" x="4254500" y="3378200"/>
          <p14:tracePt t="58391" x="4267200" y="3371850"/>
          <p14:tracePt t="58407" x="4292600" y="3359150"/>
          <p14:tracePt t="58424" x="4305300" y="3359150"/>
          <p14:tracePt t="58440" x="4330700" y="3352800"/>
          <p14:tracePt t="58456" x="4337050" y="3346450"/>
          <p14:tracePt t="58496" x="4337050" y="3340100"/>
          <p14:tracePt t="58510" x="4330700" y="3340100"/>
          <p14:tracePt t="58526" x="4318000" y="3340100"/>
          <p14:tracePt t="58539" x="4311650" y="3340100"/>
          <p14:tracePt t="58556" x="4273550" y="3340100"/>
          <p14:tracePt t="58573" x="4191000" y="3346450"/>
          <p14:tracePt t="58589" x="4114800" y="3346450"/>
          <p14:tracePt t="58606" x="3905250" y="3346450"/>
          <p14:tracePt t="58623" x="3625850" y="3346450"/>
          <p14:tracePt t="58640" x="3467100" y="3340100"/>
          <p14:tracePt t="58657" x="3155950" y="3340100"/>
          <p14:tracePt t="58673" x="2889250" y="3321050"/>
          <p14:tracePt t="58689" x="2774950" y="3321050"/>
          <p14:tracePt t="58706" x="2609850" y="3314700"/>
          <p14:tracePt t="58722" x="2501900" y="3314700"/>
          <p14:tracePt t="58739" x="2476500" y="3314700"/>
          <p14:tracePt t="58756" x="2451100" y="3321050"/>
          <p14:tracePt t="58772" x="2438400" y="3327400"/>
          <p14:tracePt t="58805" x="2438400" y="3333750"/>
          <p14:tracePt t="58822" x="2444750" y="3340100"/>
          <p14:tracePt t="58838" x="2451100" y="3340100"/>
          <p14:tracePt t="58855" x="2470150" y="3340100"/>
          <p14:tracePt t="58872" x="2482850" y="3340100"/>
          <p14:tracePt t="58889" x="2508250" y="3333750"/>
          <p14:tracePt t="58905" x="2540000" y="3321050"/>
          <p14:tracePt t="58922" x="2565400" y="3308350"/>
          <p14:tracePt t="58938" x="2603500" y="3263900"/>
          <p14:tracePt t="58955" x="2616200" y="3194050"/>
          <p14:tracePt t="58972" x="2616200" y="3136900"/>
          <p14:tracePt t="58988" x="2571750" y="2946400"/>
          <p14:tracePt t="59004" x="2419350" y="2616200"/>
          <p14:tracePt t="59023" x="2171700" y="2184400"/>
          <p14:tracePt t="59038" x="2032000" y="1955800"/>
          <p14:tracePt t="59054" x="1803400" y="1574800"/>
          <p14:tracePt t="59073" x="1651000" y="1339850"/>
          <p14:tracePt t="59088" x="1587500" y="1263650"/>
          <p14:tracePt t="59105" x="1536700" y="1187450"/>
          <p14:tracePt t="59121" x="1504950" y="1143000"/>
          <p14:tracePt t="59137" x="1498600" y="1130300"/>
          <p14:tracePt t="59154" x="1492250" y="1123950"/>
          <p14:tracePt t="59171" x="1479550" y="1111250"/>
          <p14:tracePt t="59187" x="1473200" y="1098550"/>
          <p14:tracePt t="59206" x="1460500" y="1085850"/>
          <p14:tracePt t="59220" x="1454150" y="1066800"/>
          <p14:tracePt t="59237" x="1441450" y="1047750"/>
          <p14:tracePt t="59254" x="1428750" y="1022350"/>
          <p14:tracePt t="59270" x="1416050" y="1009650"/>
          <p14:tracePt t="59287" x="1390650" y="971550"/>
          <p14:tracePt t="59304" x="1358900" y="939800"/>
          <p14:tracePt t="59320" x="1346200" y="927100"/>
          <p14:tracePt t="59338" x="1327150" y="901700"/>
          <p14:tracePt t="59354" x="1308100" y="895350"/>
          <p14:tracePt t="59370" x="1308100" y="889000"/>
          <p14:tracePt t="59387" x="1301750" y="889000"/>
          <p14:tracePt t="59403" x="1289050" y="889000"/>
          <p14:tracePt t="59444" x="1282700" y="895350"/>
          <p14:tracePt t="59472" x="1282700" y="901700"/>
          <p14:tracePt t="59535" x="1276350" y="908050"/>
          <p14:tracePt t="59906" x="1206500" y="908050"/>
          <p14:tracePt t="59914" x="1104900" y="908050"/>
          <p14:tracePt t="59928" x="1016000" y="908050"/>
          <p14:tracePt t="59938" x="939800" y="895350"/>
          <p14:tracePt t="59951" x="850900" y="889000"/>
          <p14:tracePt t="59968" x="787400" y="889000"/>
          <p14:tracePt t="59985" x="577850" y="889000"/>
          <p14:tracePt t="60001" x="539750" y="889000"/>
          <p14:tracePt t="60018" x="514350" y="895350"/>
          <p14:tracePt t="60034" x="482600" y="895350"/>
          <p14:tracePt t="60051" x="476250" y="901700"/>
          <p14:tracePt t="60068" x="469900" y="901700"/>
          <p14:tracePt t="60085" x="463550" y="901700"/>
          <p14:tracePt t="60119" x="463550" y="908050"/>
          <p14:tracePt t="60139" x="469900" y="908050"/>
          <p14:tracePt t="60145" x="469900" y="914400"/>
          <p14:tracePt t="60168" x="476250" y="914400"/>
          <p14:tracePt t="60181" x="482600" y="914400"/>
          <p14:tracePt t="60188" x="488950" y="914400"/>
          <p14:tracePt t="60200" x="495300" y="914400"/>
          <p14:tracePt t="60217" x="520700" y="920750"/>
          <p14:tracePt t="60234" x="533400" y="920750"/>
          <p14:tracePt t="60251" x="565150" y="920750"/>
          <p14:tracePt t="60267" x="615950" y="920750"/>
          <p14:tracePt t="60284" x="635000" y="920750"/>
          <p14:tracePt t="60301" x="711200" y="914400"/>
          <p14:tracePt t="60317" x="755650" y="908050"/>
          <p14:tracePt t="60334" x="844550" y="908050"/>
          <p14:tracePt t="60350" x="965200" y="920750"/>
          <p14:tracePt t="60367" x="1041400" y="927100"/>
          <p14:tracePt t="60384" x="1181100" y="939800"/>
          <p14:tracePt t="60400" x="1289050" y="946150"/>
          <p14:tracePt t="60417" x="1327150" y="946150"/>
          <p14:tracePt t="60433" x="1365250" y="946150"/>
          <p14:tracePt t="60450" x="1377950" y="946150"/>
          <p14:tracePt t="60466" x="1384300" y="946150"/>
          <p14:tracePt t="60518" x="1377950" y="952500"/>
          <p14:tracePt t="60539" x="1371600" y="952500"/>
          <p14:tracePt t="60588" x="1371600" y="958850"/>
          <p14:tracePt t="60631" x="1365250" y="958850"/>
          <p14:tracePt t="60658" x="1358900" y="958850"/>
          <p14:tracePt t="60707" x="1352550" y="958850"/>
          <p14:tracePt t="60729" x="1346200" y="958850"/>
          <p14:tracePt t="61094" x="1371600" y="990600"/>
          <p14:tracePt t="61101" x="1409700" y="1041400"/>
          <p14:tracePt t="61114" x="1454150" y="1098550"/>
          <p14:tracePt t="61131" x="1574800" y="1225550"/>
          <p14:tracePt t="61147" x="1625600" y="1308100"/>
          <p14:tracePt t="61164" x="1739900" y="1485900"/>
          <p14:tracePt t="61180" x="1841500" y="1676400"/>
          <p14:tracePt t="61197" x="1885950" y="1752600"/>
          <p14:tracePt t="61214" x="1987550" y="1905000"/>
          <p14:tracePt t="61230" x="2038350" y="2000250"/>
          <p14:tracePt t="61248" x="2197100" y="2305050"/>
          <p14:tracePt t="61263" x="2235200" y="2387600"/>
          <p14:tracePt t="61280" x="2279650" y="2470150"/>
          <p14:tracePt t="61297" x="2368550" y="2616200"/>
          <p14:tracePt t="61313" x="2432050" y="2730500"/>
          <p14:tracePt t="61330" x="2463800" y="2787650"/>
          <p14:tracePt t="61347" x="2514600" y="2889250"/>
          <p14:tracePt t="61363" x="2571750" y="2990850"/>
          <p14:tracePt t="61380" x="2597150" y="3035300"/>
          <p14:tracePt t="61384" x="2616200" y="3079750"/>
          <p14:tracePt t="61396" x="2635250" y="3117850"/>
          <p14:tracePt t="61413" x="2673350" y="3181350"/>
          <p14:tracePt t="61431" x="2705100" y="3257550"/>
          <p14:tracePt t="61446" x="2730500" y="3302000"/>
          <p14:tracePt t="61463" x="2768600" y="3378200"/>
          <p14:tracePt t="61480" x="2819400" y="3467100"/>
          <p14:tracePt t="61496" x="2844800" y="3524250"/>
          <p14:tracePt t="61513" x="2876550" y="3581400"/>
          <p14:tracePt t="61529" x="2952750" y="3714750"/>
          <p14:tracePt t="61546" x="2978150" y="3746500"/>
          <p14:tracePt t="61563" x="2990850" y="3765550"/>
          <p14:tracePt t="61579" x="3067050" y="3867150"/>
          <p14:tracePt t="61596" x="3086100" y="3898900"/>
          <p14:tracePt t="61613" x="3098800" y="3943350"/>
          <p14:tracePt t="61629" x="3092450" y="3943350"/>
          <p14:tracePt t="61955" x="3060700" y="3924300"/>
          <p14:tracePt t="61962" x="3016250" y="3873500"/>
          <p14:tracePt t="61976" x="2952750" y="3829050"/>
          <p14:tracePt t="61983" x="2895600" y="3778250"/>
          <p14:tracePt t="61994" x="2851150" y="3721100"/>
          <p14:tracePt t="62011" x="2749550" y="3606800"/>
          <p14:tracePt t="62028" x="2705100" y="3543300"/>
          <p14:tracePt t="62044" x="2667000" y="3498850"/>
          <p14:tracePt t="62061" x="2578100" y="3390900"/>
          <p14:tracePt t="62077" x="2565400" y="3365500"/>
          <p14:tracePt t="62094" x="2552700" y="3352800"/>
          <p14:tracePt t="62111" x="2527300" y="3327400"/>
          <p14:tracePt t="62127" x="2514600" y="3308350"/>
          <p14:tracePt t="62144" x="2508250" y="3289300"/>
          <p14:tracePt t="62160" x="2501900" y="3282950"/>
          <p14:tracePt t="62177" x="2495550" y="3276600"/>
          <p14:tracePt t="62194" x="2489200" y="3276600"/>
          <p14:tracePt t="62244" x="2495550" y="3282950"/>
          <p14:tracePt t="62257" x="2501900" y="3289300"/>
          <p14:tracePt t="62264" x="2501900" y="3295650"/>
          <p14:tracePt t="62277" x="2508250" y="3302000"/>
          <p14:tracePt t="62293" x="2514600" y="3308350"/>
          <p14:tracePt t="62310" x="2520950" y="3321050"/>
          <p14:tracePt t="62327" x="2527300" y="3321050"/>
          <p14:tracePt t="62343" x="2571750" y="3352800"/>
          <p14:tracePt t="62360" x="2597150" y="3365500"/>
          <p14:tracePt t="62377" x="2660650" y="3397250"/>
          <p14:tracePt t="62393" x="2686050" y="3409950"/>
          <p14:tracePt t="62397" x="2711450" y="3422650"/>
          <p14:tracePt t="62409" x="2743200" y="3441700"/>
          <p14:tracePt t="62427" x="2781300" y="3460750"/>
          <p14:tracePt t="62443" x="2813050" y="3486150"/>
          <p14:tracePt t="62460" x="2857500" y="3505200"/>
          <p14:tracePt t="62476" x="2889250" y="3517900"/>
          <p14:tracePt t="62493" x="2901950" y="3517900"/>
          <p14:tracePt t="62510" x="2921000" y="3517900"/>
          <p14:tracePt t="62526" x="2933700" y="3517900"/>
          <p14:tracePt t="62543" x="2940050" y="3517900"/>
          <p14:tracePt t="62559" x="2940050" y="3511550"/>
          <p14:tracePt t="62576" x="2940050" y="3505200"/>
          <p14:tracePt t="62592" x="2940050" y="3498850"/>
          <p14:tracePt t="62609" x="2933700" y="3498850"/>
          <p14:tracePt t="62626" x="2921000" y="3492500"/>
          <p14:tracePt t="62643" x="2914650" y="3492500"/>
          <p14:tracePt t="62659" x="2908300" y="3486150"/>
          <p14:tracePt t="62675" x="2901950" y="3486150"/>
          <p14:tracePt t="62693" x="2870200" y="3486150"/>
          <p14:tracePt t="62708" x="2851150" y="3486150"/>
          <p14:tracePt t="62725" x="2832100" y="3486150"/>
          <p14:tracePt t="62742" x="2762250" y="3486150"/>
          <p14:tracePt t="62758" x="2698750" y="3486150"/>
          <p14:tracePt t="62775" x="2667000" y="3486150"/>
          <p14:tracePt t="62792" x="2628900" y="3486150"/>
          <p14:tracePt t="62808" x="2603500" y="3492500"/>
          <p14:tracePt t="62825" x="2597150" y="3492500"/>
          <p14:tracePt t="62857" x="2603500" y="3492500"/>
          <p14:tracePt t="62875" x="2622550" y="3492500"/>
          <p14:tracePt t="62891" x="2647950" y="3492500"/>
          <p14:tracePt t="62908" x="2749550" y="3479800"/>
          <p14:tracePt t="62925" x="2952750" y="3467100"/>
          <p14:tracePt t="62941" x="3117850" y="3441700"/>
          <p14:tracePt t="62958" x="3251200" y="3441700"/>
          <p14:tracePt t="62974" x="3740150" y="3384550"/>
          <p14:tracePt t="62990" x="3873500" y="3365500"/>
          <p14:tracePt t="63008" x="4051300" y="3340100"/>
          <p14:tracePt t="63024" x="4102100" y="3333750"/>
          <p14:tracePt t="63041" x="4171950" y="3327400"/>
          <p14:tracePt t="63058" x="4191000" y="3327400"/>
          <p14:tracePt t="63090" x="4184650" y="3327400"/>
          <p14:tracePt t="63107" x="4165600" y="3327400"/>
          <p14:tracePt t="63124" x="4159250" y="3333750"/>
          <p14:tracePt t="63141" x="4108450" y="3352800"/>
          <p14:tracePt t="63157" x="4013200" y="3384550"/>
          <p14:tracePt t="63174" x="3930650" y="3416300"/>
          <p14:tracePt t="63191" x="3721100" y="3492500"/>
          <p14:tracePt t="63207" x="3486150" y="3556000"/>
          <p14:tracePt t="63224" x="3384550" y="3594100"/>
          <p14:tracePt t="63240" x="3162300" y="3670300"/>
          <p14:tracePt t="63257" x="3003550" y="3721100"/>
          <p14:tracePt t="63274" x="2952750" y="3721100"/>
          <p14:tracePt t="63290" x="2908300" y="3727450"/>
          <p14:tracePt t="63307" x="2895600" y="3733800"/>
          <p14:tracePt t="63325" x="2895600" y="3746500"/>
          <p14:tracePt t="63360" x="2908300" y="3752850"/>
          <p14:tracePt t="63373" x="2914650" y="3752850"/>
          <p14:tracePt t="63390" x="2952750" y="3759200"/>
          <p14:tracePt t="63406" x="2990850" y="3771900"/>
          <p14:tracePt t="63410" x="3048000" y="3778250"/>
          <p14:tracePt t="63423" x="3111500" y="3790950"/>
          <p14:tracePt t="63439" x="3263900" y="3810000"/>
          <p14:tracePt t="63456" x="3346450" y="3816350"/>
          <p14:tracePt t="63472" x="3498850" y="3816350"/>
          <p14:tracePt t="63489" x="3619500" y="3848100"/>
          <p14:tracePt t="63507" x="3689350" y="3860800"/>
          <p14:tracePt t="63523" x="3708400" y="3860800"/>
          <p14:tracePt t="63539" x="3727450" y="3873500"/>
          <p14:tracePt t="63556" x="3740150" y="3879850"/>
          <p14:tracePt t="63572" x="3746500" y="3886200"/>
          <p14:tracePt t="63606" x="3740150" y="3886200"/>
          <p14:tracePt t="63622" x="3733800" y="3886200"/>
          <p14:tracePt t="63639" x="3727450" y="3886200"/>
          <p14:tracePt t="63655" x="3708400" y="3886200"/>
          <p14:tracePt t="63672" x="3695700" y="3886200"/>
          <p14:tracePt t="63689" x="3663950" y="3886200"/>
          <p14:tracePt t="63705" x="3632200" y="3892550"/>
          <p14:tracePt t="63722" x="3536950" y="3937000"/>
          <p14:tracePt t="63739" x="3384550" y="4006850"/>
          <p14:tracePt t="63755" x="3289300" y="4044950"/>
          <p14:tracePt t="63772" x="3105150" y="4159250"/>
          <p14:tracePt t="63788" x="2914650" y="4298950"/>
          <p14:tracePt t="63804" x="2832100" y="4362450"/>
          <p14:tracePt t="63823" x="2686050" y="4495800"/>
          <p14:tracePt t="63838" x="2603500" y="4597400"/>
          <p14:tracePt t="63855" x="2578100" y="4629150"/>
          <p14:tracePt t="63872" x="2552700" y="4667250"/>
          <p14:tracePt t="63888" x="2540000" y="4692650"/>
          <p14:tracePt t="63904" x="2540000" y="4705350"/>
          <p14:tracePt t="63921" x="2533650" y="4711700"/>
          <p14:tracePt t="63938" x="2533650" y="4724400"/>
          <p14:tracePt t="63954" x="2533650" y="4743450"/>
          <p14:tracePt t="63971" x="2533650" y="4768850"/>
          <p14:tracePt t="63987" x="2527300" y="4775200"/>
          <p14:tracePt t="64005" x="2527300" y="4787900"/>
          <p14:tracePt t="64020" x="2527300" y="4806950"/>
          <p14:tracePt t="64037" x="2527300" y="4813300"/>
          <p14:tracePt t="64054" x="2520950" y="4819650"/>
          <p14:tracePt t="64090" x="2520950" y="4826000"/>
          <p14:tracePt t="64160" x="2527300" y="4826000"/>
          <p14:tracePt t="64167" x="2533650" y="4826000"/>
          <p14:tracePt t="64391" x="2540000" y="4826000"/>
          <p14:tracePt t="64413" x="2546350" y="4826000"/>
          <p14:tracePt t="64434" x="2559050" y="4826000"/>
          <p14:tracePt t="64441" x="2565400" y="4826000"/>
          <p14:tracePt t="64453" x="2578100" y="4826000"/>
          <p14:tracePt t="64469" x="2628900" y="4838700"/>
          <p14:tracePt t="64486" x="2667000" y="4845050"/>
          <p14:tracePt t="64503" x="2730500" y="4851400"/>
          <p14:tracePt t="64519" x="2978150" y="4902200"/>
          <p14:tracePt t="64535" x="3086100" y="4933950"/>
          <p14:tracePt t="64553" x="3175000" y="4965700"/>
          <p14:tracePt t="64570" x="3397250" y="5003800"/>
          <p14:tracePt t="64585" x="3587750" y="5048250"/>
          <p14:tracePt t="64602" x="3771900" y="5080000"/>
          <p14:tracePt t="64618" x="3848100" y="5099050"/>
          <p14:tracePt t="64635" x="3956050" y="5124450"/>
          <p14:tracePt t="64652" x="4044950" y="5156200"/>
          <p14:tracePt t="64668" x="4076700" y="5168900"/>
          <p14:tracePt t="64686" x="4140200" y="5187950"/>
          <p14:tracePt t="64701" x="4178300" y="5194300"/>
          <p14:tracePt t="64718" x="4191000" y="5200650"/>
          <p14:tracePt t="64736" x="4216400" y="5207000"/>
          <p14:tracePt t="64752" x="4241800" y="5213350"/>
          <p14:tracePt t="64768" x="4248150" y="5213350"/>
          <p14:tracePt t="64785" x="4267200" y="5219700"/>
          <p14:tracePt t="64801" x="4292600" y="5232400"/>
          <p14:tracePt t="64818" x="4305300" y="5238750"/>
          <p14:tracePt t="64834" x="4337050" y="5264150"/>
          <p14:tracePt t="64851" x="4375150" y="5295900"/>
          <p14:tracePt t="64868" x="4387850" y="5302250"/>
          <p14:tracePt t="71299" x="4337050" y="5270500"/>
          <p14:tracePt t="71306" x="4260850" y="5232400"/>
          <p14:tracePt t="71315" x="4178300" y="5200650"/>
          <p14:tracePt t="71329" x="4038600" y="5111750"/>
          <p14:tracePt t="71345" x="3943350" y="5067300"/>
          <p14:tracePt t="71363" x="3810000" y="5010150"/>
          <p14:tracePt t="71379" x="3721100" y="4972050"/>
          <p14:tracePt t="71395" x="3638550" y="4927600"/>
          <p14:tracePt t="71412" x="3536950" y="4908550"/>
          <p14:tracePt t="71428" x="3486150" y="4889500"/>
          <p14:tracePt t="71445" x="3441700" y="4883150"/>
          <p14:tracePt t="71462" x="3371850" y="4857750"/>
          <p14:tracePt t="71478" x="3302000" y="4832350"/>
          <p14:tracePt t="71495" x="3206750" y="4800600"/>
          <p14:tracePt t="71511" x="3136900" y="4794250"/>
          <p14:tracePt t="71528" x="3079750" y="4794250"/>
          <p14:tracePt t="71545" x="3022600" y="4794250"/>
          <p14:tracePt t="71561" x="2984500" y="4794250"/>
          <p14:tracePt t="71564" x="2971800" y="4794250"/>
          <p14:tracePt t="71578" x="2959100" y="4800600"/>
          <p14:tracePt t="71595" x="2952750" y="4813300"/>
          <p14:tracePt t="71611" x="2940050" y="4813300"/>
          <p14:tracePt t="71629" x="2933700" y="4813300"/>
          <p14:tracePt t="71645" x="2927350" y="4813300"/>
          <p14:tracePt t="71678" x="2921000" y="4813300"/>
          <p14:tracePt t="71706" x="2921000" y="4819650"/>
          <p14:tracePt t="72181" x="2908300" y="4826000"/>
          <p14:tracePt t="72188" x="2895600" y="4832350"/>
          <p14:tracePt t="72195" x="2889250" y="4838700"/>
          <p14:tracePt t="72209" x="2857500" y="4857750"/>
          <p14:tracePt t="72226" x="2806700" y="4876800"/>
          <p14:tracePt t="72243" x="2743200" y="4895850"/>
          <p14:tracePt t="72259" x="2616200" y="4940300"/>
          <p14:tracePt t="72275" x="2520950" y="4965700"/>
          <p14:tracePt t="72293" x="2381250" y="4997450"/>
          <p14:tracePt t="72308" x="2298700" y="5022850"/>
          <p14:tracePt t="72325" x="2247900" y="5035550"/>
          <p14:tracePt t="72343" x="2203450" y="5041900"/>
          <p14:tracePt t="72358" x="2184400" y="5041900"/>
          <p14:tracePt t="72375" x="2178050" y="5041900"/>
          <p14:tracePt t="72392" x="2178050" y="5035550"/>
          <p14:tracePt t="72408" x="2178050" y="5029200"/>
          <p14:tracePt t="72425" x="2178050" y="5022850"/>
          <p14:tracePt t="72441" x="2190750" y="5016500"/>
          <p14:tracePt t="72458" x="2203450" y="5016500"/>
          <p14:tracePt t="72476" x="2228850" y="5010150"/>
          <p14:tracePt t="72491" x="2235200" y="5010150"/>
          <p14:tracePt t="72508" x="2247900" y="5003800"/>
          <p14:tracePt t="72525" x="2266950" y="4991100"/>
          <p14:tracePt t="72541" x="2279650" y="4978400"/>
          <p14:tracePt t="72558" x="2305050" y="4953000"/>
          <p14:tracePt t="72575" x="2374900" y="4857750"/>
          <p14:tracePt t="72591" x="2425700" y="4756150"/>
          <p14:tracePt t="72608" x="2463800" y="4622800"/>
          <p14:tracePt t="72624" x="2527300" y="4387850"/>
          <p14:tracePt t="72641" x="2546350" y="4178300"/>
          <p14:tracePt t="72658" x="2546350" y="3898900"/>
          <p14:tracePt t="72674" x="2540000" y="3695700"/>
          <p14:tracePt t="72691" x="2533650" y="3505200"/>
          <p14:tracePt t="72707" x="2520950" y="3200400"/>
          <p14:tracePt t="72724" x="2508250" y="3060700"/>
          <p14:tracePt t="72741" x="2508250" y="2946400"/>
          <p14:tracePt t="72757" x="2495550" y="2800350"/>
          <p14:tracePt t="72774" x="2482850" y="2705100"/>
          <p14:tracePt t="72793" x="2463800" y="2616200"/>
          <p14:tracePt t="72807" x="2438400" y="2540000"/>
          <p14:tracePt t="72823" x="2425700" y="2501900"/>
          <p14:tracePt t="72841" x="2413000" y="2438400"/>
          <p14:tracePt t="72856" x="2413000" y="2406650"/>
          <p14:tracePt t="72873" x="2413000" y="2362200"/>
          <p14:tracePt t="72890" x="2413000" y="2305050"/>
          <p14:tracePt t="72907" x="2406650" y="2254250"/>
          <p14:tracePt t="72923" x="2406650" y="2228850"/>
          <p14:tracePt t="72940" x="2406650" y="2165350"/>
          <p14:tracePt t="72956" x="2413000" y="2120900"/>
          <p14:tracePt t="72974" x="2425700" y="2082800"/>
          <p14:tracePt t="72990" x="2425700" y="2063750"/>
          <p14:tracePt t="73006" x="2432050" y="2032000"/>
          <p14:tracePt t="73024" x="2432050" y="2006600"/>
          <p14:tracePt t="73040" x="2432050" y="1987550"/>
          <p14:tracePt t="73056" x="2432050" y="1955800"/>
          <p14:tracePt t="73073" x="2432050" y="1911350"/>
          <p14:tracePt t="73090" x="2432050" y="1892300"/>
          <p14:tracePt t="73093" x="2432050" y="1873250"/>
          <p14:tracePt t="73109" x="2432050" y="1841500"/>
          <p14:tracePt t="73123" x="2432050" y="1809750"/>
          <p14:tracePt t="73139" x="2432050" y="1790700"/>
          <p14:tracePt t="73156" x="2438400" y="1765300"/>
          <p14:tracePt t="73172" x="2444750" y="1746250"/>
          <p14:tracePt t="73188" x="2451100" y="1727200"/>
          <p14:tracePt t="73206" x="2457450" y="1714500"/>
          <p14:tracePt t="73228" x="2457450" y="1701800"/>
          <p14:tracePt t="73262" x="2463800" y="1701800"/>
          <p14:tracePt t="73283" x="2470150" y="1701800"/>
          <p14:tracePt t="73325" x="2476500" y="1701800"/>
          <p14:tracePt t="73353" x="2482850" y="1701800"/>
          <p14:tracePt t="73374" x="2489200" y="1701800"/>
          <p14:tracePt t="73395" x="2495550" y="1701800"/>
          <p14:tracePt t="73438" x="2495550" y="1708150"/>
          <p14:tracePt t="73444" x="2501900" y="1708150"/>
          <p14:tracePt t="73473" x="2501900" y="1714500"/>
          <p14:tracePt t="73494" x="2508250" y="1720850"/>
          <p14:tracePt t="73515" x="2514600" y="1727200"/>
          <p14:tracePt t="73543" x="2520950" y="1727200"/>
          <p14:tracePt t="73578" x="2520950" y="1733550"/>
          <p14:tracePt t="73599" x="2527300" y="1733550"/>
          <p14:tracePt t="73634" x="2533650" y="1733550"/>
          <p14:tracePt t="73915" x="2540000" y="1733550"/>
          <p14:tracePt t="73936" x="2540000" y="1739900"/>
          <p14:tracePt t="73950" x="2546350" y="1746250"/>
          <p14:tracePt t="73957" x="2546350" y="1752600"/>
          <p14:tracePt t="73971" x="2559050" y="1758950"/>
          <p14:tracePt t="73986" x="2578100" y="1778000"/>
          <p14:tracePt t="74003" x="2597150" y="1797050"/>
          <p14:tracePt t="74021" x="2692400" y="1873250"/>
          <p14:tracePt t="74036" x="2832100" y="1993900"/>
          <p14:tracePt t="74053" x="2901950" y="2051050"/>
          <p14:tracePt t="74070" x="3067050" y="2197100"/>
          <p14:tracePt t="74086" x="3143250" y="2273300"/>
          <p14:tracePt t="74103" x="3282950" y="2368550"/>
          <p14:tracePt t="74119" x="3371850" y="2432050"/>
          <p14:tracePt t="74136" x="3390900" y="2457450"/>
          <p14:tracePt t="74152" x="3422650" y="2476500"/>
          <p14:tracePt t="74169" x="3441700" y="2482850"/>
          <p14:tracePt t="74185" x="3441700" y="2489200"/>
          <p14:tracePt t="74203" x="3441700" y="2495550"/>
          <p14:tracePt t="74238" x="3441700" y="2501900"/>
          <p14:tracePt t="74350" x="3441700" y="2495550"/>
          <p14:tracePt t="74400" x="3441700" y="2489200"/>
          <p14:tracePt t="74456" x="3435350" y="2489200"/>
          <p14:tracePt t="74940" x="3435350" y="2476500"/>
          <p14:tracePt t="74947" x="3435350" y="2470150"/>
          <p14:tracePt t="74961" x="3441700" y="2463800"/>
          <p14:tracePt t="74984" x="3448050" y="2451100"/>
          <p14:tracePt t="74989" x="3448050" y="2444750"/>
          <p14:tracePt t="75004" x="3448050" y="2432050"/>
          <p14:tracePt t="75015" x="3460750" y="2400300"/>
          <p14:tracePt t="75032" x="3467100" y="2343150"/>
          <p14:tracePt t="75049" x="3473450" y="2305050"/>
          <p14:tracePt t="75066" x="3492500" y="2171700"/>
          <p14:tracePt t="75082" x="3511550" y="2025650"/>
          <p14:tracePt t="75099" x="3511550" y="1949450"/>
          <p14:tracePt t="75116" x="3511550" y="1809750"/>
          <p14:tracePt t="75132" x="3498850" y="1695450"/>
          <p14:tracePt t="75149" x="3492500" y="1651000"/>
          <p14:tracePt t="75166" x="3467100" y="1587500"/>
          <p14:tracePt t="75182" x="3441700" y="1549400"/>
          <p14:tracePt t="75200" x="3422650" y="1530350"/>
          <p14:tracePt t="75215" x="3422650" y="1524000"/>
          <p14:tracePt t="75232" x="3409950" y="1517650"/>
          <p14:tracePt t="75249" x="3403600" y="1517650"/>
          <p14:tracePt t="75265" x="3397250" y="1517650"/>
          <p14:tracePt t="75282" x="3390900" y="1517650"/>
          <p14:tracePt t="75341" x="3384550" y="1517650"/>
          <p14:tracePt t="75481" x="3384550" y="1524000"/>
          <p14:tracePt t="75502" x="3384550" y="1530350"/>
          <p14:tracePt t="75544" x="3384550" y="1536700"/>
          <p14:tracePt t="75593" x="3390900" y="1543050"/>
          <p14:tracePt t="75636" x="3397250" y="1543050"/>
          <p14:tracePt t="75671" x="3397250" y="1549400"/>
          <p14:tracePt t="75692" x="3409950" y="1562100"/>
          <p14:tracePt t="75706" x="3416300" y="1562100"/>
          <p14:tracePt t="75712" x="3429000" y="1581150"/>
          <p14:tracePt t="75727" x="3448050" y="1606550"/>
          <p14:tracePt t="75734" x="3479800" y="1638300"/>
          <p14:tracePt t="75747" x="3530600" y="1695450"/>
          <p14:tracePt t="75763" x="3663950" y="1854200"/>
          <p14:tracePt t="75780" x="3746500" y="1936750"/>
          <p14:tracePt t="75797" x="3917950" y="2114550"/>
          <p14:tracePt t="75813" x="4076700" y="2286000"/>
          <p14:tracePt t="75830" x="4133850" y="2343150"/>
          <p14:tracePt t="75848" x="4229100" y="2438400"/>
          <p14:tracePt t="75864" x="4279900" y="2501900"/>
          <p14:tracePt t="75882" x="4298950" y="2527300"/>
          <p14:tracePt t="75896" x="4305300" y="2533650"/>
          <p14:tracePt t="75913" x="4311650" y="2540000"/>
          <p14:tracePt t="75931" x="4311650" y="2552700"/>
          <p14:tracePt t="76795" x="4349750" y="2552700"/>
          <p14:tracePt t="76808" x="4432300" y="2540000"/>
          <p14:tracePt t="76816" x="4508500" y="2520950"/>
          <p14:tracePt t="76826" x="4610100" y="2514600"/>
          <p14:tracePt t="76843" x="4711700" y="2489200"/>
          <p14:tracePt t="76859" x="4895850" y="2451100"/>
          <p14:tracePt t="76876" x="4965700" y="2432050"/>
          <p14:tracePt t="76893" x="5111750" y="2387600"/>
          <p14:tracePt t="76909" x="5149850" y="2362200"/>
          <p14:tracePt t="76926" x="5181600" y="2349500"/>
          <p14:tracePt t="76943" x="5219700" y="2311400"/>
          <p14:tracePt t="76959" x="5251450" y="2286000"/>
          <p14:tracePt t="76976" x="5264150" y="2260600"/>
          <p14:tracePt t="76993" x="5276850" y="2235200"/>
          <p14:tracePt t="77009" x="5289550" y="2209800"/>
          <p14:tracePt t="77026" x="5289550" y="2190750"/>
          <p14:tracePt t="77042" x="5295900" y="2171700"/>
          <p14:tracePt t="77059" x="5302250" y="2139950"/>
          <p14:tracePt t="77076" x="5302250" y="2114550"/>
          <p14:tracePt t="77092" x="5302250" y="2101850"/>
          <p14:tracePt t="77109" x="5302250" y="2089150"/>
          <p14:tracePt t="77125" x="5302250" y="2063750"/>
          <p14:tracePt t="77142" x="5302250" y="2057400"/>
          <p14:tracePt t="77175" x="5302250" y="2038350"/>
          <p14:tracePt t="77192" x="5302250" y="2025650"/>
          <p14:tracePt t="77209" x="5302250" y="2019300"/>
          <p14:tracePt t="77225" x="5302250" y="2012950"/>
          <p14:tracePt t="77242" x="5295900" y="2012950"/>
          <p14:tracePt t="77280" x="5289550" y="2012950"/>
          <p14:tracePt t="77291" x="5283200" y="2012950"/>
          <p14:tracePt t="77322" x="5276850" y="2012950"/>
          <p14:tracePt t="77364" x="5264150" y="2012950"/>
          <p14:tracePt t="77406" x="5257800" y="2012950"/>
          <p14:tracePt t="77455" x="5251450" y="2012950"/>
          <p14:tracePt t="77483" x="5251450" y="2019300"/>
          <p14:tracePt t="77518" x="5245100" y="2025650"/>
          <p14:tracePt t="77554" x="5238750" y="2032000"/>
          <p14:tracePt t="77589" x="5232400" y="2038350"/>
          <p14:tracePt t="77624" x="5232400" y="2044700"/>
          <p14:tracePt t="77687" x="5226050" y="2051050"/>
          <p14:tracePt t="78094" x="5219700" y="2057400"/>
          <p14:tracePt t="78129" x="5219700" y="2063750"/>
          <p14:tracePt t="78143" x="5213350" y="2063750"/>
          <p14:tracePt t="78157" x="5207000" y="2070100"/>
          <p14:tracePt t="78172" x="5200650" y="2076450"/>
          <p14:tracePt t="78179" x="5194300" y="2076450"/>
          <p14:tracePt t="78193" x="5181600" y="2082800"/>
          <p14:tracePt t="78205" x="5175250" y="2089150"/>
          <p14:tracePt t="78222" x="5137150" y="2114550"/>
          <p14:tracePt t="78238" x="5105400" y="2139950"/>
          <p14:tracePt t="78255" x="5003800" y="2190750"/>
          <p14:tracePt t="78271" x="4889500" y="2266950"/>
          <p14:tracePt t="78288" x="4832350" y="2298700"/>
          <p14:tracePt t="78305" x="4737100" y="2349500"/>
          <p14:tracePt t="78322" x="4654550" y="2400300"/>
          <p14:tracePt t="78338" x="4622800" y="2419350"/>
          <p14:tracePt t="78354" x="4584700" y="2444750"/>
          <p14:tracePt t="78371" x="4565650" y="2463800"/>
          <p14:tracePt t="78387" x="4559300" y="2470150"/>
          <p14:tracePt t="78404" x="4552950" y="2476500"/>
          <p14:tracePt t="78421" x="4552950" y="2482850"/>
          <p14:tracePt t="78438" x="4546600" y="2489200"/>
          <p14:tracePt t="78480" x="4546600" y="2495550"/>
          <p14:tracePt t="78544" x="4546600" y="2501900"/>
          <p14:tracePt t="78579" x="4552950" y="2501900"/>
          <p14:tracePt t="78614" x="4559300" y="2501900"/>
          <p14:tracePt t="78642" x="4565650" y="2501900"/>
          <p14:tracePt t="78663" x="4572000" y="2501900"/>
          <p14:tracePt t="78684" x="4578350" y="2508250"/>
          <p14:tracePt t="78691" x="4584700" y="2508250"/>
          <p14:tracePt t="78707" x="4597400" y="2508250"/>
          <p14:tracePt t="78721" x="4616450" y="2508250"/>
          <p14:tracePt t="78737" x="4629150" y="2508250"/>
          <p14:tracePt t="78755" x="4667250" y="2501900"/>
          <p14:tracePt t="78770" x="4686300" y="2501900"/>
          <p14:tracePt t="78787" x="4724400" y="2501900"/>
          <p14:tracePt t="78804" x="4749800" y="2495550"/>
          <p14:tracePt t="78819" x="4762500" y="2495550"/>
          <p14:tracePt t="78836" x="4781550" y="2489200"/>
          <p14:tracePt t="78853" x="4787900" y="2489200"/>
          <p14:tracePt t="78895" x="4794250" y="2489200"/>
          <p14:tracePt t="78992" x="4800600" y="2489200"/>
          <p14:tracePt t="79056" x="4806950" y="2495550"/>
          <p14:tracePt t="79176" x="4800600" y="2501900"/>
          <p14:tracePt t="79253" x="4794250" y="2508250"/>
          <p14:tracePt t="79351" x="4787900" y="2514600"/>
          <p14:tracePt t="79492" x="4794250" y="2514600"/>
          <p14:tracePt t="79513" x="4794250" y="2508250"/>
          <p14:tracePt t="79527" x="4794250" y="2501900"/>
          <p14:tracePt t="79555" x="4800600" y="2495550"/>
          <p14:tracePt t="79562" x="4806950" y="2495550"/>
          <p14:tracePt t="79576" x="4813300" y="2489200"/>
          <p14:tracePt t="79597" x="4819650" y="2489200"/>
          <p14:tracePt t="79604" x="4826000" y="2476500"/>
          <p14:tracePt t="79620" x="4838700" y="2463800"/>
          <p14:tracePt t="79633" x="4864100" y="2419350"/>
          <p14:tracePt t="79650" x="4889500" y="2387600"/>
          <p14:tracePt t="79668" x="4946650" y="2298700"/>
          <p14:tracePt t="79683" x="4972050" y="2254250"/>
          <p14:tracePt t="79700" x="5010150" y="2197100"/>
          <p14:tracePt t="79717" x="5067300" y="2108200"/>
          <p14:tracePt t="79734" x="5080000" y="2076450"/>
          <p14:tracePt t="79737" x="5105400" y="2038350"/>
          <p14:tracePt t="79753" x="5118100" y="2006600"/>
          <p14:tracePt t="79767" x="5137150" y="1987550"/>
          <p14:tracePt t="79783" x="5137150" y="1974850"/>
          <p14:tracePt t="79800" x="5143500" y="1955800"/>
          <p14:tracePt t="79955" x="5137150" y="1962150"/>
          <p14:tracePt t="80004" x="5130800" y="1968500"/>
          <p14:tracePt t="80040" x="5130800" y="1974850"/>
          <p14:tracePt t="80068" x="5124450" y="1981200"/>
          <p14:tracePt t="80089" x="5124450" y="1987550"/>
          <p14:tracePt t="80138" x="5118100" y="1993900"/>
          <p14:tracePt t="80144" x="5111750" y="2000250"/>
          <p14:tracePt t="80167" x="5111750" y="2006600"/>
          <p14:tracePt t="80180" x="5111750" y="2012950"/>
          <p14:tracePt t="80187" x="5105400" y="2019300"/>
          <p14:tracePt t="80198" x="5099050" y="2032000"/>
          <p14:tracePt t="80215" x="5073650" y="2082800"/>
          <p14:tracePt t="80231" x="5060950" y="2114550"/>
          <p14:tracePt t="80235" x="5041900" y="2152650"/>
          <p14:tracePt t="80251" x="5022850" y="2209800"/>
          <p14:tracePt t="80264" x="4984750" y="2330450"/>
          <p14:tracePt t="80281" x="4978400" y="2374900"/>
          <p14:tracePt t="80298" x="4959350" y="2425700"/>
          <p14:tracePt t="80314" x="4933950" y="2501900"/>
          <p14:tracePt t="80331" x="4921250" y="2552700"/>
          <p14:tracePt t="80348" x="4908550" y="2571750"/>
          <p14:tracePt t="80364" x="4908550" y="2578100"/>
          <p14:tracePt t="80381" x="4908550" y="2584450"/>
          <p14:tracePt t="80398" x="4902200" y="2590800"/>
          <p14:tracePt t="80770" x="4902200" y="2597150"/>
          <p14:tracePt t="80812" x="4902200" y="2603500"/>
          <p14:tracePt t="80819" x="4902200" y="2616200"/>
          <p14:tracePt t="80829" x="4895850" y="2628900"/>
          <p14:tracePt t="80845" x="4895850" y="2641600"/>
          <p14:tracePt t="80862" x="4895850" y="2705100"/>
          <p14:tracePt t="80879" x="4895850" y="2755900"/>
          <p14:tracePt t="80897" x="4895850" y="3073400"/>
          <p14:tracePt t="80912" x="4902200" y="3232150"/>
          <p14:tracePt t="80929" x="4902200" y="3416300"/>
          <p14:tracePt t="80945" x="4902200" y="3829050"/>
          <p14:tracePt t="80962" x="4895850" y="4203700"/>
          <p14:tracePt t="80979" x="4895850" y="4413250"/>
          <p14:tracePt t="80995" x="4883150" y="4730750"/>
          <p14:tracePt t="81012" x="4876800" y="4972050"/>
          <p14:tracePt t="81029" x="4876800" y="5187950"/>
          <p14:tracePt t="81045" x="4876800" y="5264150"/>
          <p14:tracePt t="81062" x="4876800" y="5365750"/>
          <p14:tracePt t="81079" x="4876800" y="5429250"/>
          <p14:tracePt t="81095" x="4876800" y="5448300"/>
          <p14:tracePt t="81112" x="4876800" y="5467350"/>
          <p14:tracePt t="81129" x="4876800" y="5480050"/>
          <p14:tracePt t="81145" x="4876800" y="5486400"/>
          <p14:tracePt t="81161" x="4876800" y="5499100"/>
          <p14:tracePt t="81178" x="4876800" y="5530850"/>
          <p14:tracePt t="81194" x="4876800" y="5537200"/>
          <p14:tracePt t="81212" x="4876800" y="5556250"/>
          <p14:tracePt t="81228" x="4876800" y="5568950"/>
          <p14:tracePt t="81244" x="4876800" y="5588000"/>
          <p14:tracePt t="81262" x="4876800" y="5600700"/>
          <p14:tracePt t="81278" x="4876800" y="5607050"/>
          <p14:tracePt t="81294" x="4870450" y="5613400"/>
          <p14:tracePt t="81311" x="4870450" y="5619750"/>
          <p14:tracePt t="81789" x="4857750" y="5613400"/>
          <p14:tracePt t="81803" x="4832350" y="5600700"/>
          <p14:tracePt t="81812" x="4806950" y="5588000"/>
          <p14:tracePt t="81826" x="4775200" y="5568950"/>
          <p14:tracePt t="81842" x="4730750" y="5543550"/>
          <p14:tracePt t="81859" x="4622800" y="5492750"/>
          <p14:tracePt t="81876" x="4578350" y="5473700"/>
          <p14:tracePt t="81892" x="4546600" y="5448300"/>
          <p14:tracePt t="81909" x="4476750" y="5429250"/>
          <p14:tracePt t="81925" x="4400550" y="5391150"/>
          <p14:tracePt t="81943" x="4305300" y="5359400"/>
          <p14:tracePt t="81959" x="4248150" y="5340350"/>
          <p14:tracePt t="81975" x="4114800" y="5321300"/>
          <p14:tracePt t="81993" x="3975100" y="5289550"/>
          <p14:tracePt t="82008" x="3879850" y="5283200"/>
          <p14:tracePt t="82025" x="3727450" y="5283200"/>
          <p14:tracePt t="82042" x="3587750" y="5270500"/>
          <p14:tracePt t="82059" x="3524250" y="5276850"/>
          <p14:tracePt t="82075" x="3390900" y="5283200"/>
          <p14:tracePt t="82092" x="3270250" y="5302250"/>
          <p14:tracePt t="82108" x="3219450" y="5314950"/>
          <p14:tracePt t="82125" x="3162300" y="5327650"/>
          <p14:tracePt t="82141" x="3079750" y="5353050"/>
          <p14:tracePt t="82158" x="3054350" y="5365750"/>
          <p14:tracePt t="82175" x="3009900" y="5384800"/>
          <p14:tracePt t="82191" x="2990850" y="5391150"/>
          <p14:tracePt t="82208" x="2965450" y="5410200"/>
          <p14:tracePt t="82224" x="2940050" y="5422900"/>
          <p14:tracePt t="82241" x="2927350" y="5429250"/>
          <p14:tracePt t="82258" x="2914650" y="5435600"/>
          <p14:tracePt t="82291" x="2908300" y="5441950"/>
          <p14:tracePt t="82351" x="2908300" y="5448300"/>
          <p14:tracePt t="82386" x="2908300" y="5454650"/>
          <p14:tracePt t="82414" x="2908300" y="5461000"/>
          <p14:tracePt t="82435" x="2914650" y="5467350"/>
          <p14:tracePt t="82442" x="2921000" y="5473700"/>
          <p14:tracePt t="82456" x="2927350" y="5473700"/>
          <p14:tracePt t="82463" x="2933700" y="5480050"/>
          <p14:tracePt t="82484" x="2940050" y="5480050"/>
          <p14:tracePt t="82493" x="2959100" y="5486400"/>
          <p14:tracePt t="82507" x="2978150" y="5486400"/>
          <p14:tracePt t="82524" x="3022600" y="5505450"/>
          <p14:tracePt t="82540" x="3136900" y="5524500"/>
          <p14:tracePt t="82557" x="3282950" y="5556250"/>
          <p14:tracePt t="82573" x="3359150" y="5562600"/>
          <p14:tracePt t="82590" x="3505200" y="5581650"/>
          <p14:tracePt t="82606" x="3606800" y="5588000"/>
          <p14:tracePt t="82625" x="3683000" y="5600700"/>
          <p14:tracePt t="82639" x="3702050" y="5607050"/>
          <p14:tracePt t="82656" x="3721100" y="5607050"/>
          <p14:tracePt t="82674" x="3727450" y="5607050"/>
          <p14:tracePt t="82706" x="3721100" y="5594350"/>
          <p14:tracePt t="82723" x="3714750" y="5588000"/>
          <p14:tracePt t="89881" x="3714750" y="5594350"/>
          <p14:tracePt t="89895" x="3714750" y="5600700"/>
          <p14:tracePt t="89902" x="3708400" y="5607050"/>
          <p14:tracePt t="89922" x="3702050" y="5619750"/>
          <p14:tracePt t="89932" x="3695700" y="5632450"/>
          <p14:tracePt t="89948" x="3689350" y="5657850"/>
          <p14:tracePt t="89952" x="3683000" y="5670550"/>
          <p14:tracePt t="89965" x="3676650" y="5695950"/>
          <p14:tracePt t="89981" x="3670300" y="5721350"/>
          <p14:tracePt t="89998" x="3663950" y="5746750"/>
          <p14:tracePt t="90014" x="3644900" y="5778500"/>
          <p14:tracePt t="90031" x="3638550" y="5791200"/>
          <p14:tracePt t="90047" x="3625850" y="5803900"/>
          <p14:tracePt t="90064" x="3619500" y="5822950"/>
          <p14:tracePt t="90081" x="3619500" y="5829300"/>
          <p14:tracePt t="90100" x="3613150" y="5829300"/>
          <p14:tracePt t="90114" x="3606800" y="5835650"/>
          <p14:tracePt t="90149" x="3600450" y="5842000"/>
          <p14:tracePt t="90203" x="3594100" y="5842000"/>
          <p14:tracePt t="90258" x="3587750" y="5842000"/>
          <p14:tracePt t="90293" x="3581400" y="5842000"/>
          <p14:tracePt t="90322" x="3575050" y="5842000"/>
          <p14:tracePt t="90336" x="3568700" y="5842000"/>
          <p14:tracePt t="90343" x="3562350" y="5842000"/>
          <p14:tracePt t="90350" x="3549650" y="5848350"/>
          <p14:tracePt t="90366" x="3536950" y="5848350"/>
          <p14:tracePt t="90380" x="3517900" y="5848350"/>
          <p14:tracePt t="90397" x="3460750" y="5848350"/>
          <p14:tracePt t="90413" x="3384550" y="5848350"/>
          <p14:tracePt t="90429" x="3340100" y="5848350"/>
          <p14:tracePt t="90446" x="3251200" y="5848350"/>
          <p14:tracePt t="90463" x="3168650" y="5842000"/>
          <p14:tracePt t="90479" x="3130550" y="5842000"/>
          <p14:tracePt t="90496" x="3073400" y="5822950"/>
          <p14:tracePt t="90513" x="3028950" y="5816600"/>
          <p14:tracePt t="90529" x="3003550" y="5810250"/>
          <p14:tracePt t="90547" x="2959100" y="5810250"/>
          <p14:tracePt t="90562" x="2914650" y="5810250"/>
          <p14:tracePt t="90579" x="2889250" y="5816600"/>
          <p14:tracePt t="90597" x="2825750" y="5835650"/>
          <p14:tracePt t="90613" x="2794000" y="5842000"/>
          <p14:tracePt t="90629" x="2724150" y="5854700"/>
          <p14:tracePt t="90645" x="2660650" y="5880100"/>
          <p14:tracePt t="90662" x="2616200" y="5899150"/>
          <p14:tracePt t="90679" x="2571750" y="5911850"/>
          <p14:tracePt t="90695" x="2508250" y="5924550"/>
          <p14:tracePt t="90712" x="2482850" y="5924550"/>
          <p14:tracePt t="90729" x="2432050" y="5930900"/>
          <p14:tracePt t="90745" x="2374900" y="5943600"/>
          <p14:tracePt t="90762" x="2355850" y="5943600"/>
          <p14:tracePt t="90779" x="2298700" y="5943600"/>
          <p14:tracePt t="90795" x="2216150" y="5949950"/>
          <p14:tracePt t="90811" x="2178050" y="5949950"/>
          <p14:tracePt t="90828" x="2114550" y="5949950"/>
          <p14:tracePt t="90845" x="2070100" y="5956300"/>
          <p14:tracePt t="90862" x="2038350" y="5956300"/>
          <p14:tracePt t="90878" x="2032000" y="5956300"/>
          <p14:tracePt t="90895" x="2019300" y="5956300"/>
          <p14:tracePt t="90928" x="2019300" y="5962650"/>
          <p14:tracePt t="90968" x="2019300" y="5969000"/>
          <p14:tracePt t="91017" x="2025650" y="5969000"/>
          <p14:tracePt t="91045" x="2038350" y="5969000"/>
          <p14:tracePt t="91053" x="2044700" y="5969000"/>
          <p14:tracePt t="91074" x="2051050" y="5969000"/>
          <p14:tracePt t="91088" x="2057400" y="5969000"/>
          <p14:tracePt t="91097" x="2063750" y="5969000"/>
          <p14:tracePt t="91111" x="2076450" y="5969000"/>
          <p14:tracePt t="91127" x="2127250" y="5981700"/>
          <p14:tracePt t="91144" x="2216150" y="5988050"/>
          <p14:tracePt t="91160" x="2286000" y="5994400"/>
          <p14:tracePt t="91177" x="2362200" y="6007100"/>
          <p14:tracePt t="91194" x="2609850" y="6038850"/>
          <p14:tracePt t="91210" x="2686050" y="6045200"/>
          <p14:tracePt t="91228" x="2762250" y="6064250"/>
          <p14:tracePt t="91243" x="2882900" y="6083300"/>
          <p14:tracePt t="91260" x="2933700" y="6096000"/>
          <p14:tracePt t="91277" x="2946400" y="6102350"/>
          <p14:tracePt t="91293" x="2946400" y="6108700"/>
          <p14:tracePt t="91309" x="2940050" y="6115050"/>
          <p14:tracePt t="91327" x="2927350" y="6121400"/>
          <p14:tracePt t="91343" x="2921000" y="6121400"/>
          <p14:tracePt t="91360" x="2889250" y="6134100"/>
          <p14:tracePt t="91376" x="2857500" y="6140450"/>
          <p14:tracePt t="91393" x="2838450" y="6153150"/>
          <p14:tracePt t="91410" x="2794000" y="6172200"/>
          <p14:tracePt t="91425" x="2768600" y="6184900"/>
          <p14:tracePt t="91443" x="2755900" y="6191250"/>
          <p14:tracePt t="91460" x="2743200" y="6197600"/>
          <p14:tracePt t="91537" x="2743200" y="6203950"/>
          <p14:tracePt t="91565" x="2743200" y="6210300"/>
          <p14:tracePt t="91614" x="2743200" y="6216650"/>
          <p14:tracePt t="91649" x="2743200" y="6223000"/>
          <p14:tracePt t="91684" x="2743200" y="6229350"/>
          <p14:tracePt t="91720" x="2743200" y="6235700"/>
          <p14:tracePt t="91747" x="2736850" y="6235700"/>
          <p14:tracePt t="91776" x="2736850" y="6242050"/>
          <p14:tracePt t="91811" x="2736850" y="6248400"/>
          <p14:tracePt t="91839" x="2736850" y="6254750"/>
          <p14:tracePt t="91881" x="2736850" y="6261100"/>
          <p14:tracePt t="91895" x="2736850" y="6267450"/>
          <p14:tracePt t="91937" x="2736850" y="6273800"/>
          <p14:tracePt t="91965" x="2736850" y="6280150"/>
          <p14:tracePt t="91987" x="2736850" y="6286500"/>
          <p14:tracePt t="92009" x="2736850" y="6292850"/>
          <p14:tracePt t="92029" x="2736850" y="6299200"/>
          <p14:tracePt t="92057" x="2743200" y="6299200"/>
          <p14:tracePt t="92078" x="2749550" y="6305550"/>
          <p14:tracePt t="92099" x="2749550" y="6311900"/>
          <p14:tracePt t="92127" x="2755900" y="6311900"/>
          <p14:tracePt t="92148" x="2762250" y="6311900"/>
          <p14:tracePt t="92169" x="2768600" y="6311900"/>
          <p14:tracePt t="92191" x="2774950" y="6311900"/>
          <p14:tracePt t="92211" x="2781300" y="6311900"/>
          <p14:tracePt t="92218" x="2787650" y="6311900"/>
          <p14:tracePt t="92232" x="2794000" y="6305550"/>
          <p14:tracePt t="92240" x="2813050" y="6305550"/>
          <p14:tracePt t="92257" x="2832100" y="6305550"/>
          <p14:tracePt t="92274" x="2914650" y="6286500"/>
          <p14:tracePt t="92290" x="3009900" y="6261100"/>
          <p14:tracePt t="92306" x="3060700" y="6254750"/>
          <p14:tracePt t="92323" x="3155950" y="6235700"/>
          <p14:tracePt t="92339" x="3238500" y="6229350"/>
          <p14:tracePt t="92356" x="3270250" y="6223000"/>
          <p14:tracePt t="92373" x="3327400" y="6210300"/>
          <p14:tracePt t="92389" x="3346450" y="6210300"/>
          <p14:tracePt t="92406" x="3359150" y="6210300"/>
          <p14:tracePt t="92423" x="3365500" y="6210300"/>
          <p14:tracePt t="92759" x="3359150" y="6210300"/>
          <p14:tracePt t="93012" x="3371850" y="6210300"/>
          <p14:tracePt t="93019" x="3397250" y="6210300"/>
          <p14:tracePt t="93033" x="3435350" y="6210300"/>
          <p14:tracePt t="93040" x="3498850" y="6203950"/>
          <p14:tracePt t="93056" x="3587750" y="6203950"/>
          <p14:tracePt t="93070" x="3683000" y="6191250"/>
          <p14:tracePt t="93087" x="3905250" y="6184900"/>
          <p14:tracePt t="93104" x="4133850" y="6184900"/>
          <p14:tracePt t="93120" x="4248150" y="6172200"/>
          <p14:tracePt t="93138" x="4451350" y="6172200"/>
          <p14:tracePt t="93154" x="4616450" y="6172200"/>
          <p14:tracePt t="93170" x="4686300" y="6178550"/>
          <p14:tracePt t="93187" x="4826000" y="6178550"/>
          <p14:tracePt t="93203" x="4914900" y="6172200"/>
          <p14:tracePt t="93220" x="4946650" y="6172200"/>
          <p14:tracePt t="93236" x="5003800" y="6172200"/>
          <p14:tracePt t="93253" x="5035550" y="6172200"/>
          <p14:tracePt t="93270" x="5054600" y="6165850"/>
          <p14:tracePt t="93286" x="5086350" y="6165850"/>
          <p14:tracePt t="93303" x="5111750" y="6165850"/>
          <p14:tracePt t="93321" x="5130800" y="6165850"/>
          <p14:tracePt t="93336" x="5143500" y="6165850"/>
          <p14:tracePt t="93353" x="5156200" y="6165850"/>
          <p14:tracePt t="93370" x="5175250" y="6159500"/>
          <p14:tracePt t="93386" x="5187950" y="6159500"/>
          <p14:tracePt t="93419" x="5200650" y="6159500"/>
          <p14:tracePt t="93503" x="5194300" y="6159500"/>
          <p14:tracePt t="93524" x="5187950" y="6159500"/>
          <p14:tracePt t="93531" x="5181600" y="6159500"/>
          <p14:tracePt t="93546" x="5175250" y="615950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Blackjack Game</a:t>
            </a:r>
            <a:r>
              <a:rPr lang="en-US" altLang="en-US" dirty="0"/>
              <a:t>: the </a:t>
            </a:r>
            <a:r>
              <a:rPr lang="en-US" altLang="en-US" sz="4000" dirty="0">
                <a:latin typeface="Lucida Console" panose="020B0609040504020204" pitchFamily="49" charset="0"/>
              </a:rPr>
              <a:t>Deck</a:t>
            </a:r>
            <a:r>
              <a:rPr lang="en-US" altLang="en-US" dirty="0"/>
              <a:t> Class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838200"/>
            <a:ext cx="86868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...#Assume Card is defined here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from random import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randrange</a:t>
            </a:r>
            <a:endParaRPr lang="en-US" altLang="en-US" sz="2400" kern="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class Deck(Card):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</a:rPr>
              <a:t>__(self):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self.deck</a:t>
            </a:r>
            <a:r>
              <a:rPr lang="en-US" altLang="en-US" sz="2400" kern="0" dirty="0">
                <a:latin typeface="Lucida Console" panose="020B0609040504020204" pitchFamily="49" charset="0"/>
              </a:rPr>
              <a:t> = []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for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latin typeface="Lucida Console" panose="020B0609040504020204" pitchFamily="49" charset="0"/>
              </a:rPr>
              <a:t> in range(52):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  while (True):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  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num</a:t>
            </a:r>
            <a:r>
              <a:rPr lang="en-US" altLang="en-US" sz="2400" kern="0" dirty="0">
                <a:latin typeface="Lucida Console" panose="020B0609040504020204" pitchFamily="49" charset="0"/>
              </a:rPr>
              <a:t> =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randrange</a:t>
            </a:r>
            <a:r>
              <a:rPr lang="en-US" altLang="en-US" sz="2400" kern="0" dirty="0">
                <a:latin typeface="Lucida Console" panose="020B0609040504020204" pitchFamily="49" charset="0"/>
              </a:rPr>
              <a:t>(52)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    c =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self.convert</a:t>
            </a:r>
            <a:r>
              <a:rPr lang="en-US" altLang="en-US" sz="2400" kern="0" dirty="0">
                <a:latin typeface="Lucida Console" panose="020B0609040504020204" pitchFamily="49" charset="0"/>
              </a:rPr>
              <a:t>(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num</a:t>
            </a:r>
            <a:r>
              <a:rPr lang="en-US" altLang="en-US" sz="2400" kern="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    if c not in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self.deck</a:t>
            </a:r>
            <a:r>
              <a:rPr lang="en-US" altLang="en-US" sz="2400" kern="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    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self.deck.append</a:t>
            </a:r>
            <a:r>
              <a:rPr lang="en-US" altLang="en-US" sz="2400" kern="0" dirty="0">
                <a:latin typeface="Lucida Console" panose="020B0609040504020204" pitchFamily="49" charset="0"/>
              </a:rPr>
              <a:t>(c)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        break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</a:rPr>
              <a:t> convert(self, n): return \  </a:t>
            </a:r>
            <a:br>
              <a:rPr lang="en-US" altLang="en-US" sz="2400" kern="0" dirty="0">
                <a:latin typeface="Lucida Console" panose="020B0609040504020204" pitchFamily="49" charset="0"/>
              </a:rPr>
            </a:br>
            <a:r>
              <a:rPr lang="en-US" altLang="en-US" sz="2400" kern="0" dirty="0">
                <a:latin typeface="Lucida Console" panose="020B0609040504020204" pitchFamily="49" charset="0"/>
              </a:rPr>
              <a:t>  Card(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self.RANKS</a:t>
            </a:r>
            <a:r>
              <a:rPr lang="en-US" altLang="en-US" sz="2400" kern="0" dirty="0">
                <a:latin typeface="Lucida Console" panose="020B0609040504020204" pitchFamily="49" charset="0"/>
              </a:rPr>
              <a:t>[n%13],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self.SUITS</a:t>
            </a:r>
            <a:r>
              <a:rPr lang="en-US" altLang="en-US" sz="2400" kern="0" dirty="0">
                <a:latin typeface="Lucida Console" panose="020B0609040504020204" pitchFamily="49" charset="0"/>
              </a:rPr>
              <a:t>[n//13])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</a:rPr>
              <a:t> shuffle(self): self.__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</a:rPr>
              <a:t>__()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</a:rPr>
              <a:t> 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</a:rPr>
              <a:t> deal(self): return </a:t>
            </a:r>
            <a:r>
              <a:rPr lang="en-US" altLang="en-US" sz="2400" kern="0" dirty="0" err="1">
                <a:latin typeface="Lucida Console" panose="020B0609040504020204" pitchFamily="49" charset="0"/>
              </a:rPr>
              <a:t>self.deck.pop</a:t>
            </a:r>
            <a:r>
              <a:rPr lang="en-US" altLang="en-US" sz="2400" kern="0" dirty="0">
                <a:latin typeface="Lucida Console" panose="020B0609040504020204" pitchFamily="49" charset="0"/>
              </a:rPr>
              <a:t>()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5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356"/>
    </mc:Choice>
    <mc:Fallback xmlns="">
      <p:transition spd="slow" advTm="2233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518" x="5175250" y="6153150"/>
          <p14:tracePt t="5532" x="5175250" y="6146800"/>
          <p14:tracePt t="5541" x="5175250" y="6134100"/>
          <p14:tracePt t="5556" x="5175250" y="6121400"/>
          <p14:tracePt t="5572" x="5149850" y="6083300"/>
          <p14:tracePt t="5588" x="5054600" y="5918200"/>
          <p14:tracePt t="5605" x="4933950" y="5727700"/>
          <p14:tracePt t="5622" x="4756150" y="5429250"/>
          <p14:tracePt t="5639" x="4445000" y="4895850"/>
          <p14:tracePt t="5655" x="4324350" y="4667250"/>
          <p14:tracePt t="5672" x="4171950" y="4432300"/>
          <p14:tracePt t="5688" x="3892550" y="4076700"/>
          <p14:tracePt t="5705" x="3663950" y="3797300"/>
          <p14:tracePt t="5722" x="3384550" y="3441700"/>
          <p14:tracePt t="5738" x="3149600" y="3181350"/>
          <p14:tracePt t="5755" x="2914650" y="2921000"/>
          <p14:tracePt t="5771" x="2654300" y="2622550"/>
          <p14:tracePt t="5788" x="2457450" y="2444750"/>
          <p14:tracePt t="5805" x="2330450" y="2311400"/>
          <p14:tracePt t="5821" x="2165350" y="2165350"/>
          <p14:tracePt t="5838" x="2095500" y="2095500"/>
          <p14:tracePt t="5855" x="2044700" y="2019300"/>
          <p14:tracePt t="5870" x="2025650" y="1993900"/>
          <p14:tracePt t="5887" x="2000250" y="1974850"/>
          <p14:tracePt t="5904" x="1974850" y="1943100"/>
          <p14:tracePt t="5921" x="1955800" y="1917700"/>
          <p14:tracePt t="5937" x="1943100" y="1905000"/>
          <p14:tracePt t="5954" x="1936750" y="1885950"/>
          <p14:tracePt t="5971" x="1936750" y="1873250"/>
          <p14:tracePt t="5987" x="1936750" y="1866900"/>
          <p14:tracePt t="6004" x="1936750" y="1854200"/>
          <p14:tracePt t="6020" x="1936750" y="1835150"/>
          <p14:tracePt t="6038" x="1949450" y="1822450"/>
          <p14:tracePt t="6054" x="1949450" y="1816100"/>
          <p14:tracePt t="6087" x="1949450" y="1809750"/>
          <p14:tracePt t="6185" x="1955800" y="1809750"/>
          <p14:tracePt t="6666" x="1968500" y="1816100"/>
          <p14:tracePt t="6672" x="1981200" y="1822450"/>
          <p14:tracePt t="6684" x="1993900" y="1828800"/>
          <p14:tracePt t="6701" x="2051050" y="1879600"/>
          <p14:tracePt t="6718" x="2082800" y="1892300"/>
          <p14:tracePt t="6736" x="2114550" y="1917700"/>
          <p14:tracePt t="6751" x="2133600" y="1936750"/>
          <p14:tracePt t="6768" x="2139950" y="1955800"/>
          <p14:tracePt t="6785" x="2146300" y="1968500"/>
          <p14:tracePt t="6801" x="2146300" y="1974850"/>
          <p14:tracePt t="6827" x="2139950" y="1981200"/>
          <p14:tracePt t="6837" x="2139950" y="1987550"/>
          <p14:tracePt t="6850" x="2133600" y="2000250"/>
          <p14:tracePt t="6868" x="2133600" y="2038350"/>
          <p14:tracePt t="6884" x="2178050" y="2114550"/>
          <p14:tracePt t="6901" x="2222500" y="2178050"/>
          <p14:tracePt t="6919" x="2266950" y="2273300"/>
          <p14:tracePt t="6934" x="2286000" y="2343150"/>
          <p14:tracePt t="7364" x="2298700" y="2349500"/>
          <p14:tracePt t="7371" x="2311400" y="2355850"/>
          <p14:tracePt t="7382" x="2324100" y="2368550"/>
          <p14:tracePt t="7399" x="2419350" y="2406650"/>
          <p14:tracePt t="7416" x="2495550" y="2438400"/>
          <p14:tracePt t="7432" x="2692400" y="2495550"/>
          <p14:tracePt t="7449" x="2813050" y="2540000"/>
          <p14:tracePt t="7465" x="2940050" y="2559050"/>
          <p14:tracePt t="7483" x="3263900" y="2635250"/>
          <p14:tracePt t="7498" x="3429000" y="2654300"/>
          <p14:tracePt t="7515" x="3632200" y="2698750"/>
          <p14:tracePt t="7532" x="3994150" y="2787650"/>
          <p14:tracePt t="7549" x="4127500" y="2832100"/>
          <p14:tracePt t="7565" x="4241800" y="2851150"/>
          <p14:tracePt t="7582" x="4375150" y="2870200"/>
          <p14:tracePt t="7598" x="4413250" y="2882900"/>
          <p14:tracePt t="7615" x="4445000" y="2889250"/>
          <p14:tracePt t="7631" x="4476750" y="2889250"/>
          <p14:tracePt t="7648" x="4483100" y="2889250"/>
          <p14:tracePt t="7715" x="4483100" y="2895600"/>
          <p14:tracePt t="7736" x="4476750" y="2895600"/>
          <p14:tracePt t="7750" x="4470400" y="2895600"/>
          <p14:tracePt t="7771" x="4464050" y="2895600"/>
          <p14:tracePt t="7799" x="4457700" y="2895600"/>
          <p14:tracePt t="7806" x="4451350" y="2895600"/>
          <p14:tracePt t="7820" x="4445000" y="2895600"/>
          <p14:tracePt t="7834" x="4432300" y="2895600"/>
          <p14:tracePt t="7848" x="4425950" y="2889250"/>
          <p14:tracePt t="7864" x="4419600" y="2889250"/>
          <p14:tracePt t="7880" x="4406900" y="2889250"/>
          <p14:tracePt t="7898" x="4362450" y="2889250"/>
          <p14:tracePt t="7914" x="4343400" y="2889250"/>
          <p14:tracePt t="7930" x="4311650" y="2889250"/>
          <p14:tracePt t="7947" x="4254500" y="2882900"/>
          <p14:tracePt t="7964" x="4178300" y="2870200"/>
          <p14:tracePt t="7981" x="4146550" y="2863850"/>
          <p14:tracePt t="7997" x="4095750" y="2857500"/>
          <p14:tracePt t="8013" x="4083050" y="2857500"/>
          <p14:tracePt t="8031" x="4070350" y="2857500"/>
          <p14:tracePt t="8047" x="4057650" y="2857500"/>
          <p14:tracePt t="8101" x="4057650" y="2863850"/>
          <p14:tracePt t="8115" x="4057650" y="2870200"/>
          <p14:tracePt t="8136" x="4057650" y="2876550"/>
          <p14:tracePt t="8150" x="4064000" y="2876550"/>
          <p14:tracePt t="8157" x="4070350" y="2876550"/>
          <p14:tracePt t="8171" x="4083050" y="2882900"/>
          <p14:tracePt t="8185" x="4095750" y="2882900"/>
          <p14:tracePt t="8200" x="4108450" y="2901950"/>
          <p14:tracePt t="8213" x="4140200" y="2914650"/>
          <p14:tracePt t="8229" x="4165600" y="2921000"/>
          <p14:tracePt t="8246" x="4178300" y="2927350"/>
          <p14:tracePt t="8263" x="4197350" y="2933700"/>
          <p14:tracePt t="8279" x="4203700" y="2940050"/>
          <p14:tracePt t="8347" x="4197350" y="2940050"/>
          <p14:tracePt t="8361" x="4191000" y="2940050"/>
          <p14:tracePt t="8382" x="4184650" y="2946400"/>
          <p14:tracePt t="8410" x="4178300" y="2946400"/>
          <p14:tracePt t="8445" x="4171950" y="2946400"/>
          <p14:tracePt t="8494" x="4165600" y="2952750"/>
          <p14:tracePt t="8522" x="4159250" y="2952750"/>
          <p14:tracePt t="8530" x="4152900" y="2952750"/>
          <p14:tracePt t="8550" x="4152900" y="2959100"/>
          <p14:tracePt t="8586" x="4146550" y="2959100"/>
          <p14:tracePt t="8592" x="4140200" y="2959100"/>
          <p14:tracePt t="8635" x="4133850" y="2965450"/>
          <p14:tracePt t="8670" x="4133850" y="2971800"/>
          <p14:tracePt t="8676" x="4133850" y="2978150"/>
          <p14:tracePt t="8705" x="4140200" y="2978150"/>
          <p14:tracePt t="9133" x="4146550" y="2978150"/>
          <p14:tracePt t="9147" x="4152900" y="2952750"/>
          <p14:tracePt t="9154" x="4159250" y="2933700"/>
          <p14:tracePt t="9163" x="4159250" y="2914650"/>
          <p14:tracePt t="9177" x="4178300" y="2882900"/>
          <p14:tracePt t="9193" x="4184650" y="2844800"/>
          <p14:tracePt t="9210" x="4191000" y="2762250"/>
          <p14:tracePt t="9225" x="4216400" y="2667000"/>
          <p14:tracePt t="9242" x="4229100" y="2609850"/>
          <p14:tracePt t="9260" x="4248150" y="2482850"/>
          <p14:tracePt t="9276" x="4273550" y="2324100"/>
          <p14:tracePt t="9292" x="4273550" y="2273300"/>
          <p14:tracePt t="9309" x="4273550" y="2159000"/>
          <p14:tracePt t="9326" x="4273550" y="2051050"/>
          <p14:tracePt t="9343" x="4273550" y="2012950"/>
          <p14:tracePt t="9346" x="4273550" y="1974850"/>
          <p14:tracePt t="9359" x="4267200" y="1943100"/>
          <p14:tracePt t="9375" x="4267200" y="1885950"/>
          <p14:tracePt t="9393" x="4267200" y="1841500"/>
          <p14:tracePt t="9408" x="4267200" y="1828800"/>
          <p14:tracePt t="9425" x="4267200" y="1809750"/>
          <p14:tracePt t="9442" x="4267200" y="1778000"/>
          <p14:tracePt t="9458" x="4267200" y="1771650"/>
          <p14:tracePt t="9491" x="4267200" y="1758950"/>
          <p14:tracePt t="9508" x="4267200" y="1746250"/>
          <p14:tracePt t="9541" x="4260850" y="1739900"/>
          <p14:tracePt t="9558" x="4254500" y="1739900"/>
          <p14:tracePt t="9575" x="4248150" y="1739900"/>
          <p14:tracePt t="25695" x="4337050" y="1739900"/>
          <p14:tracePt t="25709" x="4489450" y="1739900"/>
          <p14:tracePt t="25716" x="4686300" y="1765300"/>
          <p14:tracePt t="25723" x="4991100" y="1847850"/>
          <p14:tracePt t="25739" x="5270500" y="1911350"/>
          <p14:tracePt t="25752" x="5562600" y="2006600"/>
          <p14:tracePt t="25769" x="6121400" y="2228850"/>
          <p14:tracePt t="25786" x="6610350" y="2527300"/>
          <p14:tracePt t="25802" x="6819900" y="2698750"/>
          <p14:tracePt t="25819" x="7010400" y="2857500"/>
          <p14:tracePt t="25836" x="7283450" y="3130550"/>
          <p14:tracePt t="25852" x="7493000" y="3441700"/>
          <p14:tracePt t="25869" x="7524750" y="3562350"/>
          <p14:tracePt t="25885" x="7531100" y="3829050"/>
          <p14:tracePt t="25902" x="7512050" y="3898900"/>
          <p14:tracePt t="25920" x="7448550" y="4013200"/>
          <p14:tracePt t="25935" x="7353300" y="4114800"/>
          <p14:tracePt t="25951" x="7270750" y="4191000"/>
          <p14:tracePt t="25969" x="7080250" y="4318000"/>
          <p14:tracePt t="25984" x="6985000" y="4368800"/>
          <p14:tracePt t="26001" x="6775450" y="4464050"/>
          <p14:tracePt t="26018" x="6464300" y="4559300"/>
          <p14:tracePt t="26034" x="6280150" y="4559300"/>
          <p14:tracePt t="26051" x="5829300" y="4565650"/>
          <p14:tracePt t="26068" x="5295900" y="4533900"/>
          <p14:tracePt t="26084" x="5060950" y="4521200"/>
          <p14:tracePt t="26101" x="4667250" y="4470400"/>
          <p14:tracePt t="26117" x="4318000" y="4406900"/>
          <p14:tracePt t="26134" x="4165600" y="4356100"/>
          <p14:tracePt t="26152" x="3911600" y="4260850"/>
          <p14:tracePt t="26167" x="3644900" y="4121150"/>
          <p14:tracePt t="26184" x="3549650" y="4051300"/>
          <p14:tracePt t="26201" x="3397250" y="3905250"/>
          <p14:tracePt t="26217" x="3263900" y="3740150"/>
          <p14:tracePt t="26234" x="3200400" y="3663950"/>
          <p14:tracePt t="26250" x="3130550" y="3575050"/>
          <p14:tracePt t="26267" x="3098800" y="3530600"/>
          <p14:tracePt t="26284" x="3073400" y="3473450"/>
          <p14:tracePt t="26301" x="3067050" y="3460750"/>
          <p14:tracePt t="26317" x="3054350" y="3448050"/>
          <p14:tracePt t="26334" x="3035300" y="3409950"/>
          <p14:tracePt t="26350" x="3003550" y="3346450"/>
          <p14:tracePt t="26367" x="2978150" y="3302000"/>
          <p14:tracePt t="26383" x="2933700" y="3225800"/>
          <p14:tracePt t="26400" x="2876550" y="3086100"/>
          <p14:tracePt t="26417" x="2844800" y="3035300"/>
          <p14:tracePt t="26433" x="2806700" y="2921000"/>
          <p14:tracePt t="26450" x="2787650" y="2863850"/>
          <p14:tracePt t="26467" x="2787650" y="2832100"/>
          <p14:tracePt t="26483" x="2787650" y="2806700"/>
          <p14:tracePt t="26500" x="2800350" y="2781300"/>
          <p14:tracePt t="26516" x="2819400" y="2768600"/>
          <p14:tracePt t="26533" x="2832100" y="2755900"/>
          <p14:tracePt t="26550" x="2851150" y="2749550"/>
          <p14:tracePt t="26566" x="3022600" y="2724150"/>
          <p14:tracePt t="26582" x="3124200" y="2711450"/>
          <p14:tracePt t="26600" x="3225800" y="2698750"/>
          <p14:tracePt t="26616" x="3448050" y="2679700"/>
          <p14:tracePt t="26632" x="3676650" y="2673350"/>
          <p14:tracePt t="26649" x="3867150" y="2692400"/>
          <p14:tracePt t="26666" x="3943350" y="2711450"/>
          <p14:tracePt t="26682" x="4057650" y="2749550"/>
          <p14:tracePt t="26699" x="4152900" y="2787650"/>
          <p14:tracePt t="26716" x="4197350" y="2813050"/>
          <p14:tracePt t="26733" x="4298950" y="2895600"/>
          <p14:tracePt t="26749" x="4381500" y="2959100"/>
          <p14:tracePt t="26766" x="4425950" y="2997200"/>
          <p14:tracePt t="26783" x="4470400" y="3041650"/>
          <p14:tracePt t="26799" x="4483100" y="3067050"/>
          <p14:tracePt t="26815" x="4483100" y="3073400"/>
          <p14:tracePt t="26839" x="4483100" y="3079750"/>
          <p14:tracePt t="26888" x="4470400" y="3079750"/>
          <p14:tracePt t="26902" x="4464050" y="3079750"/>
          <p14:tracePt t="26909" x="4451350" y="3073400"/>
          <p14:tracePt t="26918" x="4432300" y="3067050"/>
          <p14:tracePt t="26932" x="4400550" y="3054350"/>
          <p14:tracePt t="26948" x="4368800" y="3035300"/>
          <p14:tracePt t="26965" x="4273550" y="3003550"/>
          <p14:tracePt t="26981" x="4159250" y="2965450"/>
          <p14:tracePt t="26998" x="4108450" y="2933700"/>
          <p14:tracePt t="27015" x="4006850" y="2908300"/>
          <p14:tracePt t="27031" x="3949700" y="2895600"/>
          <p14:tracePt t="27048" x="3911600" y="2889250"/>
          <p14:tracePt t="27064" x="3867150" y="2870200"/>
          <p14:tracePt t="27081" x="3822700" y="2863850"/>
          <p14:tracePt t="27098" x="3778250" y="2851150"/>
          <p14:tracePt t="27114" x="3752850" y="2844800"/>
          <p14:tracePt t="27131" x="3733800" y="2838450"/>
          <p14:tracePt t="27833" x="3695700" y="2813050"/>
          <p14:tracePt t="27839" x="3632200" y="2774950"/>
          <p14:tracePt t="27854" x="3562350" y="2724150"/>
          <p14:tracePt t="27862" x="3492500" y="2673350"/>
          <p14:tracePt t="27878" x="3416300" y="2622550"/>
          <p14:tracePt t="27895" x="3251200" y="2520950"/>
          <p14:tracePt t="27912" x="3111500" y="2419350"/>
          <p14:tracePt t="27928" x="3041650" y="2368550"/>
          <p14:tracePt t="27945" x="2901950" y="2279650"/>
          <p14:tracePt t="27961" x="2762250" y="2216150"/>
          <p14:tracePt t="27978" x="2692400" y="2184400"/>
          <p14:tracePt t="27994" x="2571750" y="2139950"/>
          <p14:tracePt t="28011" x="2546350" y="2127250"/>
          <p14:tracePt t="28028" x="2489200" y="2101850"/>
          <p14:tracePt t="28044" x="2457450" y="2070100"/>
          <p14:tracePt t="28061" x="2432050" y="2070100"/>
          <p14:tracePt t="28078" x="2419350" y="2051050"/>
          <p14:tracePt t="28094" x="2400300" y="2051050"/>
          <p14:tracePt t="28111" x="2393950" y="2051050"/>
          <p14:tracePt t="28128" x="2381250" y="2051050"/>
          <p14:tracePt t="28144" x="2374900" y="2044700"/>
          <p14:tracePt t="28177" x="2362200" y="2044700"/>
          <p14:tracePt t="28194" x="2349500" y="2044700"/>
          <p14:tracePt t="28211" x="2343150" y="2044700"/>
          <p14:tracePt t="28227" x="2343150" y="2051050"/>
          <p14:tracePt t="28244" x="2330450" y="2057400"/>
          <p14:tracePt t="28261" x="2324100" y="2063750"/>
          <p14:tracePt t="28277" x="2324100" y="2070100"/>
          <p14:tracePt t="28293" x="2317750" y="2070100"/>
          <p14:tracePt t="28310" x="2311400" y="2082800"/>
          <p14:tracePt t="28343" x="2305050" y="2082800"/>
          <p14:tracePt t="28380" x="2298700" y="2089150"/>
          <p14:tracePt t="28415" x="2298700" y="2095500"/>
          <p14:tracePt t="28464" x="2292350" y="2101850"/>
          <p14:tracePt t="28506" x="2292350" y="2108200"/>
          <p14:tracePt t="28577" x="2292350" y="2114550"/>
          <p14:tracePt t="28612" x="2292350" y="2120900"/>
          <p14:tracePt t="28661" x="2292350" y="2127250"/>
          <p14:tracePt t="28682" x="2298700" y="2133600"/>
          <p14:tracePt t="28696" x="2298700" y="2139950"/>
          <p14:tracePt t="28717" x="2298700" y="2146300"/>
          <p14:tracePt t="28724" x="2298700" y="2152650"/>
          <p14:tracePt t="28731" x="2298700" y="2159000"/>
          <p14:tracePt t="28745" x="2305050" y="2165350"/>
          <p14:tracePt t="28759" x="2305050" y="2190750"/>
          <p14:tracePt t="28775" x="2330450" y="2241550"/>
          <p14:tracePt t="28792" x="2343150" y="2279650"/>
          <p14:tracePt t="28808" x="2393950" y="2393950"/>
          <p14:tracePt t="28825" x="2438400" y="2527300"/>
          <p14:tracePt t="28842" x="2457450" y="2609850"/>
          <p14:tracePt t="28858" x="2520950" y="2768600"/>
          <p14:tracePt t="28875" x="2590800" y="2952750"/>
          <p14:tracePt t="28892" x="2654300" y="3136900"/>
          <p14:tracePt t="28908" x="2686050" y="3213100"/>
          <p14:tracePt t="28925" x="2724150" y="3295650"/>
          <p14:tracePt t="28942" x="2825750" y="3511550"/>
          <p14:tracePt t="28958" x="2863850" y="3568700"/>
          <p14:tracePt t="28974" x="2889250" y="3625850"/>
          <p14:tracePt t="28991" x="2940050" y="3714750"/>
          <p14:tracePt t="29008" x="2971800" y="3778250"/>
          <p14:tracePt t="29025" x="2978150" y="3803650"/>
          <p14:tracePt t="29041" x="3009900" y="3835400"/>
          <p14:tracePt t="29058" x="3028950" y="3867150"/>
          <p14:tracePt t="29075" x="3060700" y="3905250"/>
          <p14:tracePt t="29090" x="3067050" y="3917950"/>
          <p14:tracePt t="29107" x="3092450" y="3943350"/>
          <p14:tracePt t="29124" x="3124200" y="3968750"/>
          <p14:tracePt t="29140" x="3136900" y="3975100"/>
          <p14:tracePt t="29157" x="3194050" y="4006850"/>
          <p14:tracePt t="29173" x="3244850" y="4038600"/>
          <p14:tracePt t="29190" x="3289300" y="4064000"/>
          <p14:tracePt t="29207" x="3321050" y="4089400"/>
          <p14:tracePt t="29223" x="3454400" y="4159250"/>
          <p14:tracePt t="29240" x="3498850" y="4191000"/>
          <p14:tracePt t="29257" x="3600450" y="4241800"/>
          <p14:tracePt t="29273" x="3638550" y="4260850"/>
          <p14:tracePt t="29290" x="3702050" y="4292600"/>
          <p14:tracePt t="29307" x="3752850" y="4298950"/>
          <p14:tracePt t="29323" x="3771900" y="4298950"/>
          <p14:tracePt t="29340" x="3810000" y="4298950"/>
          <p14:tracePt t="29357" x="3835400" y="4292600"/>
          <p14:tracePt t="29374" x="3848100" y="4286250"/>
          <p14:tracePt t="29391" x="3860800" y="4279900"/>
          <p14:tracePt t="29406" x="3873500" y="4273550"/>
          <p14:tracePt t="29423" x="3886200" y="4273550"/>
          <p14:tracePt t="29440" x="3905250" y="4260850"/>
          <p14:tracePt t="29456" x="3917950" y="4254500"/>
          <p14:tracePt t="29473" x="3924300" y="4248150"/>
          <p14:tracePt t="29489" x="3956050" y="4241800"/>
          <p14:tracePt t="29506" x="4000500" y="4229100"/>
          <p14:tracePt t="29523" x="4025900" y="4222750"/>
          <p14:tracePt t="29539" x="4089400" y="4203700"/>
          <p14:tracePt t="29556" x="4114800" y="4197350"/>
          <p14:tracePt t="29574" x="4216400" y="4191000"/>
          <p14:tracePt t="29588" x="4241800" y="4184650"/>
          <p14:tracePt t="29606" x="4279900" y="4184650"/>
          <p14:tracePt t="29623" x="4349750" y="4178300"/>
          <p14:tracePt t="29639" x="4445000" y="4165600"/>
          <p14:tracePt t="29655" x="4470400" y="4159250"/>
          <p14:tracePt t="29672" x="4552950" y="4159250"/>
          <p14:tracePt t="29689" x="4603750" y="4159250"/>
          <p14:tracePt t="29706" x="4622800" y="4159250"/>
          <p14:tracePt t="29721" x="4654550" y="4159250"/>
          <p14:tracePt t="29739" x="4667250" y="4159250"/>
          <p14:tracePt t="29756" x="4667250" y="4152900"/>
          <p14:tracePt t="29788" x="4673600" y="4152900"/>
          <p14:tracePt t="29805" x="4692650" y="4152900"/>
          <p14:tracePt t="29822" x="4705350" y="4152900"/>
          <p14:tracePt t="29838" x="4718050" y="4152900"/>
          <p14:tracePt t="30330" x="4730750" y="4152900"/>
          <p14:tracePt t="30338" x="4749800" y="4146550"/>
          <p14:tracePt t="30351" x="4775200" y="4140200"/>
          <p14:tracePt t="30359" x="4813300" y="4133850"/>
          <p14:tracePt t="30370" x="4851400" y="4114800"/>
          <p14:tracePt t="30387" x="4953000" y="4083050"/>
          <p14:tracePt t="30403" x="5003800" y="4070350"/>
          <p14:tracePt t="30419" x="5073650" y="4051300"/>
          <p14:tracePt t="30436" x="5283200" y="3994150"/>
          <p14:tracePt t="30453" x="5340350" y="3975100"/>
          <p14:tracePt t="30470" x="5410200" y="3956050"/>
          <p14:tracePt t="30486" x="5518150" y="3930650"/>
          <p14:tracePt t="30502" x="5613400" y="3911600"/>
          <p14:tracePt t="30520" x="5670550" y="3905250"/>
          <p14:tracePt t="30536" x="5695950" y="3905250"/>
          <p14:tracePt t="30553" x="5740400" y="3898900"/>
          <p14:tracePt t="30569" x="5765800" y="3898900"/>
          <p14:tracePt t="30602" x="5772150" y="3905250"/>
          <p14:tracePt t="30639" x="5772150" y="3911600"/>
          <p14:tracePt t="30660" x="5772150" y="3917950"/>
          <p14:tracePt t="36091" x="5772150" y="3911600"/>
          <p14:tracePt t="36105" x="5772150" y="3905250"/>
          <p14:tracePt t="36113" x="5765800" y="3898900"/>
          <p14:tracePt t="36126" x="5753100" y="3898900"/>
          <p14:tracePt t="36136" x="5721350" y="3886200"/>
          <p14:tracePt t="36149" x="5689600" y="3867150"/>
          <p14:tracePt t="36166" x="5543550" y="3810000"/>
          <p14:tracePt t="36183" x="5365750" y="3708400"/>
          <p14:tracePt t="36199" x="5257800" y="3644900"/>
          <p14:tracePt t="36216" x="5156200" y="3581400"/>
          <p14:tracePt t="36232" x="4832350" y="3371850"/>
          <p14:tracePt t="36249" x="4749800" y="3321050"/>
          <p14:tracePt t="36267" x="4641850" y="3238500"/>
          <p14:tracePt t="36282" x="4622800" y="3213100"/>
          <p14:tracePt t="36299" x="4591050" y="3187700"/>
          <p14:tracePt t="36316" x="4584700" y="3162300"/>
          <p14:tracePt t="36332" x="4584700" y="3155950"/>
          <p14:tracePt t="36385" x="4584700" y="3162300"/>
          <p14:tracePt t="36393" x="4597400" y="3175000"/>
          <p14:tracePt t="36413" x="4610100" y="3181350"/>
          <p14:tracePt t="36428" x="4622800" y="3194050"/>
          <p14:tracePt t="36435" x="4641850" y="3206750"/>
          <p14:tracePt t="36449" x="4667250" y="3219450"/>
          <p14:tracePt t="36465" x="4775200" y="3263900"/>
          <p14:tracePt t="36482" x="4851400" y="3302000"/>
          <p14:tracePt t="36499" x="5003800" y="3397250"/>
          <p14:tracePt t="36515" x="5143500" y="3492500"/>
          <p14:tracePt t="36532" x="5194300" y="3543300"/>
          <p14:tracePt t="36548" x="5295900" y="3638550"/>
          <p14:tracePt t="36565" x="5340350" y="3670300"/>
          <p14:tracePt t="36583" x="5410200" y="3752850"/>
          <p14:tracePt t="36598" x="5435600" y="3771900"/>
          <p14:tracePt t="36615" x="5448300" y="3803650"/>
          <p14:tracePt t="36632" x="5486400" y="3854450"/>
          <p14:tracePt t="36648" x="5518150" y="3911600"/>
          <p14:tracePt t="36665" x="5524500" y="3937000"/>
          <p14:tracePt t="36682" x="5543550" y="3987800"/>
          <p14:tracePt t="36698" x="5543550" y="4019550"/>
          <p14:tracePt t="36714" x="5549900" y="4032250"/>
          <p14:tracePt t="36731" x="5549900" y="4064000"/>
          <p14:tracePt t="36747" x="5556250" y="4083050"/>
          <p14:tracePt t="36767" x="5562600" y="4089400"/>
          <p14:tracePt t="36843" x="5562600" y="4095750"/>
          <p14:tracePt t="36865" x="5556250" y="4095750"/>
          <p14:tracePt t="37387" x="5524500" y="4095750"/>
          <p14:tracePt t="37401" x="5486400" y="4095750"/>
          <p14:tracePt t="37407" x="5435600" y="4095750"/>
          <p14:tracePt t="37415" x="5372100" y="4095750"/>
          <p14:tracePt t="37432" x="5295900" y="4089400"/>
          <p14:tracePt t="37445" x="5200650" y="4076700"/>
          <p14:tracePt t="37462" x="4972050" y="4025900"/>
          <p14:tracePt t="37465" x="4857750" y="3994150"/>
          <p14:tracePt t="37481" x="4762500" y="3975100"/>
          <p14:tracePt t="37495" x="4660900" y="3943350"/>
          <p14:tracePt t="37512" x="4451350" y="3867150"/>
          <p14:tracePt t="37528" x="4241800" y="3797300"/>
          <p14:tracePt t="37545" x="4159250" y="3765550"/>
          <p14:tracePt t="37562" x="4051300" y="3708400"/>
          <p14:tracePt t="37578" x="3962400" y="3676650"/>
          <p14:tracePt t="37594" x="3930650" y="3657600"/>
          <p14:tracePt t="37612" x="3898900" y="3644900"/>
          <p14:tracePt t="37628" x="3860800" y="3625850"/>
          <p14:tracePt t="37645" x="3848100" y="3619500"/>
          <p14:tracePt t="37661" x="3822700" y="3606800"/>
          <p14:tracePt t="37678" x="3797300" y="3594100"/>
          <p14:tracePt t="37695" x="3752850" y="3581400"/>
          <p14:tracePt t="37711" x="3670300" y="3556000"/>
          <p14:tracePt t="37728" x="3632200" y="3549650"/>
          <p14:tracePt t="37745" x="3543300" y="3517900"/>
          <p14:tracePt t="37761" x="3454400" y="3473450"/>
          <p14:tracePt t="37778" x="3422650" y="3435350"/>
          <p14:tracePt t="37794" x="3321050" y="3384550"/>
          <p14:tracePt t="37811" x="3219450" y="3314700"/>
          <p14:tracePt t="37827" x="3149600" y="3289300"/>
          <p14:tracePt t="37844" x="3016250" y="3206750"/>
          <p14:tracePt t="37860" x="2901950" y="3143250"/>
          <p14:tracePt t="37879" x="2774950" y="3054350"/>
          <p14:tracePt t="37893" x="2705100" y="3016250"/>
          <p14:tracePt t="37910" x="2571750" y="2908300"/>
          <p14:tracePt t="37927" x="2501900" y="2857500"/>
          <p14:tracePt t="37943" x="2374900" y="2755900"/>
          <p14:tracePt t="37960" x="2260600" y="2673350"/>
          <p14:tracePt t="37977" x="2190750" y="2603500"/>
          <p14:tracePt t="37993" x="2171700" y="2584450"/>
          <p14:tracePt t="38011" x="2146300" y="2565400"/>
          <p14:tracePt t="38026" x="2114550" y="2533650"/>
          <p14:tracePt t="38043" x="2101850" y="2520950"/>
          <p14:tracePt t="38060" x="2095500" y="2514600"/>
          <p14:tracePt t="38076" x="2076450" y="2495550"/>
          <p14:tracePt t="38093" x="2057400" y="2476500"/>
          <p14:tracePt t="38110" x="2051050" y="2470150"/>
          <p14:tracePt t="38166" x="2044700" y="2470150"/>
          <p14:tracePt t="38187" x="2044700" y="2476500"/>
          <p14:tracePt t="38229" x="2044700" y="2482850"/>
          <p14:tracePt t="38236" x="2044700" y="2489200"/>
          <p14:tracePt t="38257" x="2044700" y="2495550"/>
          <p14:tracePt t="38306" x="2044700" y="2501900"/>
          <p14:tracePt t="38327" x="2044700" y="2508250"/>
          <p14:tracePt t="38349" x="2038350" y="2508250"/>
          <p14:tracePt t="38363" x="2032000" y="2508250"/>
          <p14:tracePt t="38369" x="2025650" y="2508250"/>
          <p14:tracePt t="38378" x="2019300" y="2508250"/>
          <p14:tracePt t="38392" x="2006600" y="2508250"/>
          <p14:tracePt t="38409" x="1987550" y="2508250"/>
          <p14:tracePt t="38426" x="1879600" y="2482850"/>
          <p14:tracePt t="38442" x="1822450" y="2470150"/>
          <p14:tracePt t="38458" x="1758950" y="2457450"/>
          <p14:tracePt t="38475" x="1631950" y="2419350"/>
          <p14:tracePt t="38492" x="1524000" y="2393950"/>
          <p14:tracePt t="38495" x="1485900" y="2387600"/>
          <p14:tracePt t="38525" x="1416050" y="2368550"/>
          <p14:tracePt t="38541" x="1377950" y="2362200"/>
          <p14:tracePt t="38559" x="1352550" y="2362200"/>
          <p14:tracePt t="38574" x="1346200" y="2362200"/>
          <p14:tracePt t="38637" x="1352550" y="2362200"/>
          <p14:tracePt t="38650" x="1358900" y="2368550"/>
          <p14:tracePt t="38660" x="1365250" y="2368550"/>
          <p14:tracePt t="38673" x="1371600" y="2368550"/>
          <p14:tracePt t="38691" x="1384300" y="2368550"/>
          <p14:tracePt t="38708" x="1397000" y="2374900"/>
          <p14:tracePt t="38724" x="1416050" y="2374900"/>
          <p14:tracePt t="38741" x="1435100" y="2374900"/>
          <p14:tracePt t="38757" x="1530350" y="2374900"/>
          <p14:tracePt t="38774" x="1670050" y="2374900"/>
          <p14:tracePt t="38791" x="1835150" y="2374900"/>
          <p14:tracePt t="38807" x="1924050" y="2381250"/>
          <p14:tracePt t="38824" x="2114550" y="2406650"/>
          <p14:tracePt t="38840" x="2317750" y="2425700"/>
          <p14:tracePt t="38857" x="2432050" y="2432050"/>
          <p14:tracePt t="38874" x="2546350" y="2444750"/>
          <p14:tracePt t="38890" x="2819400" y="2476500"/>
          <p14:tracePt t="38906" x="2895600" y="2482850"/>
          <p14:tracePt t="38925" x="2990850" y="2495550"/>
          <p14:tracePt t="38940" x="3016250" y="2495550"/>
          <p14:tracePt t="38957" x="3073400" y="2495550"/>
          <p14:tracePt t="38974" x="3098800" y="2495550"/>
          <p14:tracePt t="38989" x="3111500" y="2495550"/>
          <p14:tracePt t="38993" x="3117850" y="2495550"/>
          <p14:tracePt t="39006" x="3124200" y="2495550"/>
          <p14:tracePt t="39023" x="3130550" y="2489200"/>
          <p14:tracePt t="39071" x="3136900" y="2489200"/>
          <p14:tracePt t="39114" x="3136900" y="2482850"/>
          <p14:tracePt t="39163" x="3143250" y="2482850"/>
          <p14:tracePt t="39170" x="3149600" y="2482850"/>
          <p14:tracePt t="39191" x="3155950" y="2482850"/>
          <p14:tracePt t="39205" x="3162300" y="2482850"/>
          <p14:tracePt t="39212" x="3168650" y="2482850"/>
          <p14:tracePt t="39233" x="3181350" y="2482850"/>
          <p14:tracePt t="39242" x="3194050" y="2482850"/>
          <p14:tracePt t="39255" x="3219450" y="2482850"/>
          <p14:tracePt t="39272" x="3244850" y="2482850"/>
          <p14:tracePt t="39289" x="3308350" y="2482850"/>
          <p14:tracePt t="39305" x="3403600" y="2495550"/>
          <p14:tracePt t="39322" x="3454400" y="2501900"/>
          <p14:tracePt t="39338" x="3562350" y="2508250"/>
          <p14:tracePt t="39355" x="3657600" y="2520950"/>
          <p14:tracePt t="39372" x="3727450" y="2527300"/>
          <p14:tracePt t="39388" x="3746500" y="2533650"/>
          <p14:tracePt t="39405" x="3771900" y="2533650"/>
          <p14:tracePt t="39423" x="3790950" y="2533650"/>
          <p14:tracePt t="39454" x="3797300" y="2533650"/>
          <p14:tracePt t="39654" x="3790950" y="2533650"/>
          <p14:tracePt t="39682" x="3784600" y="2533650"/>
          <p14:tracePt t="40005" x="3778250" y="2565400"/>
          <p14:tracePt t="40012" x="3759200" y="2603500"/>
          <p14:tracePt t="40026" x="3752850" y="2660650"/>
          <p14:tracePt t="40036" x="3740150" y="2724150"/>
          <p14:tracePt t="40052" x="3740150" y="2787650"/>
          <p14:tracePt t="40069" x="3740150" y="2952750"/>
          <p14:tracePt t="40086" x="3740150" y="3143250"/>
          <p14:tracePt t="40103" x="3733800" y="3321050"/>
          <p14:tracePt t="40119" x="3721100" y="3403600"/>
          <p14:tracePt t="40136" x="3721100" y="3454400"/>
          <p14:tracePt t="40153" x="3721100" y="3587750"/>
          <p14:tracePt t="40169" x="3721100" y="3606800"/>
          <p14:tracePt t="40186" x="3721100" y="3625850"/>
          <p14:tracePt t="40202" x="3721100" y="3644900"/>
          <p14:tracePt t="40219" x="3721100" y="3657600"/>
          <p14:tracePt t="40292" x="3721100" y="3651250"/>
          <p14:tracePt t="40328" x="3721100" y="3644900"/>
          <p14:tracePt t="40336" x="3721100" y="3638550"/>
          <p14:tracePt t="40349" x="3721100" y="3632200"/>
          <p14:tracePt t="40363" x="3721100" y="3625850"/>
          <p14:tracePt t="40377" x="3721100" y="3619500"/>
          <p14:tracePt t="40385" x="3714750" y="3606800"/>
          <p14:tracePt t="40402" x="3714750" y="3600450"/>
          <p14:tracePt t="40420" x="3708400" y="3575050"/>
          <p14:tracePt t="40434" x="3708400" y="3556000"/>
          <p14:tracePt t="40451" x="3708400" y="3549650"/>
          <p14:tracePt t="40469" x="3714750" y="3530600"/>
          <p14:tracePt t="40485" x="3714750" y="3524250"/>
          <p14:tracePt t="40501" x="3727450" y="3517900"/>
          <p14:tracePt t="40518" x="3759200" y="3517900"/>
          <p14:tracePt t="40534" x="3771900" y="3517900"/>
          <p14:tracePt t="40551" x="3816350" y="3524250"/>
          <p14:tracePt t="40568" x="3898900" y="3568700"/>
          <p14:tracePt t="40584" x="3981450" y="3619500"/>
          <p14:tracePt t="40601" x="4133850" y="3752850"/>
          <p14:tracePt t="40617" x="4318000" y="3937000"/>
          <p14:tracePt t="40634" x="4400550" y="4019550"/>
          <p14:tracePt t="40651" x="4572000" y="4197350"/>
          <p14:tracePt t="40667" x="4705350" y="4375150"/>
          <p14:tracePt t="40684" x="4768850" y="4470400"/>
          <p14:tracePt t="40700" x="4870450" y="4622800"/>
          <p14:tracePt t="40717" x="4902200" y="4692650"/>
          <p14:tracePt t="40734" x="4946650" y="4813300"/>
          <p14:tracePt t="40750" x="4959350" y="4883150"/>
          <p14:tracePt t="40767" x="4959350" y="4914900"/>
          <p14:tracePt t="40785" x="4946650" y="4959350"/>
          <p14:tracePt t="40800" x="4933950" y="4972050"/>
          <p14:tracePt t="40817" x="4921250" y="4978400"/>
          <p14:tracePt t="40834" x="4889500" y="4984750"/>
          <p14:tracePt t="40850" x="4838700" y="4991100"/>
          <p14:tracePt t="40867" x="4800600" y="4991100"/>
          <p14:tracePt t="40883" x="4718050" y="4965700"/>
          <p14:tracePt t="40900" x="4616450" y="4933950"/>
          <p14:tracePt t="40917" x="4572000" y="4902200"/>
          <p14:tracePt t="40933" x="4457700" y="4819650"/>
          <p14:tracePt t="40950" x="4318000" y="4730750"/>
          <p14:tracePt t="40967" x="4203700" y="4622800"/>
          <p14:tracePt t="40983" x="4140200" y="4552950"/>
          <p14:tracePt t="41000" x="4051300" y="4419600"/>
          <p14:tracePt t="41017" x="3975100" y="4298950"/>
          <p14:tracePt t="41032" x="3956050" y="4229100"/>
          <p14:tracePt t="41052" x="3917950" y="4146550"/>
          <p14:tracePt t="41066" x="3905250" y="4083050"/>
          <p14:tracePt t="41082" x="3905250" y="4051300"/>
          <p14:tracePt t="41099" x="3905250" y="4032250"/>
          <p14:tracePt t="41115" x="3905250" y="3981450"/>
          <p14:tracePt t="41132" x="3911600" y="3930650"/>
          <p14:tracePt t="41149" x="3911600" y="3898900"/>
          <p14:tracePt t="41165" x="3911600" y="3879850"/>
          <p14:tracePt t="41182" x="3911600" y="3848100"/>
          <p14:tracePt t="41199" x="3898900" y="3822700"/>
          <p14:tracePt t="41215" x="3892550" y="3810000"/>
          <p14:tracePt t="41232" x="3879850" y="3790950"/>
          <p14:tracePt t="41249" x="3854450" y="3765550"/>
          <p14:tracePt t="41266" x="3841750" y="3759200"/>
          <p14:tracePt t="41282" x="3797300" y="3733800"/>
          <p14:tracePt t="41298" x="3740150" y="3714750"/>
          <p14:tracePt t="41315" x="3708400" y="3708400"/>
          <p14:tracePt t="41333" x="3651250" y="3689350"/>
          <p14:tracePt t="41348" x="3581400" y="3683000"/>
          <p14:tracePt t="41365" x="3549650" y="3676650"/>
          <p14:tracePt t="41381" x="3492500" y="3670300"/>
          <p14:tracePt t="41398" x="3460750" y="3670300"/>
          <p14:tracePt t="41415" x="3416300" y="3663950"/>
          <p14:tracePt t="41431" x="3378200" y="3663950"/>
          <p14:tracePt t="41448" x="3359150" y="3663950"/>
          <p14:tracePt t="41465" x="3346450" y="3663950"/>
          <p14:tracePt t="41481" x="3327400" y="3663950"/>
          <p14:tracePt t="41515" x="3321050" y="3663950"/>
          <p14:tracePt t="41578" x="3327400" y="3663950"/>
          <p14:tracePt t="41591" x="3333750" y="3663950"/>
          <p14:tracePt t="41600" x="3352800" y="3657600"/>
          <p14:tracePt t="41614" x="3359150" y="3657600"/>
          <p14:tracePt t="41631" x="3422650" y="3644900"/>
          <p14:tracePt t="41648" x="3486150" y="3644900"/>
          <p14:tracePt t="41664" x="3657600" y="3613150"/>
          <p14:tracePt t="41680" x="3771900" y="3606800"/>
          <p14:tracePt t="41698" x="4191000" y="3562350"/>
          <p14:tracePt t="41714" x="4381500" y="3549650"/>
          <p14:tracePt t="41731" x="4540250" y="3549650"/>
          <p14:tracePt t="41747" x="4787900" y="3536950"/>
          <p14:tracePt t="41763" x="5003800" y="3530600"/>
          <p14:tracePt t="41781" x="5156200" y="3530600"/>
          <p14:tracePt t="41796" x="5213350" y="3517900"/>
          <p14:tracePt t="41813" x="5270500" y="3517900"/>
          <p14:tracePt t="41830" x="5295900" y="3517900"/>
          <p14:tracePt t="41847" x="5302250" y="3517900"/>
          <p14:tracePt t="41864" x="5308600" y="3517900"/>
          <p14:tracePt t="41900" x="5302250" y="3517900"/>
          <p14:tracePt t="41913" x="5295900" y="3517900"/>
          <p14:tracePt t="41930" x="5289550" y="3517900"/>
          <p14:tracePt t="41946" x="5283200" y="3517900"/>
          <p14:tracePt t="41964" x="5270500" y="3517900"/>
          <p14:tracePt t="41980" x="5251450" y="3517900"/>
          <p14:tracePt t="41996" x="5245100" y="3524250"/>
          <p14:tracePt t="42013" x="5232400" y="3524250"/>
          <p14:tracePt t="42029" x="5200650" y="3530600"/>
          <p14:tracePt t="42046" x="5168900" y="3530600"/>
          <p14:tracePt t="42063" x="5067300" y="3530600"/>
          <p14:tracePt t="42079" x="4978400" y="3530600"/>
          <p14:tracePt t="42096" x="4749800" y="3530600"/>
          <p14:tracePt t="42112" x="4483100" y="3530600"/>
          <p14:tracePt t="42129" x="4343400" y="3530600"/>
          <p14:tracePt t="42146" x="4102100" y="3530600"/>
          <p14:tracePt t="42162" x="3873500" y="3543300"/>
          <p14:tracePt t="42179" x="3784600" y="3549650"/>
          <p14:tracePt t="42195" x="3683000" y="3562350"/>
          <p14:tracePt t="42212" x="3619500" y="3568700"/>
          <p14:tracePt t="42229" x="3600450" y="3568700"/>
          <p14:tracePt t="42245" x="3587750" y="3575050"/>
          <p14:tracePt t="42281" x="3581400" y="3575050"/>
          <p14:tracePt t="42300" x="3568700" y="3575050"/>
          <p14:tracePt t="42315" x="3562350" y="3575050"/>
          <p14:tracePt t="42330" x="3536950" y="3581400"/>
          <p14:tracePt t="42345" x="3517900" y="3581400"/>
          <p14:tracePt t="42362" x="3498850" y="3581400"/>
          <p14:tracePt t="42379" x="3429000" y="3581400"/>
          <p14:tracePt t="42395" x="3327400" y="3581400"/>
          <p14:tracePt t="42411" x="3276600" y="3587750"/>
          <p14:tracePt t="42429" x="3168650" y="3600450"/>
          <p14:tracePt t="42444" x="3054350" y="3606800"/>
          <p14:tracePt t="42463" x="2946400" y="3619500"/>
          <p14:tracePt t="42478" x="2908300" y="3625850"/>
          <p14:tracePt t="42494" x="2787650" y="3632200"/>
          <p14:tracePt t="42512" x="2660650" y="3644900"/>
          <p14:tracePt t="42528" x="2603500" y="3651250"/>
          <p14:tracePt t="42531" x="2565400" y="3657600"/>
          <p14:tracePt t="42545" x="2533650" y="3670300"/>
          <p14:tracePt t="42561" x="2482850" y="3676650"/>
          <p14:tracePt t="42578" x="2457450" y="3683000"/>
          <p14:tracePt t="42595" x="2406650" y="3683000"/>
          <p14:tracePt t="42611" x="2362200" y="3689350"/>
          <p14:tracePt t="42627" x="2343150" y="3695700"/>
          <p14:tracePt t="42645" x="2292350" y="3708400"/>
          <p14:tracePt t="42661" x="2254250" y="3727450"/>
          <p14:tracePt t="42677" x="2228850" y="3733800"/>
          <p14:tracePt t="42695" x="2190750" y="3746500"/>
          <p14:tracePt t="42711" x="2178050" y="3752850"/>
          <p14:tracePt t="42728" x="2152650" y="3752850"/>
          <p14:tracePt t="42744" x="2139950" y="3752850"/>
          <p14:tracePt t="42841" x="2146300" y="3752850"/>
          <p14:tracePt t="42862" x="2152650" y="3752850"/>
          <p14:tracePt t="42869" x="2159000" y="3752850"/>
          <p14:tracePt t="42890" x="2165350" y="3752850"/>
          <p14:tracePt t="42911" x="2171700" y="3752850"/>
          <p14:tracePt t="42925" x="2178050" y="3752850"/>
          <p14:tracePt t="42932" x="2190750" y="3752850"/>
          <p14:tracePt t="42946" x="2209800" y="3752850"/>
          <p14:tracePt t="42960" x="2228850" y="3752850"/>
          <p14:tracePt t="42976" x="2311400" y="3746500"/>
          <p14:tracePt t="42993" x="2374900" y="3746500"/>
          <p14:tracePt t="43010" x="2540000" y="3733800"/>
          <p14:tracePt t="43026" x="2755900" y="3721100"/>
          <p14:tracePt t="43042" x="2870200" y="3721100"/>
          <p14:tracePt t="43060" x="3130550" y="3714750"/>
          <p14:tracePt t="43075" x="3384550" y="3714750"/>
          <p14:tracePt t="43092" x="3511550" y="3702050"/>
          <p14:tracePt t="43109" x="3689350" y="3702050"/>
          <p14:tracePt t="43125" x="3822700" y="3708400"/>
          <p14:tracePt t="43142" x="3860800" y="3708400"/>
          <p14:tracePt t="43159" x="3930650" y="3721100"/>
          <p14:tracePt t="43175" x="3968750" y="3721100"/>
          <p14:tracePt t="43192" x="3994150" y="3721100"/>
          <p14:tracePt t="43209" x="4006850" y="3721100"/>
          <p14:tracePt t="43225" x="4019550" y="3721100"/>
          <p14:tracePt t="43242" x="4070350" y="3721100"/>
          <p14:tracePt t="43258" x="4095750" y="3714750"/>
          <p14:tracePt t="43275" x="4114800" y="3714750"/>
          <p14:tracePt t="43292" x="4184650" y="3714750"/>
          <p14:tracePt t="43308" x="4248150" y="3721100"/>
          <p14:tracePt t="43326" x="4305300" y="3733800"/>
          <p14:tracePt t="43342" x="4375150" y="3746500"/>
          <p14:tracePt t="43358" x="4470400" y="3765550"/>
          <p14:tracePt t="43375" x="4521200" y="3771900"/>
          <p14:tracePt t="43392" x="4641850" y="3790950"/>
          <p14:tracePt t="43408" x="4730750" y="3790950"/>
          <p14:tracePt t="43425" x="4787900" y="3790950"/>
          <p14:tracePt t="43441" x="4806950" y="3790950"/>
          <p14:tracePt t="43458" x="4832350" y="3797300"/>
          <p14:tracePt t="43474" x="4851400" y="3797300"/>
          <p14:tracePt t="43491" x="4857750" y="3797300"/>
          <p14:tracePt t="43509" x="4864100" y="3797300"/>
          <p14:tracePt t="43524" x="4870450" y="3797300"/>
          <p14:tracePt t="43559" x="4876800" y="3797300"/>
          <p14:tracePt t="43676" x="4876800" y="3790950"/>
          <p14:tracePt t="43789" x="4870450" y="3790950"/>
          <p14:tracePt t="43846" x="4864100" y="3790950"/>
          <p14:tracePt t="43874" x="4857750" y="3790950"/>
          <p14:tracePt t="43894" x="4851400" y="3797300"/>
          <p14:tracePt t="43909" x="4851400" y="3803650"/>
          <p14:tracePt t="43937" x="4845050" y="3810000"/>
          <p14:tracePt t="43958" x="4838700" y="3810000"/>
          <p14:tracePt t="43965" x="4838700" y="3816350"/>
          <p14:tracePt t="43979" x="4826000" y="3822700"/>
          <p14:tracePt t="43989" x="4819650" y="3822700"/>
          <p14:tracePt t="44007" x="4800600" y="3835400"/>
          <p14:tracePt t="44022" x="4781550" y="3854450"/>
          <p14:tracePt t="44039" x="4730750" y="3892550"/>
          <p14:tracePt t="44056" x="4654550" y="3930650"/>
          <p14:tracePt t="44072" x="4610100" y="3956050"/>
          <p14:tracePt t="44089" x="4521200" y="4000500"/>
          <p14:tracePt t="44106" x="4445000" y="4044950"/>
          <p14:tracePt t="44122" x="4413250" y="4064000"/>
          <p14:tracePt t="44139" x="4381500" y="4070350"/>
          <p14:tracePt t="44155" x="4311650" y="4089400"/>
          <p14:tracePt t="44172" x="4286250" y="4089400"/>
          <p14:tracePt t="44189" x="4254500" y="4089400"/>
          <p14:tracePt t="44205" x="4229100" y="4089400"/>
          <p14:tracePt t="44222" x="4191000" y="4089400"/>
          <p14:tracePt t="44239" x="4159250" y="4089400"/>
          <p14:tracePt t="44255" x="4133850" y="4089400"/>
          <p14:tracePt t="44271" x="4095750" y="4076700"/>
          <p14:tracePt t="44288" x="4070350" y="4070350"/>
          <p14:tracePt t="44305" x="4057650" y="4064000"/>
          <p14:tracePt t="44322" x="4038600" y="4064000"/>
          <p14:tracePt t="44338" x="4019550" y="4057650"/>
          <p14:tracePt t="44372" x="4000500" y="4057650"/>
          <p14:tracePt t="44388" x="3987800" y="4057650"/>
          <p14:tracePt t="44404" x="3981450" y="4057650"/>
          <p14:tracePt t="44421" x="3949700" y="4064000"/>
          <p14:tracePt t="44438" x="3905250" y="4076700"/>
          <p14:tracePt t="44455" x="3873500" y="4095750"/>
          <p14:tracePt t="44471" x="3771900" y="4140200"/>
          <p14:tracePt t="44488" x="3702050" y="4159250"/>
          <p14:tracePt t="44506" x="3498850" y="4254500"/>
          <p14:tracePt t="44521" x="3441700" y="4273550"/>
          <p14:tracePt t="44537" x="3384550" y="4311650"/>
          <p14:tracePt t="44554" x="3289300" y="4368800"/>
          <p14:tracePt t="44570" x="3213100" y="4400550"/>
          <p14:tracePt t="44587" x="3187700" y="4413250"/>
          <p14:tracePt t="44604" x="3162300" y="4425950"/>
          <p14:tracePt t="44620" x="3149600" y="4432300"/>
          <p14:tracePt t="44637" x="3136900" y="4438650"/>
          <p14:tracePt t="44654" x="3136900" y="4445000"/>
          <p14:tracePt t="44938" x="3143250" y="4445000"/>
          <p14:tracePt t="44951" x="3155950" y="4438650"/>
          <p14:tracePt t="44959" x="3175000" y="4419600"/>
          <p14:tracePt t="44973" x="3194050" y="4413250"/>
          <p14:tracePt t="44985" x="3225800" y="4400550"/>
          <p14:tracePt t="45002" x="3270250" y="4387850"/>
          <p14:tracePt t="45019" x="3302000" y="4381500"/>
          <p14:tracePt t="45036" x="3371850" y="4356100"/>
          <p14:tracePt t="45052" x="3435350" y="4330700"/>
          <p14:tracePt t="45056" x="3473450" y="4324350"/>
          <p14:tracePt t="45085" x="3543300" y="4305300"/>
          <p14:tracePt t="45102" x="3600450" y="4298950"/>
          <p14:tracePt t="45119" x="3632200" y="4292600"/>
          <p14:tracePt t="45135" x="3689350" y="4286250"/>
          <p14:tracePt t="45152" x="3771900" y="4267200"/>
          <p14:tracePt t="45170" x="3867150" y="4254500"/>
          <p14:tracePt t="45185" x="3943350" y="4241800"/>
          <p14:tracePt t="45202" x="4076700" y="4216400"/>
          <p14:tracePt t="45219" x="4210050" y="4197350"/>
          <p14:tracePt t="45235" x="4273550" y="4184650"/>
          <p14:tracePt t="45252" x="4311650" y="4184650"/>
          <p14:tracePt t="45268" x="4425950" y="4171950"/>
          <p14:tracePt t="45285" x="4438650" y="4165600"/>
          <p14:tracePt t="45302" x="4457700" y="4165600"/>
          <p14:tracePt t="45318" x="4470400" y="4159250"/>
          <p14:tracePt t="45334" x="4476750" y="4159250"/>
          <p14:tracePt t="45368" x="4464050" y="4159250"/>
          <p14:tracePt t="45384" x="4445000" y="4159250"/>
          <p14:tracePt t="45401" x="4413250" y="4159250"/>
          <p14:tracePt t="45418" x="4394200" y="4152900"/>
          <p14:tracePt t="45434" x="4279900" y="4140200"/>
          <p14:tracePt t="45451" x="4076700" y="4121150"/>
          <p14:tracePt t="45467" x="3975100" y="4108450"/>
          <p14:tracePt t="45485" x="3765550" y="4089400"/>
          <p14:tracePt t="45500" x="3600450" y="4083050"/>
          <p14:tracePt t="45517" x="3536950" y="4070350"/>
          <p14:tracePt t="45535" x="3441700" y="4070350"/>
          <p14:tracePt t="45551" x="3397250" y="4070350"/>
          <p14:tracePt t="45567" x="3378200" y="4070350"/>
          <p14:tracePt t="45571" x="3371850" y="4070350"/>
          <p14:tracePt t="45585" x="3365500" y="4070350"/>
          <p14:tracePt t="45601" x="3359150" y="4070350"/>
          <p14:tracePt t="45654" x="3371850" y="4070350"/>
          <p14:tracePt t="45661" x="3384550" y="4070350"/>
          <p14:tracePt t="45675" x="3403600" y="4057650"/>
          <p14:tracePt t="45683" x="3441700" y="4051300"/>
          <p14:tracePt t="45700" x="3492500" y="4038600"/>
          <p14:tracePt t="45718" x="3708400" y="4025900"/>
          <p14:tracePt t="45733" x="4057650" y="4006850"/>
          <p14:tracePt t="45750" x="4222750" y="3994150"/>
          <p14:tracePt t="45766" x="4489450" y="3981450"/>
          <p14:tracePt t="45783" x="4692650" y="3981450"/>
          <p14:tracePt t="45801" x="4870450" y="3987800"/>
          <p14:tracePt t="45817" x="4933950" y="3994150"/>
          <p14:tracePt t="45833" x="5029200" y="4006850"/>
          <p14:tracePt t="45850" x="5080000" y="4013200"/>
          <p14:tracePt t="45866" x="5099050" y="4013200"/>
          <p14:tracePt t="45883" x="5105400" y="4013200"/>
          <p14:tracePt t="45900" x="5118100" y="4013200"/>
          <p14:tracePt t="45956" x="5111750" y="4013200"/>
          <p14:tracePt t="45970" x="5105400" y="4013200"/>
          <p14:tracePt t="45984" x="5099050" y="4013200"/>
          <p14:tracePt t="45991" x="5092700" y="4013200"/>
          <p14:tracePt t="46026" x="5080000" y="4013200"/>
          <p14:tracePt t="46040" x="5067300" y="4013200"/>
          <p14:tracePt t="46054" x="5060950" y="4013200"/>
          <p14:tracePt t="46061" x="5048250" y="4013200"/>
          <p14:tracePt t="46075" x="5029200" y="4013200"/>
          <p14:tracePt t="46085" x="4991100" y="4013200"/>
          <p14:tracePt t="46098" x="4927600" y="4013200"/>
          <p14:tracePt t="46115" x="4724400" y="4013200"/>
          <p14:tracePt t="46132" x="4457700" y="4013200"/>
          <p14:tracePt t="46148" x="4318000" y="4006850"/>
          <p14:tracePt t="46166" x="4051300" y="4006850"/>
          <p14:tracePt t="46181" x="3848100" y="4013200"/>
          <p14:tracePt t="46198" x="3771900" y="4013200"/>
          <p14:tracePt t="46216" x="3670300" y="4019550"/>
          <p14:tracePt t="46231" x="3638550" y="4019550"/>
          <p14:tracePt t="46248" x="3581400" y="4019550"/>
          <p14:tracePt t="46265" x="3536950" y="4038600"/>
          <p14:tracePt t="46281" x="3524250" y="4044950"/>
          <p14:tracePt t="46298" x="3511550" y="4051300"/>
          <p14:tracePt t="46314" x="3505200" y="4051300"/>
          <p14:tracePt t="46347" x="3498850" y="4051300"/>
          <p14:tracePt t="46496" x="3492500" y="4051300"/>
          <p14:tracePt t="46503" x="3492500" y="4057650"/>
          <p14:tracePt t="46514" x="3486150" y="4057650"/>
          <p14:tracePt t="46842" x="3568700" y="4057650"/>
          <p14:tracePt t="46856" x="3695700" y="4057650"/>
          <p14:tracePt t="46865" x="3810000" y="4057650"/>
          <p14:tracePt t="46879" x="3924300" y="4057650"/>
          <p14:tracePt t="46896" x="4044950" y="4070350"/>
          <p14:tracePt t="46913" x="4375150" y="4064000"/>
          <p14:tracePt t="46929" x="4438650" y="4064000"/>
          <p14:tracePt t="46946" x="4495800" y="4064000"/>
          <p14:tracePt t="46962" x="4552950" y="4064000"/>
          <p14:tracePt t="46979" x="4591050" y="4064000"/>
          <p14:tracePt t="46996" x="4622800" y="4064000"/>
          <p14:tracePt t="47012" x="4648200" y="4064000"/>
          <p14:tracePt t="47029" x="4667250" y="4070350"/>
          <p14:tracePt t="47046" x="4679950" y="4070350"/>
          <p14:tracePt t="47078" x="4692650" y="4070350"/>
          <p14:tracePt t="47278" x="4705350" y="4070350"/>
          <p14:tracePt t="47284" x="4730750" y="4070350"/>
          <p14:tracePt t="47299" x="4756150" y="4070350"/>
          <p14:tracePt t="47311" x="4781550" y="4070350"/>
          <p14:tracePt t="47328" x="4819650" y="4070350"/>
          <p14:tracePt t="47344" x="4845050" y="4070350"/>
          <p14:tracePt t="47361" x="4883150" y="4070350"/>
          <p14:tracePt t="47377" x="4914900" y="4070350"/>
          <p14:tracePt t="47394" x="4927600" y="4070350"/>
          <p14:tracePt t="47412" x="4959350" y="4070350"/>
          <p14:tracePt t="47427" x="4984750" y="4070350"/>
          <p14:tracePt t="47444" x="4991100" y="4070350"/>
          <p14:tracePt t="47461" x="5016500" y="4070350"/>
          <p14:tracePt t="47477" x="5048250" y="4070350"/>
          <p14:tracePt t="47494" x="5060950" y="4070350"/>
          <p14:tracePt t="47510" x="5099050" y="4070350"/>
          <p14:tracePt t="47527" x="5118100" y="4070350"/>
          <p14:tracePt t="47544" x="5162550" y="4070350"/>
          <p14:tracePt t="47560" x="5175250" y="4070350"/>
          <p14:tracePt t="47594" x="5181600" y="4070350"/>
          <p14:tracePt t="47656" x="5175250" y="4070350"/>
          <p14:tracePt t="47678" x="5168900" y="4070350"/>
          <p14:tracePt t="47727" x="5162550" y="4070350"/>
          <p14:tracePt t="47748" x="5156200" y="4070350"/>
          <p14:tracePt t="47790" x="5149850" y="4070350"/>
          <p14:tracePt t="47797" x="5143500" y="4070350"/>
          <p14:tracePt t="47818" x="5137150" y="4070350"/>
          <p14:tracePt t="47882" x="5130800" y="4070350"/>
          <p14:tracePt t="48078" x="5124450" y="4076700"/>
          <p14:tracePt t="48093" x="5118100" y="4076700"/>
          <p14:tracePt t="48098" x="5111750" y="4076700"/>
          <p14:tracePt t="48108" x="5099050" y="4076700"/>
          <p14:tracePt t="48125" x="5086350" y="4076700"/>
          <p14:tracePt t="48142" x="4997450" y="4076700"/>
          <p14:tracePt t="48158" x="4921250" y="4076700"/>
          <p14:tracePt t="48175" x="4705350" y="4076700"/>
          <p14:tracePt t="48191" x="4425950" y="4076700"/>
          <p14:tracePt t="48208" x="4273550" y="4076700"/>
          <p14:tracePt t="48225" x="3956050" y="4083050"/>
          <p14:tracePt t="48241" x="3689350" y="4095750"/>
          <p14:tracePt t="48258" x="3575050" y="4095750"/>
          <p14:tracePt t="48275" x="3384550" y="4102100"/>
          <p14:tracePt t="48291" x="3244850" y="4102100"/>
          <p14:tracePt t="48308" x="3181350" y="4102100"/>
          <p14:tracePt t="48324" x="3048000" y="4102100"/>
          <p14:tracePt t="48341" x="2933700" y="4102100"/>
          <p14:tracePt t="48360" x="2825750" y="4102100"/>
          <p14:tracePt t="48375" x="2787650" y="4102100"/>
          <p14:tracePt t="48390" x="2717800" y="4108450"/>
          <p14:tracePt t="48408" x="2667000" y="4121150"/>
          <p14:tracePt t="48424" x="2641600" y="4121150"/>
          <p14:tracePt t="48440" x="2622550" y="4121150"/>
          <p14:tracePt t="48458" x="2559050" y="4127500"/>
          <p14:tracePt t="48473" x="2540000" y="4127500"/>
          <p14:tracePt t="48490" x="2520950" y="4127500"/>
          <p14:tracePt t="48507" x="2476500" y="4133850"/>
          <p14:tracePt t="48523" x="2425700" y="4140200"/>
          <p14:tracePt t="48540" x="2406650" y="4146550"/>
          <p14:tracePt t="48557" x="2355850" y="4146550"/>
          <p14:tracePt t="48573" x="2317750" y="4146550"/>
          <p14:tracePt t="48591" x="2266950" y="4140200"/>
          <p14:tracePt t="48607" x="2247900" y="4133850"/>
          <p14:tracePt t="48623" x="2203450" y="4133850"/>
          <p14:tracePt t="48640" x="2171700" y="4121150"/>
          <p14:tracePt t="48656" x="2159000" y="4121150"/>
          <p14:tracePt t="48673" x="2133600" y="4114800"/>
          <p14:tracePt t="48690" x="2120900" y="4114800"/>
          <p14:tracePt t="48706" x="2120900" y="4108450"/>
          <p14:tracePt t="48723" x="2108200" y="4108450"/>
          <p14:tracePt t="48739" x="2101850" y="4108450"/>
          <p14:tracePt t="48773" x="2095500" y="4108450"/>
          <p14:tracePt t="48789" x="2089150" y="4108450"/>
          <p14:tracePt t="48851" x="2089150" y="4102100"/>
          <p14:tracePt t="48900" x="2089150" y="4095750"/>
          <p14:tracePt t="48921" x="2095500" y="4089400"/>
          <p14:tracePt t="48949" x="2101850" y="4083050"/>
          <p14:tracePt t="48969" x="2108200" y="4083050"/>
          <p14:tracePt t="49018" x="2114550" y="4076700"/>
          <p14:tracePt t="49040" x="2114550" y="4070350"/>
          <p14:tracePt t="49067" x="2114550" y="4064000"/>
          <p14:tracePt t="49103" x="2114550" y="4057650"/>
          <p14:tracePt t="49384" x="2114550" y="4064000"/>
          <p14:tracePt t="49412" x="2114550" y="4070350"/>
          <p14:tracePt t="49461" x="2114550" y="4076700"/>
          <p14:tracePt t="49525" x="2114550" y="4083050"/>
          <p14:tracePt t="49560" x="2114550" y="4089400"/>
          <p14:tracePt t="49581" x="2114550" y="4095750"/>
          <p14:tracePt t="49602" x="2114550" y="4102100"/>
          <p14:tracePt t="49623" x="2120900" y="4108450"/>
          <p14:tracePt t="49644" x="2120900" y="4114800"/>
          <p14:tracePt t="49650" x="2127250" y="4114800"/>
          <p14:tracePt t="49672" x="2133600" y="4114800"/>
          <p14:tracePt t="49693" x="2139950" y="4127500"/>
          <p14:tracePt t="49714" x="2139950" y="4133850"/>
          <p14:tracePt t="49721" x="2146300" y="4133850"/>
          <p14:tracePt t="49735" x="2152650" y="4146550"/>
          <p14:tracePt t="49741" x="2165350" y="4152900"/>
          <p14:tracePt t="49756" x="2184400" y="4165600"/>
          <p14:tracePt t="49770" x="2203450" y="4171950"/>
          <p14:tracePt t="49785" x="2266950" y="4216400"/>
          <p14:tracePt t="49802" x="2311400" y="4229100"/>
          <p14:tracePt t="49819" x="2425700" y="4279900"/>
          <p14:tracePt t="49835" x="2546350" y="4324350"/>
          <p14:tracePt t="49853" x="2609850" y="4343400"/>
          <p14:tracePt t="49869" x="2711450" y="4381500"/>
          <p14:tracePt t="49885" x="2806700" y="4406900"/>
          <p14:tracePt t="49902" x="2851150" y="4425950"/>
          <p14:tracePt t="49919" x="2901950" y="4432300"/>
          <p14:tracePt t="49935" x="2933700" y="4445000"/>
          <p14:tracePt t="49952" x="2946400" y="4445000"/>
          <p14:tracePt t="49968" x="2965450" y="4451350"/>
          <p14:tracePt t="50002" x="2990850" y="4451350"/>
          <p14:tracePt t="50018" x="2997200" y="4451350"/>
          <p14:tracePt t="50035" x="3009900" y="4451350"/>
          <p14:tracePt t="50052" x="3016250" y="4457700"/>
          <p14:tracePt t="50068" x="3028950" y="4457700"/>
          <p14:tracePt t="50086" x="3035300" y="4464050"/>
          <p14:tracePt t="50101" x="3041650" y="4464050"/>
          <p14:tracePt t="50118" x="3048000" y="4470400"/>
          <p14:tracePt t="50143" x="3048000" y="4476750"/>
          <p14:tracePt t="50178" x="3054350" y="4476750"/>
          <p14:tracePt t="50186" x="3060700" y="4483100"/>
          <p14:tracePt t="50206" x="3067050" y="4483100"/>
          <p14:tracePt t="50234" x="3073400" y="4489450"/>
          <p14:tracePt t="50248" x="3079750" y="4489450"/>
          <p14:tracePt t="50255" x="3086100" y="4495800"/>
          <p14:tracePt t="50276" x="3098800" y="4495800"/>
          <p14:tracePt t="50284" x="3124200" y="4502150"/>
          <p14:tracePt t="50300" x="3143250" y="4508500"/>
          <p14:tracePt t="50318" x="3200400" y="4521200"/>
          <p14:tracePt t="50334" x="3244850" y="4527550"/>
          <p14:tracePt t="50351" x="3327400" y="4546600"/>
          <p14:tracePt t="50367" x="3397250" y="4559300"/>
          <p14:tracePt t="50384" x="3422650" y="4572000"/>
          <p14:tracePt t="50400" x="3473450" y="4584700"/>
          <p14:tracePt t="50417" x="3517900" y="4591050"/>
          <p14:tracePt t="50433" x="3530600" y="4597400"/>
          <p14:tracePt t="50451" x="3568700" y="4597400"/>
          <p14:tracePt t="50466" x="3587750" y="4597400"/>
          <p14:tracePt t="50483" x="3600450" y="4597400"/>
          <p14:tracePt t="50500" x="3613150" y="4597400"/>
          <p14:tracePt t="50516" x="3619500" y="4597400"/>
          <p14:tracePt t="50533" x="3625850" y="4597400"/>
          <p14:tracePt t="50550" x="3632200" y="4597400"/>
          <p14:tracePt t="50599" x="3625850" y="4597400"/>
          <p14:tracePt t="50605" x="3619500" y="4597400"/>
          <p14:tracePt t="50627" x="3606800" y="4597400"/>
          <p14:tracePt t="50636" x="3600450" y="4597400"/>
          <p14:tracePt t="50649" x="3581400" y="4603750"/>
          <p14:tracePt t="50666" x="3549650" y="4603750"/>
          <p14:tracePt t="50683" x="3460750" y="4603750"/>
          <p14:tracePt t="50699" x="3333750" y="4597400"/>
          <p14:tracePt t="50716" x="3257550" y="4597400"/>
          <p14:tracePt t="50733" x="3098800" y="4578350"/>
          <p14:tracePt t="50749" x="2971800" y="4572000"/>
          <p14:tracePt t="50766" x="2921000" y="4559300"/>
          <p14:tracePt t="50783" x="2838450" y="4552950"/>
          <p14:tracePt t="50799" x="2781300" y="4546600"/>
          <p14:tracePt t="50816" x="2755900" y="4546600"/>
          <p14:tracePt t="50832" x="2743200" y="4546600"/>
          <p14:tracePt t="50849" x="2724150" y="4540250"/>
          <p14:tracePt t="50866" x="2711450" y="4533900"/>
          <p14:tracePt t="50899" x="2698750" y="4533900"/>
          <p14:tracePt t="50915" x="2686050" y="4521200"/>
          <p14:tracePt t="50949" x="2679700" y="4521200"/>
          <p14:tracePt t="50965" x="2679700" y="4514850"/>
          <p14:tracePt t="50981" x="2673350" y="4508500"/>
          <p14:tracePt t="50999" x="2673350" y="4502150"/>
          <p14:tracePt t="51015" x="2667000" y="4502150"/>
          <p14:tracePt t="51041" x="2667000" y="4495800"/>
          <p14:tracePt t="51051" x="2667000" y="4489450"/>
          <p14:tracePt t="51077" x="2660650" y="4483100"/>
          <p14:tracePt t="51096" x="2654300" y="4483100"/>
          <p14:tracePt t="51147" x="2647950" y="4476750"/>
          <p14:tracePt t="51182" x="2641600" y="4470400"/>
          <p14:tracePt t="51231" x="2641600" y="4464050"/>
          <p14:tracePt t="51266" x="2641600" y="4457700"/>
          <p14:tracePt t="51301" x="2647950" y="4457700"/>
          <p14:tracePt t="51308" x="2654300" y="4457700"/>
          <p14:tracePt t="51322" x="2660650" y="4457700"/>
          <p14:tracePt t="51336" x="2667000" y="4457700"/>
          <p14:tracePt t="51351" x="2679700" y="4451350"/>
          <p14:tracePt t="51364" x="2711450" y="4451350"/>
          <p14:tracePt t="51380" x="2781300" y="4438650"/>
          <p14:tracePt t="51397" x="2844800" y="4438650"/>
          <p14:tracePt t="51413" x="2997200" y="4419600"/>
          <p14:tracePt t="51430" x="3181350" y="4406900"/>
          <p14:tracePt t="51447" x="3270250" y="4406900"/>
          <p14:tracePt t="51463" x="3448050" y="4419600"/>
          <p14:tracePt t="51480" x="3613150" y="4432300"/>
          <p14:tracePt t="51497" x="3689350" y="4438650"/>
          <p14:tracePt t="51513" x="3810000" y="4457700"/>
          <p14:tracePt t="51530" x="3867150" y="4476750"/>
          <p14:tracePt t="51547" x="3949700" y="4508500"/>
          <p14:tracePt t="51563" x="3975100" y="4514850"/>
          <p14:tracePt t="51580" x="3987800" y="4514850"/>
          <p14:tracePt t="51596" x="4019550" y="4521200"/>
          <p14:tracePt t="51613" x="4044950" y="4527550"/>
          <p14:tracePt t="51629" x="4070350" y="4533900"/>
          <p14:tracePt t="51646" x="4102100" y="4533900"/>
          <p14:tracePt t="51662" x="4133850" y="4540250"/>
          <p14:tracePt t="51680" x="4191000" y="4540250"/>
          <p14:tracePt t="51696" x="4229100" y="4540250"/>
          <p14:tracePt t="51712" x="4286250" y="4546600"/>
          <p14:tracePt t="51730" x="4356100" y="4546600"/>
          <p14:tracePt t="51746" x="4381500" y="4559300"/>
          <p14:tracePt t="51762" x="4438650" y="4565650"/>
          <p14:tracePt t="51779" x="4489450" y="4572000"/>
          <p14:tracePt t="51795" x="4521200" y="4578350"/>
          <p14:tracePt t="51813" x="4546600" y="4578350"/>
          <p14:tracePt t="51829" x="4616450" y="4584700"/>
          <p14:tracePt t="51845" x="4629150" y="4584700"/>
          <p14:tracePt t="51863" x="4660900" y="4584700"/>
          <p14:tracePt t="51878" x="4667250" y="4584700"/>
          <p14:tracePt t="51895" x="4692650" y="4578350"/>
          <p14:tracePt t="51912" x="4705350" y="4572000"/>
          <p14:tracePt t="51929" x="4718050" y="4572000"/>
          <p14:tracePt t="51945" x="4724400" y="4565650"/>
          <p14:tracePt t="51962" x="4743450" y="4565650"/>
          <p14:tracePt t="51978" x="4756150" y="4565650"/>
          <p14:tracePt t="51995" x="4787900" y="4559300"/>
          <p14:tracePt t="52012" x="4832350" y="4552950"/>
          <p14:tracePt t="52028" x="4857750" y="4552950"/>
          <p14:tracePt t="52046" x="4914900" y="4552950"/>
          <p14:tracePt t="52062" x="4972050" y="4552950"/>
          <p14:tracePt t="52078" x="5010150" y="4552950"/>
          <p14:tracePt t="52095" x="5080000" y="4565650"/>
          <p14:tracePt t="52111" x="5137150" y="4565650"/>
          <p14:tracePt t="52128" x="5156200" y="4572000"/>
          <p14:tracePt t="52144" x="5207000" y="4572000"/>
          <p14:tracePt t="52161" x="5226050" y="4572000"/>
          <p14:tracePt t="52178" x="5264150" y="4578350"/>
          <p14:tracePt t="52194" x="5283200" y="4578350"/>
          <p14:tracePt t="52211" x="5289550" y="4578350"/>
          <p14:tracePt t="52228" x="5308600" y="4584700"/>
          <p14:tracePt t="52244" x="5321300" y="4584700"/>
          <p14:tracePt t="52261" x="5327650" y="4584700"/>
          <p14:tracePt t="52293" x="5334000" y="4584700"/>
          <p14:tracePt t="52314" x="5340350" y="4584700"/>
          <p14:tracePt t="52327" x="5346700" y="4584700"/>
          <p14:tracePt t="52376" x="5353050" y="4584700"/>
          <p14:tracePt t="52404" x="5359400" y="4584700"/>
          <p14:tracePt t="52411" x="5365750" y="4584700"/>
          <p14:tracePt t="52432" x="5365750" y="4578350"/>
          <p14:tracePt t="52460" x="5372100" y="4578350"/>
          <p14:tracePt t="52530" x="5372100" y="4572000"/>
          <p14:tracePt t="52635" x="5372100" y="4565650"/>
          <p14:tracePt t="52663" x="5365750" y="4565650"/>
          <p14:tracePt t="52952" x="5276850" y="4578350"/>
          <p14:tracePt t="52966" x="5130800" y="4610100"/>
          <p14:tracePt t="52973" x="4972050" y="4660900"/>
          <p14:tracePt t="52980" x="4813300" y="4705350"/>
          <p14:tracePt t="52995" x="4679950" y="4749800"/>
          <p14:tracePt t="53008" x="4521200" y="4800600"/>
          <p14:tracePt t="53024" x="4178300" y="4902200"/>
          <p14:tracePt t="53042" x="4064000" y="4933950"/>
          <p14:tracePt t="53059" x="3892550" y="4997450"/>
          <p14:tracePt t="53074" x="3752850" y="5041900"/>
          <p14:tracePt t="53091" x="3689350" y="5073650"/>
          <p14:tracePt t="53108" x="3600450" y="5099050"/>
          <p14:tracePt t="53125" x="3556000" y="5105400"/>
          <p14:tracePt t="53141" x="3549650" y="5111750"/>
          <p14:tracePt t="53158" x="3536950" y="5118100"/>
          <p14:tracePt t="53174" x="3530600" y="5118100"/>
          <p14:tracePt t="53193" x="3530600" y="5111750"/>
          <p14:tracePt t="53207" x="3530600" y="5105400"/>
          <p14:tracePt t="53225" x="3536950" y="5092700"/>
          <p14:tracePt t="53228" x="3549650" y="5073650"/>
          <p14:tracePt t="53241" x="3562350" y="5048250"/>
          <p14:tracePt t="53257" x="3594100" y="5010150"/>
          <p14:tracePt t="53274" x="3606800" y="4965700"/>
          <p14:tracePt t="53291" x="3657600" y="4870450"/>
          <p14:tracePt t="53308" x="3708400" y="4781550"/>
          <p14:tracePt t="53324" x="3733800" y="4724400"/>
          <p14:tracePt t="53341" x="3803650" y="4622800"/>
          <p14:tracePt t="53357" x="3879850" y="4483100"/>
          <p14:tracePt t="53375" x="3949700" y="4368800"/>
          <p14:tracePt t="53390" x="3981450" y="4324350"/>
          <p14:tracePt t="53407" x="4025900" y="4235450"/>
          <p14:tracePt t="53424" x="4044950" y="4203700"/>
          <p14:tracePt t="53440" x="4070350" y="4140200"/>
          <p14:tracePt t="53457" x="4083050" y="4121150"/>
          <p14:tracePt t="53474" x="4083050" y="4083050"/>
          <p14:tracePt t="53490" x="4083050" y="4076700"/>
          <p14:tracePt t="53507" x="4083050" y="4070350"/>
          <p14:tracePt t="53523" x="4070350" y="4064000"/>
          <p14:tracePt t="53540" x="4057650" y="4057650"/>
          <p14:tracePt t="53558" x="4044950" y="4051300"/>
          <p14:tracePt t="53573" x="4032250" y="4051300"/>
          <p14:tracePt t="53589" x="4019550" y="4044950"/>
          <p14:tracePt t="53607" x="4006850" y="4038600"/>
          <p14:tracePt t="53623" x="4000500" y="4038600"/>
          <p14:tracePt t="53640" x="3994150" y="4032250"/>
          <p14:tracePt t="53656" x="3981450" y="4032250"/>
          <p14:tracePt t="53690" x="3968750" y="4032250"/>
          <p14:tracePt t="53746" x="3962400" y="4032250"/>
          <p14:tracePt t="53795" x="3956050" y="4032250"/>
          <p14:tracePt t="53816" x="3956050" y="4038600"/>
          <p14:tracePt t="53823" x="3962400" y="4038600"/>
          <p14:tracePt t="53837" x="3968750" y="4038600"/>
          <p14:tracePt t="53844" x="3975100" y="4038600"/>
          <p14:tracePt t="53859" x="3994150" y="4044950"/>
          <p14:tracePt t="53872" x="4032250" y="4044950"/>
          <p14:tracePt t="53889" x="4152900" y="4051300"/>
          <p14:tracePt t="53906" x="4229100" y="4064000"/>
          <p14:tracePt t="53922" x="4394200" y="4064000"/>
          <p14:tracePt t="53939" x="4546600" y="4076700"/>
          <p14:tracePt t="53955" x="4597400" y="4076700"/>
          <p14:tracePt t="53972" x="4673600" y="4076700"/>
          <p14:tracePt t="53988" x="4699000" y="4076700"/>
          <p14:tracePt t="54006" x="4705350" y="4076700"/>
          <p14:tracePt t="54022" x="4699000" y="4076700"/>
          <p14:tracePt t="54039" x="4673600" y="4076700"/>
          <p14:tracePt t="54056" x="4641850" y="4089400"/>
          <p14:tracePt t="54071" x="4629150" y="4089400"/>
          <p14:tracePt t="54088" x="4578350" y="4095750"/>
          <p14:tracePt t="54105" x="4349750" y="4102100"/>
          <p14:tracePt t="54121" x="4260850" y="4102100"/>
          <p14:tracePt t="54137" x="4146550" y="4102100"/>
          <p14:tracePt t="54154" x="3930650" y="4102100"/>
          <p14:tracePt t="54171" x="3740150" y="4102100"/>
          <p14:tracePt t="54189" x="3575050" y="4114800"/>
          <p14:tracePt t="54204" x="3524250" y="4121150"/>
          <p14:tracePt t="54221" x="3416300" y="4133850"/>
          <p14:tracePt t="54239" x="3346450" y="4146550"/>
          <p14:tracePt t="54254" x="3327400" y="4152900"/>
          <p14:tracePt t="54271" x="3282950" y="4152900"/>
          <p14:tracePt t="54288" x="3251200" y="4152900"/>
          <p14:tracePt t="54304" x="3238500" y="4152900"/>
          <p14:tracePt t="54322" x="3219450" y="4152900"/>
          <p14:tracePt t="54337" x="3213100" y="4146550"/>
          <p14:tracePt t="54354" x="3206750" y="4146550"/>
          <p14:tracePt t="54370" x="3200400" y="4146550"/>
          <p14:tracePt t="54387" x="3187700" y="4146550"/>
          <p14:tracePt t="54422" x="3168650" y="4146550"/>
          <p14:tracePt t="54436" x="3162300" y="4146550"/>
          <p14:tracePt t="54453" x="3149600" y="4146550"/>
          <p14:tracePt t="54490" x="3149600" y="4140200"/>
          <p14:tracePt t="54503" x="3155950" y="4140200"/>
          <p14:tracePt t="54520" x="3175000" y="4140200"/>
          <p14:tracePt t="54537" x="3187700" y="4140200"/>
          <p14:tracePt t="54553" x="3251200" y="4140200"/>
          <p14:tracePt t="54569" x="3390900" y="4140200"/>
          <p14:tracePt t="54585" x="3479800" y="4140200"/>
          <p14:tracePt t="54603" x="3695700" y="4140200"/>
          <p14:tracePt t="54619" x="3924300" y="4152900"/>
          <p14:tracePt t="54635" x="4025900" y="4159250"/>
          <p14:tracePt t="54653" x="4229100" y="4171950"/>
          <p14:tracePt t="54669" x="4381500" y="4191000"/>
          <p14:tracePt t="54686" x="4451350" y="4203700"/>
          <p14:tracePt t="54702" x="4540250" y="4210050"/>
          <p14:tracePt t="54719" x="4572000" y="4216400"/>
          <p14:tracePt t="54723" x="4591050" y="4216400"/>
          <p14:tracePt t="54735" x="4603750" y="4216400"/>
          <p14:tracePt t="54752" x="4622800" y="4216400"/>
          <p14:tracePt t="54769" x="4629150" y="4216400"/>
          <p14:tracePt t="54786" x="4635500" y="4216400"/>
          <p14:tracePt t="54801" x="4641850" y="4216400"/>
          <p14:tracePt t="54818" x="4641850" y="4210050"/>
          <p14:tracePt t="54835" x="4648200" y="4210050"/>
          <p14:tracePt t="54870" x="4648200" y="4203700"/>
          <p14:tracePt t="54940" x="4641850" y="4197350"/>
          <p14:tracePt t="55004" x="4635500" y="4191000"/>
          <p14:tracePt t="55011" x="4629150" y="4191000"/>
          <p14:tracePt t="55032" x="4622800" y="4191000"/>
          <p14:tracePt t="55039" x="4616450" y="4191000"/>
          <p14:tracePt t="55055" x="4610100" y="4191000"/>
          <p14:tracePt t="55068" x="4603750" y="4191000"/>
          <p14:tracePt t="55084" x="4572000" y="4203700"/>
          <p14:tracePt t="55102" x="4495800" y="4248150"/>
          <p14:tracePt t="55117" x="4432300" y="4286250"/>
          <p14:tracePt t="55134" x="4229100" y="4400550"/>
          <p14:tracePt t="55151" x="3937000" y="4559300"/>
          <p14:tracePt t="55167" x="3765550" y="4654550"/>
          <p14:tracePt t="55184" x="3435350" y="4851400"/>
          <p14:tracePt t="55200" x="3162300" y="5003800"/>
          <p14:tracePt t="55217" x="3054350" y="5080000"/>
          <p14:tracePt t="55234" x="2863850" y="5194300"/>
          <p14:tracePt t="55250" x="2724150" y="5283200"/>
          <p14:tracePt t="55267" x="2667000" y="5321300"/>
          <p14:tracePt t="55284" x="2609850" y="5353050"/>
          <p14:tracePt t="55300" x="2514600" y="5410200"/>
          <p14:tracePt t="55317" x="2482850" y="5422900"/>
          <p14:tracePt t="55334" x="2444750" y="5448300"/>
          <p14:tracePt t="55350" x="2419350" y="5454650"/>
          <p14:tracePt t="55366" x="2381250" y="5467350"/>
          <p14:tracePt t="55383" x="2336800" y="5480050"/>
          <p14:tracePt t="55400" x="2311400" y="5486400"/>
          <p14:tracePt t="55416" x="2260600" y="5499100"/>
          <p14:tracePt t="55433" x="2190750" y="5499100"/>
          <p14:tracePt t="55449" x="2165350" y="5499100"/>
          <p14:tracePt t="55467" x="2108200" y="5511800"/>
          <p14:tracePt t="55483" x="2063750" y="5511800"/>
          <p14:tracePt t="55499" x="2038350" y="5511800"/>
          <p14:tracePt t="55516" x="1987550" y="5511800"/>
          <p14:tracePt t="55532" x="1936750" y="5511800"/>
          <p14:tracePt t="55549" x="1911350" y="5511800"/>
          <p14:tracePt t="55566" x="1854200" y="5511800"/>
          <p14:tracePt t="55582" x="1758950" y="5499100"/>
          <p14:tracePt t="55600" x="1682750" y="5499100"/>
          <p14:tracePt t="55616" x="1644650" y="5499100"/>
          <p14:tracePt t="55632" x="1587500" y="5499100"/>
          <p14:tracePt t="55650" x="1536700" y="5499100"/>
          <p14:tracePt t="55665" x="1511300" y="5499100"/>
          <p14:tracePt t="55682" x="1479550" y="5499100"/>
          <p14:tracePt t="55699" x="1409700" y="5505450"/>
          <p14:tracePt t="55716" x="1390650" y="5511800"/>
          <p14:tracePt t="55732" x="1371600" y="5511800"/>
          <p14:tracePt t="55736" x="1346200" y="5524500"/>
          <p14:tracePt t="55749" x="1327150" y="5524500"/>
          <p14:tracePt t="55765" x="1295400" y="5530850"/>
          <p14:tracePt t="55782" x="1282700" y="5530850"/>
          <p14:tracePt t="55798" x="1250950" y="5537200"/>
          <p14:tracePt t="55814" x="1231900" y="5537200"/>
          <p14:tracePt t="55833" x="1219200" y="5537200"/>
          <p14:tracePt t="55875" x="1219200" y="5530850"/>
          <p14:tracePt t="55910" x="1225550" y="5530850"/>
          <p14:tracePt t="55924" x="1231900" y="5530850"/>
          <p14:tracePt t="55930" x="1238250" y="5530850"/>
          <p14:tracePt t="55944" x="1238250" y="5524500"/>
          <p14:tracePt t="55951" x="1244600" y="5524500"/>
          <p14:tracePt t="55968" x="1257300" y="5524500"/>
          <p14:tracePt t="55981" x="1276350" y="5518150"/>
          <p14:tracePt t="55998" x="1346200" y="5511800"/>
          <p14:tracePt t="56015" x="1498600" y="5511800"/>
          <p14:tracePt t="56031" x="1612900" y="5511800"/>
          <p14:tracePt t="56048" x="1854200" y="5499100"/>
          <p14:tracePt t="56064" x="2120900" y="5486400"/>
          <p14:tracePt t="56081" x="2247900" y="5486400"/>
          <p14:tracePt t="56098" x="2508250" y="5486400"/>
          <p14:tracePt t="56114" x="2749550" y="5492750"/>
          <p14:tracePt t="56130" x="2851150" y="5492750"/>
          <p14:tracePt t="56148" x="3041650" y="5492750"/>
          <p14:tracePt t="56163" x="3206750" y="5505450"/>
          <p14:tracePt t="56180" x="3282950" y="5505450"/>
          <p14:tracePt t="56198" x="3390900" y="5499100"/>
          <p14:tracePt t="56213" x="3448050" y="5492750"/>
          <p14:tracePt t="56230" x="3460750" y="5486400"/>
          <p14:tracePt t="56247" x="3479800" y="5486400"/>
          <p14:tracePt t="56997" x="3517900" y="5486400"/>
          <p14:tracePt t="57003" x="3581400" y="5499100"/>
          <p14:tracePt t="57018" x="3670300" y="5518150"/>
          <p14:tracePt t="57027" x="3765550" y="5530850"/>
          <p14:tracePt t="57043" x="3892550" y="5549900"/>
          <p14:tracePt t="57061" x="4133850" y="5543550"/>
          <p14:tracePt t="57077" x="4330700" y="5543550"/>
          <p14:tracePt t="57095" x="4489450" y="5537200"/>
          <p14:tracePt t="57111" x="4552950" y="5524500"/>
          <p14:tracePt t="57127" x="4629150" y="5518150"/>
          <p14:tracePt t="57145" x="4762500" y="5505450"/>
          <p14:tracePt t="57160" x="4787900" y="5505450"/>
          <p14:tracePt t="57177" x="4806950" y="5505450"/>
          <p14:tracePt t="57193" x="4819650" y="5505450"/>
          <p14:tracePt t="57210" x="4826000" y="5505450"/>
          <p14:tracePt t="57369" x="4832350" y="5505450"/>
          <p14:tracePt t="57377" x="4845050" y="5505450"/>
          <p14:tracePt t="57390" x="4857750" y="5505450"/>
          <p14:tracePt t="57397" x="4876800" y="5505450"/>
          <p14:tracePt t="57413" x="4908550" y="5505450"/>
          <p14:tracePt t="57426" x="4972050" y="5518150"/>
          <p14:tracePt t="57443" x="5041900" y="5524500"/>
          <p14:tracePt t="57460" x="5181600" y="5537200"/>
          <p14:tracePt t="57476" x="5257800" y="5543550"/>
          <p14:tracePt t="57492" x="5397500" y="5543550"/>
          <p14:tracePt t="57510" x="5505450" y="5543550"/>
          <p14:tracePt t="57526" x="5543550" y="5543550"/>
          <p14:tracePt t="57542" x="5613400" y="5543550"/>
          <p14:tracePt t="57559" x="5651500" y="5543550"/>
          <p14:tracePt t="57576" x="5664200" y="5537200"/>
          <p14:tracePt t="57592" x="5676900" y="5537200"/>
          <p14:tracePt t="57629" x="5676900" y="5530850"/>
          <p14:tracePt t="57650" x="5670550" y="5530850"/>
          <p14:tracePt t="57658" x="5664200" y="5530850"/>
          <p14:tracePt t="57675" x="5657850" y="5524500"/>
          <p14:tracePt t="57695" x="5651500" y="5524500"/>
          <p14:tracePt t="57708" x="5638800" y="5524500"/>
          <p14:tracePt t="57725" x="5626100" y="5524500"/>
          <p14:tracePt t="57742" x="5613400" y="5524500"/>
          <p14:tracePt t="57759" x="5607050" y="5524500"/>
          <p14:tracePt t="57763" x="5588000" y="5524500"/>
          <p14:tracePt t="57775" x="5575300" y="5530850"/>
          <p14:tracePt t="57791" x="5511800" y="5530850"/>
          <p14:tracePt t="57808" x="5473700" y="5530850"/>
          <p14:tracePt t="57825" x="5353050" y="5549900"/>
          <p14:tracePt t="57841" x="5213350" y="5562600"/>
          <p14:tracePt t="57858" x="5130800" y="5568950"/>
          <p14:tracePt t="57875" x="4991100" y="5588000"/>
          <p14:tracePt t="57891" x="4832350" y="5619750"/>
          <p14:tracePt t="57908" x="4756150" y="5638800"/>
          <p14:tracePt t="57924" x="4597400" y="5670550"/>
          <p14:tracePt t="57941" x="4464050" y="5695950"/>
          <p14:tracePt t="57958" x="4413250" y="5708650"/>
          <p14:tracePt t="57974" x="4318000" y="5721350"/>
          <p14:tracePt t="57991" x="4235450" y="5740400"/>
          <p14:tracePt t="58008" x="4191000" y="5746750"/>
          <p14:tracePt t="58024" x="4121150" y="5778500"/>
          <p14:tracePt t="58040" x="4076700" y="5791200"/>
          <p14:tracePt t="58058" x="3924300" y="5822950"/>
          <p14:tracePt t="58074" x="3873500" y="5835650"/>
          <p14:tracePt t="58091" x="3822700" y="5842000"/>
          <p14:tracePt t="58107" x="3740150" y="5861050"/>
          <p14:tracePt t="58124" x="3670300" y="5867400"/>
          <p14:tracePt t="58141" x="3606800" y="5873750"/>
          <p14:tracePt t="58156" x="3581400" y="5873750"/>
          <p14:tracePt t="58173" x="3549650" y="5867400"/>
          <p14:tracePt t="58191" x="3524250" y="5867400"/>
          <p14:tracePt t="58207" x="3517900" y="5861050"/>
          <p14:tracePt t="58224" x="3505200" y="5854700"/>
          <p14:tracePt t="58240" x="3505200" y="5848350"/>
          <p14:tracePt t="58273" x="3505200" y="5842000"/>
          <p14:tracePt t="58290" x="3505200" y="5835650"/>
          <p14:tracePt t="58306" x="3511550" y="5835650"/>
          <p14:tracePt t="58324" x="3536950" y="5810250"/>
          <p14:tracePt t="58339" x="3562350" y="5810250"/>
          <p14:tracePt t="58356" x="3575050" y="5797550"/>
          <p14:tracePt t="58373" x="3632200" y="5778500"/>
          <p14:tracePt t="58389" x="3689350" y="5759450"/>
          <p14:tracePt t="58406" x="3797300" y="5734050"/>
          <p14:tracePt t="58423" x="3930650" y="5695950"/>
          <p14:tracePt t="58439" x="4000500" y="5664200"/>
          <p14:tracePt t="58458" x="4146550" y="5613400"/>
          <p14:tracePt t="58472" x="4279900" y="5575300"/>
          <p14:tracePt t="58490" x="4330700" y="5562600"/>
          <p14:tracePt t="58506" x="4457700" y="5524500"/>
          <p14:tracePt t="58522" x="4565650" y="5492750"/>
          <p14:tracePt t="58539" x="4610100" y="5467350"/>
          <p14:tracePt t="58556" x="4667250" y="5454650"/>
          <p14:tracePt t="58572" x="4718050" y="5441950"/>
          <p14:tracePt t="58589" x="4730750" y="5435600"/>
          <p14:tracePt t="58605" x="4756150" y="5422900"/>
          <p14:tracePt t="58622" x="4768850" y="5416550"/>
          <p14:tracePt t="58640" x="4775200" y="5416550"/>
          <p14:tracePt t="58655" x="4775200" y="5410200"/>
          <p14:tracePt t="58672" x="4775200" y="5403850"/>
          <p14:tracePt t="58689" x="4768850" y="5391150"/>
          <p14:tracePt t="58705" x="4768850" y="5384800"/>
          <p14:tracePt t="58721" x="4768850" y="5378450"/>
          <p14:tracePt t="58738" x="4762500" y="5372100"/>
          <p14:tracePt t="58755" x="4762500" y="5353050"/>
          <p14:tracePt t="58788" x="4756150" y="5346700"/>
          <p14:tracePt t="58804" x="4756150" y="5327650"/>
          <p14:tracePt t="58821" x="4756150" y="5321300"/>
          <p14:tracePt t="58838" x="4756150" y="5295900"/>
          <p14:tracePt t="58854" x="4762500" y="5238750"/>
          <p14:tracePt t="58872" x="4768850" y="5175250"/>
          <p14:tracePt t="58888" x="4768850" y="5118100"/>
          <p14:tracePt t="58904" x="4768850" y="5003800"/>
          <p14:tracePt t="58921" x="4737100" y="4870450"/>
          <p14:tracePt t="58938" x="4718050" y="4800600"/>
          <p14:tracePt t="58954" x="4699000" y="4724400"/>
          <p14:tracePt t="58971" x="4629150" y="4521200"/>
          <p14:tracePt t="58987" x="4616450" y="4470400"/>
          <p14:tracePt t="59005" x="4597400" y="4425950"/>
          <p14:tracePt t="59020" x="4591050" y="4356100"/>
          <p14:tracePt t="59037" x="4584700" y="4324350"/>
          <p14:tracePt t="59055" x="4584700" y="4298950"/>
          <p14:tracePt t="59070" x="4584700" y="4279900"/>
          <p14:tracePt t="59087" x="4584700" y="4254500"/>
          <p14:tracePt t="59104" x="4584700" y="4235450"/>
          <p14:tracePt t="59120" x="4591050" y="4222750"/>
          <p14:tracePt t="59137" x="4591050" y="4203700"/>
          <p14:tracePt t="59153" x="4591050" y="4184650"/>
          <p14:tracePt t="59169" x="4597400" y="4165600"/>
          <p14:tracePt t="59188" x="4597400" y="4146550"/>
          <p14:tracePt t="59203" x="4603750" y="4114800"/>
          <p14:tracePt t="59220" x="4616450" y="4083050"/>
          <p14:tracePt t="59237" x="4629150" y="4019550"/>
          <p14:tracePt t="59253" x="4648200" y="3994150"/>
          <p14:tracePt t="59270" x="4667250" y="3949700"/>
          <p14:tracePt t="59287" x="4699000" y="3860800"/>
          <p14:tracePt t="59303" x="4718050" y="3810000"/>
          <p14:tracePt t="59306" x="4743450" y="3752850"/>
          <p14:tracePt t="59319" x="4775200" y="3683000"/>
          <p14:tracePt t="59336" x="4806950" y="3594100"/>
          <p14:tracePt t="59353" x="4819650" y="3568700"/>
          <p14:tracePt t="59370" x="4838700" y="3524250"/>
          <p14:tracePt t="59386" x="4838700" y="3517900"/>
          <p14:tracePt t="59402" x="4845050" y="3517900"/>
          <p14:tracePt t="59435" x="4845050" y="3524250"/>
          <p14:tracePt t="59452" x="4845050" y="3530600"/>
          <p14:tracePt t="59469" x="4832350" y="3543300"/>
          <p14:tracePt t="59485" x="4826000" y="3549650"/>
          <p14:tracePt t="59502" x="4806950" y="3587750"/>
          <p14:tracePt t="59519" x="4749800" y="3708400"/>
          <p14:tracePt t="59535" x="4635500" y="3924300"/>
          <p14:tracePt t="59553" x="4457700" y="4222750"/>
          <p14:tracePt t="59568" x="4356100" y="4425950"/>
          <p14:tracePt t="59585" x="4248150" y="4603750"/>
          <p14:tracePt t="59602" x="3981450" y="5054600"/>
          <p14:tracePt t="59618" x="3898900" y="5187950"/>
          <p14:tracePt t="59635" x="3835400" y="5308600"/>
          <p14:tracePt t="59651" x="3714750" y="5499100"/>
          <p14:tracePt t="59668" x="3606800" y="5651500"/>
          <p14:tracePt t="59686" x="3556000" y="5721350"/>
          <p14:tracePt t="59701" x="3479800" y="5810250"/>
          <p14:tracePt t="59718" x="3435350" y="5880100"/>
          <p14:tracePt t="59736" x="3397250" y="5918200"/>
          <p14:tracePt t="59751" x="3384550" y="5924550"/>
          <p14:tracePt t="59768" x="3359150" y="5937250"/>
          <p14:tracePt t="59785" x="3333750" y="5949950"/>
          <p14:tracePt t="59801" x="3321050" y="5949950"/>
          <p14:tracePt t="59818" x="3308350" y="5949950"/>
          <p14:tracePt t="59834" x="3302000" y="5943600"/>
          <p14:tracePt t="59851" x="3295650" y="5943600"/>
          <p14:tracePt t="59868" x="3295650" y="5937250"/>
          <p14:tracePt t="59884" x="3270250" y="5911850"/>
          <p14:tracePt t="59901" x="3257550" y="5899150"/>
          <p14:tracePt t="59918" x="3219450" y="5873750"/>
          <p14:tracePt t="59934" x="3206750" y="5861050"/>
          <p14:tracePt t="59950" x="3155950" y="5829300"/>
          <p14:tracePt t="59967" x="3092450" y="5797550"/>
          <p14:tracePt t="59984" x="3054350" y="5791200"/>
          <p14:tracePt t="60000" x="3003550" y="5765800"/>
          <p14:tracePt t="60017" x="2965450" y="5753100"/>
          <p14:tracePt t="60034" x="2952750" y="5746750"/>
          <p14:tracePt t="60050" x="2946400" y="5740400"/>
          <p14:tracePt t="60083" x="2946400" y="5734050"/>
          <p14:tracePt t="60115" x="2952750" y="5734050"/>
          <p14:tracePt t="60129" x="2971800" y="5734050"/>
          <p14:tracePt t="60137" x="2984500" y="5734050"/>
          <p14:tracePt t="60153" x="3009900" y="5734050"/>
          <p14:tracePt t="60167" x="3117850" y="5727700"/>
          <p14:tracePt t="60183" x="3219450" y="5721350"/>
          <p14:tracePt t="60200" x="3460750" y="5708650"/>
          <p14:tracePt t="60216" x="3613150" y="5708650"/>
          <p14:tracePt t="60235" x="4222750" y="5702300"/>
          <p14:tracePt t="60249" x="4464050" y="5715000"/>
          <p14:tracePt t="60266" x="4730750" y="5734050"/>
          <p14:tracePt t="60283" x="5232400" y="5759450"/>
          <p14:tracePt t="60299" x="5676900" y="5816600"/>
          <p14:tracePt t="60316" x="5886450" y="5829300"/>
          <p14:tracePt t="60333" x="6127750" y="5848350"/>
          <p14:tracePt t="60349" x="6299200" y="5867400"/>
          <p14:tracePt t="60366" x="6362700" y="5867400"/>
          <p14:tracePt t="60382" x="6432550" y="5880100"/>
          <p14:tracePt t="60399" x="6464300" y="5880100"/>
          <p14:tracePt t="60438" x="6457950" y="5880100"/>
          <p14:tracePt t="60459" x="6445250" y="5880100"/>
          <p14:tracePt t="60468" x="6432550" y="5880100"/>
          <p14:tracePt t="60482" x="6419850" y="5880100"/>
          <p14:tracePt t="60499" x="6407150" y="5880100"/>
          <p14:tracePt t="60515" x="6343650" y="5880100"/>
          <p14:tracePt t="60532" x="6318250" y="5873750"/>
          <p14:tracePt t="60549" x="6261100" y="5873750"/>
          <p14:tracePt t="60565" x="6083300" y="5867400"/>
          <p14:tracePt t="60582" x="5835650" y="5867400"/>
          <p14:tracePt t="60600" x="5568950" y="5867400"/>
          <p14:tracePt t="60615" x="5441950" y="5867400"/>
          <p14:tracePt t="60632" x="5200650" y="5880100"/>
          <p14:tracePt t="60649" x="5010150" y="5880100"/>
          <p14:tracePt t="60665" x="4933950" y="5880100"/>
          <p14:tracePt t="60681" x="4819650" y="5880100"/>
          <p14:tracePt t="60698" x="4724400" y="5886450"/>
          <p14:tracePt t="60715" x="4667250" y="5899150"/>
          <p14:tracePt t="60732" x="4584700" y="5911850"/>
          <p14:tracePt t="60748" x="4552950" y="5918200"/>
          <p14:tracePt t="60764" x="4546600" y="5924550"/>
          <p14:tracePt t="60782" x="4540250" y="5924550"/>
          <p14:tracePt t="60838" x="4546600" y="5924550"/>
          <p14:tracePt t="60852" x="4552950" y="5918200"/>
          <p14:tracePt t="60859" x="4565650" y="5918200"/>
          <p14:tracePt t="60867" x="4578350" y="5918200"/>
          <p14:tracePt t="60881" x="4597400" y="5911850"/>
          <p14:tracePt t="60898" x="4629150" y="5899150"/>
          <p14:tracePt t="60914" x="4711700" y="5892800"/>
          <p14:tracePt t="60930" x="4851400" y="5886450"/>
          <p14:tracePt t="60947" x="4953000" y="5873750"/>
          <p14:tracePt t="60964" x="5245100" y="5873750"/>
          <p14:tracePt t="60980" x="5543550" y="5854700"/>
          <p14:tracePt t="60997" x="5683250" y="5842000"/>
          <p14:tracePt t="61014" x="5924550" y="5822950"/>
          <p14:tracePt t="61030" x="6127750" y="5810250"/>
          <p14:tracePt t="61047" x="6191250" y="5810250"/>
          <p14:tracePt t="61063" x="6292850" y="5810250"/>
          <p14:tracePt t="61080" x="6362700" y="5810250"/>
          <p14:tracePt t="61098" x="6394450" y="5810250"/>
          <p14:tracePt t="61113" x="6413500" y="5810250"/>
          <p14:tracePt t="61130" x="6438900" y="5810250"/>
          <p14:tracePt t="61147" x="6470650" y="5816600"/>
          <p14:tracePt t="61163" x="6483350" y="5816600"/>
          <p14:tracePt t="61180" x="6496050" y="5816600"/>
          <p14:tracePt t="61196" x="6515100" y="5822950"/>
          <p14:tracePt t="61213" x="6527800" y="5822950"/>
          <p14:tracePt t="61231" x="6534150" y="5829300"/>
          <p14:tracePt t="61263" x="6546850" y="5835650"/>
          <p14:tracePt t="61296" x="6559550" y="5835650"/>
          <p14:tracePt t="61351" x="6553200" y="5835650"/>
          <p14:tracePt t="61358" x="6546850" y="5829300"/>
          <p14:tracePt t="61380" x="6540500" y="5822950"/>
          <p14:tracePt t="74502" x="6470650" y="5791200"/>
          <p14:tracePt t="74509" x="6381750" y="5759450"/>
          <p14:tracePt t="74519" x="6286500" y="5740400"/>
          <p14:tracePt t="74534" x="6064250" y="5645150"/>
          <p14:tracePt t="74550" x="5810250" y="5575300"/>
          <p14:tracePt t="74567" x="5461000" y="5518150"/>
          <p14:tracePt t="74583" x="5245100" y="5505450"/>
          <p14:tracePt t="74600" x="4889500" y="5473700"/>
          <p14:tracePt t="74616" x="4654550" y="5441950"/>
          <p14:tracePt t="74633" x="4464050" y="5410200"/>
          <p14:tracePt t="74650" x="4152900" y="5378450"/>
          <p14:tracePt t="74667" x="4038600" y="5359400"/>
          <p14:tracePt t="74683" x="3956050" y="5353050"/>
          <p14:tracePt t="74700" x="3892550" y="5346700"/>
          <p14:tracePt t="74716" x="3873500" y="5346700"/>
          <p14:tracePt t="74733" x="3867150" y="5346700"/>
          <p14:tracePt t="74770" x="3873500" y="5346700"/>
          <p14:tracePt t="74798" x="3879850" y="5353050"/>
          <p14:tracePt t="74840" x="3886200" y="5359400"/>
          <p14:tracePt t="74861" x="3886200" y="5365750"/>
          <p14:tracePt t="74884" x="3892550" y="5372100"/>
          <p14:tracePt t="74903" x="3898900" y="5378450"/>
          <p14:tracePt t="74910" x="3898900" y="5384800"/>
          <p14:tracePt t="74938" x="3898900" y="5391150"/>
          <p14:tracePt t="74953" x="3898900" y="5397500"/>
          <p14:tracePt t="74981" x="3898900" y="5410200"/>
          <p14:tracePt t="75001" x="3905250" y="5416550"/>
          <p14:tracePt t="75008" x="3905250" y="5422900"/>
          <p14:tracePt t="75023" x="3911600" y="5429250"/>
          <p14:tracePt t="75031" x="3917950" y="5435600"/>
          <p14:tracePt t="75048" x="3924300" y="5435600"/>
          <p14:tracePt t="75065" x="3943350" y="5448300"/>
          <p14:tracePt t="75082" x="3962400" y="5454650"/>
          <p14:tracePt t="75100" x="3987800" y="5467350"/>
          <p14:tracePt t="75115" x="4051300" y="5486400"/>
          <p14:tracePt t="75131" x="4108450" y="5492750"/>
          <p14:tracePt t="75150" x="4197350" y="5492750"/>
          <p14:tracePt t="75164" x="4279900" y="5467350"/>
          <p14:tracePt t="75181" x="4356100" y="5429250"/>
          <p14:tracePt t="75198" x="4495800" y="5314950"/>
          <p14:tracePt t="75215" x="4572000" y="5200650"/>
          <p14:tracePt t="75231" x="4635500" y="5067300"/>
          <p14:tracePt t="75248" x="4705350" y="4851400"/>
          <p14:tracePt t="75264" x="4724400" y="4743450"/>
          <p14:tracePt t="75282" x="4730750" y="4629150"/>
          <p14:tracePt t="75298" x="4730750" y="4495800"/>
          <p14:tracePt t="75314" x="4711700" y="4387850"/>
          <p14:tracePt t="75331" x="4692650" y="4267200"/>
          <p14:tracePt t="75347" x="4635500" y="4070350"/>
          <p14:tracePt t="75364" x="4603750" y="3968750"/>
          <p14:tracePt t="75381" x="4572000" y="3867150"/>
          <p14:tracePt t="75397" x="4572000" y="3829050"/>
          <p14:tracePt t="75414" x="4565650" y="3803650"/>
          <p14:tracePt t="75431" x="4565650" y="3797300"/>
          <p14:tracePt t="75451" x="4559300" y="3797300"/>
          <p14:tracePt t="75472" x="4552950" y="3797300"/>
          <p14:tracePt t="75493" x="4552950" y="3803650"/>
          <p14:tracePt t="75500" x="4546600" y="3810000"/>
          <p14:tracePt t="75517" x="4546600" y="3816350"/>
          <p14:tracePt t="75530" x="4546600" y="3822700"/>
          <p14:tracePt t="75547" x="4540250" y="3841750"/>
          <p14:tracePt t="75564" x="4533900" y="3867150"/>
          <p14:tracePt t="75597" x="4521200" y="3873500"/>
          <p14:tracePt t="75613" x="4508500" y="3873500"/>
          <p14:tracePt t="75630" x="4489450" y="3873500"/>
          <p14:tracePt t="75647" x="4425950" y="3854450"/>
          <p14:tracePt t="75662" x="4330700" y="3835400"/>
          <p14:tracePt t="75680" x="4260850" y="3810000"/>
          <p14:tracePt t="75697" x="4127500" y="3752850"/>
          <p14:tracePt t="75713" x="4000500" y="3670300"/>
          <p14:tracePt t="75729" x="3917950" y="3644900"/>
          <p14:tracePt t="75746" x="3784600" y="3581400"/>
          <p14:tracePt t="75762" x="3714750" y="3556000"/>
          <p14:tracePt t="75779" x="3594100" y="3517900"/>
          <p14:tracePt t="75796" x="3524250" y="3498850"/>
          <p14:tracePt t="75812" x="3492500" y="3492500"/>
          <p14:tracePt t="75831" x="3441700" y="3473450"/>
          <p14:tracePt t="75846" x="3429000" y="3467100"/>
          <p14:tracePt t="75862" x="3422650" y="3460750"/>
          <p14:tracePt t="75879" x="3403600" y="3460750"/>
          <p14:tracePt t="75895" x="3390900" y="3460750"/>
          <p14:tracePt t="75929" x="3390900" y="3467100"/>
          <p14:tracePt t="75945" x="3390900" y="3473450"/>
          <p14:tracePt t="75965" x="3390900" y="3479800"/>
          <p14:tracePt t="75991" x="3397250" y="3479800"/>
          <p14:tracePt t="76006" x="3403600" y="3479800"/>
          <p14:tracePt t="76015" x="3409950" y="3486150"/>
          <p14:tracePt t="76029" x="3422650" y="3486150"/>
          <p14:tracePt t="76045" x="3422650" y="3492500"/>
          <p14:tracePt t="76062" x="3498850" y="3505200"/>
          <p14:tracePt t="76078" x="3549650" y="3505200"/>
          <p14:tracePt t="76095" x="3613150" y="3517900"/>
          <p14:tracePt t="76112" x="3886200" y="3549650"/>
          <p14:tracePt t="76128" x="3987800" y="3556000"/>
          <p14:tracePt t="76145" x="4203700" y="3568700"/>
          <p14:tracePt t="76162" x="4406900" y="3587750"/>
          <p14:tracePt t="76178" x="4483100" y="3587750"/>
          <p14:tracePt t="76182" x="4559300" y="3600450"/>
          <p14:tracePt t="76195" x="4635500" y="3606800"/>
          <p14:tracePt t="76211" x="4730750" y="3625850"/>
          <p14:tracePt t="76228" x="4775200" y="3632200"/>
          <p14:tracePt t="76245" x="4845050" y="3651250"/>
          <p14:tracePt t="76261" x="4933950" y="3695700"/>
          <p14:tracePt t="76278" x="4959350" y="3702050"/>
          <p14:tracePt t="76295" x="5010150" y="3714750"/>
          <p14:tracePt t="76311" x="5035550" y="3721100"/>
          <p14:tracePt t="76328" x="5048250" y="3727450"/>
          <p14:tracePt t="76344" x="5060950" y="3733800"/>
          <p14:tracePt t="76364" x="5060950" y="3740150"/>
          <p14:tracePt t="76380" x="5054600" y="3740150"/>
          <p14:tracePt t="76394" x="5054600" y="3746500"/>
          <p14:tracePt t="76410" x="5048250" y="3746500"/>
          <p14:tracePt t="76427" x="5035550" y="3746500"/>
          <p14:tracePt t="76443" x="5016500" y="3746500"/>
          <p14:tracePt t="76477" x="5003800" y="3746500"/>
          <p14:tracePt t="76493" x="4984750" y="3746500"/>
          <p14:tracePt t="76510" x="4965700" y="3740150"/>
          <p14:tracePt t="76527" x="4902200" y="3721100"/>
          <p14:tracePt t="76543" x="4756150" y="3683000"/>
          <p14:tracePt t="76562" x="4552950" y="3625850"/>
          <p14:tracePt t="76576" x="4445000" y="3606800"/>
          <p14:tracePt t="76593" x="4216400" y="3575050"/>
          <p14:tracePt t="76610" x="4102100" y="3556000"/>
          <p14:tracePt t="76627" x="3860800" y="3524250"/>
          <p14:tracePt t="76643" x="3657600" y="3511550"/>
          <p14:tracePt t="76660" x="3511550" y="3492500"/>
          <p14:tracePt t="76676" x="3460750" y="3486150"/>
          <p14:tracePt t="76693" x="3429000" y="3479800"/>
          <p14:tracePt t="76697" x="3390900" y="3467100"/>
          <p14:tracePt t="76709" x="3365500" y="3467100"/>
          <p14:tracePt t="76726" x="3333750" y="3467100"/>
          <p14:tracePt t="76743" x="3321050" y="3473450"/>
          <p14:tracePt t="76760" x="3321050" y="3479800"/>
          <p14:tracePt t="76776" x="3308350" y="3492500"/>
          <p14:tracePt t="76793" x="3295650" y="3505200"/>
          <p14:tracePt t="76809" x="3289300" y="3517900"/>
          <p14:tracePt t="76826" x="3270250" y="3536950"/>
          <p14:tracePt t="76843" x="3257550" y="3562350"/>
          <p14:tracePt t="76859" x="3251200" y="3575050"/>
          <p14:tracePt t="76875" x="3238500" y="3613150"/>
          <p14:tracePt t="76892" x="3225800" y="3657600"/>
          <p14:tracePt t="76909" x="3213100" y="3676650"/>
          <p14:tracePt t="76926" x="3200400" y="3708400"/>
          <p14:tracePt t="76942" x="3168650" y="3790950"/>
          <p14:tracePt t="76959" x="3168650" y="3810000"/>
          <p14:tracePt t="76976" x="3143250" y="3854450"/>
          <p14:tracePt t="76992" x="3143250" y="3879850"/>
          <p14:tracePt t="77008" x="3124200" y="3917950"/>
          <p14:tracePt t="77025" x="3111500" y="3949700"/>
          <p14:tracePt t="77041" x="3098800" y="3962400"/>
          <p14:tracePt t="77058" x="3086100" y="3981450"/>
          <p14:tracePt t="77075" x="3067050" y="3987800"/>
          <p14:tracePt t="77091" x="3060700" y="3994150"/>
          <p14:tracePt t="77109" x="3048000" y="4000500"/>
          <p14:tracePt t="77124" x="3041650" y="4000500"/>
          <p14:tracePt t="77141" x="3035300" y="4000500"/>
          <p14:tracePt t="77158" x="3022600" y="4000500"/>
          <p14:tracePt t="77174" x="3016250" y="4000500"/>
          <p14:tracePt t="77191" x="3009900" y="4000500"/>
          <p14:tracePt t="77257" x="3003550" y="4000500"/>
          <p14:tracePt t="77285" x="2997200" y="4000500"/>
          <p14:tracePt t="77334" x="2990850" y="4000500"/>
          <p14:tracePt t="77467" x="2997200" y="4000500"/>
          <p14:tracePt t="77495" x="3003550" y="4000500"/>
          <p14:tracePt t="77502" x="3003550" y="4006850"/>
          <p14:tracePt t="77524" x="3016250" y="4013200"/>
          <p14:tracePt t="77537" x="3022600" y="4013200"/>
          <p14:tracePt t="77544" x="3028950" y="4019550"/>
          <p14:tracePt t="77560" x="3041650" y="4019550"/>
          <p14:tracePt t="77573" x="3073400" y="4032250"/>
          <p14:tracePt t="77590" x="3098800" y="4038600"/>
          <p14:tracePt t="77607" x="3136900" y="4057650"/>
          <p14:tracePt t="77623" x="3232150" y="4070350"/>
          <p14:tracePt t="77640" x="3263900" y="4076700"/>
          <p14:tracePt t="77657" x="3302000" y="4083050"/>
          <p14:tracePt t="77673" x="3327400" y="4083050"/>
          <p14:tracePt t="77689" x="3352800" y="4089400"/>
          <p14:tracePt t="77708" x="3359150" y="4089400"/>
          <p14:tracePt t="81785" x="3352800" y="4089400"/>
          <p14:tracePt t="81799" x="3327400" y="4089400"/>
          <p14:tracePt t="81806" x="3308350" y="4089400"/>
          <p14:tracePt t="81820" x="3282950" y="4089400"/>
          <p14:tracePt t="81828" x="3251200" y="4089400"/>
          <p14:tracePt t="81842" x="3213100" y="4089400"/>
          <p14:tracePt t="81858" x="3143250" y="4083050"/>
          <p14:tracePt t="81876" x="3073400" y="4057650"/>
          <p14:tracePt t="81891" x="3028950" y="4051300"/>
          <p14:tracePt t="81908" x="3009900" y="4051300"/>
          <p14:tracePt t="81925" x="2959100" y="4038600"/>
          <p14:tracePt t="81941" x="2933700" y="4038600"/>
          <p14:tracePt t="81958" x="2921000" y="4032250"/>
          <p14:tracePt t="81975" x="2901950" y="4025900"/>
          <p14:tracePt t="81991" x="2895600" y="4019550"/>
          <p14:tracePt t="82024" x="2889250" y="4019550"/>
          <p14:tracePt t="82051" x="2882900" y="4019550"/>
          <p14:tracePt t="82199" x="2889250" y="4019550"/>
          <p14:tracePt t="82690" x="2882900" y="4089400"/>
          <p14:tracePt t="82703" x="2863850" y="4165600"/>
          <p14:tracePt t="82711" x="2844800" y="4248150"/>
          <p14:tracePt t="82721" x="2825750" y="4311650"/>
          <p14:tracePt t="82739" x="2787650" y="4432300"/>
          <p14:tracePt t="82755" x="2768600" y="4502150"/>
          <p14:tracePt t="82772" x="2749550" y="4546600"/>
          <p14:tracePt t="82789" x="2679700" y="4667250"/>
          <p14:tracePt t="82805" x="2667000" y="4686300"/>
          <p14:tracePt t="82822" x="2647950" y="4705350"/>
          <p14:tracePt t="82838" x="2616200" y="4737100"/>
          <p14:tracePt t="82855" x="2584450" y="4756150"/>
          <p14:tracePt t="82872" x="2552700" y="4768850"/>
          <p14:tracePt t="82888" x="2527300" y="4768850"/>
          <p14:tracePt t="82904" x="2470150" y="4775200"/>
          <p14:tracePt t="82921" x="2393950" y="4775200"/>
          <p14:tracePt t="82938" x="2343150" y="4775200"/>
          <p14:tracePt t="82954" x="2273300" y="4768850"/>
          <p14:tracePt t="82971" x="2222500" y="4762500"/>
          <p14:tracePt t="82988" x="2209800" y="4756150"/>
          <p14:tracePt t="83004" x="2171700" y="4730750"/>
          <p14:tracePt t="83020" x="2159000" y="4724400"/>
          <p14:tracePt t="83037" x="2159000" y="4711700"/>
          <p14:tracePt t="83055" x="2146300" y="4699000"/>
          <p14:tracePt t="83071" x="2146300" y="4686300"/>
          <p14:tracePt t="83087" x="2146300" y="4679950"/>
          <p14:tracePt t="83104" x="2146300" y="4673600"/>
          <p14:tracePt t="83132" x="2146300" y="4667250"/>
          <p14:tracePt t="83140" x="2146300" y="4660900"/>
          <p14:tracePt t="83154" x="2146300" y="4654550"/>
          <p14:tracePt t="83174" x="2146300" y="4648200"/>
          <p14:tracePt t="83187" x="2146300" y="4641850"/>
          <p14:tracePt t="83223" x="2146300" y="4635500"/>
          <p14:tracePt t="83251" x="2152650" y="4635500"/>
          <p14:tracePt t="83258" x="2152650" y="4629150"/>
          <p14:tracePt t="83300" x="2159000" y="4622800"/>
          <p14:tracePt t="83321" x="2165350" y="4622800"/>
          <p14:tracePt t="83350" x="2171700" y="4616450"/>
          <p14:tracePt t="83363" x="2178050" y="4616450"/>
          <p14:tracePt t="83392" x="2190750" y="4616450"/>
          <p14:tracePt t="83413" x="2197100" y="4616450"/>
          <p14:tracePt t="83434" x="2203450" y="4616450"/>
          <p14:tracePt t="83455" x="2209800" y="4616450"/>
          <p14:tracePt t="83461" x="2222500" y="4616450"/>
          <p14:tracePt t="83476" x="2235200" y="4616450"/>
          <p14:tracePt t="83486" x="2247900" y="4616450"/>
          <p14:tracePt t="83504" x="2305050" y="4616450"/>
          <p14:tracePt t="83519" x="2343150" y="4622800"/>
          <p14:tracePt t="83536" x="2438400" y="4635500"/>
          <p14:tracePt t="83553" x="2533650" y="4654550"/>
          <p14:tracePt t="83569" x="2584450" y="4660900"/>
          <p14:tracePt t="83586" x="2667000" y="4667250"/>
          <p14:tracePt t="83603" x="2717800" y="4673600"/>
          <p14:tracePt t="83619" x="2736850" y="4673600"/>
          <p14:tracePt t="83635" x="2762250" y="4673600"/>
          <p14:tracePt t="83652" x="2768600" y="4673600"/>
          <p14:tracePt t="83722" x="2762250" y="4673600"/>
          <p14:tracePt t="83743" x="2755900" y="4673600"/>
          <p14:tracePt t="84147" x="2794000" y="4673600"/>
          <p14:tracePt t="84154" x="2857500" y="4673600"/>
          <p14:tracePt t="84170" x="2921000" y="4673600"/>
          <p14:tracePt t="84184" x="3098800" y="4660900"/>
          <p14:tracePt t="84200" x="3225800" y="4641850"/>
          <p14:tracePt t="84217" x="3448050" y="4622800"/>
          <p14:tracePt t="84233" x="3536950" y="4597400"/>
          <p14:tracePt t="84250" x="3683000" y="4578350"/>
          <p14:tracePt t="84267" x="3752850" y="4565650"/>
          <p14:tracePt t="84283" x="3778250" y="4559300"/>
          <p14:tracePt t="84301" x="3816350" y="4552950"/>
          <p14:tracePt t="84316" x="3822700" y="4552950"/>
          <p14:tracePt t="84333" x="3829050" y="4546600"/>
          <p14:tracePt t="84350" x="3835400" y="4540250"/>
          <p14:tracePt t="84366" x="3841750" y="4540250"/>
          <p14:tracePt t="84392" x="3848100" y="4540250"/>
          <p14:tracePt t="84414" x="3854450" y="4540250"/>
          <p14:tracePt t="84434" x="3860800" y="4540250"/>
          <p14:tracePt t="84456" x="3867150" y="4540250"/>
          <p14:tracePt t="84462" x="3879850" y="4540250"/>
          <p14:tracePt t="84477" x="3886200" y="4546600"/>
          <p14:tracePt t="84485" x="3905250" y="4546600"/>
          <p14:tracePt t="84499" x="3924300" y="4552950"/>
          <p14:tracePt t="84516" x="3943350" y="4552950"/>
          <p14:tracePt t="84533" x="4013200" y="4559300"/>
          <p14:tracePt t="84549" x="4057650" y="4559300"/>
          <p14:tracePt t="84565" x="4095750" y="4565650"/>
          <p14:tracePt t="84582" x="4216400" y="4578350"/>
          <p14:tracePt t="84599" x="4343400" y="4597400"/>
          <p14:tracePt t="84615" x="4406900" y="4597400"/>
          <p14:tracePt t="84632" x="4565650" y="4603750"/>
          <p14:tracePt t="84649" x="4705350" y="4622800"/>
          <p14:tracePt t="84667" x="4838700" y="4635500"/>
          <p14:tracePt t="84681" x="4889500" y="4654550"/>
          <p14:tracePt t="84699" x="4984750" y="4654550"/>
          <p14:tracePt t="84716" x="5060950" y="4654550"/>
          <p14:tracePt t="84731" x="5086350" y="4654550"/>
          <p14:tracePt t="84749" x="5137150" y="4654550"/>
          <p14:tracePt t="84765" x="5175250" y="4654550"/>
          <p14:tracePt t="84781" x="5187950" y="4654550"/>
          <p14:tracePt t="84798" x="5213350" y="4654550"/>
          <p14:tracePt t="84815" x="5245100" y="4654550"/>
          <p14:tracePt t="84831" x="5251450" y="4654550"/>
          <p14:tracePt t="84848" x="5264150" y="4654550"/>
          <p14:tracePt t="84865" x="5283200" y="4654550"/>
          <p14:tracePt t="84898" x="5295900" y="4654550"/>
          <p14:tracePt t="84914" x="5302250" y="4654550"/>
          <p14:tracePt t="84931" x="5308600" y="4654550"/>
          <p14:tracePt t="84948" x="5314950" y="4654550"/>
          <p14:tracePt t="84964" x="5321300" y="4654550"/>
          <p14:tracePt t="84997" x="5321300" y="4648200"/>
          <p14:tracePt t="85038" x="5327650" y="4641850"/>
          <p14:tracePt t="85060" x="5327650" y="4635500"/>
          <p14:tracePt t="85095" x="5327650" y="4629150"/>
          <p14:tracePt t="85130" x="5327650" y="4622800"/>
          <p14:tracePt t="85186" x="5327650" y="4616450"/>
          <p14:tracePt t="85207" x="5327650" y="4610100"/>
          <p14:tracePt t="85215" x="5321300" y="4610100"/>
          <p14:tracePt t="85235" x="5314950" y="4603750"/>
          <p14:tracePt t="85256" x="5308600" y="4597400"/>
          <p14:tracePt t="85277" x="5302250" y="4597400"/>
          <p14:tracePt t="85298" x="5295900" y="4597400"/>
          <p14:tracePt t="85305" x="5289550" y="4597400"/>
          <p14:tracePt t="85327" x="5276850" y="4597400"/>
          <p14:tracePt t="85341" x="5264150" y="4597400"/>
          <p14:tracePt t="85349" x="5232400" y="4597400"/>
          <p14:tracePt t="85363" x="5207000" y="4597400"/>
          <p14:tracePt t="85379" x="5111750" y="4610100"/>
          <p14:tracePt t="85396" x="4984750" y="4616450"/>
          <p14:tracePt t="85413" x="4902200" y="4635500"/>
          <p14:tracePt t="85429" x="4826000" y="4648200"/>
          <p14:tracePt t="85446" x="4559300" y="4679950"/>
          <p14:tracePt t="85462" x="4470400" y="4686300"/>
          <p14:tracePt t="85479" x="4375150" y="4699000"/>
          <p14:tracePt t="85496" x="4210050" y="4718050"/>
          <p14:tracePt t="85512" x="4057650" y="4724400"/>
          <p14:tracePt t="85529" x="3981450" y="4724400"/>
          <p14:tracePt t="85545" x="3835400" y="4724400"/>
          <p14:tracePt t="85562" x="3708400" y="4724400"/>
          <p14:tracePt t="85579" x="3594100" y="4724400"/>
          <p14:tracePt t="85595" x="3543300" y="4724400"/>
          <p14:tracePt t="85612" x="3467100" y="4724400"/>
          <p14:tracePt t="85629" x="3409950" y="4724400"/>
          <p14:tracePt t="85645" x="3384550" y="4724400"/>
          <p14:tracePt t="85662" x="3340100" y="4724400"/>
          <p14:tracePt t="85678" x="3302000" y="4724400"/>
          <p14:tracePt t="85695" x="3282950" y="4724400"/>
          <p14:tracePt t="85713" x="3257550" y="4724400"/>
          <p14:tracePt t="85728" x="3251200" y="4724400"/>
          <p14:tracePt t="85745" x="3244850" y="4724400"/>
          <p14:tracePt t="85762" x="3238500" y="4724400"/>
          <p14:tracePt t="85839" x="3244850" y="4724400"/>
          <p14:tracePt t="85867" x="3244850" y="4730750"/>
          <p14:tracePt t="85881" x="3251200" y="4730750"/>
          <p14:tracePt t="85901" x="3257550" y="4730750"/>
          <p14:tracePt t="85908" x="3263900" y="4730750"/>
          <p14:tracePt t="85923" x="3270250" y="4730750"/>
          <p14:tracePt t="85931" x="3276600" y="4730750"/>
          <p14:tracePt t="85952" x="3282950" y="4730750"/>
          <p14:tracePt t="85960" x="3289300" y="4737100"/>
          <p14:tracePt t="85977" x="3308350" y="4737100"/>
          <p14:tracePt t="85994" x="3365500" y="4737100"/>
          <p14:tracePt t="86010" x="3467100" y="4743450"/>
          <p14:tracePt t="86029" x="3638550" y="4756150"/>
          <p14:tracePt t="86044" x="3727450" y="4756150"/>
          <p14:tracePt t="86061" x="3835400" y="4756150"/>
          <p14:tracePt t="86078" x="4216400" y="4768850"/>
          <p14:tracePt t="86094" x="4343400" y="4768850"/>
          <p14:tracePt t="86110" x="4457700" y="4775200"/>
          <p14:tracePt t="86127" x="4635500" y="4775200"/>
          <p14:tracePt t="86143" x="4749800" y="4787900"/>
          <p14:tracePt t="86160" x="4781550" y="4787900"/>
          <p14:tracePt t="86177" x="4819650" y="4787900"/>
          <p14:tracePt t="86193" x="4838700" y="4787900"/>
          <p14:tracePt t="86212" x="4845050" y="4787900"/>
          <p14:tracePt t="86243" x="4851400" y="4787900"/>
          <p14:tracePt t="86288" x="4857750" y="4787900"/>
          <p14:tracePt t="86463" x="4851400" y="4787900"/>
          <p14:tracePt t="86471" x="4845050" y="4787900"/>
          <p14:tracePt t="86485" x="4838700" y="4787900"/>
          <p14:tracePt t="86493" x="4826000" y="4787900"/>
          <p14:tracePt t="86509" x="4819650" y="4787900"/>
          <p14:tracePt t="86526" x="4775200" y="4781550"/>
          <p14:tracePt t="86542" x="4679950" y="4768850"/>
          <p14:tracePt t="86559" x="4629150" y="4762500"/>
          <p14:tracePt t="86576" x="4489450" y="4749800"/>
          <p14:tracePt t="86592" x="4330700" y="4730750"/>
          <p14:tracePt t="86609" x="4267200" y="4730750"/>
          <p14:tracePt t="86625" x="4152900" y="4724400"/>
          <p14:tracePt t="86642" x="4070350" y="4724400"/>
          <p14:tracePt t="86658" x="4051300" y="4724400"/>
          <p14:tracePt t="86675" x="4025900" y="4724400"/>
          <p14:tracePt t="86691" x="4019550" y="4724400"/>
          <p14:tracePt t="86708" x="4013200" y="4724400"/>
          <p14:tracePt t="86725" x="4013200" y="4730750"/>
          <p14:tracePt t="86742" x="4019550" y="4730750"/>
          <p14:tracePt t="86759" x="4032250" y="4730750"/>
          <p14:tracePt t="86774" x="4044950" y="4730750"/>
          <p14:tracePt t="86791" x="4051300" y="4730750"/>
          <p14:tracePt t="86808" x="4076700" y="4730750"/>
          <p14:tracePt t="86824" x="4102100" y="4730750"/>
          <p14:tracePt t="86841" x="4121150" y="4730750"/>
          <p14:tracePt t="86858" x="4178300" y="4730750"/>
          <p14:tracePt t="86874" x="4286250" y="4730750"/>
          <p14:tracePt t="86891" x="4400550" y="4730750"/>
          <p14:tracePt t="86907" x="4476750" y="4730750"/>
          <p14:tracePt t="86924" x="4603750" y="4730750"/>
          <p14:tracePt t="86942" x="4724400" y="4730750"/>
          <p14:tracePt t="86958" x="4762500" y="4730750"/>
          <p14:tracePt t="86974" x="4800600" y="4730750"/>
          <p14:tracePt t="86990" x="4864100" y="4730750"/>
          <p14:tracePt t="87007" x="4870450" y="4730750"/>
          <p14:tracePt t="87024" x="4876800" y="4730750"/>
          <p14:tracePt t="87040" x="4883150" y="4730750"/>
          <p14:tracePt t="87061" x="4876800" y="4730750"/>
          <p14:tracePt t="87082" x="4870450" y="4730750"/>
          <p14:tracePt t="87096" x="4864100" y="4730750"/>
          <p14:tracePt t="87106" x="4851400" y="4730750"/>
          <p14:tracePt t="87124" x="4832350" y="4730750"/>
          <p14:tracePt t="87140" x="4826000" y="4730750"/>
          <p14:tracePt t="87549" x="4794250" y="4730750"/>
          <p14:tracePt t="87557" x="4756150" y="4743450"/>
          <p14:tracePt t="87562" x="4737100" y="4743450"/>
          <p14:tracePt t="87576" x="4718050" y="4749800"/>
          <p14:tracePt t="87598" x="4711700" y="4749800"/>
          <p14:tracePt t="87606" x="4705350" y="4749800"/>
          <p14:tracePt t="87647" x="4718050" y="4749800"/>
          <p14:tracePt t="87653" x="4724400" y="4749800"/>
          <p14:tracePt t="87668" x="4756150" y="4749800"/>
          <p14:tracePt t="87675" x="4781550" y="4749800"/>
          <p14:tracePt t="87691" x="4826000" y="4749800"/>
          <p14:tracePt t="87705" x="4953000" y="4749800"/>
          <p14:tracePt t="87721" x="5041900" y="4749800"/>
          <p14:tracePt t="87738" x="5270500" y="4737100"/>
          <p14:tracePt t="87755" x="5384800" y="4737100"/>
          <p14:tracePt t="87771" x="5600700" y="4737100"/>
          <p14:tracePt t="87788" x="5753100" y="4762500"/>
          <p14:tracePt t="87804" x="5803900" y="4762500"/>
          <p14:tracePt t="87822" x="5873750" y="4775200"/>
          <p14:tracePt t="87837" x="5911850" y="4781550"/>
          <p14:tracePt t="87854" x="5924550" y="4781550"/>
          <p14:tracePt t="87871" x="5930900" y="4781550"/>
          <p14:tracePt t="87887" x="5937250" y="4781550"/>
          <p14:tracePt t="87956" x="5930900" y="4787900"/>
          <p14:tracePt t="87976" x="5924550" y="4787900"/>
          <p14:tracePt t="87983" x="5918200" y="4787900"/>
          <p14:tracePt t="87998" x="5911850" y="4787900"/>
          <p14:tracePt t="88007" x="5905500" y="4787900"/>
          <p14:tracePt t="88020" x="5899150" y="4787900"/>
          <p14:tracePt t="88550" x="5880100" y="4787900"/>
          <p14:tracePt t="88557" x="5854700" y="4787900"/>
          <p14:tracePt t="88572" x="5835650" y="4787900"/>
          <p14:tracePt t="88585" x="5797550" y="4787900"/>
          <p14:tracePt t="88602" x="5746750" y="4787900"/>
          <p14:tracePt t="88619" x="5708650" y="4787900"/>
          <p14:tracePt t="88635" x="5651500" y="4781550"/>
          <p14:tracePt t="88651" x="5600700" y="4775200"/>
          <p14:tracePt t="88669" x="5543550" y="4768850"/>
          <p14:tracePt t="88684" x="5524500" y="4768850"/>
          <p14:tracePt t="88701" x="5473700" y="4768850"/>
          <p14:tracePt t="88719" x="5422900" y="4756150"/>
          <p14:tracePt t="88734" x="5397500" y="4749800"/>
          <p14:tracePt t="88751" x="5346700" y="4749800"/>
          <p14:tracePt t="88768" x="5289550" y="4749800"/>
          <p14:tracePt t="88784" x="5264150" y="4743450"/>
          <p14:tracePt t="88801" x="5219700" y="4743450"/>
          <p14:tracePt t="88818" x="5105400" y="4743450"/>
          <p14:tracePt t="88834" x="5067300" y="4743450"/>
          <p14:tracePt t="88851" x="4984750" y="4743450"/>
          <p14:tracePt t="88867" x="4933950" y="4743450"/>
          <p14:tracePt t="88884" x="4832350" y="4737100"/>
          <p14:tracePt t="88901" x="4686300" y="4724400"/>
          <p14:tracePt t="88917" x="4610100" y="4724400"/>
          <p14:tracePt t="88934" x="4457700" y="4718050"/>
          <p14:tracePt t="88950" x="4330700" y="4718050"/>
          <p14:tracePt t="88967" x="4286250" y="4718050"/>
          <p14:tracePt t="88984" x="4184650" y="4705350"/>
          <p14:tracePt t="89000" x="4121150" y="4705350"/>
          <p14:tracePt t="89017" x="4095750" y="4705350"/>
          <p14:tracePt t="89034" x="4025900" y="4705350"/>
          <p14:tracePt t="89050" x="3937000" y="4699000"/>
          <p14:tracePt t="89067" x="3911600" y="4692650"/>
          <p14:tracePt t="89084" x="3886200" y="4692650"/>
          <p14:tracePt t="89490" x="3803650" y="4711700"/>
          <p14:tracePt t="89504" x="3714750" y="4724400"/>
          <p14:tracePt t="89511" x="3651250" y="4743450"/>
          <p14:tracePt t="89525" x="3568700" y="4749800"/>
          <p14:tracePt t="89535" x="3505200" y="4768850"/>
          <p14:tracePt t="89548" x="3448050" y="4781550"/>
          <p14:tracePt t="89565" x="3378200" y="4794250"/>
          <p14:tracePt t="89581" x="3321050" y="4806950"/>
          <p14:tracePt t="89598" x="3302000" y="4813300"/>
          <p14:tracePt t="89616" x="3257550" y="4826000"/>
          <p14:tracePt t="89632" x="3225800" y="4832350"/>
          <p14:tracePt t="89648" x="3213100" y="4832350"/>
          <p14:tracePt t="89665" x="3187700" y="4832350"/>
          <p14:tracePt t="89681" x="3181350" y="4832350"/>
          <p14:tracePt t="89698" x="3175000" y="4832350"/>
          <p14:tracePt t="89715" x="3155950" y="4832350"/>
          <p14:tracePt t="89731" x="3149600" y="4832350"/>
          <p14:tracePt t="89748" x="3136900" y="4832350"/>
          <p14:tracePt t="89764" x="3130550" y="4832350"/>
          <p14:tracePt t="89820" x="3130550" y="4826000"/>
          <p14:tracePt t="89834" x="3130550" y="4819650"/>
          <p14:tracePt t="89841" x="3136900" y="4813300"/>
          <p14:tracePt t="89855" x="3149600" y="4806950"/>
          <p14:tracePt t="89864" x="3162300" y="4800600"/>
          <p14:tracePt t="89880" x="3168650" y="4794250"/>
          <p14:tracePt t="89897" x="3206750" y="4775200"/>
          <p14:tracePt t="89914" x="3244850" y="4749800"/>
          <p14:tracePt t="89930" x="3276600" y="4730750"/>
          <p14:tracePt t="89947" x="3308350" y="4686300"/>
          <p14:tracePt t="89964" x="3340100" y="4635500"/>
          <p14:tracePt t="89981" x="3359150" y="4584700"/>
          <p14:tracePt t="89997" x="3365500" y="4565650"/>
          <p14:tracePt t="90013" x="3365500" y="4552950"/>
          <p14:tracePt t="90030" x="3365500" y="4521200"/>
          <p14:tracePt t="90047" x="3365500" y="4514850"/>
          <p14:tracePt t="90063" x="3365500" y="4502150"/>
          <p14:tracePt t="90080" x="3359150" y="4489450"/>
          <p14:tracePt t="90096" x="3352800" y="4483100"/>
          <p14:tracePt t="90114" x="3346450" y="4470400"/>
          <p14:tracePt t="90146" x="3346450" y="4464050"/>
          <p14:tracePt t="90171" x="3346450" y="4457700"/>
          <p14:tracePt t="90206" x="3352800" y="4457700"/>
          <p14:tracePt t="90220" x="3359150" y="4457700"/>
          <p14:tracePt t="90234" x="3365500" y="4457700"/>
          <p14:tracePt t="90241" x="3371850" y="4457700"/>
          <p14:tracePt t="90255" x="3378200" y="4464050"/>
          <p14:tracePt t="90269" x="3390900" y="4464050"/>
          <p14:tracePt t="90283" x="3422650" y="4470400"/>
          <p14:tracePt t="90295" x="3460750" y="4470400"/>
          <p14:tracePt t="90312" x="3536950" y="4476750"/>
          <p14:tracePt t="90329" x="3721100" y="4489450"/>
          <p14:tracePt t="90346" x="3829050" y="4489450"/>
          <p14:tracePt t="90362" x="3956050" y="4502150"/>
          <p14:tracePt t="90379" x="4248150" y="4502150"/>
          <p14:tracePt t="90396" x="4527550" y="4508500"/>
          <p14:tracePt t="90412" x="4641850" y="4521200"/>
          <p14:tracePt t="90429" x="4756150" y="4521200"/>
          <p14:tracePt t="90445" x="4933950" y="4521200"/>
          <p14:tracePt t="90461" x="4997450" y="4521200"/>
          <p14:tracePt t="90480" x="5080000" y="4521200"/>
          <p14:tracePt t="90495" x="5099050" y="4521200"/>
          <p14:tracePt t="90512" x="5105400" y="4521200"/>
          <p14:tracePt t="90564" x="5092700" y="4521200"/>
          <p14:tracePt t="90579" x="5086350" y="4521200"/>
          <p14:tracePt t="90592" x="5073650" y="4521200"/>
          <p14:tracePt t="90606" x="5054600" y="4521200"/>
          <p14:tracePt t="90615" x="5041900" y="4527550"/>
          <p14:tracePt t="90628" x="5029200" y="4527550"/>
          <p14:tracePt t="90645" x="4991100" y="4540250"/>
          <p14:tracePt t="90663" x="4914900" y="4559300"/>
          <p14:tracePt t="90677" x="4806950" y="4584700"/>
          <p14:tracePt t="90694" x="4743450" y="4591050"/>
          <p14:tracePt t="90711" x="4622800" y="4629150"/>
          <p14:tracePt t="90728" x="4502150" y="4667250"/>
          <p14:tracePt t="90744" x="4445000" y="4679950"/>
          <p14:tracePt t="90761" x="4362450" y="4705350"/>
          <p14:tracePt t="90777" x="4330700" y="4724400"/>
          <p14:tracePt t="90794" x="4305300" y="4730750"/>
          <p14:tracePt t="90811" x="4292600" y="4743450"/>
          <p14:tracePt t="90827" x="4292600" y="4749800"/>
          <p14:tracePt t="90859" x="4292600" y="4756150"/>
          <p14:tracePt t="90873" x="4305300" y="4762500"/>
          <p14:tracePt t="90887" x="4318000" y="4762500"/>
          <p14:tracePt t="90897" x="4330700" y="4762500"/>
          <p14:tracePt t="90910" x="4349750" y="4762500"/>
          <p14:tracePt t="90927" x="4368800" y="4762500"/>
          <p14:tracePt t="90943" x="4489450" y="4775200"/>
          <p14:tracePt t="90960" x="4559300" y="4781550"/>
          <p14:tracePt t="90977" x="4610100" y="4781550"/>
          <p14:tracePt t="90980" x="4673600" y="4781550"/>
          <p14:tracePt t="90993" x="4724400" y="4781550"/>
          <p14:tracePt t="91010" x="4794250" y="4781550"/>
          <p14:tracePt t="91028" x="4826000" y="4781550"/>
          <p14:tracePt t="91070" x="4819650" y="4781550"/>
          <p14:tracePt t="91079" x="4813300" y="4781550"/>
          <p14:tracePt t="91093" x="4800600" y="4781550"/>
          <p14:tracePt t="91110" x="4768850" y="4781550"/>
          <p14:tracePt t="91126" x="4730750" y="4781550"/>
          <p14:tracePt t="91143" x="4699000" y="4775200"/>
          <p14:tracePt t="91160" x="4584700" y="4768850"/>
          <p14:tracePt t="91176" x="4425950" y="4749800"/>
          <p14:tracePt t="91192" x="4337050" y="4749800"/>
          <p14:tracePt t="91210" x="4184650" y="4730750"/>
          <p14:tracePt t="91226" x="4019550" y="4718050"/>
          <p14:tracePt t="91242" x="3937000" y="4718050"/>
          <p14:tracePt t="91259" x="3771900" y="4718050"/>
          <p14:tracePt t="91276" x="3695700" y="4718050"/>
          <p14:tracePt t="91292" x="3556000" y="4724400"/>
          <p14:tracePt t="91309" x="3435350" y="4737100"/>
          <p14:tracePt t="91325" x="3384550" y="4737100"/>
          <p14:tracePt t="91343" x="3276600" y="4768850"/>
          <p14:tracePt t="91359" x="3206750" y="4781550"/>
          <p14:tracePt t="91375" x="3187700" y="4787900"/>
          <p14:tracePt t="91392" x="3143250" y="4794250"/>
          <p14:tracePt t="91409" x="3117850" y="4794250"/>
          <p14:tracePt t="91425" x="3098800" y="4794250"/>
          <p14:tracePt t="91442" x="3086100" y="4794250"/>
          <p14:tracePt t="91478" x="3079750" y="4800600"/>
          <p14:tracePt t="91540" x="3079750" y="4806950"/>
          <p14:tracePt t="91876" x="3028950" y="4819650"/>
          <p14:tracePt t="91891" x="2940050" y="4838700"/>
          <p14:tracePt t="91897" x="2844800" y="4876800"/>
          <p14:tracePt t="91911" x="2768600" y="4908550"/>
          <p14:tracePt t="91927" x="2673350" y="4940300"/>
          <p14:tracePt t="91940" x="2609850" y="4959350"/>
          <p14:tracePt t="91956" x="2527300" y="4991100"/>
          <p14:tracePt t="91974" x="2400300" y="5041900"/>
          <p14:tracePt t="91990" x="2374900" y="5048250"/>
          <p14:tracePt t="92006" x="2349500" y="5067300"/>
          <p14:tracePt t="92010" x="2343150" y="5073650"/>
          <p14:tracePt t="92031" x="2336800" y="5080000"/>
          <p14:tracePt t="92058" x="2336800" y="5086350"/>
          <p14:tracePt t="92074" x="2336800" y="5092700"/>
          <p14:tracePt t="92079" x="2336800" y="5099050"/>
          <p14:tracePt t="92089" x="2336800" y="5105400"/>
          <p14:tracePt t="92128" x="2336800" y="5111750"/>
          <p14:tracePt t="92150" x="2336800" y="5118100"/>
          <p14:tracePt t="92199" x="2336800" y="5124450"/>
          <p14:tracePt t="92220" x="2336800" y="5130800"/>
          <p14:tracePt t="92227" x="2343150" y="5137150"/>
          <p14:tracePt t="92269" x="2349500" y="5143500"/>
          <p14:tracePt t="92297" x="2355850" y="5143500"/>
          <p14:tracePt t="92333" x="2362200" y="5149850"/>
          <p14:tracePt t="93071" x="2355850" y="5149850"/>
          <p14:tracePt t="93084" x="2343150" y="5156200"/>
          <p14:tracePt t="93092" x="2330450" y="5162550"/>
          <p14:tracePt t="93106" x="2311400" y="5162550"/>
          <p14:tracePt t="93120" x="2273300" y="5175250"/>
          <p14:tracePt t="93136" x="2254250" y="5181600"/>
          <p14:tracePt t="93153" x="2235200" y="5181600"/>
          <p14:tracePt t="93170" x="2178050" y="5187950"/>
          <p14:tracePt t="93186" x="2095500" y="5187950"/>
          <p14:tracePt t="93203" x="2070100" y="5187950"/>
          <p14:tracePt t="93219" x="2012950" y="5187950"/>
          <p14:tracePt t="93235" x="1943100" y="5181600"/>
          <p14:tracePt t="93254" x="1879600" y="5156200"/>
          <p14:tracePt t="93269" x="1854200" y="5149850"/>
          <p14:tracePt t="93286" x="1797050" y="5105400"/>
          <p14:tracePt t="93303" x="1733550" y="5022850"/>
          <p14:tracePt t="93319" x="1708150" y="4978400"/>
          <p14:tracePt t="93335" x="1644650" y="4889500"/>
          <p14:tracePt t="93352" x="1606550" y="4832350"/>
          <p14:tracePt t="93369" x="1530350" y="4705350"/>
          <p14:tracePt t="93385" x="1492250" y="4648200"/>
          <p14:tracePt t="93402" x="1416050" y="4489450"/>
          <p14:tracePt t="93418" x="1409700" y="4438650"/>
          <p14:tracePt t="93436" x="1397000" y="4381500"/>
          <p14:tracePt t="93451" x="1384300" y="4337050"/>
          <p14:tracePt t="93468" x="1377950" y="4260850"/>
          <p14:tracePt t="93485" x="1377950" y="4184650"/>
          <p14:tracePt t="93502" x="1377950" y="4133850"/>
          <p14:tracePt t="93518" x="1377950" y="4038600"/>
          <p14:tracePt t="93535" x="1397000" y="3968750"/>
          <p14:tracePt t="93551" x="1397000" y="3937000"/>
          <p14:tracePt t="93568" x="1409700" y="3860800"/>
          <p14:tracePt t="93584" x="1422400" y="3778250"/>
          <p14:tracePt t="93601" x="1435100" y="3746500"/>
          <p14:tracePt t="93619" x="1454150" y="3663950"/>
          <p14:tracePt t="93634" x="1485900" y="3562350"/>
          <p14:tracePt t="93651" x="1498600" y="3511550"/>
          <p14:tracePt t="93668" x="1543050" y="3403600"/>
          <p14:tracePt t="93684" x="1581150" y="3302000"/>
          <p14:tracePt t="93701" x="1600200" y="3244850"/>
          <p14:tracePt t="93717" x="1625600" y="3187700"/>
          <p14:tracePt t="93734" x="1638300" y="3162300"/>
          <p14:tracePt t="93751" x="1663700" y="3130550"/>
          <p14:tracePt t="93767" x="1663700" y="3124200"/>
          <p14:tracePt t="93784" x="1670050" y="3124200"/>
          <p14:tracePt t="93802" x="1682750" y="3124200"/>
          <p14:tracePt t="93837" x="1695450" y="3124200"/>
          <p14:tracePt t="93871" x="1701800" y="3124200"/>
          <p14:tracePt t="93935" x="1701800" y="3130550"/>
          <p14:tracePt t="94040" x="1701800" y="3136900"/>
          <p14:tracePt t="94075" x="1701800" y="3143250"/>
          <p14:tracePt t="94117" x="1695450" y="3149600"/>
          <p14:tracePt t="94166" x="1695450" y="3155950"/>
          <p14:tracePt t="94461" x="1689100" y="3155950"/>
          <p14:tracePt t="94693" x="1695450" y="3155950"/>
          <p14:tracePt t="94700" x="1701800" y="3155950"/>
          <p14:tracePt t="94721" x="1708150" y="3162300"/>
          <p14:tracePt t="94730" x="1708150" y="3168650"/>
          <p14:tracePt t="94750" x="1714500" y="3168650"/>
          <p14:tracePt t="94764" x="1720850" y="3168650"/>
          <p14:tracePt t="94780" x="1752600" y="3187700"/>
          <p14:tracePt t="94798" x="1816100" y="3213100"/>
          <p14:tracePt t="94813" x="1860550" y="3232150"/>
          <p14:tracePt t="94830" x="1993900" y="3289300"/>
          <p14:tracePt t="94847" x="2063750" y="3327400"/>
          <p14:tracePt t="94863" x="2216150" y="3409950"/>
          <p14:tracePt t="94880" x="2368550" y="3505200"/>
          <p14:tracePt t="94897" x="2482850" y="3613150"/>
          <p14:tracePt t="94913" x="2533650" y="3676650"/>
          <p14:tracePt t="94929" x="2584450" y="3746500"/>
          <p14:tracePt t="94947" x="2698750" y="3949700"/>
          <p14:tracePt t="94963" x="2724150" y="4044950"/>
          <p14:tracePt t="94980" x="2762250" y="4178300"/>
          <p14:tracePt t="94996" x="2762250" y="4254500"/>
          <p14:tracePt t="95013" x="2755900" y="4419600"/>
          <p14:tracePt t="95030" x="2736850" y="4495800"/>
          <p14:tracePt t="95046" x="2673350" y="4667250"/>
          <p14:tracePt t="95062" x="2635250" y="4762500"/>
          <p14:tracePt t="95079" x="2476500" y="4959350"/>
          <p14:tracePt t="95096" x="2438400" y="4997450"/>
          <p14:tracePt t="95113" x="2362200" y="5035550"/>
          <p14:tracePt t="95129" x="2317750" y="5048250"/>
          <p14:tracePt t="95146" x="2292350" y="5048250"/>
          <p14:tracePt t="95163" x="2241550" y="5035550"/>
          <p14:tracePt t="95179" x="2171700" y="5010150"/>
          <p14:tracePt t="95196" x="2127250" y="4997450"/>
          <p14:tracePt t="95213" x="2051050" y="4953000"/>
          <p14:tracePt t="95229" x="2006600" y="4914900"/>
          <p14:tracePt t="95245" x="1968500" y="4870450"/>
          <p14:tracePt t="95262" x="1860550" y="4629150"/>
          <p14:tracePt t="95279" x="1828800" y="4533900"/>
          <p14:tracePt t="95296" x="1790700" y="4356100"/>
          <p14:tracePt t="95312" x="1790700" y="4178300"/>
          <p14:tracePt t="95328" x="1790700" y="4076700"/>
          <p14:tracePt t="95345" x="1822450" y="3879850"/>
          <p14:tracePt t="95361" x="1885950" y="3733800"/>
          <p14:tracePt t="95378" x="1930400" y="3676650"/>
          <p14:tracePt t="95395" x="2032000" y="3600450"/>
          <p14:tracePt t="95412" x="2146300" y="3556000"/>
          <p14:tracePt t="95428" x="2203450" y="3524250"/>
          <p14:tracePt t="95445" x="2298700" y="3511550"/>
          <p14:tracePt t="95461" x="2355850" y="3511550"/>
          <p14:tracePt t="95479" x="2393950" y="3511550"/>
          <p14:tracePt t="95494" x="2444750" y="3530600"/>
          <p14:tracePt t="95511" x="2495550" y="3556000"/>
          <p14:tracePt t="95528" x="2571750" y="3606800"/>
          <p14:tracePt t="95544" x="2616200" y="3644900"/>
          <p14:tracePt t="95561" x="2667000" y="3689350"/>
          <p14:tracePt t="95565" x="2717800" y="3759200"/>
          <p14:tracePt t="95578" x="2851150" y="3949700"/>
          <p14:tracePt t="95594" x="2901950" y="4057650"/>
          <p14:tracePt t="95611" x="2946400" y="4171950"/>
          <p14:tracePt t="95628" x="3009900" y="4381500"/>
          <p14:tracePt t="95643" x="3022600" y="4495800"/>
          <p14:tracePt t="95662" x="2984500" y="4883150"/>
          <p14:tracePt t="95677" x="2921000" y="5048250"/>
          <p14:tracePt t="95694" x="2755900" y="5308600"/>
          <p14:tracePt t="95711" x="2571750" y="5505450"/>
          <p14:tracePt t="95727" x="2476500" y="5556250"/>
          <p14:tracePt t="95744" x="2343150" y="5613400"/>
          <p14:tracePt t="95760" x="2254250" y="5632450"/>
          <p14:tracePt t="95777" x="2216150" y="5632450"/>
          <p14:tracePt t="95793" x="2171700" y="5581650"/>
          <p14:tracePt t="95810" x="2120900" y="5492750"/>
          <p14:tracePt t="95827" x="2089150" y="5416550"/>
          <p14:tracePt t="95845" x="2044700" y="5156200"/>
          <p14:tracePt t="95860" x="2006600" y="4883150"/>
          <p14:tracePt t="95877" x="1993900" y="4743450"/>
          <p14:tracePt t="95894" x="2000250" y="4406900"/>
          <p14:tracePt t="95910" x="2019300" y="4279900"/>
          <p14:tracePt t="95926" x="2063750" y="4025900"/>
          <p14:tracePt t="95943" x="2133600" y="3803650"/>
          <p14:tracePt t="95959" x="2178050" y="3683000"/>
          <p14:tracePt t="95977" x="2273300" y="3524250"/>
          <p14:tracePt t="95993" x="2368550" y="3416300"/>
          <p14:tracePt t="96009" x="2419350" y="3390900"/>
          <p14:tracePt t="96027" x="2470150" y="3365500"/>
          <p14:tracePt t="96042" x="2520950" y="3371850"/>
          <p14:tracePt t="96059" x="2552700" y="3378200"/>
          <p14:tracePt t="96063" x="2584450" y="3390900"/>
          <p14:tracePt t="96076" x="2628900" y="3409950"/>
          <p14:tracePt t="96092" x="2736850" y="3473450"/>
          <p14:tracePt t="96109" x="2806700" y="3524250"/>
          <p14:tracePt t="96126" x="2997200" y="3721100"/>
          <p14:tracePt t="96142" x="3257550" y="4006850"/>
          <p14:tracePt t="96159" x="3340100" y="4159250"/>
          <p14:tracePt t="96175" x="3460750" y="4387850"/>
          <p14:tracePt t="96192" x="3486150" y="4483100"/>
          <p14:tracePt t="96209" x="3492500" y="4660900"/>
          <p14:tracePt t="96225" x="3467100" y="4737100"/>
          <p14:tracePt t="96242" x="3352800" y="4914900"/>
          <p14:tracePt t="96259" x="3098800" y="5111750"/>
          <p14:tracePt t="96275" x="2870200" y="5251450"/>
          <p14:tracePt t="96292" x="2755900" y="5283200"/>
          <p14:tracePt t="96308" x="2559050" y="5334000"/>
          <p14:tracePt t="96325" x="2413000" y="5353050"/>
          <p14:tracePt t="96342" x="2355850" y="5334000"/>
          <p14:tracePt t="96358" x="2279650" y="5283200"/>
          <p14:tracePt t="96376" x="2247900" y="5251450"/>
          <p14:tracePt t="96392" x="2209800" y="5124450"/>
          <p14:tracePt t="96408" x="2190750" y="4946650"/>
          <p14:tracePt t="96424" x="2178050" y="4692650"/>
          <p14:tracePt t="96442" x="2184400" y="4438650"/>
          <p14:tracePt t="96458" x="2197100" y="4298950"/>
          <p14:tracePt t="96474" x="2228850" y="4152900"/>
          <p14:tracePt t="96491" x="2324100" y="3797300"/>
          <p14:tracePt t="96508" x="2362200" y="3721100"/>
          <p14:tracePt t="96525" x="2413000" y="3651250"/>
          <p14:tracePt t="96541" x="2508250" y="3530600"/>
          <p14:tracePt t="96558" x="2628900" y="3448050"/>
          <p14:tracePt t="96562" x="2667000" y="3429000"/>
          <p14:tracePt t="96577" x="2724150" y="3422650"/>
          <p14:tracePt t="96591" x="2774950" y="3409950"/>
          <p14:tracePt t="96607" x="2857500" y="3409950"/>
          <p14:tracePt t="96624" x="2921000" y="3435350"/>
          <p14:tracePt t="96640" x="2946400" y="3454400"/>
          <p14:tracePt t="96657" x="3041650" y="3517900"/>
          <p14:tracePt t="96674" x="3124200" y="3619500"/>
          <p14:tracePt t="96690" x="3168650" y="3702050"/>
          <p14:tracePt t="96707" x="3251200" y="3911600"/>
          <p14:tracePt t="96723" x="3302000" y="4184650"/>
          <p14:tracePt t="96740" x="3302000" y="4343400"/>
          <p14:tracePt t="96757" x="3263900" y="4629150"/>
          <p14:tracePt t="96773" x="3232150" y="4743450"/>
          <p14:tracePt t="96790" x="3086100" y="4991100"/>
          <p14:tracePt t="96807" x="2876550" y="5181600"/>
          <p14:tracePt t="96823" x="2781300" y="5257800"/>
          <p14:tracePt t="96840" x="2603500" y="5327650"/>
          <p14:tracePt t="96856" x="2438400" y="5346700"/>
          <p14:tracePt t="96873" x="2362200" y="5346700"/>
          <p14:tracePt t="96890" x="2247900" y="5289550"/>
          <p14:tracePt t="96907" x="2152650" y="5181600"/>
          <p14:tracePt t="96923" x="2101850" y="5099050"/>
          <p14:tracePt t="96940" x="2025650" y="4876800"/>
          <p14:tracePt t="96956" x="1993900" y="4610100"/>
          <p14:tracePt t="96973" x="1981200" y="4483100"/>
          <p14:tracePt t="96989" x="2012950" y="4133850"/>
          <p14:tracePt t="97006" x="2089150" y="3892550"/>
          <p14:tracePt t="97022" x="2139950" y="3771900"/>
          <p14:tracePt t="97039" x="2247900" y="3575050"/>
          <p14:tracePt t="97056" x="2362200" y="3454400"/>
          <p14:tracePt t="97073" x="2514600" y="3390900"/>
          <p14:tracePt t="97089" x="2578100" y="3384550"/>
          <p14:tracePt t="97106" x="2641600" y="3384550"/>
          <p14:tracePt t="97123" x="2800350" y="3454400"/>
          <p14:tracePt t="97139" x="2844800" y="3479800"/>
          <p14:tracePt t="97155" x="2901950" y="3524250"/>
          <p14:tracePt t="97172" x="3022600" y="3670300"/>
          <p14:tracePt t="97189" x="3130550" y="3867150"/>
          <p14:tracePt t="97206" x="3181350" y="3975100"/>
          <p14:tracePt t="97222" x="3244850" y="4229100"/>
          <p14:tracePt t="97239" x="3251200" y="4457700"/>
          <p14:tracePt t="97256" x="3206750" y="4705350"/>
          <p14:tracePt t="97271" x="3168650" y="4819650"/>
          <p14:tracePt t="97288" x="3098800" y="4940300"/>
          <p14:tracePt t="97306" x="2914650" y="5124450"/>
          <p14:tracePt t="97322" x="2736850" y="5264150"/>
          <p14:tracePt t="97338" x="2647950" y="5295900"/>
          <p14:tracePt t="97355" x="2451100" y="5314950"/>
          <p14:tracePt t="97371" x="2381250" y="5302250"/>
          <p14:tracePt t="97388" x="2336800" y="5270500"/>
          <p14:tracePt t="97405" x="2279650" y="5181600"/>
          <p14:tracePt t="97421" x="2228850" y="5010150"/>
          <p14:tracePt t="97438" x="2197100" y="4743450"/>
          <p14:tracePt t="97454" x="2197100" y="4591050"/>
          <p14:tracePt t="97471" x="2203450" y="4273550"/>
          <p14:tracePt t="97488" x="2222500" y="3949700"/>
          <p14:tracePt t="97504" x="2247900" y="3803650"/>
          <p14:tracePt t="97521" x="2298700" y="3581400"/>
          <p14:tracePt t="97538" x="2381250" y="3416300"/>
          <p14:tracePt t="97554" x="2438400" y="3346450"/>
          <p14:tracePt t="97571" x="2527300" y="3282950"/>
          <p14:tracePt t="97587" x="2609850" y="3263900"/>
          <p14:tracePt t="97604" x="2654300" y="3270250"/>
          <p14:tracePt t="97621" x="2736850" y="3282950"/>
          <p14:tracePt t="97637" x="2832100" y="3327400"/>
          <p14:tracePt t="97654" x="2882900" y="3378200"/>
          <p14:tracePt t="97671" x="3035300" y="3524250"/>
          <p14:tracePt t="97687" x="3181350" y="3771900"/>
          <p14:tracePt t="97703" x="3270250" y="3917950"/>
          <p14:tracePt t="97721" x="3346450" y="4184650"/>
          <p14:tracePt t="97737" x="3365500" y="4298950"/>
          <p14:tracePt t="97753" x="3352800" y="4514850"/>
          <p14:tracePt t="97770" x="3282950" y="4711700"/>
          <p14:tracePt t="97786" x="3219450" y="4806950"/>
          <p14:tracePt t="97804" x="3028950" y="4965700"/>
          <p14:tracePt t="97820" x="2901950" y="5048250"/>
          <p14:tracePt t="97836" x="2800350" y="5086350"/>
          <p14:tracePt t="97853" x="2578100" y="5105400"/>
          <p14:tracePt t="97870" x="2501900" y="5092700"/>
          <p14:tracePt t="97886" x="2368550" y="5035550"/>
          <p14:tracePt t="97903" x="2279650" y="4940300"/>
          <p14:tracePt t="97919" x="2254250" y="4787900"/>
          <p14:tracePt t="97936" x="2241550" y="4699000"/>
          <p14:tracePt t="97953" x="2228850" y="4451350"/>
          <p14:tracePt t="97969" x="2254250" y="4057650"/>
          <p14:tracePt t="97987" x="2311400" y="3619500"/>
          <p14:tracePt t="98002" x="2349500" y="3441700"/>
          <p14:tracePt t="98019" x="2406650" y="3302000"/>
          <p14:tracePt t="98036" x="2559050" y="3067050"/>
          <p14:tracePt t="98052" x="2603500" y="3035300"/>
          <p14:tracePt t="98069" x="2654300" y="3022600"/>
          <p14:tracePt t="98086" x="2736850" y="3016250"/>
          <p14:tracePt t="98102" x="2794000" y="3041650"/>
          <p14:tracePt t="98120" x="2895600" y="3105150"/>
          <p14:tracePt t="98135" x="2978150" y="3181350"/>
          <p14:tracePt t="98152" x="3181350" y="3505200"/>
          <p14:tracePt t="98169" x="3384550" y="4019550"/>
          <p14:tracePt t="98185" x="3460750" y="4273550"/>
          <p14:tracePt t="98202" x="3549650" y="4775200"/>
          <p14:tracePt t="98218" x="3549650" y="4984750"/>
          <p14:tracePt t="98235" x="3517900" y="5295900"/>
          <p14:tracePt t="98252" x="3454400" y="5461000"/>
          <p14:tracePt t="98268" x="3213100" y="5791200"/>
          <p14:tracePt t="98285" x="3130550" y="5854700"/>
          <p14:tracePt t="98302" x="2984500" y="5924550"/>
          <p14:tracePt t="98318" x="2851150" y="5930900"/>
          <p14:tracePt t="98335" x="2813050" y="5930900"/>
          <p14:tracePt t="98352" x="2736850" y="5899150"/>
          <p14:tracePt t="98368" x="2705100" y="5861050"/>
          <p14:tracePt t="98384" x="2635250" y="5759450"/>
          <p14:tracePt t="98401" x="2597150" y="5588000"/>
          <p14:tracePt t="98418" x="2578100" y="5486400"/>
          <p14:tracePt t="98434" x="2533650" y="5200650"/>
          <p14:tracePt t="98451" x="2520950" y="4876800"/>
          <p14:tracePt t="98468" x="2527300" y="4660900"/>
          <p14:tracePt t="98485" x="2552700" y="4305300"/>
          <p14:tracePt t="98500" x="2597150" y="4032250"/>
          <p14:tracePt t="98517" x="2616200" y="3905250"/>
          <p14:tracePt t="98534" x="2686050" y="3733800"/>
          <p14:tracePt t="98550" x="2762250" y="3644900"/>
          <p14:tracePt t="98567" x="2806700" y="3625850"/>
          <p14:tracePt t="98584" x="2863850" y="3613150"/>
          <p14:tracePt t="98600" x="2933700" y="3613150"/>
          <p14:tracePt t="98617" x="2978150" y="3632200"/>
          <p14:tracePt t="98634" x="3086100" y="3676650"/>
          <p14:tracePt t="98650" x="3168650" y="3740150"/>
          <p14:tracePt t="98668" x="3384550" y="3975100"/>
          <p14:tracePt t="98684" x="3448050" y="4057650"/>
          <p14:tracePt t="98700" x="3498850" y="4140200"/>
          <p14:tracePt t="98717" x="3581400" y="4337050"/>
          <p14:tracePt t="98733" x="3594100" y="4527550"/>
          <p14:tracePt t="98750" x="3594100" y="4641850"/>
          <p14:tracePt t="98766" x="3536950" y="4851400"/>
          <p14:tracePt t="98783" x="3397250" y="5054600"/>
          <p14:tracePt t="98800" x="3289300" y="5156200"/>
          <p14:tracePt t="98816" x="2978150" y="5346700"/>
          <p14:tracePt t="98833" x="2603500" y="5480050"/>
          <p14:tracePt t="98850" x="2355850" y="5505450"/>
          <p14:tracePt t="98866" x="2266950" y="5505450"/>
          <p14:tracePt t="98883" x="2190750" y="5480050"/>
          <p14:tracePt t="98900" x="2057400" y="5372100"/>
          <p14:tracePt t="98916" x="2038350" y="5302250"/>
          <p14:tracePt t="98933" x="2032000" y="5213350"/>
          <p14:tracePt t="98949" x="2019300" y="4832350"/>
          <p14:tracePt t="98966" x="2025650" y="4641850"/>
          <p14:tracePt t="98983" x="2070100" y="4413250"/>
          <p14:tracePt t="98999" x="2190750" y="4019550"/>
          <p14:tracePt t="99015" x="2330450" y="3683000"/>
          <p14:tracePt t="99033" x="2495550" y="3429000"/>
          <p14:tracePt t="99049" x="2565400" y="3333750"/>
          <p14:tracePt t="99066" x="2679700" y="3200400"/>
          <p14:tracePt t="99082" x="2813050" y="3111500"/>
          <p14:tracePt t="99099" x="2857500" y="3098800"/>
          <p14:tracePt t="99115" x="2952750" y="3086100"/>
          <p14:tracePt t="99132" x="3035300" y="3117850"/>
          <p14:tracePt t="99149" x="3079750" y="3143250"/>
          <p14:tracePt t="99166" x="3200400" y="3238500"/>
          <p14:tracePt t="99181" x="3333750" y="3403600"/>
          <p14:tracePt t="99198" x="3397250" y="3511550"/>
          <p14:tracePt t="99216" x="3492500" y="3822700"/>
          <p14:tracePt t="99232" x="3524250" y="4076700"/>
          <p14:tracePt t="99248" x="3524250" y="4191000"/>
          <p14:tracePt t="99265" x="3486150" y="4394200"/>
          <p14:tracePt t="99281" x="3448050" y="4489450"/>
          <p14:tracePt t="99298" x="3321050" y="4667250"/>
          <p14:tracePt t="99315" x="3155950" y="4813300"/>
          <p14:tracePt t="99332" x="3060700" y="4864100"/>
          <p14:tracePt t="99348" x="2889250" y="4953000"/>
          <p14:tracePt t="99364" x="2755900" y="5003800"/>
          <p14:tracePt t="99381" x="2698750" y="5003800"/>
          <p14:tracePt t="99398" x="2597150" y="5003800"/>
          <p14:tracePt t="99414" x="2514600" y="4991100"/>
          <p14:tracePt t="99431" x="2470150" y="4965700"/>
          <p14:tracePt t="99448" x="2419350" y="4889500"/>
          <p14:tracePt t="99464" x="2393950" y="4768850"/>
          <p14:tracePt t="99480" x="2381250" y="4667250"/>
          <p14:tracePt t="99497" x="2381250" y="4400550"/>
          <p14:tracePt t="99514" x="2400300" y="4044950"/>
          <p14:tracePt t="99532" x="2476500" y="3689350"/>
          <p14:tracePt t="99547" x="2527300" y="3530600"/>
          <p14:tracePt t="99564" x="2565400" y="3429000"/>
          <p14:tracePt t="99581" x="2711450" y="3276600"/>
          <p14:tracePt t="99597" x="2755900" y="3251200"/>
          <p14:tracePt t="99614" x="2794000" y="3238500"/>
          <p14:tracePt t="99617" x="2825750" y="3232150"/>
          <p14:tracePt t="99630" x="2851150" y="3232150"/>
          <p14:tracePt t="99647" x="2901950" y="3238500"/>
          <p14:tracePt t="99664" x="2933700" y="3263900"/>
          <p14:tracePt t="99679" x="2978150" y="3295650"/>
          <p14:tracePt t="99696" x="3035300" y="3352800"/>
          <p14:tracePt t="99714" x="3117850" y="3441700"/>
          <p14:tracePt t="99730" x="3155950" y="3511550"/>
          <p14:tracePt t="99746" x="3238500" y="3683000"/>
          <p14:tracePt t="99763" x="3302000" y="3867150"/>
          <p14:tracePt t="99780" x="3314700" y="3981450"/>
          <p14:tracePt t="99796" x="3333750" y="4235450"/>
          <p14:tracePt t="99813" x="3282950" y="4559300"/>
          <p14:tracePt t="99830" x="3219450" y="4699000"/>
          <p14:tracePt t="99848" x="3035300" y="4984750"/>
          <p14:tracePt t="99863" x="2774950" y="5219700"/>
          <p14:tracePt t="99879" x="2647950" y="5283200"/>
          <p14:tracePt t="99897" x="2476500" y="5359400"/>
          <p14:tracePt t="99912" x="2413000" y="5378450"/>
          <p14:tracePt t="99929" x="2292350" y="5378450"/>
          <p14:tracePt t="99946" x="2190750" y="5314950"/>
          <p14:tracePt t="99962" x="2159000" y="5270500"/>
          <p14:tracePt t="99979" x="2101850" y="5149850"/>
          <p14:tracePt t="99996" x="2025650" y="4914900"/>
          <p14:tracePt t="100012" x="2006600" y="4787900"/>
          <p14:tracePt t="100029" x="1955800" y="4470400"/>
          <p14:tracePt t="100045" x="1955800" y="4159250"/>
          <p14:tracePt t="100062" x="1962150" y="4032250"/>
          <p14:tracePt t="100079" x="1981200" y="3803650"/>
          <p14:tracePt t="100095" x="2032000" y="3606800"/>
          <p14:tracePt t="100112" x="2051050" y="3530600"/>
          <p14:tracePt t="100129" x="2133600" y="3390900"/>
          <p14:tracePt t="100145" x="2216150" y="3321050"/>
          <p14:tracePt t="100162" x="2273300" y="3289300"/>
          <p14:tracePt t="100178" x="2362200" y="3282950"/>
          <p14:tracePt t="100195" x="2432050" y="3295650"/>
          <p14:tracePt t="100213" x="2635250" y="3371850"/>
          <p14:tracePt t="100228" x="2711450" y="3403600"/>
          <p14:tracePt t="100245" x="2806700" y="3441700"/>
          <p14:tracePt t="100262" x="2997200" y="3568700"/>
          <p14:tracePt t="100278" x="3143250" y="3746500"/>
          <p14:tracePt t="100295" x="3194050" y="3854450"/>
          <p14:tracePt t="100311" x="3289300" y="4051300"/>
          <p14:tracePt t="100328" x="3333750" y="4273550"/>
          <p14:tracePt t="100344" x="3340100" y="4387850"/>
          <p14:tracePt t="100361" x="3340100" y="4616450"/>
          <p14:tracePt t="100378" x="3295650" y="4794250"/>
          <p14:tracePt t="100395" x="3257550" y="4876800"/>
          <p14:tracePt t="100410" x="3175000" y="5016500"/>
          <p14:tracePt t="100428" x="3117850" y="5060950"/>
          <p14:tracePt t="100445" x="2990850" y="5143500"/>
          <p14:tracePt t="100461" x="2940050" y="5162550"/>
          <p14:tracePt t="100477" x="2889250" y="5162550"/>
          <p14:tracePt t="100494" x="2794000" y="5168900"/>
          <p14:tracePt t="100510" x="2768600" y="5149850"/>
          <p14:tracePt t="100527" x="2711450" y="5054600"/>
          <p14:tracePt t="100544" x="2647950" y="4908550"/>
          <p14:tracePt t="100560" x="2559050" y="4667250"/>
          <p14:tracePt t="100578" x="2425700" y="4356100"/>
          <p14:tracePt t="100593" x="2355850" y="4171950"/>
          <p14:tracePt t="100610" x="2286000" y="3841750"/>
          <p14:tracePt t="100627" x="2254250" y="3600450"/>
          <p14:tracePt t="100643" x="2254250" y="3473450"/>
          <p14:tracePt t="100647" x="2260600" y="3371850"/>
          <p14:tracePt t="100660" x="2266950" y="3276600"/>
          <p14:tracePt t="100677" x="2305050" y="3155950"/>
          <p14:tracePt t="100693" x="2324100" y="3111500"/>
          <p14:tracePt t="100710" x="2368550" y="3048000"/>
          <p14:tracePt t="100726" x="2444750" y="3003550"/>
          <p14:tracePt t="100742" x="2476500" y="2997200"/>
          <p14:tracePt t="100760" x="2546350" y="2997200"/>
          <p14:tracePt t="100776" x="2616200" y="3035300"/>
          <p14:tracePt t="100793" x="2673350" y="3060700"/>
          <p14:tracePt t="100810" x="2787650" y="3136900"/>
          <p14:tracePt t="100826" x="2844800" y="3175000"/>
          <p14:tracePt t="100843" x="2965450" y="3282950"/>
          <p14:tracePt t="100859" x="3054350" y="3448050"/>
          <p14:tracePt t="100875" x="3098800" y="3549650"/>
          <p14:tracePt t="100893" x="3149600" y="3822700"/>
          <p14:tracePt t="100909" x="3162300" y="4171950"/>
          <p14:tracePt t="100926" x="3155950" y="4356100"/>
          <p14:tracePt t="100943" x="3060700" y="4762500"/>
          <p14:tracePt t="100959" x="2990850" y="4908550"/>
          <p14:tracePt t="100976" x="2781300" y="5226050"/>
          <p14:tracePt t="100992" x="2533650" y="5461000"/>
          <p14:tracePt t="101009" x="2355850" y="5588000"/>
          <p14:tracePt t="101025" x="2273300" y="5613400"/>
          <p14:tracePt t="101042" x="2146300" y="5632450"/>
          <p14:tracePt t="101059" x="2038350" y="5638800"/>
          <p14:tracePt t="101076" x="1968500" y="5588000"/>
          <p14:tracePt t="101093" x="1936750" y="5556250"/>
          <p14:tracePt t="101109" x="1917700" y="5511800"/>
          <p14:tracePt t="101126" x="1816100" y="5238750"/>
          <p14:tracePt t="101142" x="1784350" y="5073650"/>
          <p14:tracePt t="101159" x="1727200" y="4889500"/>
          <p14:tracePt t="101162" x="1689100" y="4711700"/>
          <p14:tracePt t="101175" x="1670050" y="4540250"/>
          <p14:tracePt t="101191" x="1657350" y="4241800"/>
          <p14:tracePt t="101208" x="1657350" y="4127500"/>
          <p14:tracePt t="101224" x="1682750" y="3917950"/>
          <p14:tracePt t="101241" x="1720850" y="3727450"/>
          <p14:tracePt t="101258" x="1765300" y="3632200"/>
          <p14:tracePt t="101274" x="1841500" y="3492500"/>
          <p14:tracePt t="101291" x="1943100" y="3409950"/>
          <p14:tracePt t="101308" x="2000250" y="3390900"/>
          <p14:tracePt t="101324" x="2120900" y="3352800"/>
          <p14:tracePt t="101341" x="2197100" y="3352800"/>
          <p14:tracePt t="101358" x="2393950" y="3365500"/>
          <p14:tracePt t="101374" x="2457450" y="3384550"/>
          <p14:tracePt t="101390" x="2514600" y="3416300"/>
          <p14:tracePt t="101407" x="2647950" y="3505200"/>
          <p14:tracePt t="101424" x="2711450" y="3562350"/>
          <p14:tracePt t="101441" x="2781300" y="3632200"/>
          <p14:tracePt t="101457" x="2889250" y="3835400"/>
          <p14:tracePt t="101474" x="2959100" y="4044950"/>
          <p14:tracePt t="101491" x="2978150" y="4273550"/>
          <p14:tracePt t="101507" x="2978150" y="4387850"/>
          <p14:tracePt t="101524" x="2946400" y="4603750"/>
          <p14:tracePt t="101540" x="2825750" y="4819650"/>
          <p14:tracePt t="101557" x="2755900" y="4889500"/>
          <p14:tracePt t="101575" x="2578100" y="5035550"/>
          <p14:tracePt t="101590" x="2413000" y="5124450"/>
          <p14:tracePt t="101607" x="2349500" y="5156200"/>
          <p14:tracePt t="101624" x="2266950" y="5175250"/>
          <p14:tracePt t="101640" x="2222500" y="5175250"/>
          <p14:tracePt t="101656" x="2203450" y="5162550"/>
          <p14:tracePt t="101674" x="2159000" y="5137150"/>
          <p14:tracePt t="101690" x="2146300" y="5086350"/>
          <p14:tracePt t="101706" x="2139950" y="5067300"/>
          <p14:tracePt t="101723" x="2127250" y="4997450"/>
          <p14:tracePt t="101739" x="2127250" y="4959350"/>
          <p14:tracePt t="101756" x="2101850" y="4851400"/>
          <p14:tracePt t="101773" x="2095500" y="4724400"/>
          <p14:tracePt t="101790" x="2082800" y="4654550"/>
          <p14:tracePt t="101807" x="2076450" y="4514850"/>
          <p14:tracePt t="101822" x="2089150" y="4368800"/>
          <p14:tracePt t="101839" x="2095500" y="4292600"/>
          <p14:tracePt t="101856" x="2127250" y="4159250"/>
          <p14:tracePt t="101872" x="2165350" y="4013200"/>
          <p14:tracePt t="101889" x="2197100" y="3949700"/>
          <p14:tracePt t="101906" x="2247900" y="3848100"/>
          <p14:tracePt t="101922" x="2298700" y="3790950"/>
          <p14:tracePt t="101939" x="2317750" y="3771900"/>
          <p14:tracePt t="101955" x="2381250" y="3727450"/>
          <p14:tracePt t="101972" x="2425700" y="3708400"/>
          <p14:tracePt t="101990" x="2476500" y="3695700"/>
          <p14:tracePt t="102005" x="2495550" y="3695700"/>
          <p14:tracePt t="102022" x="2514600" y="3695700"/>
          <p14:tracePt t="102039" x="2559050" y="3702050"/>
          <p14:tracePt t="102055" x="2584450" y="3708400"/>
          <p14:tracePt t="102072" x="2603500" y="3714750"/>
          <p14:tracePt t="102088" x="2667000" y="3752850"/>
          <p14:tracePt t="102105" x="2755900" y="3816350"/>
          <p14:tracePt t="102122" x="2813050" y="3854450"/>
          <p14:tracePt t="102138" x="2933700" y="3994150"/>
          <p14:tracePt t="102155" x="3060700" y="4197350"/>
          <p14:tracePt t="102173" x="3136900" y="4432300"/>
          <p14:tracePt t="102188" x="3155950" y="4546600"/>
          <p14:tracePt t="102192" x="3155950" y="4660900"/>
          <p14:tracePt t="102204" x="3143250" y="4762500"/>
          <p14:tracePt t="102221" x="3060700" y="4959350"/>
          <p14:tracePt t="102238" x="2997200" y="5054600"/>
          <p14:tracePt t="102254" x="2876550" y="5200650"/>
          <p14:tracePt t="102271" x="2724150" y="5302250"/>
          <p14:tracePt t="102288" x="2654300" y="5327650"/>
          <p14:tracePt t="102305" x="2603500" y="5340350"/>
          <p14:tracePt t="102321" x="2489200" y="5340350"/>
          <p14:tracePt t="102338" x="2476500" y="5327650"/>
          <p14:tracePt t="102355" x="2444750" y="5289550"/>
          <p14:tracePt t="102371" x="2432050" y="5245100"/>
          <p14:tracePt t="102387" x="2381250" y="5137150"/>
          <p14:tracePt t="102404" x="2336800" y="4978400"/>
          <p14:tracePt t="102420" x="2305050" y="4864100"/>
          <p14:tracePt t="102437" x="2260600" y="4591050"/>
          <p14:tracePt t="102454" x="2235200" y="4362450"/>
          <p14:tracePt t="102470" x="2235200" y="4248150"/>
          <p14:tracePt t="102488" x="2241550" y="4044950"/>
          <p14:tracePt t="102504" x="2273300" y="3860800"/>
          <p14:tracePt t="102521" x="2279650" y="3797300"/>
          <p14:tracePt t="102538" x="2336800" y="3683000"/>
          <p14:tracePt t="102553" x="2406650" y="3606800"/>
          <p14:tracePt t="102570" x="2432050" y="3575050"/>
          <p14:tracePt t="102587" x="2495550" y="3530600"/>
          <p14:tracePt t="102603" x="2559050" y="3511550"/>
          <p14:tracePt t="102620" x="2578100" y="3511550"/>
          <p14:tracePt t="102637" x="2622550" y="3511550"/>
          <p14:tracePt t="102653" x="2647950" y="3517900"/>
          <p14:tracePt t="102671" x="2743200" y="3594100"/>
          <p14:tracePt t="102686" x="2794000" y="3638550"/>
          <p14:tracePt t="102703" x="2838450" y="3695700"/>
          <p14:tracePt t="102720" x="2933700" y="3898900"/>
          <p14:tracePt t="102736" x="3003550" y="4159250"/>
          <p14:tracePt t="102753" x="3022600" y="4330700"/>
          <p14:tracePt t="102769" x="3060700" y="4641850"/>
          <p14:tracePt t="102786" x="3054350" y="4933950"/>
          <p14:tracePt t="102803" x="3035300" y="5060950"/>
          <p14:tracePt t="102819" x="2990850" y="5251450"/>
          <p14:tracePt t="102836" x="2959100" y="5378450"/>
          <p14:tracePt t="102853" x="2940050" y="5416550"/>
          <p14:tracePt t="102869" x="2933700" y="5422900"/>
          <p14:tracePt t="102886" x="2933700" y="5429250"/>
          <p14:tracePt t="102918" x="2946400" y="5422900"/>
          <p14:tracePt t="102936" x="2965450" y="5416550"/>
          <p14:tracePt t="102952" x="3022600" y="5372100"/>
          <p14:tracePt t="102969" x="3048000" y="5365750"/>
          <p14:tracePt t="102985" x="3086100" y="5359400"/>
          <p14:tracePt t="103002" x="3194050" y="5340350"/>
          <p14:tracePt t="103018" x="3346450" y="5314950"/>
          <p14:tracePt t="103036" x="3543300" y="5289550"/>
          <p14:tracePt t="103052" x="3670300" y="5283200"/>
          <p14:tracePt t="103068" x="3949700" y="5283200"/>
          <p14:tracePt t="103085" x="4260850" y="5283200"/>
          <p14:tracePt t="103102" x="4419600" y="5283200"/>
          <p14:tracePt t="103118" x="4756150" y="5308600"/>
          <p14:tracePt t="103135" x="4972050" y="5334000"/>
          <p14:tracePt t="103151" x="5060950" y="5334000"/>
          <p14:tracePt t="103169" x="5187950" y="5327650"/>
          <p14:tracePt t="103185" x="5283200" y="5321300"/>
          <p14:tracePt t="103201" x="5302250" y="5321300"/>
          <p14:tracePt t="103205" x="5321300" y="5308600"/>
          <p14:tracePt t="103221" x="5327650" y="5308600"/>
          <p14:tracePt t="103234" x="5340350" y="5302250"/>
          <p14:tracePt t="103251" x="5340350" y="5289550"/>
          <p14:tracePt t="103268" x="5334000" y="5276850"/>
          <p14:tracePt t="103284" x="5327650" y="5270500"/>
          <p14:tracePt t="103301" x="5302250" y="5251450"/>
          <p14:tracePt t="103318" x="5270500" y="5238750"/>
          <p14:tracePt t="103334" x="5251450" y="5232400"/>
          <p14:tracePt t="103351" x="5207000" y="5213350"/>
          <p14:tracePt t="103368" x="5124450" y="5168900"/>
          <p14:tracePt t="103384" x="5054600" y="5137150"/>
          <p14:tracePt t="103401" x="4870450" y="5080000"/>
          <p14:tracePt t="103417" x="4597400" y="5010150"/>
          <p14:tracePt t="103434" x="4394200" y="4972050"/>
          <p14:tracePt t="103451" x="3994150" y="4889500"/>
          <p14:tracePt t="103467" x="3587750" y="4794250"/>
          <p14:tracePt t="103483" x="3416300" y="4775200"/>
          <p14:tracePt t="103500" x="3187700" y="4743450"/>
          <p14:tracePt t="103517" x="3048000" y="4743450"/>
          <p14:tracePt t="103534" x="3003550" y="4730750"/>
          <p14:tracePt t="103550" x="2971800" y="4718050"/>
          <p14:tracePt t="103567" x="2965450" y="4718050"/>
          <p14:tracePt t="103584" x="2959100" y="4711700"/>
          <p14:tracePt t="103654" x="2965450" y="4711700"/>
          <p14:tracePt t="103668" x="2971800" y="4718050"/>
          <p14:tracePt t="103689" x="2971800" y="4724400"/>
          <p14:tracePt t="103696" x="2971800" y="4730750"/>
          <p14:tracePt t="103710" x="2971800" y="4737100"/>
          <p14:tracePt t="103719" x="2978150" y="4737100"/>
          <p14:tracePt t="103733" x="2984500" y="4743450"/>
          <p14:tracePt t="104169" x="2971800" y="4768850"/>
          <p14:tracePt t="104183" x="2940050" y="4794250"/>
          <p14:tracePt t="104197" x="2895600" y="4819650"/>
          <p14:tracePt t="104204" x="2844800" y="4857750"/>
          <p14:tracePt t="104214" x="2800350" y="4883150"/>
          <p14:tracePt t="104232" x="2717800" y="4927600"/>
          <p14:tracePt t="104247" x="2686050" y="4933950"/>
          <p14:tracePt t="104265" x="2635250" y="4953000"/>
          <p14:tracePt t="104281" x="2597150" y="4972050"/>
          <p14:tracePt t="104297" x="2584450" y="4978400"/>
          <p14:tracePt t="104314" x="2571750" y="4978400"/>
          <p14:tracePt t="104331" x="2565400" y="4978400"/>
          <p14:tracePt t="104347" x="2565400" y="4984750"/>
          <p14:tracePt t="104372" x="2565400" y="4991100"/>
          <p14:tracePt t="104408" x="2565400" y="4997450"/>
          <p14:tracePt t="104429" x="2565400" y="5003800"/>
          <p14:tracePt t="104450" x="2559050" y="5010150"/>
          <p14:tracePt t="104471" x="2552700" y="5010150"/>
          <p14:tracePt t="104478" x="2546350" y="5016500"/>
          <p14:tracePt t="104492" x="2540000" y="5016500"/>
          <p14:tracePt t="104515" x="2533650" y="5016500"/>
          <p14:tracePt t="104527" x="2520950" y="5016500"/>
          <p14:tracePt t="104541" x="2508250" y="5016500"/>
          <p14:tracePt t="104550" x="2489200" y="5016500"/>
          <p14:tracePt t="104563" x="2463800" y="5016500"/>
          <p14:tracePt t="104580" x="2438400" y="5016500"/>
          <p14:tracePt t="104598" x="2317750" y="5010150"/>
          <p14:tracePt t="104613" x="2260600" y="4991100"/>
          <p14:tracePt t="104630" x="2197100" y="4972050"/>
          <p14:tracePt t="104647" x="2070100" y="4921250"/>
          <p14:tracePt t="104663" x="2006600" y="4895850"/>
          <p14:tracePt t="104680" x="1879600" y="4826000"/>
          <p14:tracePt t="104696" x="1765300" y="4749800"/>
          <p14:tracePt t="104713" x="1670050" y="4679950"/>
          <p14:tracePt t="104730" x="1587500" y="4559300"/>
          <p14:tracePt t="104746" x="1524000" y="4476750"/>
          <p14:tracePt t="104762" x="1416050" y="4292600"/>
          <p14:tracePt t="104780" x="1314450" y="4095750"/>
          <p14:tracePt t="104796" x="1250950" y="3968750"/>
          <p14:tracePt t="104812" x="1143000" y="3733800"/>
          <p14:tracePt t="104829" x="1041400" y="3486150"/>
          <p14:tracePt t="104845" x="1009650" y="3359150"/>
          <p14:tracePt t="104862" x="965200" y="3225800"/>
          <p14:tracePt t="104879" x="901700" y="2901950"/>
          <p14:tracePt t="104895" x="895350" y="2813050"/>
          <p14:tracePt t="104912" x="882650" y="2686050"/>
          <p14:tracePt t="104929" x="889000" y="2628900"/>
          <p14:tracePt t="104945" x="895350" y="2552700"/>
          <p14:tracePt t="104963" x="901700" y="2508250"/>
          <p14:tracePt t="104978" x="908050" y="2489200"/>
          <p14:tracePt t="104995" x="920750" y="2463800"/>
          <p14:tracePt t="105012" x="946150" y="2444750"/>
          <p14:tracePt t="105028" x="965200" y="2438400"/>
          <p14:tracePt t="105045" x="1003300" y="2425700"/>
          <p14:tracePt t="105061" x="1054100" y="2419350"/>
          <p14:tracePt t="105078" x="1079500" y="2413000"/>
          <p14:tracePt t="105095" x="1136650" y="2406650"/>
          <p14:tracePt t="105111" x="1206500" y="2406650"/>
          <p14:tracePt t="105128" x="1238250" y="2413000"/>
          <p14:tracePt t="105146" x="1308100" y="2432050"/>
          <p14:tracePt t="105161" x="1339850" y="2444750"/>
          <p14:tracePt t="105178" x="1428750" y="2489200"/>
          <p14:tracePt t="105195" x="1517650" y="2546350"/>
          <p14:tracePt t="105211" x="1562100" y="2571750"/>
          <p14:tracePt t="105228" x="1612900" y="2616200"/>
          <p14:tracePt t="105244" x="1644650" y="2647950"/>
          <p14:tracePt t="105264" x="1644650" y="2654300"/>
          <p14:tracePt t="105277" x="1644650" y="2660650"/>
          <p14:tracePt t="105294" x="1644650" y="2667000"/>
          <p14:tracePt t="105310" x="1644650" y="2673350"/>
          <p14:tracePt t="105327" x="1638300" y="2679700"/>
          <p14:tracePt t="105344" x="1631950" y="2686050"/>
          <p14:tracePt t="105377" x="1619250" y="2692400"/>
          <p14:tracePt t="105394" x="1619250" y="2698750"/>
          <p14:tracePt t="105427" x="1612900" y="2705100"/>
          <p14:tracePt t="105443" x="1612900" y="2717800"/>
          <p14:tracePt t="105462" x="1612900" y="2730500"/>
          <p14:tracePt t="105476" x="1612900" y="2736850"/>
          <p14:tracePt t="105493" x="1612900" y="2762250"/>
          <p14:tracePt t="105510" x="1676400" y="2959100"/>
          <p14:tracePt t="105526" x="1708150" y="3073400"/>
          <p14:tracePt t="105543" x="1765300" y="3206750"/>
          <p14:tracePt t="105560" x="1879600" y="3556000"/>
          <p14:tracePt t="105576" x="2038350" y="3981450"/>
          <p14:tracePt t="105593" x="2108200" y="4197350"/>
          <p14:tracePt t="105610" x="2222500" y="4540250"/>
          <p14:tracePt t="105627" x="2266950" y="4673600"/>
          <p14:tracePt t="105643" x="2343150" y="4914900"/>
          <p14:tracePt t="105660" x="2393950" y="5073650"/>
          <p14:tracePt t="105676" x="2419350" y="5181600"/>
          <p14:tracePt t="105693" x="2438400" y="5232400"/>
          <p14:tracePt t="105709" x="2444750" y="5251450"/>
          <p14:tracePt t="105726" x="2444750" y="5270500"/>
          <p14:tracePt t="105742" x="2451100" y="5289550"/>
          <p14:tracePt t="105776" x="2451100" y="5302250"/>
          <p14:tracePt t="105808" x="2451100" y="5308600"/>
          <p14:tracePt t="105826" x="2444750" y="5334000"/>
          <p14:tracePt t="105842" x="2444750" y="5340350"/>
          <p14:tracePt t="105859" x="2444750" y="5365750"/>
          <p14:tracePt t="105876" x="2444750" y="5372100"/>
          <p14:tracePt t="105892" x="2444750" y="5378450"/>
          <p14:tracePt t="105908" x="2444750" y="5384800"/>
          <p14:tracePt t="105926" x="2444750" y="5391150"/>
          <p14:tracePt t="105941" x="2444750" y="5397500"/>
          <p14:tracePt t="105995" x="2438400" y="5397500"/>
          <p14:tracePt t="106023" x="2432050" y="5397500"/>
          <p14:tracePt t="106044" x="2432050" y="5391150"/>
          <p14:tracePt t="106065" x="2432050" y="5384800"/>
          <p14:tracePt t="106072" x="2432050" y="5378450"/>
          <p14:tracePt t="106093" x="2432050" y="5372100"/>
          <p14:tracePt t="106108" x="2432050" y="5365750"/>
          <p14:tracePt t="106114" x="2432050" y="5359400"/>
          <p14:tracePt t="106128" x="2425700" y="5353050"/>
          <p14:tracePt t="106142" x="2425700" y="5340350"/>
          <p14:tracePt t="106157" x="2419350" y="5321300"/>
          <p14:tracePt t="106174" x="2406650" y="5302250"/>
          <p14:tracePt t="106192" x="2355850" y="5181600"/>
          <p14:tracePt t="106207" x="2330450" y="5124450"/>
          <p14:tracePt t="106224" x="2260600" y="4965700"/>
          <p14:tracePt t="106241" x="2146300" y="4775200"/>
          <p14:tracePt t="106257" x="2025650" y="4552950"/>
          <p14:tracePt t="106273" x="1974850" y="4445000"/>
          <p14:tracePt t="106290" x="1847850" y="4222750"/>
          <p14:tracePt t="106307" x="1758950" y="4013200"/>
          <p14:tracePt t="106325" x="1689100" y="3816350"/>
          <p14:tracePt t="106340" x="1657350" y="3746500"/>
          <p14:tracePt t="106357" x="1638300" y="3689350"/>
          <p14:tracePt t="106374" x="1612900" y="3594100"/>
          <p14:tracePt t="106390" x="1606550" y="3562350"/>
          <p14:tracePt t="106407" x="1606550" y="3543300"/>
          <p14:tracePt t="106423" x="1606550" y="3517900"/>
          <p14:tracePt t="106440" x="1606550" y="3505200"/>
          <p14:tracePt t="106457" x="1606550" y="3498850"/>
          <p14:tracePt t="106473" x="1606550" y="3492500"/>
          <p14:tracePt t="106571" x="1612900" y="3486150"/>
          <p14:tracePt t="106894" x="1606550" y="3486150"/>
          <p14:tracePt t="106908" x="1606550" y="3479800"/>
          <p14:tracePt t="106915" x="1593850" y="3473450"/>
          <p14:tracePt t="106925" x="1593850" y="3460750"/>
          <p14:tracePt t="106938" x="1581150" y="3448050"/>
          <p14:tracePt t="106955" x="1543050" y="3397250"/>
          <p14:tracePt t="106971" x="1479550" y="3308350"/>
          <p14:tracePt t="106988" x="1371600" y="3162300"/>
          <p14:tracePt t="107005" x="1320800" y="3079750"/>
          <p14:tracePt t="107021" x="1219200" y="2921000"/>
          <p14:tracePt t="107038" x="1168400" y="2863850"/>
          <p14:tracePt t="107055" x="1054100" y="2698750"/>
          <p14:tracePt t="107071" x="1035050" y="2679700"/>
          <p14:tracePt t="107088" x="1009650" y="2654300"/>
          <p14:tracePt t="107105" x="990600" y="2641600"/>
          <p14:tracePt t="107121" x="984250" y="2641600"/>
          <p14:tracePt t="107154" x="984250" y="2647950"/>
          <p14:tracePt t="107182" x="984250" y="2654300"/>
          <p14:tracePt t="107190" x="990600" y="2660650"/>
          <p14:tracePt t="107204" x="990600" y="2667000"/>
          <p14:tracePt t="107220" x="990600" y="2673350"/>
          <p14:tracePt t="107240" x="996950" y="2673350"/>
          <p14:tracePt t="107259" x="1003300" y="2673350"/>
          <p14:tracePt t="107270" x="1003300" y="2679700"/>
          <p14:tracePt t="107329" x="1009650" y="2686050"/>
          <p14:tracePt t="107336" x="1016000" y="2686050"/>
          <p14:tracePt t="107358" x="1016000" y="2692400"/>
          <p14:tracePt t="107378" x="1016000" y="2698750"/>
          <p14:tracePt t="107399" x="1016000" y="2705100"/>
          <p14:tracePt t="107406" x="1022350" y="2711450"/>
          <p14:tracePt t="107449" x="1028700" y="2711450"/>
          <p14:tracePt t="107477" x="1035050" y="2717800"/>
          <p14:tracePt t="107512" x="1035050" y="2724150"/>
          <p14:tracePt t="107540" x="1041400" y="2724150"/>
          <p14:tracePt t="107672" x="1035050" y="2724150"/>
          <p14:tracePt t="108100" x="1041400" y="2724150"/>
          <p14:tracePt t="108114" x="1054100" y="2724150"/>
          <p14:tracePt t="108120" x="1066800" y="2724150"/>
          <p14:tracePt t="108138" x="1085850" y="2724150"/>
          <p14:tracePt t="108151" x="1123950" y="2724150"/>
          <p14:tracePt t="108168" x="1155700" y="2724150"/>
          <p14:tracePt t="108184" x="1212850" y="2724150"/>
          <p14:tracePt t="108200" x="1263650" y="2724150"/>
          <p14:tracePt t="108217" x="1377950" y="2724150"/>
          <p14:tracePt t="108234" x="1543050" y="2736850"/>
          <p14:tracePt t="108250" x="1638300" y="2743200"/>
          <p14:tracePt t="108267" x="1816100" y="2762250"/>
          <p14:tracePt t="108283" x="1974850" y="2794000"/>
          <p14:tracePt t="108300" x="2038350" y="2825750"/>
          <p14:tracePt t="108317" x="2165350" y="2889250"/>
          <p14:tracePt t="108333" x="2254250" y="2965450"/>
          <p14:tracePt t="108350" x="2286000" y="3022600"/>
          <p14:tracePt t="108367" x="2330450" y="3143250"/>
          <p14:tracePt t="108383" x="2349500" y="3276600"/>
          <p14:tracePt t="108400" x="2349500" y="3352800"/>
          <p14:tracePt t="108416" x="2336800" y="3517900"/>
          <p14:tracePt t="108433" x="2305050" y="3689350"/>
          <p14:tracePt t="108450" x="2247900" y="3873500"/>
          <p14:tracePt t="108466" x="2203450" y="3962400"/>
          <p14:tracePt t="108483" x="2171700" y="4057650"/>
          <p14:tracePt t="108500" x="2051050" y="4298950"/>
          <p14:tracePt t="108516" x="2000250" y="4381500"/>
          <p14:tracePt t="108533" x="1974850" y="4451350"/>
          <p14:tracePt t="108549" x="1917700" y="4559300"/>
          <p14:tracePt t="108566" x="1866900" y="4641850"/>
          <p14:tracePt t="108583" x="1847850" y="4673600"/>
          <p14:tracePt t="108599" x="1816100" y="4692650"/>
          <p14:tracePt t="108616" x="1797050" y="4699000"/>
          <p14:tracePt t="108634" x="1778000" y="4705350"/>
          <p14:tracePt t="108649" x="1771650" y="4705350"/>
          <p14:tracePt t="108666" x="1758950" y="4692650"/>
          <p14:tracePt t="108683" x="1739900" y="4679950"/>
          <p14:tracePt t="108699" x="1727200" y="4660900"/>
          <p14:tracePt t="108716" x="1689100" y="4616450"/>
          <p14:tracePt t="108732" x="1644650" y="4552950"/>
          <p14:tracePt t="108749" x="1606550" y="4495800"/>
          <p14:tracePt t="108765" x="1581150" y="4413250"/>
          <p14:tracePt t="108782" x="1460500" y="4070350"/>
          <p14:tracePt t="108798" x="1428750" y="3917950"/>
          <p14:tracePt t="108816" x="1371600" y="3619500"/>
          <p14:tracePt t="108832" x="1358900" y="3479800"/>
          <p14:tracePt t="108848" x="1346200" y="3213100"/>
          <p14:tracePt t="108865" x="1339850" y="2984500"/>
          <p14:tracePt t="108881" x="1339850" y="2908300"/>
          <p14:tracePt t="108898" x="1371600" y="2755900"/>
          <p14:tracePt t="108915" x="1397000" y="2667000"/>
          <p14:tracePt t="108931" x="1409700" y="2647950"/>
          <p14:tracePt t="108948" x="1447800" y="2609850"/>
          <p14:tracePt t="108966" x="1466850" y="2590800"/>
          <p14:tracePt t="108981" x="1473200" y="2590800"/>
          <p14:tracePt t="108998" x="1485900" y="2590800"/>
          <p14:tracePt t="109014" x="1498600" y="2616200"/>
          <p14:tracePt t="109031" x="1511300" y="2628900"/>
          <p14:tracePt t="109048" x="1562100" y="2686050"/>
          <p14:tracePt t="109064" x="1638300" y="2800350"/>
          <p14:tracePt t="109081" x="1689100" y="2895600"/>
          <p14:tracePt t="109098" x="1797050" y="3130550"/>
          <p14:tracePt t="109114" x="1866900" y="3321050"/>
          <p14:tracePt t="109133" x="1993900" y="3994150"/>
          <p14:tracePt t="109148" x="2019300" y="4267200"/>
          <p14:tracePt t="109164" x="2051050" y="4508500"/>
          <p14:tracePt t="109181" x="2063750" y="4883150"/>
          <p14:tracePt t="109197" x="2044700" y="5181600"/>
          <p14:tracePt t="109214" x="2006600" y="5359400"/>
          <p14:tracePt t="109230" x="1943100" y="5613400"/>
          <p14:tracePt t="109247" x="1892300" y="5784850"/>
          <p14:tracePt t="109264" x="1873250" y="5854700"/>
          <p14:tracePt t="109280" x="1828800" y="5930900"/>
          <p14:tracePt t="109297" x="1809750" y="5949950"/>
          <p14:tracePt t="109313" x="1803400" y="5949950"/>
          <p14:tracePt t="109330" x="1790700" y="5943600"/>
          <p14:tracePt t="109347" x="1771650" y="5930900"/>
          <p14:tracePt t="109364" x="1739900" y="5867400"/>
          <p14:tracePt t="109380" x="1701800" y="5797550"/>
          <p14:tracePt t="109396" x="1670050" y="5702300"/>
          <p14:tracePt t="109413" x="1568450" y="5416550"/>
          <p14:tracePt t="109429" x="1416050" y="4876800"/>
          <p14:tracePt t="109446" x="1365250" y="4597400"/>
          <p14:tracePt t="109463" x="1289050" y="3956050"/>
          <p14:tracePt t="109479" x="1257300" y="3454400"/>
          <p14:tracePt t="109498" x="1250950" y="3048000"/>
          <p14:tracePt t="109512" x="1263650" y="2857500"/>
          <p14:tracePt t="109529" x="1282700" y="2641600"/>
          <p14:tracePt t="109547" x="1333500" y="2495550"/>
          <p14:tracePt t="109563" x="1346200" y="2451100"/>
          <p14:tracePt t="109579" x="1390650" y="2393950"/>
          <p14:tracePt t="109596" x="1416050" y="2387600"/>
          <p14:tracePt t="109629" x="1447800" y="2393950"/>
          <p14:tracePt t="109645" x="1485900" y="2432050"/>
          <p14:tracePt t="109662" x="1517650" y="2463800"/>
          <p14:tracePt t="109680" x="1593850" y="2565400"/>
          <p14:tracePt t="109695" x="1670050" y="2692400"/>
          <p14:tracePt t="109712" x="1701800" y="2774950"/>
          <p14:tracePt t="109729" x="1733550" y="2978150"/>
          <p14:tracePt t="109745" x="1752600" y="3117850"/>
          <p14:tracePt t="109762" x="1752600" y="3384550"/>
          <p14:tracePt t="109779" x="1727200" y="3708400"/>
          <p14:tracePt t="109796" x="1676400" y="3867150"/>
          <p14:tracePt t="109813" x="1612900" y="4114800"/>
          <p14:tracePt t="109828" x="1530350" y="4324350"/>
          <p14:tracePt t="109845" x="1479550" y="4419600"/>
          <p14:tracePt t="109862" x="1377950" y="4546600"/>
          <p14:tracePt t="109878" x="1282700" y="4629150"/>
          <p14:tracePt t="109895" x="1263650" y="4648200"/>
          <p14:tracePt t="109911" x="1219200" y="4673600"/>
          <p14:tracePt t="109928" x="1193800" y="4673600"/>
          <p14:tracePt t="109945" x="1187450" y="4667250"/>
          <p14:tracePt t="109961" x="1162050" y="4622800"/>
          <p14:tracePt t="109978" x="1149350" y="4565650"/>
          <p14:tracePt t="109995" x="1136650" y="4495800"/>
          <p14:tracePt t="110011" x="1117600" y="4318000"/>
          <p14:tracePt t="110028" x="1104900" y="4216400"/>
          <p14:tracePt t="110045" x="1111250" y="3822700"/>
          <p14:tracePt t="110060" x="1123950" y="3663950"/>
          <p14:tracePt t="110077" x="1149350" y="3492500"/>
          <p14:tracePt t="110094" x="1219200" y="3187700"/>
          <p14:tracePt t="110110" x="1289050" y="2959100"/>
          <p14:tracePt t="110127" x="1346200" y="2863850"/>
          <p14:tracePt t="110144" x="1454150" y="2698750"/>
          <p14:tracePt t="110160" x="1555750" y="2635250"/>
          <p14:tracePt t="110179" x="1625600" y="2622550"/>
          <p14:tracePt t="110193" x="1657350" y="2641600"/>
          <p14:tracePt t="110210" x="1689100" y="2686050"/>
          <p14:tracePt t="110227" x="1739900" y="2762250"/>
          <p14:tracePt t="110243" x="1778000" y="2832100"/>
          <p14:tracePt t="110260" x="1866900" y="3073400"/>
          <p14:tracePt t="110277" x="2032000" y="3530600"/>
          <p14:tracePt t="110293" x="2139950" y="3797300"/>
          <p14:tracePt t="110310" x="2247900" y="4038600"/>
          <p14:tracePt t="110326" x="2603500" y="4527550"/>
          <p14:tracePt t="110343" x="2711450" y="4597400"/>
          <p14:tracePt t="110360" x="2832100" y="4654550"/>
          <p14:tracePt t="110376" x="3155950" y="4686300"/>
          <p14:tracePt t="110393" x="3492500" y="4603750"/>
          <p14:tracePt t="110410" x="3765550" y="4502150"/>
          <p14:tracePt t="110426" x="3917950" y="4413250"/>
          <p14:tracePt t="110443" x="4171950" y="4267200"/>
          <p14:tracePt t="110459" x="4368800" y="4095750"/>
          <p14:tracePt t="110476" x="4451350" y="4019550"/>
          <p14:tracePt t="110493" x="4597400" y="3879850"/>
          <p14:tracePt t="110509" x="4686300" y="3797300"/>
          <p14:tracePt t="110526" x="4724400" y="3759200"/>
          <p14:tracePt t="110543" x="4749800" y="3708400"/>
          <p14:tracePt t="110559" x="4775200" y="3663950"/>
          <p14:tracePt t="110576" x="4775200" y="3651250"/>
          <p14:tracePt t="110593" x="4762500" y="3613150"/>
          <p14:tracePt t="110609" x="4730750" y="3587750"/>
          <p14:tracePt t="110626" x="4711700" y="3575050"/>
          <p14:tracePt t="110642" x="4654550" y="3536950"/>
          <p14:tracePt t="110659" x="4610100" y="3517900"/>
          <p14:tracePt t="110676" x="4445000" y="3435350"/>
          <p14:tracePt t="110692" x="4387850" y="3409950"/>
          <p14:tracePt t="110709" x="4318000" y="3365500"/>
          <p14:tracePt t="110726" x="4197350" y="3308350"/>
          <p14:tracePt t="110742" x="4095750" y="3263900"/>
          <p14:tracePt t="110758" x="4064000" y="3238500"/>
          <p14:tracePt t="110775" x="4019550" y="3219450"/>
          <p14:tracePt t="110792" x="4000500" y="3206750"/>
          <p14:tracePt t="110809" x="3994150" y="3200400"/>
          <p14:tracePt t="110825" x="3987800" y="3187700"/>
          <p14:tracePt t="110857" x="3994150" y="3181350"/>
          <p14:tracePt t="110874" x="4006850" y="3175000"/>
          <p14:tracePt t="110891" x="4019550" y="3168650"/>
          <p14:tracePt t="110910" x="4038600" y="3155950"/>
          <p14:tracePt t="110924" x="4051300" y="3149600"/>
          <p14:tracePt t="110941" x="4057650" y="3149600"/>
          <p14:tracePt t="110958" x="4095750" y="3130550"/>
          <p14:tracePt t="110974" x="4102100" y="3124200"/>
          <p14:tracePt t="110991" x="4114800" y="3111500"/>
          <p14:tracePt t="111008" x="4133850" y="3092450"/>
          <p14:tracePt t="111024" x="4159250" y="3073400"/>
          <p14:tracePt t="111041" x="4165600" y="3060700"/>
          <p14:tracePt t="111057" x="4184650" y="3048000"/>
          <p14:tracePt t="111074" x="4197350" y="3041650"/>
          <p14:tracePt t="111091" x="4203700" y="3035300"/>
          <p14:tracePt t="111133" x="4203700" y="3028950"/>
          <p14:tracePt t="111260" x="4197350" y="3028950"/>
          <p14:tracePt t="111281" x="4191000" y="3028950"/>
          <p14:tracePt t="111302" x="4184650" y="3035300"/>
          <p14:tracePt t="111324" x="4178300" y="3035300"/>
          <p14:tracePt t="111329" x="4171950" y="3041650"/>
          <p14:tracePt t="111344" x="4165600" y="3048000"/>
          <p14:tracePt t="111356" x="4152900" y="3054350"/>
          <p14:tracePt t="111373" x="4089400" y="3086100"/>
          <p14:tracePt t="111390" x="4032250" y="3117850"/>
          <p14:tracePt t="111407" x="3892550" y="3194050"/>
          <p14:tracePt t="111422" x="3714750" y="3308350"/>
          <p14:tracePt t="111439" x="3625850" y="3359150"/>
          <p14:tracePt t="111456" x="3435350" y="3486150"/>
          <p14:tracePt t="111472" x="3295650" y="3575050"/>
          <p14:tracePt t="111489" x="3238500" y="3613150"/>
          <p14:tracePt t="111506" x="3175000" y="3651250"/>
          <p14:tracePt t="111522" x="3149600" y="3676650"/>
          <p14:tracePt t="111576" x="3155950" y="3683000"/>
          <p14:tracePt t="111582" x="3168650" y="3683000"/>
          <p14:tracePt t="111592" x="3181350" y="3683000"/>
          <p14:tracePt t="111605" x="3200400" y="3689350"/>
          <p14:tracePt t="111622" x="3219450" y="3689350"/>
          <p14:tracePt t="111639" x="3327400" y="3714750"/>
          <p14:tracePt t="111656" x="3460750" y="3765550"/>
          <p14:tracePt t="111672" x="3530600" y="3803650"/>
          <p14:tracePt t="111689" x="3683000" y="3917950"/>
          <p14:tracePt t="111704" x="3841750" y="4064000"/>
          <p14:tracePt t="111722" x="3911600" y="4121150"/>
          <p14:tracePt t="111738" x="4019550" y="4254500"/>
          <p14:tracePt t="111755" x="4102100" y="4343400"/>
          <p14:tracePt t="111773" x="4152900" y="4419600"/>
          <p14:tracePt t="111788" x="4171950" y="4445000"/>
          <p14:tracePt t="111805" x="4203700" y="4508500"/>
          <p14:tracePt t="111822" x="4222750" y="4559300"/>
          <p14:tracePt t="111838" x="4229100" y="4584700"/>
          <p14:tracePt t="111855" x="4235450" y="4603750"/>
          <p14:tracePt t="111871" x="4248150" y="4679950"/>
          <p14:tracePt t="111888" x="4248150" y="4686300"/>
          <p14:tracePt t="111906" x="4248150" y="4705350"/>
          <p14:tracePt t="111921" x="4248150" y="4730750"/>
          <p14:tracePt t="111938" x="4254500" y="4737100"/>
          <p14:tracePt t="111955" x="4254500" y="4743450"/>
          <p14:tracePt t="137646" x="4216400" y="4705350"/>
          <p14:tracePt t="137653" x="4165600" y="4622800"/>
          <p14:tracePt t="137665" x="4108450" y="4552950"/>
          <p14:tracePt t="137682" x="3810000" y="4070350"/>
          <p14:tracePt t="137699" x="3581400" y="3752850"/>
          <p14:tracePt t="137717" x="3219450" y="3143250"/>
          <p14:tracePt t="137731" x="2965450" y="2819400"/>
          <p14:tracePt t="137749" x="2743200" y="2559050"/>
          <p14:tracePt t="137766" x="2514600" y="2228850"/>
          <p14:tracePt t="137782" x="2362200" y="2032000"/>
          <p14:tracePt t="137798" x="2228850" y="1866900"/>
          <p14:tracePt t="137815" x="2019300" y="1555750"/>
          <p14:tracePt t="137832" x="1905000" y="1390650"/>
          <p14:tracePt t="137849" x="1803400" y="1225550"/>
          <p14:tracePt t="137865" x="1701800" y="1041400"/>
          <p14:tracePt t="137881" x="1670050" y="990600"/>
          <p14:tracePt t="137898" x="1651000" y="952500"/>
          <p14:tracePt t="137914" x="1644650" y="933450"/>
          <p14:tracePt t="137918" x="1638300" y="927100"/>
          <p14:tracePt t="137931" x="1638300" y="920750"/>
          <p14:tracePt t="137948" x="1631950" y="908050"/>
          <p14:tracePt t="137964" x="1631950" y="914400"/>
          <p14:tracePt t="137984" x="1625600" y="914400"/>
          <p14:tracePt t="138000" x="1625600" y="908050"/>
          <p14:tracePt t="138014" x="1625600" y="920750"/>
          <p14:tracePt t="138030" x="1625600" y="927100"/>
          <p14:tracePt t="138047" x="1625600" y="939800"/>
          <p14:tracePt t="138064" x="1631950" y="958850"/>
          <p14:tracePt t="138082" x="1638300" y="984250"/>
          <p14:tracePt t="138098" x="1644650" y="996950"/>
          <p14:tracePt t="138114" x="1657350" y="1003300"/>
          <p14:tracePt t="138131" x="1663700" y="1028700"/>
          <p14:tracePt t="138147" x="1670050" y="1035050"/>
          <p14:tracePt t="138164" x="1682750" y="1041400"/>
          <p14:tracePt t="138180" x="1708150" y="1073150"/>
          <p14:tracePt t="138197" x="1727200" y="1092200"/>
          <p14:tracePt t="138214" x="1746250" y="1111250"/>
          <p14:tracePt t="138231" x="1784350" y="1155700"/>
          <p14:tracePt t="138247" x="1822450" y="1174750"/>
          <p14:tracePt t="138264" x="1860550" y="1219200"/>
          <p14:tracePt t="138280" x="1879600" y="1250950"/>
          <p14:tracePt t="138297" x="1898650" y="1276350"/>
          <p14:tracePt t="138313" x="1924050" y="1295400"/>
          <p14:tracePt t="138330" x="1930400" y="1308100"/>
          <p14:tracePt t="138346" x="1936750" y="1314450"/>
          <p14:tracePt t="138398" x="1943100" y="1320800"/>
          <p14:tracePt t="138433" x="1949450" y="1320800"/>
          <p14:tracePt t="138447" x="1949450" y="1327150"/>
          <p14:tracePt t="138475" x="1955800" y="1333500"/>
          <p14:tracePt t="138497" x="1955800" y="1339850"/>
          <p14:tracePt t="138502" x="1962150" y="1339850"/>
          <p14:tracePt t="138538" x="1962150" y="1346200"/>
          <p14:tracePt t="138573" x="1968500" y="1352550"/>
          <p14:tracePt t="138594" x="1974850" y="1352550"/>
          <p14:tracePt t="138615" x="1981200" y="1358900"/>
          <p14:tracePt t="138630" x="1987550" y="1358900"/>
          <p14:tracePt t="138636" x="2000250" y="1358900"/>
          <p14:tracePt t="138645" x="2019300" y="1358900"/>
          <p14:tracePt t="138661" x="2070100" y="1365250"/>
          <p14:tracePt t="138678" x="2228850" y="1390650"/>
          <p14:tracePt t="138695" x="2413000" y="1409700"/>
          <p14:tracePt t="138712" x="2654300" y="1428750"/>
          <p14:tracePt t="138729" x="3073400" y="1466850"/>
          <p14:tracePt t="138745" x="3352800" y="1466850"/>
          <p14:tracePt t="138763" x="3740150" y="1466850"/>
          <p14:tracePt t="138778" x="3981450" y="1466850"/>
          <p14:tracePt t="138795" x="4184650" y="1460500"/>
          <p14:tracePt t="138812" x="4425950" y="1460500"/>
          <p14:tracePt t="138828" x="4527550" y="1460500"/>
          <p14:tracePt t="138845" x="4597400" y="1460500"/>
          <p14:tracePt t="138862" x="4660900" y="1460500"/>
          <p14:tracePt t="138878" x="4667250" y="1460500"/>
          <p14:tracePt t="138911" x="4660900" y="1466850"/>
          <p14:tracePt t="138928" x="4673600" y="1473200"/>
          <p14:tracePt t="144904" x="4692650" y="1511300"/>
          <p14:tracePt t="144911" x="4718050" y="1581150"/>
          <p14:tracePt t="144923" x="4737100" y="1651000"/>
          <p14:tracePt t="144940" x="4813300" y="1835150"/>
          <p14:tracePt t="144957" x="4851400" y="1936750"/>
          <p14:tracePt t="144975" x="4940300" y="2190750"/>
          <p14:tracePt t="144990" x="4984750" y="2305050"/>
          <p14:tracePt t="145007" x="5022850" y="2419350"/>
          <p14:tracePt t="145024" x="5162550" y="2832100"/>
          <p14:tracePt t="145040" x="5219700" y="2990850"/>
          <p14:tracePt t="145056" x="5340350" y="3340100"/>
          <p14:tracePt t="145073" x="5441950" y="3600450"/>
          <p14:tracePt t="145090" x="5492750" y="3714750"/>
          <p14:tracePt t="145106" x="5562600" y="3911600"/>
          <p14:tracePt t="145123" x="5626100" y="4121150"/>
          <p14:tracePt t="145139" x="5657850" y="4197350"/>
          <p14:tracePt t="145157" x="5689600" y="4305300"/>
          <p14:tracePt t="145173" x="5695950" y="4337050"/>
          <p14:tracePt t="145189" x="5702300" y="4349750"/>
          <p14:tracePt t="145206" x="5715000" y="4362450"/>
          <p14:tracePt t="145223" x="5727700" y="4394200"/>
          <p14:tracePt t="145239" x="5734050" y="4413250"/>
          <p14:tracePt t="145256" x="5740400" y="4445000"/>
          <p14:tracePt t="145272" x="5759450" y="4476750"/>
          <p14:tracePt t="145291" x="5765800" y="4514850"/>
          <p14:tracePt t="145306" x="5765800" y="4533900"/>
          <p14:tracePt t="145322" x="5765800" y="4572000"/>
          <p14:tracePt t="145339" x="5765800" y="4591050"/>
          <p14:tracePt t="145355" x="5765800" y="4597400"/>
          <p14:tracePt t="145372" x="5765800" y="4603750"/>
          <p14:tracePt t="145389" x="5753100" y="4603750"/>
          <p14:tracePt t="145405" x="5746750" y="4603750"/>
          <p14:tracePt t="145422" x="5740400" y="4591050"/>
          <p14:tracePt t="145439" x="5695950" y="4559300"/>
          <p14:tracePt t="145455" x="5600700" y="4508500"/>
          <p14:tracePt t="145472" x="5530850" y="4457700"/>
          <p14:tracePt t="145488" x="5365750" y="4356100"/>
          <p14:tracePt t="145505" x="5213350" y="4229100"/>
          <p14:tracePt t="145522" x="5137150" y="4159250"/>
          <p14:tracePt t="145539" x="5010150" y="4013200"/>
          <p14:tracePt t="145555" x="4883150" y="3860800"/>
          <p14:tracePt t="145572" x="4781550" y="3708400"/>
          <p14:tracePt t="145588" x="4756150" y="3644900"/>
          <p14:tracePt t="145605" x="4711700" y="3556000"/>
          <p14:tracePt t="145621" x="4679950" y="3479800"/>
          <p14:tracePt t="145638" x="4654550" y="3460750"/>
          <p14:tracePt t="145656" x="4629150" y="3422650"/>
          <p14:tracePt t="145671" x="4616450" y="3409950"/>
          <p14:tracePt t="145705" x="4616450" y="3403600"/>
          <p14:tracePt t="145725" x="4622800" y="3403600"/>
          <p14:tracePt t="145737" x="4629150" y="3403600"/>
          <p14:tracePt t="145755" x="4641850" y="3403600"/>
          <p14:tracePt t="145771" x="4654550" y="3403600"/>
          <p14:tracePt t="145788" x="4692650" y="3409950"/>
          <p14:tracePt t="145804" x="4756150" y="3416300"/>
          <p14:tracePt t="145820" x="4826000" y="3422650"/>
          <p14:tracePt t="145838" x="4984750" y="3473450"/>
          <p14:tracePt t="145853" x="5213350" y="3562350"/>
          <p14:tracePt t="145870" x="5359400" y="3644900"/>
          <p14:tracePt t="145887" x="5632450" y="3854450"/>
          <p14:tracePt t="145903" x="5822950" y="4083050"/>
          <p14:tracePt t="145920" x="5918200" y="4197350"/>
          <p14:tracePt t="145937" x="6064250" y="4375150"/>
          <p14:tracePt t="145953" x="6184900" y="4502150"/>
          <p14:tracePt t="145971" x="6223000" y="4559300"/>
          <p14:tracePt t="145987" x="6248400" y="4603750"/>
          <p14:tracePt t="146003" x="6254750" y="4616450"/>
          <p14:tracePt t="146021" x="6280150" y="4679950"/>
          <p14:tracePt t="147910" x="6235700" y="4679950"/>
          <p14:tracePt t="147917" x="6108700" y="4667250"/>
          <p14:tracePt t="147933" x="5943600" y="4616450"/>
          <p14:tracePt t="147946" x="5715000" y="4572000"/>
          <p14:tracePt t="147963" x="5194300" y="4502150"/>
          <p14:tracePt t="147980" x="4768850" y="4470400"/>
          <p14:tracePt t="147996" x="4552950" y="4457700"/>
          <p14:tracePt t="148013" x="4203700" y="4432300"/>
          <p14:tracePt t="148030" x="3905250" y="4438650"/>
          <p14:tracePt t="148047" x="3765550" y="4438650"/>
          <p14:tracePt t="148063" x="3505200" y="4438650"/>
          <p14:tracePt t="148079" x="3232150" y="4438650"/>
          <p14:tracePt t="148096" x="3117850" y="4451350"/>
          <p14:tracePt t="148113" x="2978150" y="4457700"/>
          <p14:tracePt t="148129" x="2870200" y="4470400"/>
          <p14:tracePt t="148146" x="2832100" y="4464050"/>
          <p14:tracePt t="148163" x="2774950" y="4457700"/>
          <p14:tracePt t="148179" x="2717800" y="4445000"/>
          <p14:tracePt t="148196" x="2686050" y="4425950"/>
          <p14:tracePt t="148212" x="2571750" y="4375150"/>
          <p14:tracePt t="148229" x="2501900" y="4330700"/>
          <p14:tracePt t="148246" x="2336800" y="4216400"/>
          <p14:tracePt t="148262" x="2146300" y="4070350"/>
          <p14:tracePt t="148279" x="2025650" y="3994150"/>
          <p14:tracePt t="148296" x="1860550" y="3848100"/>
          <p14:tracePt t="148312" x="1714500" y="3689350"/>
          <p14:tracePt t="148329" x="1651000" y="3594100"/>
          <p14:tracePt t="148345" x="1549400" y="3422650"/>
          <p14:tracePt t="148362" x="1466850" y="3295650"/>
          <p14:tracePt t="148378" x="1447800" y="3238500"/>
          <p14:tracePt t="148395" x="1435100" y="3155950"/>
          <p14:tracePt t="148412" x="1435100" y="3124200"/>
          <p14:tracePt t="148429" x="1435100" y="3111500"/>
          <p14:tracePt t="148444" x="1441450" y="3098800"/>
          <p14:tracePt t="148462" x="1460500" y="3086100"/>
          <p14:tracePt t="148479" x="1473200" y="3086100"/>
          <p14:tracePt t="148494" x="1492250" y="3086100"/>
          <p14:tracePt t="148511" x="1504950" y="3086100"/>
          <p14:tracePt t="148528" x="1555750" y="3111500"/>
          <p14:tracePt t="148544" x="1568450" y="3117850"/>
          <p14:tracePt t="148561" x="1593850" y="3130550"/>
          <p14:tracePt t="148578" x="1625600" y="3168650"/>
          <p14:tracePt t="148594" x="1663700" y="3187700"/>
          <p14:tracePt t="148612" x="1689100" y="3225800"/>
          <p14:tracePt t="148627" x="1714500" y="3238500"/>
          <p14:tracePt t="148632" x="1727200" y="3257550"/>
          <p14:tracePt t="148644" x="1746250" y="3289300"/>
          <p14:tracePt t="148661" x="1809750" y="3359150"/>
          <p14:tracePt t="148678" x="1835150" y="3403600"/>
          <p14:tracePt t="148694" x="1866900" y="3454400"/>
          <p14:tracePt t="148711" x="1892300" y="3505200"/>
          <p14:tracePt t="148727" x="1917700" y="3530600"/>
          <p14:tracePt t="148744" x="1936750" y="3562350"/>
          <p14:tracePt t="148760" x="1962150" y="3600450"/>
          <p14:tracePt t="148777" x="1981200" y="3613150"/>
          <p14:tracePt t="148795" x="2000250" y="3644900"/>
          <p14:tracePt t="148810" x="2019300" y="3670300"/>
          <p14:tracePt t="148827" x="2038350" y="3695700"/>
          <p14:tracePt t="148844" x="2070100" y="3727450"/>
          <p14:tracePt t="148860" x="2089150" y="3752850"/>
          <p14:tracePt t="148877" x="2120900" y="3784600"/>
          <p14:tracePt t="148893" x="2139950" y="3816350"/>
          <p14:tracePt t="148910" x="2152650" y="3822700"/>
          <p14:tracePt t="148927" x="2165350" y="3822700"/>
          <p14:tracePt t="148984" x="2171700" y="3822700"/>
          <p14:tracePt t="149019" x="2178050" y="3822700"/>
          <p14:tracePt t="149040" x="2184400" y="3829050"/>
          <p14:tracePt t="149054" x="2197100" y="3835400"/>
          <p14:tracePt t="149062" x="2209800" y="3848100"/>
          <p14:tracePt t="149077" x="2228850" y="3867150"/>
          <p14:tracePt t="149093" x="2343150" y="3949700"/>
          <p14:tracePt t="149110" x="2425700" y="4006850"/>
          <p14:tracePt t="149125" x="2603500" y="4159250"/>
          <p14:tracePt t="149142" x="2711450" y="4229100"/>
          <p14:tracePt t="149146" x="2806700" y="4318000"/>
          <p14:tracePt t="149159" x="2997200" y="4464050"/>
          <p14:tracePt t="149176" x="3079750" y="4527550"/>
          <p14:tracePt t="149192" x="3149600" y="4597400"/>
          <p14:tracePt t="149209" x="3270250" y="4705350"/>
          <p14:tracePt t="149225" x="3352800" y="4800600"/>
          <p14:tracePt t="149243" x="3378200" y="4845050"/>
          <p14:tracePt t="149259" x="3409950" y="4908550"/>
          <p14:tracePt t="149275" x="3416300" y="4940300"/>
          <p14:tracePt t="149293" x="3416300" y="4972050"/>
          <p14:tracePt t="149308" x="3416300" y="4978400"/>
          <p14:tracePt t="149325" x="3416300" y="4997450"/>
          <p14:tracePt t="149342" x="3409950" y="5003800"/>
          <p14:tracePt t="149358" x="3403600" y="5010150"/>
          <p14:tracePt t="149375" x="3397250" y="5022850"/>
          <p14:tracePt t="149391" x="3384550" y="5022850"/>
          <p14:tracePt t="149408" x="3378200" y="5029200"/>
          <p14:tracePt t="149426" x="3352800" y="5035550"/>
          <p14:tracePt t="149441" x="3314700" y="5041900"/>
          <p14:tracePt t="149458" x="3282950" y="5041900"/>
          <p14:tracePt t="149476" x="3206750" y="5029200"/>
          <p14:tracePt t="149491" x="3149600" y="5022850"/>
          <p14:tracePt t="149508" x="3041650" y="4972050"/>
          <p14:tracePt t="149524" x="2952750" y="4927600"/>
          <p14:tracePt t="149541" x="2921000" y="4908550"/>
          <p14:tracePt t="149558" x="2876550" y="4883150"/>
          <p14:tracePt t="149574" x="2857500" y="4876800"/>
          <p14:tracePt t="149591" x="2851150" y="4876800"/>
          <p14:tracePt t="149651" x="2851150" y="4883150"/>
          <p14:tracePt t="149672" x="2851150" y="4889500"/>
          <p14:tracePt t="149693" x="2857500" y="4902200"/>
          <p14:tracePt t="149714" x="2863850" y="4908550"/>
          <p14:tracePt t="149742" x="2870200" y="4908550"/>
          <p14:tracePt t="149784" x="2876550" y="4914900"/>
          <p14:tracePt t="149847" x="2876550" y="4902200"/>
          <p14:tracePt t="149854" x="2870200" y="4895850"/>
          <p14:tracePt t="149861" x="2863850" y="4870450"/>
          <p14:tracePt t="149877" x="2825750" y="4826000"/>
          <p14:tracePt t="149890" x="2787650" y="4756150"/>
          <p14:tracePt t="149906" x="2616200" y="4514850"/>
          <p14:tracePt t="149923" x="2489200" y="4330700"/>
          <p14:tracePt t="149939" x="2178050" y="3867150"/>
          <p14:tracePt t="149956" x="1879600" y="3378200"/>
          <p14:tracePt t="149974" x="1676400" y="3028950"/>
          <p14:tracePt t="149989" x="1625600" y="2908300"/>
          <p14:tracePt t="150006" x="1530350" y="2736850"/>
          <p14:tracePt t="150023" x="1498600" y="2635250"/>
          <p14:tracePt t="150040" x="1485900" y="2609850"/>
          <p14:tracePt t="150056" x="1479550" y="2597150"/>
          <p14:tracePt t="150072" x="1479550" y="2571750"/>
          <p14:tracePt t="150107" x="1485900" y="2578100"/>
          <p14:tracePt t="150113" x="1485900" y="2584450"/>
          <p14:tracePt t="150127" x="1498600" y="2603500"/>
          <p14:tracePt t="150139" x="1504950" y="2603500"/>
          <p14:tracePt t="150156" x="1524000" y="2635250"/>
          <p14:tracePt t="150172" x="1530350" y="2660650"/>
          <p14:tracePt t="150189" x="1612900" y="2743200"/>
          <p14:tracePt t="150205" x="1803400" y="2952750"/>
          <p14:tracePt t="150222" x="1949450" y="3098800"/>
          <p14:tracePt t="150239" x="2336800" y="3517900"/>
          <p14:tracePt t="150256" x="2749550" y="3981450"/>
          <p14:tracePt t="150272" x="2952750" y="4178300"/>
          <p14:tracePt t="150289" x="3302000" y="4527550"/>
          <p14:tracePt t="150305" x="3581400" y="4775200"/>
          <p14:tracePt t="150322" x="3695700" y="4864100"/>
          <p14:tracePt t="150339" x="3860800" y="4978400"/>
          <p14:tracePt t="150355" x="3994150" y="5035550"/>
          <p14:tracePt t="150371" x="4064000" y="5054600"/>
          <p14:tracePt t="150388" x="4171950" y="5073650"/>
          <p14:tracePt t="150405" x="4210050" y="5073650"/>
          <p14:tracePt t="150422" x="4292600" y="5060950"/>
          <p14:tracePt t="150437" x="4343400" y="5048250"/>
          <p14:tracePt t="150455" x="4356100" y="5041900"/>
          <p14:tracePt t="150472" x="4375150" y="5016500"/>
          <p14:tracePt t="150488" x="4387850" y="5003800"/>
          <p14:tracePt t="150505" x="4394200" y="4984750"/>
          <p14:tracePt t="150521" x="4400550" y="4953000"/>
          <p14:tracePt t="150538" x="4413250" y="4902200"/>
          <p14:tracePt t="150554" x="4419600" y="4870450"/>
          <p14:tracePt t="150571" x="4457700" y="4787900"/>
          <p14:tracePt t="150588" x="4483100" y="4654550"/>
          <p14:tracePt t="150605" x="4546600" y="4483100"/>
          <p14:tracePt t="150620" x="4584700" y="4375150"/>
          <p14:tracePt t="150638" x="4692650" y="4133850"/>
          <p14:tracePt t="150654" x="4813300" y="3911600"/>
          <p14:tracePt t="150670" x="4864100" y="3829050"/>
          <p14:tracePt t="150687" x="4914900" y="3759200"/>
          <p14:tracePt t="150704" x="5016500" y="3657600"/>
          <p14:tracePt t="150720" x="5029200" y="3644900"/>
          <p14:tracePt t="150737" x="5054600" y="3638550"/>
          <p14:tracePt t="150753" x="5060950" y="3632200"/>
          <p14:tracePt t="150770" x="5067300" y="3632200"/>
          <p14:tracePt t="150803" x="5054600" y="3657600"/>
          <p14:tracePt t="151461" x="5149850" y="3657600"/>
          <p14:tracePt t="151469" x="5289550" y="3657600"/>
          <p14:tracePt t="151482" x="5429250" y="3663950"/>
          <p14:tracePt t="151489" x="5568950" y="3663950"/>
          <p14:tracePt t="151500" x="5670550" y="3695700"/>
          <p14:tracePt t="151517" x="5822950" y="3714750"/>
          <p14:tracePt t="151534" x="5880100" y="3721100"/>
          <p14:tracePt t="151552" x="5988050" y="3759200"/>
          <p14:tracePt t="151567" x="6057900" y="3816350"/>
          <p14:tracePt t="151584" x="6076950" y="3841750"/>
          <p14:tracePt t="151601" x="6102350" y="3873500"/>
          <p14:tracePt t="151617" x="6127750" y="3956050"/>
          <p14:tracePt t="151634" x="6146800" y="4038600"/>
          <p14:tracePt t="151651" x="6165850" y="4146550"/>
          <p14:tracePt t="151667" x="6165850" y="4171950"/>
          <p14:tracePt t="151670" x="6159500" y="4216400"/>
          <p14:tracePt t="151684" x="6159500" y="4241800"/>
          <p14:tracePt t="151700" x="6153150" y="4273550"/>
          <p14:tracePt t="151717" x="6146800" y="4286250"/>
          <p14:tracePt t="151734" x="6146800" y="4292600"/>
          <p14:tracePt t="151750" x="6134100" y="4292600"/>
          <p14:tracePt t="151770" x="6121400" y="4279900"/>
          <p14:tracePt t="151783" x="6108700" y="4260850"/>
          <p14:tracePt t="151800" x="6026150" y="4191000"/>
          <p14:tracePt t="151817" x="5943600" y="4121150"/>
          <p14:tracePt t="151833" x="5708650" y="3873500"/>
          <p14:tracePt t="151850" x="5327650" y="3479800"/>
          <p14:tracePt t="151867" x="5130800" y="3282950"/>
          <p14:tracePt t="151883" x="4743450" y="2863850"/>
          <p14:tracePt t="151900" x="4616450" y="2679700"/>
          <p14:tracePt t="151916" x="4413250" y="2432050"/>
          <p14:tracePt t="151933" x="4292600" y="2298700"/>
          <p14:tracePt t="151949" x="4248150" y="2254250"/>
          <p14:tracePt t="151966" x="4210050" y="2216150"/>
          <p14:tracePt t="152007" x="4216400" y="2222500"/>
          <p14:tracePt t="152021" x="4222750" y="2228850"/>
          <p14:tracePt t="152032" x="4235450" y="2241550"/>
          <p14:tracePt t="152049" x="4235450" y="2247900"/>
          <p14:tracePt t="152066" x="4273550" y="2260600"/>
          <p14:tracePt t="152083" x="4292600" y="2266950"/>
          <p14:tracePt t="153173" x="4324350" y="2317750"/>
          <p14:tracePt t="153180" x="4387850" y="2387600"/>
          <p14:tracePt t="153194" x="4445000" y="2451100"/>
          <p14:tracePt t="153201" x="4521200" y="2546350"/>
          <p14:tracePt t="153215" x="4597400" y="2647950"/>
          <p14:tracePt t="153229" x="4660900" y="2755900"/>
          <p14:tracePt t="153245" x="4800600" y="2971800"/>
          <p14:tracePt t="153261" x="4864100" y="3079750"/>
          <p14:tracePt t="153279" x="4978400" y="3263900"/>
          <p14:tracePt t="153295" x="5016500" y="3359150"/>
          <p14:tracePt t="153312" x="5086350" y="3530600"/>
          <p14:tracePt t="153328" x="5137150" y="3689350"/>
          <p14:tracePt t="153344" x="5181600" y="3771900"/>
          <p14:tracePt t="153361" x="5207000" y="3892550"/>
          <p14:tracePt t="153378" x="5226050" y="3949700"/>
          <p14:tracePt t="153394" x="5232400" y="3981450"/>
          <p14:tracePt t="153412" x="5232400" y="3994150"/>
          <p14:tracePt t="153454" x="5226050" y="3994150"/>
          <p14:tracePt t="153463" x="5226050" y="3987800"/>
          <p14:tracePt t="153483" x="5219700" y="3987800"/>
          <p14:tracePt t="153493" x="5213350" y="4013200"/>
          <p14:tracePt t="160703" x="5200650" y="4006850"/>
          <p14:tracePt t="160710" x="5194300" y="3987800"/>
          <p14:tracePt t="160724" x="5168900" y="3956050"/>
          <p14:tracePt t="160736" x="5130800" y="3886200"/>
          <p14:tracePt t="160754" x="5003800" y="3708400"/>
          <p14:tracePt t="160769" x="4914900" y="3600450"/>
          <p14:tracePt t="160786" x="4654550" y="3314700"/>
          <p14:tracePt t="160803" x="4406900" y="3048000"/>
          <p14:tracePt t="160819" x="4318000" y="2952750"/>
          <p14:tracePt t="160836" x="4197350" y="2819400"/>
          <p14:tracePt t="160853" x="4095750" y="2724150"/>
          <p14:tracePt t="160869" x="4044950" y="2679700"/>
          <p14:tracePt t="160886" x="3987800" y="2641600"/>
          <p14:tracePt t="160902" x="3816350" y="2527300"/>
          <p14:tracePt t="160919" x="3759200" y="2489200"/>
          <p14:tracePt t="160936" x="3644900" y="2425700"/>
          <p14:tracePt t="160952" x="3600450" y="2374900"/>
          <p14:tracePt t="160969" x="3498850" y="2298700"/>
          <p14:tracePt t="160985" x="3390900" y="2228850"/>
          <p14:tracePt t="161002" x="3333750" y="2190750"/>
          <p14:tracePt t="161018" x="3244850" y="2127250"/>
          <p14:tracePt t="161035" x="3155950" y="2070100"/>
          <p14:tracePt t="161051" x="3098800" y="2044700"/>
          <p14:tracePt t="161068" x="3009900" y="1968500"/>
          <p14:tracePt t="161084" x="2921000" y="1905000"/>
          <p14:tracePt t="161101" x="2876550" y="1866900"/>
          <p14:tracePt t="161118" x="2755900" y="1790700"/>
          <p14:tracePt t="161134" x="2635250" y="1714500"/>
          <p14:tracePt t="161151" x="2565400" y="1676400"/>
          <p14:tracePt t="161168" x="2400300" y="1574800"/>
          <p14:tracePt t="161184" x="2286000" y="1504950"/>
          <p14:tracePt t="161201" x="2241550" y="1473200"/>
          <p14:tracePt t="161218" x="2139950" y="1428750"/>
          <p14:tracePt t="161234" x="2095500" y="1397000"/>
          <p14:tracePt t="161251" x="2006600" y="1377950"/>
          <p14:tracePt t="161267" x="1987550" y="1371600"/>
          <p14:tracePt t="161284" x="1968500" y="1371600"/>
          <p14:tracePt t="161301" x="1943100" y="1365250"/>
          <p14:tracePt t="161317" x="1930400" y="1358900"/>
          <p14:tracePt t="161351" x="1924050" y="1358900"/>
          <p14:tracePt t="161412" x="1930400" y="1358900"/>
          <p14:tracePt t="161447" x="1930400" y="1365250"/>
          <p14:tracePt t="161475" x="1943100" y="1365250"/>
          <p14:tracePt t="161496" x="1949450" y="1365250"/>
          <p14:tracePt t="161503" x="1955800" y="1365250"/>
          <p14:tracePt t="161519" x="1962150" y="1384300"/>
          <p14:tracePt t="161533" x="1993900" y="1403350"/>
          <p14:tracePt t="161550" x="2006600" y="1416050"/>
          <p14:tracePt t="161567" x="2057400" y="1460500"/>
          <p14:tracePt t="161583" x="2095500" y="1498600"/>
          <p14:tracePt t="161599" x="2235200" y="1593850"/>
          <p14:tracePt t="161617" x="2349500" y="1682750"/>
          <p14:tracePt t="161633" x="2393950" y="1708150"/>
          <p14:tracePt t="161650" x="2444750" y="1733550"/>
          <p14:tracePt t="161666" x="2495550" y="1746250"/>
          <p14:tracePt t="161682" x="2508250" y="1752600"/>
          <p14:tracePt t="161699" x="2533650" y="1758950"/>
          <p14:tracePt t="161716" x="2559050" y="1758950"/>
          <p14:tracePt t="161732" x="2571750" y="1765300"/>
          <p14:tracePt t="161749" x="2597150" y="1765300"/>
          <p14:tracePt t="161765" x="2609850" y="1765300"/>
          <p14:tracePt t="161782" x="2616200" y="1771650"/>
          <p14:tracePt t="161854" x="2616200" y="1778000"/>
          <p14:tracePt t="161973" x="2609850" y="1778000"/>
          <p14:tracePt t="162589" x="2603500" y="1771650"/>
          <p14:tracePt t="162597" x="2603500" y="1765300"/>
          <p14:tracePt t="162609" x="2597150" y="1758950"/>
          <p14:tracePt t="162617" x="2597150" y="1746250"/>
          <p14:tracePt t="162645" x="2590800" y="1733550"/>
          <p14:tracePt t="162659" x="2590800" y="1727200"/>
          <p14:tracePt t="162666" x="2590800" y="1720850"/>
          <p14:tracePt t="162682" x="2590800" y="1714500"/>
          <p14:tracePt t="162696" x="2584450" y="1695450"/>
          <p14:tracePt t="162713" x="2578100" y="1695450"/>
          <p14:tracePt t="162730" x="2578100" y="1682750"/>
          <p14:tracePt t="162745" x="2578100" y="1676400"/>
          <p14:tracePt t="162762" x="2578100" y="1670050"/>
          <p14:tracePt t="162779" x="2578100" y="1657350"/>
          <p14:tracePt t="162795" x="2571750" y="1657350"/>
          <p14:tracePt t="162812" x="2571750" y="1644650"/>
          <p14:tracePt t="162829" x="2565400" y="1638300"/>
          <p14:tracePt t="162846" x="2565400" y="1625600"/>
          <p14:tracePt t="162862" x="2565400" y="1619250"/>
          <p14:tracePt t="162897" x="2565400" y="1612900"/>
          <p14:tracePt t="162939" x="2559050" y="1606550"/>
          <p14:tracePt t="162974" x="2552700" y="1600200"/>
          <p14:tracePt t="163030" x="2540000" y="1600200"/>
          <p14:tracePt t="163045" x="2540000" y="1593850"/>
          <p14:tracePt t="163080" x="2533650" y="1587500"/>
          <p14:tracePt t="163108" x="2533650" y="1581150"/>
          <p14:tracePt t="163136" x="2533650" y="1574800"/>
          <p14:tracePt t="163178" x="2533650" y="1568450"/>
          <p14:tracePt t="163206" x="2533650" y="1562100"/>
          <p14:tracePt t="163228" x="2533650" y="1555750"/>
          <p14:tracePt t="163248" x="2533650" y="1549400"/>
          <p14:tracePt t="163276" x="2533650" y="1543050"/>
          <p14:tracePt t="163318" x="2540000" y="1543050"/>
          <p14:tracePt t="163760" x="2533650" y="1543050"/>
          <p14:tracePt t="163767" x="2508250" y="1536700"/>
          <p14:tracePt t="163781" x="2489200" y="1536700"/>
          <p14:tracePt t="163792" x="2457450" y="1530350"/>
          <p14:tracePt t="163809" x="2400300" y="1530350"/>
          <p14:tracePt t="163825" x="2381250" y="1524000"/>
          <p14:tracePt t="163842" x="2324100" y="1524000"/>
          <p14:tracePt t="163859" x="2305050" y="1524000"/>
          <p14:tracePt t="163875" x="2254250" y="1524000"/>
          <p14:tracePt t="163891" x="2203450" y="1524000"/>
          <p14:tracePt t="163908" x="2171700" y="1524000"/>
          <p14:tracePt t="163925" x="2139950" y="1524000"/>
          <p14:tracePt t="163941" x="2133600" y="1524000"/>
          <p14:tracePt t="163958" x="2057400" y="1517650"/>
          <p14:tracePt t="163974" x="2032000" y="1517650"/>
          <p14:tracePt t="163992" x="1981200" y="1517650"/>
          <p14:tracePt t="164008" x="1955800" y="1517650"/>
          <p14:tracePt t="164024" x="1898650" y="1517650"/>
          <p14:tracePt t="164042" x="1841500" y="1517650"/>
          <p14:tracePt t="164058" x="1816100" y="1517650"/>
          <p14:tracePt t="164075" x="1778000" y="1517650"/>
          <p14:tracePt t="164091" x="1752600" y="1517650"/>
          <p14:tracePt t="164108" x="1746250" y="1517650"/>
          <p14:tracePt t="164124" x="1733550" y="1517650"/>
          <p14:tracePt t="164251" x="1739900" y="1517650"/>
          <p14:tracePt t="164258" x="1746250" y="1517650"/>
          <p14:tracePt t="164272" x="1758950" y="1517650"/>
          <p14:tracePt t="164279" x="1765300" y="1517650"/>
          <p14:tracePt t="164293" x="1784350" y="1511300"/>
          <p14:tracePt t="164307" x="1847850" y="1511300"/>
          <p14:tracePt t="164323" x="1898650" y="1511300"/>
          <p14:tracePt t="164340" x="1968500" y="1504950"/>
          <p14:tracePt t="164357" x="2108200" y="1492250"/>
          <p14:tracePt t="164373" x="2260600" y="1485900"/>
          <p14:tracePt t="164392" x="2393950" y="1466850"/>
          <p14:tracePt t="164407" x="2432050" y="1466850"/>
          <p14:tracePt t="164423" x="2476500" y="1447800"/>
          <p14:tracePt t="164441" x="2489200" y="1447800"/>
          <p14:tracePt t="164473" x="2482850" y="1447800"/>
          <p14:tracePt t="164490" x="2463800" y="1447800"/>
          <p14:tracePt t="164506" x="2451100" y="1447800"/>
          <p14:tracePt t="164523" x="2413000" y="1460500"/>
          <p14:tracePt t="164539" x="2317750" y="1473200"/>
          <p14:tracePt t="164556" x="2254250" y="1473200"/>
          <p14:tracePt t="164574" x="2076450" y="1485900"/>
          <p14:tracePt t="164589" x="1860550" y="1485900"/>
          <p14:tracePt t="164606" x="1771650" y="1485900"/>
          <p14:tracePt t="164623" x="1631950" y="1485900"/>
          <p14:tracePt t="164639" x="1574800" y="1479550"/>
          <p14:tracePt t="164656" x="1530350" y="1473200"/>
          <p14:tracePt t="164672" x="1511300" y="1466850"/>
          <p14:tracePt t="164689" x="1504950" y="1466850"/>
          <p14:tracePt t="164722" x="1517650" y="1473200"/>
          <p14:tracePt t="164739" x="1524000" y="1479550"/>
          <p14:tracePt t="164756" x="1549400" y="1479550"/>
          <p14:tracePt t="164772" x="1593850" y="1479550"/>
          <p14:tracePt t="164789" x="1612900" y="1479550"/>
          <p14:tracePt t="164805" x="1695450" y="1473200"/>
          <p14:tracePt t="164821" x="1797050" y="1454150"/>
          <p14:tracePt t="164838" x="1841500" y="1441450"/>
          <p14:tracePt t="164855" x="1898650" y="1428750"/>
          <p14:tracePt t="164872" x="1943100" y="1416050"/>
          <p14:tracePt t="164889" x="1949450" y="1409700"/>
          <p14:tracePt t="164905" x="1962150" y="1409700"/>
          <p14:tracePt t="164921" x="1968500" y="1403350"/>
          <p14:tracePt t="164939" x="1974850" y="1403350"/>
          <p14:tracePt t="164954" x="1981200" y="1403350"/>
          <p14:tracePt t="164971" x="1987550" y="1403350"/>
          <p14:tracePt t="164989" x="1993900" y="1403350"/>
          <p14:tracePt t="165008" x="2000250" y="1403350"/>
          <p14:tracePt t="165029" x="2006600" y="1409700"/>
          <p14:tracePt t="165078" x="2006600" y="1416050"/>
          <p14:tracePt t="165099" x="2000250" y="1416050"/>
          <p14:tracePt t="165141" x="1993900" y="1416050"/>
          <p14:tracePt t="165350" x="2063750" y="1511300"/>
          <p14:tracePt t="165357" x="2190750" y="1695450"/>
          <p14:tracePt t="165370" x="2292350" y="1828800"/>
          <p14:tracePt t="165386" x="2527300" y="2089150"/>
          <p14:tracePt t="165403" x="2686050" y="2209800"/>
          <p14:tracePt t="165420" x="3035300" y="2609850"/>
          <p14:tracePt t="165436" x="3143250" y="2730500"/>
          <p14:tracePt t="165453" x="3225800" y="2813050"/>
          <p14:tracePt t="165469" x="3371850" y="2990850"/>
          <p14:tracePt t="165486" x="3492500" y="3111500"/>
          <p14:tracePt t="165503" x="3543300" y="3168650"/>
          <p14:tracePt t="165519" x="3638550" y="3282950"/>
          <p14:tracePt t="165536" x="3702050" y="3378200"/>
          <p14:tracePt t="165554" x="3765550" y="3467100"/>
          <p14:tracePt t="165569" x="3790950" y="3498850"/>
          <p14:tracePt t="165586" x="3816350" y="3543300"/>
          <p14:tracePt t="165603" x="3829050" y="3568700"/>
          <p14:tracePt t="165619" x="3835400" y="3581400"/>
          <p14:tracePt t="165635" x="3841750" y="3594100"/>
          <p14:tracePt t="165652" x="3841750" y="3606800"/>
          <p14:tracePt t="165669" x="3835400" y="3606800"/>
          <p14:tracePt t="165686" x="3816350" y="3613150"/>
          <p14:tracePt t="165701" x="3759200" y="3625850"/>
          <p14:tracePt t="165719" x="3702050" y="3625850"/>
          <p14:tracePt t="165735" x="3625850" y="3625850"/>
          <p14:tracePt t="165752" x="3422650" y="3600450"/>
          <p14:tracePt t="165768" x="3219450" y="3517900"/>
          <p14:tracePt t="165785" x="3079750" y="3403600"/>
          <p14:tracePt t="165801" x="3022600" y="3333750"/>
          <p14:tracePt t="165818" x="2971800" y="3225800"/>
          <p14:tracePt t="165835" x="2978150" y="3124200"/>
          <p14:tracePt t="165851" x="3003550" y="3092450"/>
          <p14:tracePt t="165869" x="3092450" y="3048000"/>
          <p14:tracePt t="165884" x="3257550" y="3028950"/>
          <p14:tracePt t="165901" x="3416300" y="3035300"/>
          <p14:tracePt t="165918" x="3771900" y="3111500"/>
          <p14:tracePt t="165934" x="3917950" y="3187700"/>
          <p14:tracePt t="165951" x="4171950" y="3422650"/>
          <p14:tracePt t="165968" x="4318000" y="3752850"/>
          <p14:tracePt t="165984" x="4349750" y="4095750"/>
          <p14:tracePt t="166001" x="4330700" y="4241800"/>
          <p14:tracePt t="166017" x="4159250" y="4629150"/>
          <p14:tracePt t="166034" x="4057650" y="4781550"/>
          <p14:tracePt t="166051" x="3790950" y="5099050"/>
          <p14:tracePt t="166067" x="3683000" y="5149850"/>
          <p14:tracePt t="166083" x="3594100" y="5162550"/>
          <p14:tracePt t="166100" x="3422650" y="5124450"/>
          <p14:tracePt t="166117" x="3194050" y="4914900"/>
          <p14:tracePt t="166134" x="3067050" y="4730750"/>
          <p14:tracePt t="166150" x="2851150" y="4337050"/>
          <p14:tracePt t="166167" x="2711450" y="3886200"/>
          <p14:tracePt t="166185" x="2635250" y="3441700"/>
          <p14:tracePt t="166200" x="2654300" y="3295650"/>
          <p14:tracePt t="166216" x="2711450" y="3086100"/>
          <p14:tracePt t="166234" x="2813050" y="2933700"/>
          <p14:tracePt t="166250" x="2876550" y="2876550"/>
          <p14:tracePt t="166267" x="3016250" y="2774950"/>
          <p14:tracePt t="166283" x="3232150" y="2717800"/>
          <p14:tracePt t="166300" x="3371850" y="2705100"/>
          <p14:tracePt t="166316" x="3511550" y="2705100"/>
          <p14:tracePt t="166333" x="3784600" y="2755900"/>
          <p14:tracePt t="166350" x="3841750" y="2794000"/>
          <p14:tracePt t="166353" x="3892550" y="2851150"/>
          <p14:tracePt t="166369" x="3917950" y="2908300"/>
          <p14:tracePt t="166382" x="3930650" y="2952750"/>
          <p14:tracePt t="166399" x="3937000" y="3048000"/>
          <p14:tracePt t="166416" x="3924300" y="3086100"/>
          <p14:tracePt t="166433" x="3860800" y="3213100"/>
          <p14:tracePt t="166449" x="3733800" y="3365500"/>
          <p14:tracePt t="166466" x="3581400" y="3492500"/>
          <p14:tracePt t="166482" x="3486150" y="3530600"/>
          <p14:tracePt t="166499" x="3282950" y="3594100"/>
          <p14:tracePt t="166515" x="3041650" y="3600450"/>
          <p14:tracePt t="166532" x="2921000" y="3568700"/>
          <p14:tracePt t="166549" x="2609850" y="3454400"/>
          <p14:tracePt t="166565" x="2425700" y="3346450"/>
          <p14:tracePt t="166582" x="2178050" y="3143250"/>
          <p14:tracePt t="166599" x="2038350" y="2946400"/>
          <p14:tracePt t="166615" x="1974850" y="2736850"/>
          <p14:tracePt t="166632" x="1955800" y="2641600"/>
          <p14:tracePt t="166648" x="1968500" y="2501900"/>
          <p14:tracePt t="166665" x="1993900" y="2457450"/>
          <p14:tracePt t="166683" x="2159000" y="2324100"/>
          <p14:tracePt t="166698" x="2228850" y="2279650"/>
          <p14:tracePt t="166715" x="2305050" y="2260600"/>
          <p14:tracePt t="166732" x="2463800" y="2254250"/>
          <p14:tracePt t="166748" x="2584450" y="2286000"/>
          <p14:tracePt t="166765" x="2628900" y="2317750"/>
          <p14:tracePt t="166781" x="2705100" y="2413000"/>
          <p14:tracePt t="166798" x="2743200" y="2501900"/>
          <p14:tracePt t="166815" x="2755900" y="2552700"/>
          <p14:tracePt t="166831" x="2762250" y="2635250"/>
          <p14:tracePt t="166847" x="2762250" y="2711450"/>
          <p14:tracePt t="166865" x="2762250" y="2800350"/>
          <p14:tracePt t="166881" x="2762250" y="2863850"/>
          <p14:tracePt t="166898" x="2762250" y="2946400"/>
          <p14:tracePt t="166914" x="2749550" y="3276600"/>
          <p14:tracePt t="166931" x="2749550" y="3371850"/>
          <p14:tracePt t="166948" x="2736850" y="3479800"/>
          <p14:tracePt t="166964" x="2679700" y="3740150"/>
          <p14:tracePt t="166980" x="2660650" y="3784600"/>
          <p14:tracePt t="166998" x="2628900" y="3848100"/>
          <p14:tracePt t="167013" x="2616200" y="3860800"/>
          <p14:tracePt t="167030" x="2590800" y="3867150"/>
          <p14:tracePt t="167048" x="2571750" y="3867150"/>
          <p14:tracePt t="167064" x="2559050" y="3860800"/>
          <p14:tracePt t="167080" x="2527300" y="3829050"/>
          <p14:tracePt t="167097" x="2489200" y="3810000"/>
          <p14:tracePt t="167114" x="2476500" y="3797300"/>
          <p14:tracePt t="167131" x="2451100" y="3778250"/>
          <p14:tracePt t="167147" x="2432050" y="3771900"/>
          <p14:tracePt t="167164" x="2425700" y="3771900"/>
          <p14:tracePt t="167180" x="2419350" y="3771900"/>
          <p14:tracePt t="167197" x="2413000" y="3771900"/>
          <p14:tracePt t="167230" x="2400300" y="3771900"/>
          <p14:tracePt t="167246" x="2393950" y="3759200"/>
          <p14:tracePt t="167538" x="2355850" y="3676650"/>
          <p14:tracePt t="167544" x="2286000" y="3543300"/>
          <p14:tracePt t="167559" x="2197100" y="3390900"/>
          <p14:tracePt t="167566" x="2139950" y="3251200"/>
          <p14:tracePt t="167582" x="2076450" y="3143250"/>
          <p14:tracePt t="167595" x="2025650" y="3035300"/>
          <p14:tracePt t="167612" x="1955800" y="2908300"/>
          <p14:tracePt t="167629" x="1892300" y="2832100"/>
          <p14:tracePt t="167645" x="1879600" y="2800350"/>
          <p14:tracePt t="167662" x="1847850" y="2774950"/>
          <p14:tracePt t="167679" x="1835150" y="2768600"/>
          <p14:tracePt t="167694" x="1828800" y="2768600"/>
          <p14:tracePt t="167712" x="1822450" y="2768600"/>
          <p14:tracePt t="167748" x="1816100" y="2768600"/>
          <p14:tracePt t="167769" x="1816100" y="2774950"/>
          <p14:tracePt t="167778" x="1816100" y="2781300"/>
          <p14:tracePt t="167794" x="1816100" y="2787650"/>
          <p14:tracePt t="167812" x="1822450" y="2806700"/>
          <p14:tracePt t="167828" x="1835150" y="2825750"/>
          <p14:tracePt t="167845" x="1841500" y="2844800"/>
          <p14:tracePt t="167861" x="1847850" y="2870200"/>
          <p14:tracePt t="167877" x="1854200" y="2889250"/>
          <p14:tracePt t="167881" x="1860550" y="2908300"/>
          <p14:tracePt t="167895" x="1905000" y="2971800"/>
          <p14:tracePt t="167911" x="1943100" y="3028950"/>
          <p14:tracePt t="167927" x="2000250" y="3136900"/>
          <p14:tracePt t="167945" x="2184400" y="3435350"/>
          <p14:tracePt t="167960" x="2438400" y="3867150"/>
          <p14:tracePt t="167977" x="2559050" y="4095750"/>
          <p14:tracePt t="167994" x="2806700" y="4502150"/>
          <p14:tracePt t="168010" x="3003550" y="4832350"/>
          <p14:tracePt t="168027" x="3067050" y="4940300"/>
          <p14:tracePt t="168044" x="3149600" y="5092700"/>
          <p14:tracePt t="168060" x="3181350" y="5168900"/>
          <p14:tracePt t="168077" x="3187700" y="5187950"/>
          <p14:tracePt t="168094" x="3194050" y="5194300"/>
          <p14:tracePt t="168120" x="3194050" y="5181600"/>
          <p14:tracePt t="168130" x="3187700" y="5168900"/>
          <p14:tracePt t="168143" x="3181350" y="5137150"/>
          <p14:tracePt t="168160" x="3162300" y="5099050"/>
          <p14:tracePt t="168176" x="3130550" y="4997450"/>
          <p14:tracePt t="168193" x="3009900" y="4794250"/>
          <p14:tracePt t="168210" x="2889250" y="4629150"/>
          <p14:tracePt t="168226" x="2559050" y="4159250"/>
          <p14:tracePt t="168243" x="2260600" y="3740150"/>
          <p14:tracePt t="168260" x="1936750" y="3295650"/>
          <p14:tracePt t="168276" x="1816100" y="3136900"/>
          <p14:tracePt t="168293" x="1644650" y="2914650"/>
          <p14:tracePt t="168310" x="1549400" y="2800350"/>
          <p14:tracePt t="168326" x="1524000" y="2774950"/>
          <p14:tracePt t="168343" x="1517650" y="2762250"/>
          <p14:tracePt t="168359" x="1517650" y="2774950"/>
          <p14:tracePt t="168376" x="1517650" y="2794000"/>
          <p14:tracePt t="168380" x="1536700" y="2819400"/>
          <p14:tracePt t="168393" x="1549400" y="2857500"/>
          <p14:tracePt t="168409" x="1587500" y="2908300"/>
          <p14:tracePt t="168426" x="1651000" y="2984500"/>
          <p14:tracePt t="168443" x="1866900" y="3213100"/>
          <p14:tracePt t="168459" x="2311400" y="3638550"/>
          <p14:tracePt t="168476" x="2559050" y="3873500"/>
          <p14:tracePt t="168492" x="3149600" y="4394200"/>
          <p14:tracePt t="168509" x="3384550" y="4641850"/>
          <p14:tracePt t="168526" x="3759200" y="5029200"/>
          <p14:tracePt t="168542" x="3962400" y="5257800"/>
          <p14:tracePt t="168559" x="4013200" y="5327650"/>
          <p14:tracePt t="168576" x="4070350" y="5384800"/>
          <p14:tracePt t="168592" x="4095750" y="5403850"/>
          <p14:tracePt t="168625" x="4095750" y="5397500"/>
          <p14:tracePt t="168642" x="4076700" y="5365750"/>
          <p14:tracePt t="168658" x="4070350" y="5334000"/>
          <p14:tracePt t="168675" x="4044950" y="5251450"/>
          <p14:tracePt t="168691" x="3956050" y="5124450"/>
          <p14:tracePt t="168709" x="3790950" y="4921250"/>
          <p14:tracePt t="168724" x="3683000" y="4781550"/>
          <p14:tracePt t="168741" x="3448050" y="4438650"/>
          <p14:tracePt t="168758" x="3257550" y="4133850"/>
          <p14:tracePt t="168775" x="3149600" y="4013200"/>
          <p14:tracePt t="168791" x="3054350" y="3879850"/>
          <p14:tracePt t="168808" x="2838450" y="3568700"/>
          <p14:tracePt t="168824" x="2774950" y="3486150"/>
          <p14:tracePt t="168841" x="2736850" y="3441700"/>
          <p14:tracePt t="168858" x="2698750" y="3378200"/>
          <p14:tracePt t="168874" x="2686050" y="3352800"/>
          <p14:tracePt t="168891" x="2686050" y="3346450"/>
          <p14:tracePt t="168934" x="2698750" y="3352800"/>
          <p14:tracePt t="168942" x="2705100" y="3365500"/>
          <p14:tracePt t="168947" x="2711450" y="3384550"/>
          <p14:tracePt t="168961" x="2724150" y="3397250"/>
          <p14:tracePt t="168974" x="2730500" y="3403600"/>
          <p14:tracePt t="168991" x="2749550" y="3403600"/>
          <p14:tracePt t="169024" x="2781300" y="3416300"/>
          <p14:tracePt t="169041" x="2851150" y="3467100"/>
          <p14:tracePt t="169057" x="2946400" y="3543300"/>
          <p14:tracePt t="169074" x="3086100" y="3638550"/>
          <p14:tracePt t="169090" x="3822700" y="4165600"/>
          <p14:tracePt t="169107" x="4076700" y="4324350"/>
          <p14:tracePt t="169125" x="4565650" y="4635500"/>
          <p14:tracePt t="169140" x="4768850" y="4756150"/>
          <p14:tracePt t="169157" x="4914900" y="4826000"/>
          <p14:tracePt t="169174" x="5124450" y="4902200"/>
          <p14:tracePt t="169190" x="5226050" y="4908550"/>
          <p14:tracePt t="169207" x="5257800" y="4902200"/>
          <p14:tracePt t="169223" x="5257800" y="4883150"/>
          <p14:tracePt t="169240" x="5257800" y="4876800"/>
          <p14:tracePt t="169257" x="5264150" y="4864100"/>
          <p14:tracePt t="169273" x="5264150" y="4845050"/>
          <p14:tracePt t="170966" x="5264150" y="4838700"/>
          <p14:tracePt t="170972" x="5264150" y="4832350"/>
          <p14:tracePt t="170987" x="5264150" y="4826000"/>
          <p14:tracePt t="171000" x="5276850" y="4813300"/>
          <p14:tracePt t="171017" x="5289550" y="4768850"/>
          <p14:tracePt t="171033" x="5295900" y="4737100"/>
          <p14:tracePt t="171050" x="5327650" y="4629150"/>
          <p14:tracePt t="171067" x="5353050" y="4508500"/>
          <p14:tracePt t="171084" x="5372100" y="4362450"/>
          <p14:tracePt t="171100" x="5384800" y="4286250"/>
          <p14:tracePt t="171116" x="5384800" y="4095750"/>
          <p14:tracePt t="171134" x="5384800" y="3892550"/>
          <p14:tracePt t="171150" x="5384800" y="3778250"/>
          <p14:tracePt t="171166" x="5378450" y="3689350"/>
          <p14:tracePt t="171183" x="5378450" y="3422650"/>
          <p14:tracePt t="171200" x="5378450" y="3346450"/>
          <p14:tracePt t="171216" x="5378450" y="3282950"/>
          <p14:tracePt t="171233" x="5384800" y="3155950"/>
          <p14:tracePt t="171249" x="5391150" y="3060700"/>
          <p14:tracePt t="171267" x="5397500" y="2978150"/>
          <p14:tracePt t="171282" x="5410200" y="2952750"/>
          <p14:tracePt t="171299" x="5410200" y="2882900"/>
          <p14:tracePt t="171316" x="5416550" y="2825750"/>
          <p14:tracePt t="171332" x="5416550" y="2794000"/>
          <p14:tracePt t="171349" x="5397500" y="2749550"/>
          <p14:tracePt t="171366" x="5384800" y="2705100"/>
          <p14:tracePt t="171382" x="5372100" y="2686050"/>
          <p14:tracePt t="171400" x="5359400" y="2654300"/>
          <p14:tracePt t="171416" x="5340350" y="2641600"/>
          <p14:tracePt t="171432" x="5334000" y="2635250"/>
          <p14:tracePt t="171436" x="5327650" y="2628900"/>
          <p14:tracePt t="171456" x="5321300" y="2628900"/>
          <p14:tracePt t="171465" x="5314950" y="2622550"/>
          <p14:tracePt t="171481" x="5302250" y="2622550"/>
          <p14:tracePt t="171498" x="5276850" y="2609850"/>
          <p14:tracePt t="171515" x="5264150" y="2597150"/>
          <p14:tracePt t="171939" x="5200650" y="2540000"/>
          <p14:tracePt t="171945" x="5105400" y="2457450"/>
          <p14:tracePt t="171960" x="5010150" y="2362200"/>
          <p14:tracePt t="171967" x="4895850" y="2247900"/>
          <p14:tracePt t="171983" x="4724400" y="2089150"/>
          <p14:tracePt t="171996" x="4362450" y="1771650"/>
          <p14:tracePt t="172013" x="4191000" y="1619250"/>
          <p14:tracePt t="172030" x="3962400" y="1422400"/>
          <p14:tracePt t="172046" x="3886200" y="1358900"/>
          <p14:tracePt t="172063" x="3740150" y="1276350"/>
          <p14:tracePt t="172080" x="3625850" y="1225550"/>
          <p14:tracePt t="172096" x="3587750" y="1212850"/>
          <p14:tracePt t="172114" x="3473450" y="1200150"/>
          <p14:tracePt t="172129" x="3448050" y="1187450"/>
          <p14:tracePt t="172146" x="3403600" y="1193800"/>
          <p14:tracePt t="172163" x="3333750" y="1200150"/>
          <p14:tracePt t="172179" x="3244850" y="1200150"/>
          <p14:tracePt t="172196" x="3200400" y="1200150"/>
          <p14:tracePt t="172213" x="3060700" y="1200150"/>
          <p14:tracePt t="172229" x="2876550" y="1231900"/>
          <p14:tracePt t="172247" x="2673350" y="1295400"/>
          <p14:tracePt t="172262" x="2552700" y="1327150"/>
          <p14:tracePt t="172279" x="2292350" y="1377950"/>
          <p14:tracePt t="172297" x="2076450" y="1435100"/>
          <p14:tracePt t="172312" x="1981200" y="1454150"/>
          <p14:tracePt t="172329" x="1905000" y="1473200"/>
          <p14:tracePt t="172346" x="1733550" y="1498600"/>
          <p14:tracePt t="172362" x="1676400" y="1517650"/>
          <p14:tracePt t="172378" x="1619250" y="1536700"/>
          <p14:tracePt t="172395" x="1562100" y="1562100"/>
          <p14:tracePt t="172412" x="1517650" y="1574800"/>
          <p14:tracePt t="172429" x="1492250" y="1581150"/>
          <p14:tracePt t="172445" x="1485900" y="1587500"/>
          <p14:tracePt t="172462" x="1479550" y="1587500"/>
          <p14:tracePt t="172485" x="1479550" y="1581150"/>
          <p14:tracePt t="172499" x="1473200" y="1574800"/>
          <p14:tracePt t="172527" x="1473200" y="1568450"/>
          <p14:tracePt t="172591" x="1479550" y="1568450"/>
          <p14:tracePt t="172597" x="1485900" y="1568450"/>
          <p14:tracePt t="172614" x="1498600" y="1562100"/>
          <p14:tracePt t="172628" x="1517650" y="1562100"/>
          <p14:tracePt t="172645" x="1536700" y="1555750"/>
          <p14:tracePt t="172661" x="1562100" y="1555750"/>
          <p14:tracePt t="172677" x="1568450" y="1555750"/>
          <p14:tracePt t="172696" x="1651000" y="1555750"/>
          <p14:tracePt t="172711" x="1701800" y="1555750"/>
          <p14:tracePt t="172728" x="1752600" y="1555750"/>
          <p14:tracePt t="172745" x="1892300" y="1555750"/>
          <p14:tracePt t="172761" x="2006600" y="1555750"/>
          <p14:tracePt t="172778" x="2051050" y="1549400"/>
          <p14:tracePt t="172794" x="2101850" y="1549400"/>
          <p14:tracePt t="172811" x="2127250" y="1549400"/>
          <p14:tracePt t="172828" x="2133600" y="1549400"/>
          <p14:tracePt t="172906" x="2139950" y="1549400"/>
          <p14:tracePt t="172948" x="2146300" y="1549400"/>
          <p14:tracePt t="172969" x="2152650" y="1549400"/>
          <p14:tracePt t="172975" x="2159000" y="1549400"/>
          <p14:tracePt t="172990" x="2165350" y="1549400"/>
          <p14:tracePt t="172997" x="2178050" y="1549400"/>
          <p14:tracePt t="173018" x="2197100" y="1549400"/>
          <p14:tracePt t="173032" x="2209800" y="1549400"/>
          <p14:tracePt t="173043" x="2241550" y="1549400"/>
          <p14:tracePt t="173060" x="2317750" y="1549400"/>
          <p14:tracePt t="173076" x="2355850" y="1549400"/>
          <p14:tracePt t="173093" x="2463800" y="1549400"/>
          <p14:tracePt t="173110" x="2578100" y="1562100"/>
          <p14:tracePt t="173126" x="2641600" y="1562100"/>
          <p14:tracePt t="173143" x="2755900" y="1562100"/>
          <p14:tracePt t="173159" x="2838450" y="1555750"/>
          <p14:tracePt t="173176" x="2876550" y="1549400"/>
          <p14:tracePt t="173193" x="2921000" y="1536700"/>
          <p14:tracePt t="173209" x="2946400" y="1530350"/>
          <p14:tracePt t="173226" x="2959100" y="1524000"/>
          <p14:tracePt t="173242" x="2978150" y="1517650"/>
          <p14:tracePt t="173259" x="2997200" y="1511300"/>
          <p14:tracePt t="173275" x="3003550" y="1511300"/>
          <p14:tracePt t="173292" x="3048000" y="1511300"/>
          <p14:tracePt t="173309" x="3086100" y="1511300"/>
          <p14:tracePt t="173326" x="3213100" y="1511300"/>
          <p14:tracePt t="173342" x="3403600" y="1524000"/>
          <p14:tracePt t="173359" x="3492500" y="1530350"/>
          <p14:tracePt t="173376" x="3695700" y="1530350"/>
          <p14:tracePt t="173392" x="3879850" y="1549400"/>
          <p14:tracePt t="173409" x="3956050" y="1562100"/>
          <p14:tracePt t="173425" x="4070350" y="1568450"/>
          <p14:tracePt t="173442" x="4121150" y="1574800"/>
          <p14:tracePt t="173459" x="4133850" y="1574800"/>
          <p14:tracePt t="173510" x="4127500" y="1581150"/>
          <p14:tracePt t="173523" x="4121150" y="1581150"/>
          <p14:tracePt t="173530" x="4114800" y="1581150"/>
          <p14:tracePt t="173541" x="4114800" y="1587500"/>
          <p14:tracePt t="173559" x="4102100" y="1600200"/>
          <p14:tracePt t="173575" x="4102100" y="1606550"/>
          <p14:tracePt t="173591" x="4102100" y="1619250"/>
          <p14:tracePt t="173608" x="4133850" y="1701800"/>
          <p14:tracePt t="173624" x="4165600" y="1784350"/>
          <p14:tracePt t="173641" x="4210050" y="1885950"/>
          <p14:tracePt t="173658" x="4318000" y="2209800"/>
          <p14:tracePt t="173674" x="4533900" y="2717800"/>
          <p14:tracePt t="173693" x="4800600" y="3333750"/>
          <p14:tracePt t="173708" x="4933950" y="3632200"/>
          <p14:tracePt t="173724" x="5105400" y="3962400"/>
          <p14:tracePt t="173741" x="5422900" y="4648200"/>
          <p14:tracePt t="173757" x="5480050" y="4787900"/>
          <p14:tracePt t="173774" x="5537200" y="4933950"/>
          <p14:tracePt t="173790" x="5556250" y="5003800"/>
          <p14:tracePt t="173807" x="5568950" y="5016500"/>
          <p14:tracePt t="173824" x="5581650" y="5029200"/>
          <p14:tracePt t="173840" x="5588000" y="5035550"/>
          <p14:tracePt t="173857" x="5594350" y="5035550"/>
          <p14:tracePt t="173874" x="5600700" y="5035550"/>
          <p14:tracePt t="173890" x="5607050" y="5035550"/>
          <p14:tracePt t="173910" x="5607050" y="5029200"/>
          <p14:tracePt t="173925" x="5600700" y="5022850"/>
          <p14:tracePt t="173940" x="5594350" y="5016500"/>
          <p14:tracePt t="173957" x="5588000" y="4997450"/>
          <p14:tracePt t="173973" x="5556250" y="4972050"/>
          <p14:tracePt t="173990" x="5543550" y="4953000"/>
          <p14:tracePt t="173993" x="5524500" y="4927600"/>
          <p14:tracePt t="174006" x="5473700" y="4883150"/>
          <p14:tracePt t="174023" x="5314950" y="4699000"/>
          <p14:tracePt t="174039" x="5175250" y="4552950"/>
          <p14:tracePt t="174056" x="4870450" y="4210050"/>
          <p14:tracePt t="174073" x="4521200" y="3803650"/>
          <p14:tracePt t="174089" x="4356100" y="3613150"/>
          <p14:tracePt t="174106" x="4038600" y="3289300"/>
          <p14:tracePt t="174123" x="3867150" y="3111500"/>
          <p14:tracePt t="174140" x="3810000" y="3060700"/>
          <p14:tracePt t="174156" x="3765550" y="3022600"/>
          <p14:tracePt t="174172" x="3746500" y="3028950"/>
          <p14:tracePt t="174190" x="3746500" y="3067050"/>
          <p14:tracePt t="174206" x="3746500" y="3086100"/>
          <p14:tracePt t="174222" x="3759200" y="3105150"/>
          <p14:tracePt t="174239" x="3898900" y="3302000"/>
          <p14:tracePt t="174256" x="4019550" y="3435350"/>
          <p14:tracePt t="174272" x="4191000" y="3606800"/>
          <p14:tracePt t="174289" x="4610100" y="4006850"/>
          <p14:tracePt t="174305" x="4953000" y="4337050"/>
          <p14:tracePt t="174323" x="5073650" y="4457700"/>
          <p14:tracePt t="174338" x="5175250" y="4597400"/>
          <p14:tracePt t="174355" x="5200650" y="4629150"/>
          <p14:tracePt t="174373" x="5207000" y="4660900"/>
          <p14:tracePt t="174409" x="5187950" y="4654550"/>
          <p14:tracePt t="174422" x="5162550" y="4610100"/>
          <p14:tracePt t="174438" x="4997450" y="4413250"/>
          <p14:tracePt t="174455" x="4787900" y="4165600"/>
          <p14:tracePt t="174471" x="3898900" y="3244850"/>
          <p14:tracePt t="174488" x="3670300" y="2997200"/>
          <p14:tracePt t="174506" x="3365500" y="2679700"/>
          <p14:tracePt t="174521" x="3213100" y="2546350"/>
          <p14:tracePt t="174538" x="3175000" y="2520950"/>
          <p14:tracePt t="174555" x="3149600" y="2514600"/>
          <p14:tracePt t="174571" x="3143250" y="2514600"/>
          <p14:tracePt t="174588" x="3149600" y="2540000"/>
          <p14:tracePt t="174604" x="3187700" y="2590800"/>
          <p14:tracePt t="174621" x="3213100" y="2622550"/>
          <p14:tracePt t="174638" x="3359150" y="2755900"/>
          <p14:tracePt t="174654" x="3606800" y="2978150"/>
          <p14:tracePt t="174671" x="3797300" y="3117850"/>
          <p14:tracePt t="174688" x="4102100" y="3314700"/>
          <p14:tracePt t="174704" x="4330700" y="3422650"/>
          <p14:tracePt t="174721" x="4400550" y="3454400"/>
          <p14:tracePt t="174737" x="4533900" y="3479800"/>
          <p14:tracePt t="174754" x="4603750" y="3486150"/>
          <p14:tracePt t="174770" x="4654550" y="3498850"/>
          <p14:tracePt t="174787" x="4775200" y="3543300"/>
          <p14:tracePt t="174804" x="4959350" y="3625850"/>
          <p14:tracePt t="174821" x="5238750" y="3765550"/>
          <p14:tracePt t="174836" x="5403850" y="3829050"/>
          <p14:tracePt t="174853" x="5543550" y="3886200"/>
          <p14:tracePt t="174871" x="5854700" y="3949700"/>
          <p14:tracePt t="174887" x="5930900" y="3949700"/>
          <p14:tracePt t="174903" x="6019800" y="3949700"/>
          <p14:tracePt t="174920" x="6172200" y="3937000"/>
          <p14:tracePt t="174936" x="6280150" y="3898900"/>
          <p14:tracePt t="174954" x="6356350" y="3886200"/>
          <p14:tracePt t="174970" x="6369050" y="3886200"/>
          <p14:tracePt t="174986" x="6381750" y="3873500"/>
          <p14:tracePt t="175003" x="6381750" y="3867150"/>
          <p14:tracePt t="175020" x="6388100" y="3860800"/>
          <p14:tracePt t="175037" x="6394450" y="3841750"/>
          <p14:tracePt t="176008" x="6350000" y="3898900"/>
          <p14:tracePt t="176014" x="6286500" y="4006850"/>
          <p14:tracePt t="176028" x="6203950" y="4089400"/>
          <p14:tracePt t="176036" x="6115050" y="4184650"/>
          <p14:tracePt t="176052" x="6026150" y="4292600"/>
          <p14:tracePt t="176066" x="5822950" y="4508500"/>
          <p14:tracePt t="176083" x="5740400" y="4591050"/>
          <p14:tracePt t="176100" x="5549900" y="4718050"/>
          <p14:tracePt t="176116" x="5473700" y="4749800"/>
          <p14:tracePt t="176133" x="5334000" y="4813300"/>
          <p14:tracePt t="176149" x="5308600" y="4819650"/>
          <p14:tracePt t="176166" x="5295900" y="4832350"/>
          <p14:tracePt t="176183" x="5251450" y="4851400"/>
          <p14:tracePt t="176199" x="5200650" y="4883150"/>
          <p14:tracePt t="176215" x="5168900" y="4895850"/>
          <p14:tracePt t="176232" x="5099050" y="4933950"/>
          <p14:tracePt t="176248" x="4984750" y="4978400"/>
          <p14:tracePt t="176265" x="4933950" y="4984750"/>
          <p14:tracePt t="176282" x="4813300" y="5016500"/>
          <p14:tracePt t="176299" x="4692650" y="5054600"/>
          <p14:tracePt t="176316" x="4572000" y="5080000"/>
          <p14:tracePt t="176332" x="4502150" y="5099050"/>
          <p14:tracePt t="176348" x="4413250" y="5105400"/>
          <p14:tracePt t="176365" x="4387850" y="5105400"/>
          <p14:tracePt t="176688" x="4356100" y="5118100"/>
          <p14:tracePt t="176695" x="4305300" y="5124450"/>
          <p14:tracePt t="176709" x="4248150" y="5130800"/>
          <p14:tracePt t="176717" x="4197350" y="5143500"/>
          <p14:tracePt t="176732" x="4152900" y="5149850"/>
          <p14:tracePt t="176747" x="4114800" y="5156200"/>
          <p14:tracePt t="176765" x="3956050" y="5187950"/>
          <p14:tracePt t="176780" x="3886200" y="5194300"/>
          <p14:tracePt t="176797" x="3822700" y="5207000"/>
          <p14:tracePt t="176814" x="3651250" y="5232400"/>
          <p14:tracePt t="176830" x="3498850" y="5264150"/>
          <p14:tracePt t="176846" x="3416300" y="5295900"/>
          <p14:tracePt t="176863" x="3295650" y="5334000"/>
          <p14:tracePt t="176880" x="3175000" y="5359400"/>
          <p14:tracePt t="176896" x="3117850" y="5365750"/>
          <p14:tracePt t="176913" x="3048000" y="5378450"/>
          <p14:tracePt t="176930" x="3003550" y="5378450"/>
          <p14:tracePt t="176947" x="2971800" y="5378450"/>
          <p14:tracePt t="176963" x="2946400" y="5378450"/>
          <p14:tracePt t="176980" x="2914650" y="5378450"/>
          <p14:tracePt t="176997" x="2889250" y="5378450"/>
          <p14:tracePt t="177012" x="2876550" y="5378450"/>
          <p14:tracePt t="177029" x="2870200" y="5378450"/>
          <p14:tracePt t="177046" x="2844800" y="5378450"/>
          <p14:tracePt t="177062" x="2838450" y="5378450"/>
          <p14:tracePt t="177079" x="2825750" y="5391150"/>
          <p14:tracePt t="177096" x="2800350" y="5403850"/>
          <p14:tracePt t="177112" x="2774950" y="5422900"/>
          <p14:tracePt t="177129" x="2749550" y="5441950"/>
          <p14:tracePt t="177145" x="2743200" y="5441950"/>
          <p14:tracePt t="177162" x="2717800" y="5461000"/>
          <p14:tracePt t="177179" x="2705100" y="5480050"/>
          <p14:tracePt t="177195" x="2698750" y="5486400"/>
          <p14:tracePt t="177212" x="2692400" y="5505450"/>
          <p14:tracePt t="177245" x="2692400" y="5511800"/>
          <p14:tracePt t="177262" x="2692400" y="5524500"/>
          <p14:tracePt t="177278" x="2692400" y="5530850"/>
          <p14:tracePt t="177312" x="2692400" y="5543550"/>
          <p14:tracePt t="177344" x="2692400" y="5549900"/>
          <p14:tracePt t="177361" x="2686050" y="5575300"/>
          <p14:tracePt t="177378" x="2686050" y="5588000"/>
          <p14:tracePt t="177395" x="2679700" y="5638800"/>
          <p14:tracePt t="177411" x="2667000" y="5695950"/>
          <p14:tracePt t="177428" x="2660650" y="5727700"/>
          <p14:tracePt t="177445" x="2635250" y="5784850"/>
          <p14:tracePt t="177461" x="2622550" y="5829300"/>
          <p14:tracePt t="177477" x="2609850" y="5848350"/>
          <p14:tracePt t="177494" x="2603500" y="5873750"/>
          <p14:tracePt t="177511" x="2590800" y="5899150"/>
          <p14:tracePt t="177528" x="2590800" y="5911850"/>
          <p14:tracePt t="177544" x="2584450" y="5924550"/>
          <p14:tracePt t="177561" x="2578100" y="5937250"/>
          <p14:tracePt t="177578" x="2578100" y="5943600"/>
          <p14:tracePt t="177594" x="2571750" y="5956300"/>
          <p14:tracePt t="177610" x="2571750" y="5975350"/>
          <p14:tracePt t="177628" x="2565400" y="5994400"/>
          <p14:tracePt t="177644" x="2565400" y="6000750"/>
          <p14:tracePt t="177660" x="2565400" y="6007100"/>
          <p14:tracePt t="177677" x="2559050" y="6026150"/>
          <p14:tracePt t="177694" x="2559050" y="6032500"/>
          <p14:tracePt t="177710" x="2559050" y="6038850"/>
          <p14:tracePt t="177789" x="2559050" y="6045200"/>
          <p14:tracePt t="177811" x="2559050" y="6051550"/>
          <p14:tracePt t="177831" x="2552700" y="6051550"/>
          <p14:tracePt t="177838" x="2546350" y="6051550"/>
          <p14:tracePt t="177852" x="2540000" y="6057900"/>
          <p14:tracePt t="177862" x="2533650" y="6057900"/>
          <p14:tracePt t="177876" x="2527300" y="6057900"/>
          <p14:tracePt t="177893" x="2501900" y="6064250"/>
          <p14:tracePt t="177909" x="2470150" y="6064250"/>
          <p14:tracePt t="177926" x="2451100" y="6064250"/>
          <p14:tracePt t="177943" x="2393950" y="6076950"/>
          <p14:tracePt t="177959" x="2311400" y="6089650"/>
          <p14:tracePt t="177976" x="2273300" y="6096000"/>
          <p14:tracePt t="177993" x="2197100" y="6108700"/>
          <p14:tracePt t="178010" x="2171700" y="6121400"/>
          <p14:tracePt t="178027" x="2120900" y="6127750"/>
          <p14:tracePt t="178043" x="2089150" y="6134100"/>
          <p14:tracePt t="178059" x="2082800" y="6134100"/>
          <p14:tracePt t="178063" x="2076450" y="6134100"/>
          <p14:tracePt t="178075" x="2070100" y="6140450"/>
          <p14:tracePt t="178154" x="2076450" y="6140450"/>
          <p14:tracePt t="178161" x="2089150" y="6140450"/>
          <p14:tracePt t="178175" x="2101850" y="6140450"/>
          <p14:tracePt t="178192" x="2127250" y="6134100"/>
          <p14:tracePt t="178209" x="2152650" y="6127750"/>
          <p14:tracePt t="178226" x="2247900" y="6108700"/>
          <p14:tracePt t="178242" x="2432050" y="6089650"/>
          <p14:tracePt t="178260" x="2660650" y="6064250"/>
          <p14:tracePt t="178274" x="2787650" y="6057900"/>
          <p14:tracePt t="178292" x="2921000" y="6057900"/>
          <p14:tracePt t="178309" x="3225800" y="6057900"/>
          <p14:tracePt t="178325" x="3321050" y="6070600"/>
          <p14:tracePt t="178342" x="3397250" y="6070600"/>
          <p14:tracePt t="178358" x="3498850" y="6076950"/>
          <p14:tracePt t="178375" x="3556000" y="6076950"/>
          <p14:tracePt t="178392" x="3600450" y="6076950"/>
          <p14:tracePt t="178408" x="3613150" y="6076950"/>
          <p14:tracePt t="178425" x="3625850" y="6089650"/>
          <p14:tracePt t="178442" x="3644900" y="6096000"/>
          <p14:tracePt t="178458" x="3651250" y="6096000"/>
          <p14:tracePt t="178474" x="3657600" y="6096000"/>
          <p14:tracePt t="178491" x="3663950" y="6096000"/>
          <p14:tracePt t="178652" x="3663950" y="6102350"/>
          <p14:tracePt t="178666" x="3657600" y="6102350"/>
          <p14:tracePt t="178680" x="3651250" y="6102350"/>
          <p14:tracePt t="178993" x="3663950" y="6102350"/>
          <p14:tracePt t="179000" x="3714750" y="6102350"/>
          <p14:tracePt t="179014" x="3765550" y="6102350"/>
          <p14:tracePt t="179022" x="3829050" y="6102350"/>
          <p14:tracePt t="179039" x="3879850" y="6102350"/>
          <p14:tracePt t="179057" x="4000500" y="6121400"/>
          <p14:tracePt t="179073" x="4102100" y="6140450"/>
          <p14:tracePt t="179089" x="4159250" y="6140450"/>
          <p14:tracePt t="179106" x="4235450" y="6146800"/>
          <p14:tracePt t="179122" x="4267200" y="6146800"/>
          <p14:tracePt t="179139" x="4318000" y="6153150"/>
          <p14:tracePt t="179155" x="4349750" y="6153150"/>
          <p14:tracePt t="179172" x="4362450" y="6153150"/>
          <p14:tracePt t="179189" x="4368800" y="6153150"/>
          <p14:tracePt t="179281" x="4362450" y="6153150"/>
          <p14:tracePt t="179295" x="4356100" y="6153150"/>
          <p14:tracePt t="179302" x="4349750" y="6153150"/>
          <p14:tracePt t="179316" x="4343400" y="6153150"/>
          <p14:tracePt t="179337" x="4337050" y="6159500"/>
          <p14:tracePt t="179372" x="4330700" y="6159500"/>
          <p14:tracePt t="179406" x="4324350" y="6159500"/>
          <p14:tracePt t="179414" x="4318000" y="6159500"/>
          <p14:tracePt t="179423" x="4311650" y="6165850"/>
          <p14:tracePt t="179442" x="4305300" y="6165850"/>
          <p14:tracePt t="179457" x="4292600" y="6165850"/>
          <p14:tracePt t="179471" x="4286250" y="6165850"/>
          <p14:tracePt t="179487" x="4241800" y="6165850"/>
          <p14:tracePt t="179505" x="4178300" y="6165850"/>
          <p14:tracePt t="179521" x="4127500" y="6165850"/>
          <p14:tracePt t="179537" x="4000500" y="6165850"/>
          <p14:tracePt t="179555" x="3860800" y="6165850"/>
          <p14:tracePt t="179570" x="3778250" y="6172200"/>
          <p14:tracePt t="179587" x="3651250" y="6184900"/>
          <p14:tracePt t="179604" x="3562350" y="6184900"/>
          <p14:tracePt t="179620" x="3517900" y="6191250"/>
          <p14:tracePt t="179637" x="3454400" y="6191250"/>
          <p14:tracePt t="179653" x="3403600" y="6191250"/>
          <p14:tracePt t="179670" x="3378200" y="6184900"/>
          <p14:tracePt t="179687" x="3346450" y="6178550"/>
          <p14:tracePt t="179703" x="3314700" y="6172200"/>
          <p14:tracePt t="179720" x="3295650" y="6159500"/>
          <p14:tracePt t="179737" x="3270250" y="6153150"/>
          <p14:tracePt t="179753" x="3251200" y="6153150"/>
          <p14:tracePt t="179770" x="3225800" y="6153150"/>
          <p14:tracePt t="179786" x="3200400" y="6153150"/>
          <p14:tracePt t="179803" x="3181350" y="6153150"/>
          <p14:tracePt t="179820" x="3155950" y="6153150"/>
          <p14:tracePt t="179836" x="3111500" y="6146800"/>
          <p14:tracePt t="179853" x="3092450" y="6140450"/>
          <p14:tracePt t="179870" x="3054350" y="6134100"/>
          <p14:tracePt t="179886" x="3003550" y="6134100"/>
          <p14:tracePt t="179903" x="2971800" y="6127750"/>
          <p14:tracePt t="179919" x="2914650" y="6121400"/>
          <p14:tracePt t="179936" x="2851150" y="6115050"/>
          <p14:tracePt t="179953" x="2819400" y="6115050"/>
          <p14:tracePt t="179969" x="2762250" y="6115050"/>
          <p14:tracePt t="179986" x="2711450" y="6108700"/>
          <p14:tracePt t="180003" x="2679700" y="6108700"/>
          <p14:tracePt t="180019" x="2673350" y="6108700"/>
          <p14:tracePt t="180035" x="2667000" y="6108700"/>
          <p14:tracePt t="180095" x="2679700" y="6108700"/>
          <p14:tracePt t="180109" x="2698750" y="6108700"/>
          <p14:tracePt t="180116" x="2730500" y="6108700"/>
          <p14:tracePt t="180123" x="2768600" y="6108700"/>
          <p14:tracePt t="180139" x="2844800" y="6108700"/>
          <p14:tracePt t="180151" x="2946400" y="6108700"/>
          <p14:tracePt t="180168" x="3200400" y="6096000"/>
          <p14:tracePt t="180186" x="3454400" y="6096000"/>
          <p14:tracePt t="180202" x="3562350" y="6096000"/>
          <p14:tracePt t="180218" x="3727450" y="6096000"/>
          <p14:tracePt t="180235" x="3822700" y="6089650"/>
          <p14:tracePt t="180251" x="3841750" y="6076950"/>
          <p14:tracePt t="180268" x="3873500" y="6076950"/>
          <p14:tracePt t="180285" x="3886200" y="6076950"/>
          <p14:tracePt t="180301" x="3892550" y="6076950"/>
          <p14:tracePt t="180396" x="3898900" y="6076950"/>
          <p14:tracePt t="180403" x="3905250" y="6076950"/>
          <p14:tracePt t="180439" x="3911600" y="6083300"/>
          <p14:tracePt t="180495" x="3917950" y="6083300"/>
          <p14:tracePt t="180516" x="3924300" y="6083300"/>
          <p14:tracePt t="180529" x="3930650" y="6089650"/>
          <p14:tracePt t="180537" x="3937000" y="6089650"/>
          <p14:tracePt t="180551" x="3943350" y="6089650"/>
          <p14:tracePt t="180567" x="3981450" y="6096000"/>
          <p14:tracePt t="180584" x="4013200" y="6096000"/>
          <p14:tracePt t="180600" x="4114800" y="6134100"/>
          <p14:tracePt t="180617" x="4298950" y="6172200"/>
          <p14:tracePt t="180634" x="4400550" y="6191250"/>
          <p14:tracePt t="180650" x="4635500" y="6223000"/>
          <p14:tracePt t="180667" x="4737100" y="6242050"/>
          <p14:tracePt t="180684" x="4984750" y="6273800"/>
          <p14:tracePt t="180700" x="5035550" y="6280150"/>
          <p14:tracePt t="180716" x="5073650" y="6292850"/>
          <p14:tracePt t="180733" x="5137150" y="6299200"/>
          <p14:tracePt t="180750" x="5168900" y="6299200"/>
          <p14:tracePt t="180766" x="5181600" y="6299200"/>
          <p14:tracePt t="180783" x="5187950" y="6299200"/>
          <p14:tracePt t="180800" x="5200650" y="6299200"/>
          <p14:tracePt t="180860" x="5200650" y="6292850"/>
          <p14:tracePt t="180867" x="5207000" y="6292850"/>
          <p14:tracePt t="180888" x="5213350" y="6286500"/>
          <p14:tracePt t="180909" x="5226050" y="6286500"/>
          <p14:tracePt t="180917" x="5232400" y="6286500"/>
          <p14:tracePt t="180930" x="5245100" y="6286500"/>
          <p14:tracePt t="180937" x="5264150" y="6280150"/>
          <p14:tracePt t="180952" x="5283200" y="6280150"/>
          <p14:tracePt t="180966" x="5372100" y="6273800"/>
          <p14:tracePt t="180982" x="5441950" y="6273800"/>
          <p14:tracePt t="181000" x="5619750" y="6261100"/>
          <p14:tracePt t="181015" x="5721350" y="6248400"/>
          <p14:tracePt t="181033" x="5937250" y="6248400"/>
          <p14:tracePt t="181051" x="6127750" y="6248400"/>
          <p14:tracePt t="181065" x="6203950" y="6248400"/>
          <p14:tracePt t="181069" x="6292850" y="6248400"/>
          <p14:tracePt t="181082" x="6369050" y="6248400"/>
          <p14:tracePt t="181099" x="6496050" y="6254750"/>
          <p14:tracePt t="181115" x="6559550" y="6254750"/>
          <p14:tracePt t="181132" x="6680200" y="6254750"/>
          <p14:tracePt t="181149" x="6769100" y="6254750"/>
          <p14:tracePt t="181165" x="6800850" y="6242050"/>
          <p14:tracePt t="181182" x="6870700" y="6229350"/>
          <p14:tracePt t="181198" x="6908800" y="6223000"/>
          <p14:tracePt t="181215" x="6927850" y="6223000"/>
          <p14:tracePt t="181232" x="6978650" y="6210300"/>
          <p14:tracePt t="181248" x="7023100" y="6191250"/>
          <p14:tracePt t="181266" x="7048500" y="6172200"/>
          <p14:tracePt t="181281" x="7061200" y="6165850"/>
          <p14:tracePt t="181298" x="7067550" y="6159500"/>
          <p14:tracePt t="181315" x="7073900" y="6153150"/>
          <p14:tracePt t="181336" x="7061200" y="6153150"/>
          <p14:tracePt t="181358" x="7048500" y="6153150"/>
          <p14:tracePt t="181372" x="7042150" y="6153150"/>
          <p14:tracePt t="181400" x="7035800" y="6146800"/>
          <p14:tracePt t="181442" x="7023100" y="6146800"/>
          <p14:tracePt t="181456" x="7016750" y="6146800"/>
          <p14:tracePt t="182700" x="7016750" y="6140450"/>
          <p14:tracePt t="182714" x="7016750" y="6121400"/>
          <p14:tracePt t="182721" x="7016750" y="6096000"/>
          <p14:tracePt t="182735" x="7016750" y="6076950"/>
          <p14:tracePt t="182743" x="7016750" y="6057900"/>
          <p14:tracePt t="182760" x="7016750" y="6038850"/>
          <p14:tracePt t="182777" x="7004050" y="5988050"/>
          <p14:tracePt t="182792" x="6978650" y="5924550"/>
          <p14:tracePt t="182809" x="6959600" y="5873750"/>
          <p14:tracePt t="182826" x="6908800" y="5759450"/>
          <p14:tracePt t="182842" x="6781800" y="5594350"/>
          <p14:tracePt t="182859" x="6699250" y="5499100"/>
          <p14:tracePt t="182876" x="6502400" y="5270500"/>
          <p14:tracePt t="182892" x="6235700" y="5003800"/>
          <p14:tracePt t="182909" x="6089650" y="4870450"/>
          <p14:tracePt t="182926" x="5715000" y="4565650"/>
          <p14:tracePt t="182942" x="5518150" y="4400550"/>
          <p14:tracePt t="182959" x="4775200" y="3930650"/>
          <p14:tracePt t="182975" x="4495800" y="3765550"/>
          <p14:tracePt t="182992" x="4267200" y="3625850"/>
          <p14:tracePt t="183009" x="3803650" y="3416300"/>
          <p14:tracePt t="183025" x="3479800" y="3302000"/>
          <p14:tracePt t="183042" x="3365500" y="3282950"/>
          <p14:tracePt t="183059" x="3130550" y="3232150"/>
          <p14:tracePt t="183075" x="3003550" y="3219450"/>
          <p14:tracePt t="183079" x="2889250" y="3200400"/>
          <p14:tracePt t="183095" x="2774950" y="3175000"/>
          <p14:tracePt t="183108" x="2673350" y="3168650"/>
          <p14:tracePt t="183125" x="2565400" y="3136900"/>
          <p14:tracePt t="183142" x="2463800" y="3117850"/>
          <p14:tracePt t="183158" x="2165350" y="3054350"/>
          <p14:tracePt t="183175" x="2089150" y="3022600"/>
          <p14:tracePt t="183192" x="1981200" y="2997200"/>
          <p14:tracePt t="183208" x="1885950" y="2978150"/>
          <p14:tracePt t="183225" x="1854200" y="2965450"/>
          <p14:tracePt t="183241" x="1771650" y="2933700"/>
          <p14:tracePt t="183258" x="1739900" y="2927350"/>
          <p14:tracePt t="183275" x="1689100" y="2895600"/>
          <p14:tracePt t="183291" x="1663700" y="2876550"/>
          <p14:tracePt t="183308" x="1625600" y="2844800"/>
          <p14:tracePt t="183325" x="1593850" y="2800350"/>
          <p14:tracePt t="183341" x="1581150" y="2781300"/>
          <p14:tracePt t="183357" x="1543050" y="2730500"/>
          <p14:tracePt t="183374" x="1511300" y="2667000"/>
          <p14:tracePt t="183390" x="1498600" y="2647950"/>
          <p14:tracePt t="183408" x="1473200" y="2565400"/>
          <p14:tracePt t="183424" x="1441450" y="2476500"/>
          <p14:tracePt t="183440" x="1428750" y="2438400"/>
          <p14:tracePt t="183458" x="1397000" y="2349500"/>
          <p14:tracePt t="183474" x="1358900" y="2260600"/>
          <p14:tracePt t="183490" x="1333500" y="2216150"/>
          <p14:tracePt t="183507" x="1295400" y="2139950"/>
          <p14:tracePt t="183523" x="1225550" y="2070100"/>
          <p14:tracePt t="183540" x="1187450" y="2038350"/>
          <p14:tracePt t="183557" x="1143000" y="1993900"/>
          <p14:tracePt t="183573" x="1130300" y="1974850"/>
          <p14:tracePt t="183591" x="1079500" y="1930400"/>
          <p14:tracePt t="183606" x="1073150" y="1911350"/>
          <p14:tracePt t="183623" x="1066800" y="1905000"/>
          <p14:tracePt t="183640" x="1066800" y="1892300"/>
          <p14:tracePt t="183656" x="1066800" y="1879600"/>
          <p14:tracePt t="183689" x="1085850" y="1879600"/>
          <p14:tracePt t="183706" x="1098550" y="1879600"/>
          <p14:tracePt t="183723" x="1111250" y="1879600"/>
          <p14:tracePt t="183739" x="1130300" y="1879600"/>
          <p14:tracePt t="183756" x="1155700" y="1885950"/>
          <p14:tracePt t="183774" x="1174750" y="1892300"/>
          <p14:tracePt t="183806" x="1193800" y="1892300"/>
          <p14:tracePt t="183823" x="1206500" y="1892300"/>
          <p14:tracePt t="183839" x="1212850" y="1892300"/>
          <p14:tracePt t="183872" x="1225550" y="1898650"/>
          <p14:tracePt t="183909" x="1225550" y="1905000"/>
          <p14:tracePt t="183922" x="1231900" y="1905000"/>
          <p14:tracePt t="183943" x="1238250" y="1911350"/>
          <p14:tracePt t="183984" x="1244600" y="1917700"/>
          <p14:tracePt t="184006" x="1250950" y="1917700"/>
          <p14:tracePt t="184012" x="1250950" y="1924050"/>
          <p14:tracePt t="184047" x="1257300" y="1924050"/>
          <p14:tracePt t="184054" x="1263650" y="1924050"/>
          <p14:tracePt t="184075" x="1270000" y="1924050"/>
          <p14:tracePt t="184082" x="1276350" y="1924050"/>
          <p14:tracePt t="184096" x="1282700" y="1930400"/>
          <p14:tracePt t="184105" x="1295400" y="1930400"/>
          <p14:tracePt t="184125" x="1314450" y="1936750"/>
          <p14:tracePt t="184141" x="1327150" y="1936750"/>
          <p14:tracePt t="184155" x="1377950" y="1936750"/>
          <p14:tracePt t="184171" x="1403350" y="1936750"/>
          <p14:tracePt t="184188" x="1454150" y="1936750"/>
          <p14:tracePt t="184205" x="1485900" y="1936750"/>
          <p14:tracePt t="184222" x="1543050" y="1936750"/>
          <p14:tracePt t="184239" x="1581150" y="1930400"/>
          <p14:tracePt t="184254" x="1600200" y="1930400"/>
          <p14:tracePt t="184271" x="1638300" y="1924050"/>
          <p14:tracePt t="184287" x="1670050" y="1924050"/>
          <p14:tracePt t="184304" x="1682750" y="1924050"/>
          <p14:tracePt t="184321" x="1701800" y="1917700"/>
          <p14:tracePt t="184338" x="1714500" y="1917700"/>
          <p14:tracePt t="184354" x="1727200" y="1917700"/>
          <p14:tracePt t="184371" x="1746250" y="1917700"/>
          <p14:tracePt t="184387" x="1778000" y="1911350"/>
          <p14:tracePt t="184404" x="1797050" y="1911350"/>
          <p14:tracePt t="184420" x="1866900" y="1911350"/>
          <p14:tracePt t="184437" x="1943100" y="1911350"/>
          <p14:tracePt t="184454" x="2038350" y="1911350"/>
          <p14:tracePt t="184470" x="2089150" y="1911350"/>
          <p14:tracePt t="184487" x="2127250" y="1911350"/>
          <p14:tracePt t="184504" x="2216150" y="1905000"/>
          <p14:tracePt t="184520" x="2235200" y="1905000"/>
          <p14:tracePt t="184537" x="2254250" y="1898650"/>
          <p14:tracePt t="184553" x="2260600" y="1892300"/>
          <p14:tracePt t="184569" x="2273300" y="1885950"/>
          <p14:tracePt t="184587" x="2279650" y="1885950"/>
          <p14:tracePt t="184784" x="2279650" y="1898650"/>
          <p14:tracePt t="184798" x="2279650" y="1924050"/>
          <p14:tracePt t="184805" x="2279650" y="1974850"/>
          <p14:tracePt t="184822" x="2286000" y="2038350"/>
          <p14:tracePt t="184835" x="2298700" y="2114550"/>
          <p14:tracePt t="184852" x="2336800" y="2298700"/>
          <p14:tracePt t="184869" x="2381250" y="2495550"/>
          <p14:tracePt t="184886" x="2406650" y="2571750"/>
          <p14:tracePt t="184903" x="2457450" y="2717800"/>
          <p14:tracePt t="184918" x="2501900" y="2806700"/>
          <p14:tracePt t="184935" x="2508250" y="2838450"/>
          <p14:tracePt t="184952" x="2527300" y="2863850"/>
          <p14:tracePt t="184969" x="2533650" y="2870200"/>
          <p14:tracePt t="184985" x="2540000" y="2870200"/>
          <p14:tracePt t="185018" x="2546350" y="2863850"/>
          <p14:tracePt t="185035" x="2546350" y="2851150"/>
          <p14:tracePt t="185051" x="2546350" y="2844800"/>
          <p14:tracePt t="185069" x="2552700" y="2825750"/>
          <p14:tracePt t="185086" x="2559050" y="2806700"/>
          <p14:tracePt t="185101" x="2559050" y="2800350"/>
          <p14:tracePt t="185105" x="2565400" y="2794000"/>
          <p14:tracePt t="185135" x="2571750" y="2768600"/>
          <p14:tracePt t="185151" x="2571750" y="2762250"/>
          <p14:tracePt t="185168" x="2578100" y="2749550"/>
          <p14:tracePt t="185185" x="2590800" y="2743200"/>
          <p14:tracePt t="185201" x="2609850" y="2730500"/>
          <p14:tracePt t="185219" x="2616200" y="2724150"/>
          <p14:tracePt t="185234" x="2622550" y="2717800"/>
          <p14:tracePt t="185251" x="2641600" y="2717800"/>
          <p14:tracePt t="185270" x="2660650" y="2711450"/>
          <p14:tracePt t="185284" x="2673350" y="2711450"/>
          <p14:tracePt t="185301" x="2686050" y="2711450"/>
          <p14:tracePt t="185317" x="2705100" y="2711450"/>
          <p14:tracePt t="185334" x="2717800" y="2724150"/>
          <p14:tracePt t="185351" x="2743200" y="2749550"/>
          <p14:tracePt t="185368" x="2768600" y="2781300"/>
          <p14:tracePt t="185384" x="2851150" y="2895600"/>
          <p14:tracePt t="185402" x="3009900" y="3117850"/>
          <p14:tracePt t="185417" x="3105150" y="3295650"/>
          <p14:tracePt t="185433" x="3308350" y="3670300"/>
          <p14:tracePt t="185450" x="3460750" y="3981450"/>
          <p14:tracePt t="185467" x="3556000" y="4216400"/>
          <p14:tracePt t="185484" x="3600450" y="4311650"/>
          <p14:tracePt t="185500" x="3657600" y="4451350"/>
          <p14:tracePt t="185517" x="3676650" y="4502150"/>
          <p14:tracePt t="185533" x="3708400" y="4578350"/>
          <p14:tracePt t="185550" x="3733800" y="4616450"/>
          <p14:tracePt t="185566" x="3733800" y="4622800"/>
          <p14:tracePt t="185584" x="3733800" y="4635500"/>
          <p14:tracePt t="185600" x="3733800" y="4641850"/>
          <p14:tracePt t="185668" x="3733800" y="4635500"/>
          <p14:tracePt t="185689" x="3733800" y="4629150"/>
          <p14:tracePt t="185696" x="3733800" y="4622800"/>
          <p14:tracePt t="185710" x="3733800" y="4616450"/>
          <p14:tracePt t="185719" x="3727450" y="4597400"/>
          <p14:tracePt t="185733" x="3721100" y="4584700"/>
          <p14:tracePt t="185749" x="3714750" y="4559300"/>
          <p14:tracePt t="185767" x="3657600" y="4387850"/>
          <p14:tracePt t="185782" x="3625850" y="4286250"/>
          <p14:tracePt t="185799" x="3581400" y="4152900"/>
          <p14:tracePt t="185816" x="3435350" y="3797300"/>
          <p14:tracePt t="185832" x="3346450" y="3581400"/>
          <p14:tracePt t="185849" x="3181350" y="3194050"/>
          <p14:tracePt t="185865" x="3079750" y="2971800"/>
          <p14:tracePt t="185882" x="3009900" y="2819400"/>
          <p14:tracePt t="185899" x="2959100" y="2755900"/>
          <p14:tracePt t="185915" x="2952750" y="2730500"/>
          <p14:tracePt t="185932" x="2933700" y="2724150"/>
          <p14:tracePt t="185949" x="2921000" y="2724150"/>
          <p14:tracePt t="185999" x="2921000" y="2730500"/>
          <p14:tracePt t="186012" x="2921000" y="2743200"/>
          <p14:tracePt t="186018" x="2927350" y="2749550"/>
          <p14:tracePt t="186035" x="2933700" y="2762250"/>
          <p14:tracePt t="186048" x="2933700" y="2781300"/>
          <p14:tracePt t="186065" x="2940050" y="2806700"/>
          <p14:tracePt t="186082" x="2978150" y="2933700"/>
          <p14:tracePt t="186098" x="3067050" y="3181350"/>
          <p14:tracePt t="186114" x="3149600" y="3397250"/>
          <p14:tracePt t="186131" x="3378200" y="4013200"/>
          <p14:tracePt t="186148" x="3441700" y="4197350"/>
          <p14:tracePt t="186151" x="3505200" y="4362450"/>
          <p14:tracePt t="186164" x="3556000" y="4521200"/>
          <p14:tracePt t="186181" x="3606800" y="4756150"/>
          <p14:tracePt t="186198" x="3625850" y="4857750"/>
          <p14:tracePt t="186215" x="3663950" y="4978400"/>
          <p14:tracePt t="186230" x="3676650" y="5029200"/>
          <p14:tracePt t="186247" x="3683000" y="5048250"/>
          <p14:tracePt t="186264" x="3695700" y="5054600"/>
          <p14:tracePt t="186281" x="3702050" y="5054600"/>
          <p14:tracePt t="186321" x="3708400" y="5054600"/>
          <p14:tracePt t="186363" x="3708400" y="5048250"/>
          <p14:tracePt t="186510" x="3708400" y="5041900"/>
          <p14:tracePt t="186601" x="3708400" y="5035550"/>
          <p14:tracePt t="187114" x="3708400" y="5029200"/>
          <p14:tracePt t="187120" x="3708400" y="5022850"/>
          <p14:tracePt t="187163" x="3708400" y="5016500"/>
          <p14:tracePt t="187191" x="3702050" y="5003800"/>
          <p14:tracePt t="187205" x="3695700" y="5003800"/>
          <p14:tracePt t="187219" x="3695700" y="4997450"/>
          <p14:tracePt t="187233" x="3695700" y="4991100"/>
          <p14:tracePt t="187244" x="3689350" y="4991100"/>
          <p14:tracePt t="187264" x="3689350" y="4984750"/>
          <p14:tracePt t="187282" x="3689350" y="4978400"/>
          <p14:tracePt t="187310" x="3689350" y="4972050"/>
          <p14:tracePt t="187330" x="3683000" y="4965700"/>
          <p14:tracePt t="187373" x="3676650" y="4959350"/>
          <p14:tracePt t="187416" x="3676650" y="4953000"/>
          <p14:tracePt t="187486" x="3670300" y="4953000"/>
          <p14:tracePt t="187500" x="3663950" y="4953000"/>
          <p14:tracePt t="187521" x="3663950" y="4959350"/>
          <p14:tracePt t="187542" x="3657600" y="4959350"/>
          <p14:tracePt t="189068" x="3657600" y="5003800"/>
          <p14:tracePt t="189075" x="3670300" y="5048250"/>
          <p14:tracePt t="189090" x="3689350" y="5111750"/>
          <p14:tracePt t="189104" x="3708400" y="5181600"/>
          <p14:tracePt t="189121" x="3733800" y="5327650"/>
          <p14:tracePt t="189138" x="3765550" y="5492750"/>
          <p14:tracePt t="189154" x="3784600" y="5575300"/>
          <p14:tracePt t="189157" x="3803650" y="5638800"/>
          <p14:tracePt t="189171" x="3822700" y="5708650"/>
          <p14:tracePt t="189187" x="3841750" y="5816600"/>
          <p14:tracePt t="189204" x="3860800" y="5854700"/>
          <p14:tracePt t="189221" x="3867150" y="5924550"/>
          <p14:tracePt t="189237" x="3879850" y="5981700"/>
          <p14:tracePt t="189254" x="3898900" y="6013450"/>
          <p14:tracePt t="189271" x="3917950" y="6076950"/>
          <p14:tracePt t="189287" x="3956050" y="6127750"/>
          <p14:tracePt t="189303" x="3968750" y="6153150"/>
          <p14:tracePt t="189320" x="3994150" y="6178550"/>
          <p14:tracePt t="189337" x="4019550" y="6197600"/>
          <p14:tracePt t="189353" x="4032250" y="6197600"/>
          <p14:tracePt t="189370" x="4064000" y="6210300"/>
          <p14:tracePt t="189387" x="4076700" y="6210300"/>
          <p14:tracePt t="189404" x="4178300" y="6235700"/>
          <p14:tracePt t="189419" x="4216400" y="6235700"/>
          <p14:tracePt t="189436" x="4241800" y="6235700"/>
          <p14:tracePt t="189454" x="4286250" y="6235700"/>
          <p14:tracePt t="189470" x="4305300" y="6235700"/>
          <p14:tracePt t="189502" x="4311650" y="6235700"/>
          <p14:tracePt t="189552" x="4311650" y="6229350"/>
          <p14:tracePt t="189559" x="4305300" y="6229350"/>
          <p14:tracePt t="189569" x="4298950" y="6229350"/>
          <p14:tracePt t="189589" x="4286250" y="6229350"/>
          <p14:tracePt t="189602" x="4279900" y="6229350"/>
          <p14:tracePt t="189619" x="4273550" y="6229350"/>
          <p14:tracePt t="189636" x="4229100" y="6229350"/>
          <p14:tracePt t="189652" x="4210050" y="6229350"/>
          <p14:tracePt t="189656" x="4184650" y="6229350"/>
          <p14:tracePt t="189672" x="4146550" y="6229350"/>
          <p14:tracePt t="189686" x="4095750" y="6229350"/>
          <p14:tracePt t="189702" x="3987800" y="6229350"/>
          <p14:tracePt t="189720" x="3860800" y="6216650"/>
          <p14:tracePt t="189735" x="3784600" y="6210300"/>
          <p14:tracePt t="189752" x="3625850" y="6197600"/>
          <p14:tracePt t="189770" x="3498850" y="6191250"/>
          <p14:tracePt t="189785" x="3448050" y="6191250"/>
          <p14:tracePt t="189802" x="3346450" y="6191250"/>
          <p14:tracePt t="189819" x="3225800" y="6191250"/>
          <p14:tracePt t="189835" x="3175000" y="6184900"/>
          <p14:tracePt t="189852" x="3060700" y="6184900"/>
          <p14:tracePt t="189868" x="2927350" y="6184900"/>
          <p14:tracePt t="189885" x="2876550" y="6172200"/>
          <p14:tracePt t="189902" x="2762250" y="6165850"/>
          <p14:tracePt t="189918" x="2679700" y="6165850"/>
          <p14:tracePt t="189935" x="2641600" y="6153150"/>
          <p14:tracePt t="189952" x="2571750" y="6146800"/>
          <p14:tracePt t="189968" x="2540000" y="6146800"/>
          <p14:tracePt t="189984" x="2451100" y="6146800"/>
          <p14:tracePt t="190001" x="2374900" y="6140450"/>
          <p14:tracePt t="190018" x="2330450" y="6140450"/>
          <p14:tracePt t="190035" x="2266950" y="6134100"/>
          <p14:tracePt t="190051" x="2216150" y="6134100"/>
          <p14:tracePt t="190068" x="2184400" y="6134100"/>
          <p14:tracePt t="190085" x="2146300" y="6127750"/>
          <p14:tracePt t="190101" x="2114550" y="6127750"/>
          <p14:tracePt t="190117" x="2101850" y="6127750"/>
          <p14:tracePt t="190134" x="2082800" y="6127750"/>
          <p14:tracePt t="190150" x="2070100" y="6127750"/>
          <p14:tracePt t="190171" x="2063750" y="6127750"/>
          <p14:tracePt t="190408" x="2095500" y="6127750"/>
          <p14:tracePt t="190421" x="2171700" y="6127750"/>
          <p14:tracePt t="190428" x="2260600" y="6127750"/>
          <p14:tracePt t="190443" x="2374900" y="6127750"/>
          <p14:tracePt t="190453" x="2489200" y="6127750"/>
          <p14:tracePt t="190466" x="2628900" y="6115050"/>
          <p14:tracePt t="190483" x="2882900" y="6115050"/>
          <p14:tracePt t="190499" x="3111500" y="6096000"/>
          <p14:tracePt t="190516" x="3213100" y="6096000"/>
          <p14:tracePt t="190533" x="3289300" y="6083300"/>
          <p14:tracePt t="190549" x="3416300" y="6076950"/>
          <p14:tracePt t="190566" x="3435350" y="6076950"/>
          <p14:tracePt t="190583" x="3454400" y="6070600"/>
          <p14:tracePt t="190599" x="3467100" y="6070600"/>
          <p14:tracePt t="190703" x="3473450" y="6070600"/>
          <p14:tracePt t="190751" x="3479800" y="6070600"/>
          <p14:tracePt t="190773" x="3492500" y="6070600"/>
          <p14:tracePt t="190779" x="3517900" y="6070600"/>
          <p14:tracePt t="190793" x="3543300" y="6070600"/>
          <p14:tracePt t="190802" x="3594100" y="6070600"/>
          <p14:tracePt t="190817" x="3670300" y="6070600"/>
          <p14:tracePt t="190831" x="3873500" y="6070600"/>
          <p14:tracePt t="190849" x="4006850" y="6070600"/>
          <p14:tracePt t="190865" x="4286250" y="6070600"/>
          <p14:tracePt t="190881" x="4413250" y="6076950"/>
          <p14:tracePt t="190899" x="4743450" y="6076950"/>
          <p14:tracePt t="190914" x="4832350" y="6089650"/>
          <p14:tracePt t="190931" x="4895850" y="6089650"/>
          <p14:tracePt t="190948" x="5016500" y="6108700"/>
          <p14:tracePt t="190964" x="5092700" y="6115050"/>
          <p14:tracePt t="190981" x="5137150" y="6121400"/>
          <p14:tracePt t="190997" x="5181600" y="6127750"/>
          <p14:tracePt t="191014" x="5219700" y="6127750"/>
          <p14:tracePt t="191032" x="5238750" y="6127750"/>
          <p14:tracePt t="191048" x="5270500" y="6134100"/>
          <p14:tracePt t="191064" x="5308600" y="6134100"/>
          <p14:tracePt t="191081" x="5353050" y="6134100"/>
          <p14:tracePt t="191097" x="5378450" y="6134100"/>
          <p14:tracePt t="191114" x="5435600" y="6134100"/>
          <p14:tracePt t="191131" x="5511800" y="6134100"/>
          <p14:tracePt t="191147" x="5568950" y="6134100"/>
          <p14:tracePt t="191164" x="5708650" y="6134100"/>
          <p14:tracePt t="191180" x="5740400" y="6127750"/>
          <p14:tracePt t="194188" x="5632450" y="6127750"/>
          <p14:tracePt t="194201" x="5480050" y="6127750"/>
          <p14:tracePt t="194209" x="5321300" y="6127750"/>
          <p14:tracePt t="194223" x="5181600" y="6115050"/>
          <p14:tracePt t="194237" x="4914900" y="6108700"/>
          <p14:tracePt t="194253" x="4775200" y="6108700"/>
          <p14:tracePt t="194270" x="4660900" y="6108700"/>
          <p14:tracePt t="194286" x="4495800" y="6121400"/>
          <p14:tracePt t="194303" x="4387850" y="6127750"/>
          <p14:tracePt t="194320" x="4260850" y="6159500"/>
          <p14:tracePt t="194336" x="4184650" y="6159500"/>
          <p14:tracePt t="194353" x="4038600" y="6197600"/>
          <p14:tracePt t="194370" x="3911600" y="6235700"/>
          <p14:tracePt t="194386" x="3873500" y="6248400"/>
          <p14:tracePt t="194403" x="3810000" y="6267450"/>
          <p14:tracePt t="194419" x="3740150" y="6299200"/>
          <p14:tracePt t="194436" x="3695700" y="6305550"/>
          <p14:tracePt t="194453" x="3625850" y="6324600"/>
          <p14:tracePt t="194469" x="3556000" y="6337300"/>
          <p14:tracePt t="194485" x="3524250" y="6343650"/>
          <p14:tracePt t="194503" x="3467100" y="6369050"/>
          <p14:tracePt t="194519" x="3422650" y="6381750"/>
          <p14:tracePt t="194536" x="3403600" y="6388100"/>
          <p14:tracePt t="194553" x="3365500" y="6400800"/>
          <p14:tracePt t="194569" x="3352800" y="6407150"/>
          <p14:tracePt t="194585" x="3327400" y="6413500"/>
          <p14:tracePt t="194602" x="3308350" y="6426200"/>
          <p14:tracePt t="194635" x="3289300" y="6426200"/>
          <p14:tracePt t="194652" x="3270250" y="6432550"/>
          <p14:tracePt t="194669" x="3257550" y="6432550"/>
          <p14:tracePt t="194685" x="3244850" y="6438900"/>
          <p14:tracePt t="194702" x="3225800" y="6438900"/>
          <p14:tracePt t="194718" x="3219450" y="6445250"/>
          <p14:tracePt t="194722" x="3213100" y="6445250"/>
          <p14:tracePt t="194735" x="3206750" y="6445250"/>
          <p14:tracePt t="194770" x="3200400" y="6445250"/>
          <p14:tracePt t="194868" x="3194050" y="6445250"/>
          <p14:tracePt t="194973" x="3187700" y="6445250"/>
          <p14:tracePt t="195219" x="3187700" y="6451600"/>
          <p14:tracePt t="195485" x="3200400" y="6451600"/>
          <p14:tracePt t="195500" x="3213100" y="6451600"/>
          <p14:tracePt t="195514" x="3232150" y="6451600"/>
          <p14:tracePt t="195521" x="3263900" y="6451600"/>
          <p14:tracePt t="195536" x="3295650" y="6445250"/>
          <p14:tracePt t="195549" x="3346450" y="6445250"/>
          <p14:tracePt t="195565" x="3448050" y="6432550"/>
          <p14:tracePt t="195582" x="3517900" y="6426200"/>
          <p14:tracePt t="195599" x="3644900" y="6426200"/>
          <p14:tracePt t="195615" x="3784600" y="6413500"/>
          <p14:tracePt t="195633" x="3892550" y="6407150"/>
          <p14:tracePt t="195648" x="3930650" y="6407150"/>
          <p14:tracePt t="195665" x="4000500" y="6407150"/>
          <p14:tracePt t="195682" x="4038600" y="6426200"/>
          <p14:tracePt t="197237" x="4102100" y="6375400"/>
          <p14:tracePt t="197244" x="4197350" y="6286500"/>
          <p14:tracePt t="197257" x="4394200" y="6153150"/>
          <p14:tracePt t="197265" x="4641850" y="5943600"/>
          <p14:tracePt t="197280" x="4921250" y="5778500"/>
          <p14:tracePt t="197293" x="5295900" y="5581650"/>
          <p14:tracePt t="197309" x="6216650" y="5359400"/>
          <p14:tracePt t="197326" x="6718300" y="5302250"/>
          <p14:tracePt t="197342" x="7886700" y="5334000"/>
          <p14:tracePt t="197359" x="9099550" y="5530850"/>
          <p14:tracePt t="197807" x="8940800" y="5892800"/>
          <p14:tracePt t="197824" x="8743950" y="5861050"/>
          <p14:tracePt t="197841" x="8375650" y="5810250"/>
          <p14:tracePt t="197857" x="8248650" y="5791200"/>
          <p14:tracePt t="197875" x="7842250" y="5772150"/>
          <p14:tracePt t="197890" x="7727950" y="5772150"/>
          <p14:tracePt t="197907" x="7639050" y="5772150"/>
          <p14:tracePt t="197924" x="7486650" y="5784850"/>
          <p14:tracePt t="197940" x="7353300" y="5803900"/>
          <p14:tracePt t="197956" x="7302500" y="5810250"/>
          <p14:tracePt t="197974" x="7213600" y="5835650"/>
          <p14:tracePt t="197990" x="7162800" y="5848350"/>
          <p14:tracePt t="198007" x="7137400" y="5848350"/>
          <p14:tracePt t="198023" x="7105650" y="5861050"/>
          <p14:tracePt t="198040" x="7080250" y="5867400"/>
          <p14:tracePt t="198057" x="7061200" y="5867400"/>
          <p14:tracePt t="198090" x="7042150" y="5873750"/>
          <p14:tracePt t="198107" x="7029450" y="5873750"/>
          <p14:tracePt t="198123" x="7029450" y="5880100"/>
          <p14:tracePt t="198140" x="7023100" y="5886450"/>
          <p14:tracePt t="198156" x="6991350" y="5899150"/>
          <p14:tracePt t="198173" x="6978650" y="5899150"/>
          <p14:tracePt t="198190" x="6965950" y="5905500"/>
          <p14:tracePt t="198206" x="6959600" y="5905500"/>
          <p14:tracePt t="198223" x="6934200" y="5899150"/>
          <p14:tracePt t="198240" x="6889750" y="5886450"/>
          <p14:tracePt t="198256" x="6858000" y="5867400"/>
          <p14:tracePt t="198273" x="6769100" y="5803900"/>
          <p14:tracePt t="198289" x="6642100" y="5715000"/>
          <p14:tracePt t="198306" x="6572250" y="5657850"/>
          <p14:tracePt t="198322" x="6394450" y="5511800"/>
          <p14:tracePt t="198339" x="6191250" y="5346700"/>
          <p14:tracePt t="198356" x="6083300" y="5276850"/>
          <p14:tracePt t="198373" x="5905500" y="5162550"/>
          <p14:tracePt t="198389" x="5791200" y="5086350"/>
          <p14:tracePt t="198405" x="5746750" y="5054600"/>
          <p14:tracePt t="198422" x="5683250" y="5022850"/>
          <p14:tracePt t="198439" x="5651500" y="5010150"/>
          <p14:tracePt t="198456" x="5645150" y="5003800"/>
          <p14:tracePt t="198472" x="5632450" y="5003800"/>
          <p14:tracePt t="198488" x="5626100" y="5003800"/>
          <p14:tracePt t="198505" x="5619750" y="5003800"/>
          <p14:tracePt t="198521" x="5613400" y="5010150"/>
          <p14:tracePt t="198633" x="5619750" y="4997450"/>
          <p14:tracePt t="198640" x="5632450" y="4991100"/>
          <p14:tracePt t="198647" x="5645150" y="4978400"/>
          <p14:tracePt t="198661" x="5657850" y="4965700"/>
          <p14:tracePt t="198671" x="5683250" y="4933950"/>
          <p14:tracePt t="198689" x="5784850" y="4838700"/>
          <p14:tracePt t="198705" x="5911850" y="4749800"/>
          <p14:tracePt t="198721" x="6324600" y="4483100"/>
          <p14:tracePt t="198738" x="6648450" y="4330700"/>
          <p14:tracePt t="198754" x="7334250" y="4070350"/>
          <p14:tracePt t="198771" x="7715250" y="4000500"/>
          <p14:tracePt t="198788" x="8597900" y="4025900"/>
          <p14:tracePt t="198804" x="8832850" y="4095750"/>
          <p14:tracePt t="198821" x="9004300" y="4178300"/>
          <p14:tracePt t="199069" x="9137650" y="4540250"/>
          <p14:tracePt t="199087" x="9131300" y="4533900"/>
          <p14:tracePt t="199103" x="9112250" y="4521200"/>
          <p14:tracePt t="199120" x="9067800" y="4495800"/>
          <p14:tracePt t="199136" x="8883650" y="4413250"/>
          <p14:tracePt t="199153" x="8534400" y="4267200"/>
          <p14:tracePt t="199169" x="8274050" y="4191000"/>
          <p14:tracePt t="199186" x="7715250" y="4051300"/>
          <p14:tracePt t="199203" x="7156450" y="3943350"/>
          <p14:tracePt t="199219" x="6915150" y="3917950"/>
          <p14:tracePt t="199236" x="6521450" y="3917950"/>
          <p14:tracePt t="199252" x="6305550" y="3937000"/>
          <p14:tracePt t="199269" x="6223000" y="3968750"/>
          <p14:tracePt t="199286" x="6115050" y="4013200"/>
          <p14:tracePt t="199303" x="6070600" y="4057650"/>
          <p14:tracePt t="199319" x="6051550" y="4083050"/>
          <p14:tracePt t="199336" x="6032500" y="4108450"/>
          <p14:tracePt t="199352" x="6007100" y="4140200"/>
          <p14:tracePt t="199369" x="5994400" y="4152900"/>
          <p14:tracePt t="199385" x="5994400" y="4165600"/>
          <p14:tracePt t="199402" x="5988050" y="4171950"/>
          <p14:tracePt t="199419" x="5988050" y="4178300"/>
          <p14:tracePt t="199452" x="5981700" y="4178300"/>
          <p14:tracePt t="199475" x="5975350" y="4178300"/>
          <p14:tracePt t="199594" x="5975350" y="4171950"/>
          <p14:tracePt t="199602" x="5975350" y="4165600"/>
          <p14:tracePt t="199622" x="5975350" y="4159250"/>
          <p14:tracePt t="199629" x="5975350" y="4152900"/>
          <p14:tracePt t="199643" x="5975350" y="4146550"/>
          <p14:tracePt t="199664" x="5981700" y="4146550"/>
          <p14:tracePt t="199671" x="5981700" y="4133850"/>
          <p14:tracePt t="199687" x="5981700" y="4127500"/>
          <p14:tracePt t="199700" x="6019800" y="4076700"/>
          <p14:tracePt t="199718" x="6045200" y="4044950"/>
          <p14:tracePt t="199735" x="6159500" y="3937000"/>
          <p14:tracePt t="199751" x="6267450" y="3886200"/>
          <p14:tracePt t="199767" x="6635750" y="3771900"/>
          <p14:tracePt t="199784" x="7213600" y="3740150"/>
          <p14:tracePt t="199801" x="7562850" y="3765550"/>
          <p14:tracePt t="199817" x="8248650" y="3937000"/>
          <p14:tracePt t="199834" x="8839200" y="4178300"/>
          <p14:tracePt t="199850" x="9048750" y="4311650"/>
          <p14:tracePt t="200199" x="9074150" y="4838700"/>
          <p14:tracePt t="200216" x="8693150" y="4838700"/>
          <p14:tracePt t="200233" x="8159750" y="4883150"/>
          <p14:tracePt t="200249" x="7880350" y="4927600"/>
          <p14:tracePt t="200252" x="7550150" y="4991100"/>
          <p14:tracePt t="200266" x="7270750" y="5073650"/>
          <p14:tracePt t="200283" x="6667500" y="5283200"/>
          <p14:tracePt t="200299" x="6394450" y="5391150"/>
          <p14:tracePt t="200315" x="6172200" y="5499100"/>
          <p14:tracePt t="200332" x="5600700" y="5803900"/>
          <p14:tracePt t="200348" x="5441950" y="5905500"/>
          <p14:tracePt t="200366" x="5168900" y="6064250"/>
          <p14:tracePt t="200382" x="4946650" y="6172200"/>
          <p14:tracePt t="200399" x="4826000" y="6223000"/>
          <p14:tracePt t="200415" x="4578350" y="6311900"/>
          <p14:tracePt t="200432" x="4318000" y="6388100"/>
          <p14:tracePt t="200449" x="4165600" y="6419850"/>
          <p14:tracePt t="200465" x="3949700" y="6464300"/>
          <p14:tracePt t="200482" x="3803650" y="6470650"/>
          <p14:tracePt t="200498" x="3740150" y="6483350"/>
          <p14:tracePt t="200514" x="3657600" y="6477000"/>
          <p14:tracePt t="200531" x="3644900" y="6477000"/>
          <p14:tracePt t="200549" x="3638550" y="6477000"/>
          <p14:tracePt t="200612" x="3638550" y="6508750"/>
          <p14:tracePt t="201026" x="3498850" y="6489700"/>
          <p14:tracePt t="201032" x="3302000" y="6464300"/>
          <p14:tracePt t="201049" x="3035300" y="6432550"/>
          <p14:tracePt t="201063" x="2819400" y="6419850"/>
          <p14:tracePt t="201080" x="2393950" y="6407150"/>
          <p14:tracePt t="201096" x="2114550" y="6394450"/>
          <p14:tracePt t="201113" x="2012950" y="6394450"/>
          <p14:tracePt t="201130" x="1854200" y="6388100"/>
          <p14:tracePt t="201146" x="1765300" y="6388100"/>
          <p14:tracePt t="201163" x="1727200" y="6388100"/>
          <p14:tracePt t="201180" x="1670050" y="6388100"/>
          <p14:tracePt t="201196" x="1644650" y="6388100"/>
          <p14:tracePt t="201212" x="1638300" y="6388100"/>
          <p14:tracePt t="201335" x="1644650" y="6388100"/>
          <p14:tracePt t="201369" x="1651000" y="6388100"/>
          <p14:tracePt t="201419" x="1657350" y="6388100"/>
          <p14:tracePt t="201425" x="1670050" y="6388100"/>
          <p14:tracePt t="201440" x="1682750" y="6375400"/>
          <p14:tracePt t="201448" x="1708150" y="6369050"/>
          <p14:tracePt t="201462" x="1727200" y="6356350"/>
          <p14:tracePt t="201478" x="1860550" y="6299200"/>
          <p14:tracePt t="201495" x="2070100" y="6223000"/>
          <p14:tracePt t="201528" x="2495550" y="6083300"/>
          <p14:tracePt t="201545" x="2717800" y="6051550"/>
          <p14:tracePt t="201561" x="2806700" y="6051550"/>
          <p14:tracePt t="201578" x="2870200" y="6057900"/>
          <p14:tracePt t="201594" x="2978150" y="6089650"/>
          <p14:tracePt t="201610" x="2990850" y="6108700"/>
          <p14:tracePt t="201628" x="2997200" y="6121400"/>
          <p14:tracePt t="201644" x="2997200" y="6153150"/>
          <p14:tracePt t="201661" x="2997200" y="6172200"/>
          <p14:tracePt t="201678" x="2997200" y="6184900"/>
          <p14:tracePt t="201694" x="2990850" y="6191250"/>
          <p14:tracePt t="201711" x="2990850" y="6197600"/>
          <p14:tracePt t="201727" x="2984500" y="6197600"/>
          <p14:tracePt t="201744" x="2978150" y="6197600"/>
          <p14:tracePt t="201791" x="2978150" y="6203950"/>
          <p14:tracePt t="201931" x="2978150" y="6197600"/>
          <p14:tracePt t="201959" x="2984500" y="6197600"/>
          <p14:tracePt t="202001" x="2990850" y="6191250"/>
          <p14:tracePt t="202008" x="2997200" y="6191250"/>
          <p14:tracePt t="202029" x="3003550" y="6191250"/>
          <p14:tracePt t="202036" x="3009900" y="6184900"/>
          <p14:tracePt t="202056" x="3028950" y="6184900"/>
          <p14:tracePt t="202070" x="3054350" y="6184900"/>
          <p14:tracePt t="202079" x="3079750" y="6184900"/>
          <p14:tracePt t="202092" x="3130550" y="6184900"/>
          <p14:tracePt t="202109" x="3295650" y="6184900"/>
          <p14:tracePt t="202126" x="3397250" y="6184900"/>
          <p14:tracePt t="202144" x="3657600" y="6197600"/>
          <p14:tracePt t="202159" x="3987800" y="6235700"/>
          <p14:tracePt t="202176" x="4349750" y="6273800"/>
          <p14:tracePt t="202192" x="4521200" y="6299200"/>
          <p14:tracePt t="202209" x="4648200" y="6330950"/>
          <p14:tracePt t="202226" x="4959350" y="6381750"/>
          <p14:tracePt t="202243" x="5035550" y="6388100"/>
          <p14:tracePt t="202259" x="5099050" y="6400800"/>
          <p14:tracePt t="202275" x="5194300" y="6413500"/>
          <p14:tracePt t="202292" x="5257800" y="6426200"/>
          <p14:tracePt t="202310" x="5302250" y="6426200"/>
          <p14:tracePt t="202325" x="5314950" y="6432550"/>
          <p14:tracePt t="202342" x="5340350" y="6432550"/>
          <p14:tracePt t="202359" x="5359400" y="6432550"/>
          <p14:tracePt t="202392" x="5365750" y="6432550"/>
          <p14:tracePt t="202422" x="5359400" y="6432550"/>
          <p14:tracePt t="202429" x="5353050" y="6432550"/>
          <p14:tracePt t="202441" x="5346700" y="6432550"/>
          <p14:tracePt t="202458" x="5334000" y="6432550"/>
          <p14:tracePt t="202475" x="5321300" y="6432550"/>
          <p14:tracePt t="202491" x="5308600" y="6438900"/>
          <p14:tracePt t="202730" x="5346700" y="6438900"/>
          <p14:tracePt t="202737" x="5435600" y="6438900"/>
          <p14:tracePt t="202751" x="5511800" y="6438900"/>
          <p14:tracePt t="202760" x="5613400" y="6445250"/>
          <p14:tracePt t="202774" x="5715000" y="6445250"/>
          <p14:tracePt t="202790" x="5829300" y="6457950"/>
          <p14:tracePt t="202807" x="6089650" y="6464300"/>
          <p14:tracePt t="202823" x="6140450" y="6477000"/>
          <p14:tracePt t="202841" x="6178550" y="6477000"/>
          <p14:tracePt t="202856" x="6203950" y="6477000"/>
          <p14:tracePt t="202873" x="6210300" y="6483350"/>
          <p14:tracePt t="202893" x="6203950" y="6483350"/>
          <p14:tracePt t="202906" x="6197600" y="6483350"/>
          <p14:tracePt t="202923" x="6172200" y="6483350"/>
          <p14:tracePt t="202941" x="6140450" y="6483350"/>
          <p14:tracePt t="202956" x="6127750" y="6496050"/>
          <p14:tracePt t="202973" x="6089650" y="6496050"/>
          <p14:tracePt t="202990" x="6064250" y="6502400"/>
          <p14:tracePt t="203006" x="6057900" y="6502400"/>
          <p14:tracePt t="203023" x="6032500" y="6502400"/>
          <p14:tracePt t="203040" x="6000750" y="6502400"/>
          <p14:tracePt t="203056" x="5994400" y="6502400"/>
          <p14:tracePt t="203074" x="5975350" y="6502400"/>
          <p14:tracePt t="203089" x="5962650" y="6502400"/>
          <p14:tracePt t="203144" x="5969000" y="6502400"/>
          <p14:tracePt t="203151" x="5975350" y="6502400"/>
          <p14:tracePt t="203159" x="5988050" y="6502400"/>
          <p14:tracePt t="203173" x="6007100" y="6502400"/>
          <p14:tracePt t="203189" x="6026150" y="6502400"/>
          <p14:tracePt t="203206" x="6096000" y="6502400"/>
          <p14:tracePt t="203222" x="6223000" y="6502400"/>
          <p14:tracePt t="203239" x="6292850" y="6496050"/>
          <p14:tracePt t="203256" x="6445250" y="6483350"/>
          <p14:tracePt t="203272" x="6546850" y="6483350"/>
          <p14:tracePt t="203289" x="6584950" y="6483350"/>
          <p14:tracePt t="203292" x="6610350" y="6483350"/>
          <p14:tracePt t="203305" x="6616700" y="6483350"/>
          <p14:tracePt t="203322" x="6623050" y="6483350"/>
          <p14:tracePt t="203361" x="6616700" y="6483350"/>
          <p14:tracePt t="203368" x="6604000" y="6483350"/>
          <p14:tracePt t="203382" x="6604000" y="6489700"/>
          <p14:tracePt t="203391" x="6597650" y="6489700"/>
          <p14:tracePt t="203405" x="6591300" y="6489700"/>
          <p14:tracePt t="203421" x="6584950" y="6489700"/>
          <p14:tracePt t="203481" x="6591300" y="6496050"/>
          <p14:tracePt t="203495" x="6597650" y="6496050"/>
          <p14:tracePt t="203509" x="6604000" y="6496050"/>
          <p14:tracePt t="203523" x="6610350" y="6496050"/>
          <p14:tracePt t="203572" x="6616700" y="6496050"/>
          <p14:tracePt t="203600" x="6623050" y="6496050"/>
          <p14:tracePt t="203614" x="6635750" y="6502400"/>
          <p14:tracePt t="203624" x="6642100" y="6502400"/>
          <p14:tracePt t="203638" x="6654800" y="6508750"/>
          <p14:tracePt t="203654" x="6692900" y="6515100"/>
          <p14:tracePt t="203671" x="6775450" y="6540500"/>
          <p14:tracePt t="203687" x="6832600" y="6546850"/>
          <p14:tracePt t="203704" x="6896100" y="6559550"/>
          <p14:tracePt t="203720" x="7092950" y="6584950"/>
          <p14:tracePt t="203737" x="7143750" y="6591300"/>
          <p14:tracePt t="203754" x="7239000" y="6591300"/>
          <p14:tracePt t="203771" x="7264400" y="6591300"/>
          <p14:tracePt t="203787" x="7315200" y="6591300"/>
          <p14:tracePt t="203804" x="7340600" y="6584950"/>
          <p14:tracePt t="203820" x="7346950" y="6578600"/>
          <p14:tracePt t="203873" x="7340600" y="6578600"/>
          <p14:tracePt t="203880" x="7334250" y="6572250"/>
          <p14:tracePt t="203894" x="7321550" y="6572250"/>
          <p14:tracePt t="203903" x="7315200" y="6572250"/>
          <p14:tracePt t="203919" x="7308850" y="6572250"/>
          <p14:tracePt t="203937" x="7296150" y="6572250"/>
          <p14:tracePt t="203953" x="7277100" y="6572250"/>
          <p14:tracePt t="203970" x="7270750" y="6572250"/>
          <p14:tracePt t="203986" x="7258050" y="6572250"/>
          <p14:tracePt t="204003" x="7239000" y="6572250"/>
          <p14:tracePt t="204020" x="7232650" y="6572250"/>
          <p14:tracePt t="204036" x="7219950" y="6572250"/>
          <p14:tracePt t="204052" x="7213600" y="6572250"/>
          <p14:tracePt t="204070" x="7200900" y="6572250"/>
          <p14:tracePt t="204106" x="7194550" y="6578600"/>
          <p14:tracePt t="204154" x="7194550" y="6584950"/>
          <p14:tracePt t="204161" x="7200900" y="6584950"/>
          <p14:tracePt t="204175" x="7207250" y="6584950"/>
          <p14:tracePt t="204197" x="7213600" y="6584950"/>
          <p14:tracePt t="204211" x="7219950" y="6584950"/>
          <p14:tracePt t="204225" x="7232650" y="6584950"/>
          <p14:tracePt t="204235" x="7245350" y="6578600"/>
          <p14:tracePt t="204252" x="7289800" y="6565900"/>
          <p14:tracePt t="204269" x="7308850" y="6553200"/>
          <p14:tracePt t="204285" x="7359650" y="6527800"/>
          <p14:tracePt t="204302" x="7410450" y="6502400"/>
          <p14:tracePt t="204318" x="7435850" y="6489700"/>
          <p14:tracePt t="204321" x="7454900" y="6464300"/>
          <p14:tracePt t="204336" x="7461250" y="6457950"/>
          <p14:tracePt t="204352" x="7473950" y="6445250"/>
          <p14:tracePt t="204368" x="7473950" y="6432550"/>
          <p14:tracePt t="204385" x="7473950" y="6419850"/>
          <p14:tracePt t="204401" x="7467600" y="6394450"/>
          <p14:tracePt t="204418" x="7454900" y="6356350"/>
          <p14:tracePt t="204435" x="7423150" y="6311900"/>
          <p14:tracePt t="204451" x="7416800" y="6292850"/>
          <p14:tracePt t="204467" x="7378700" y="6223000"/>
          <p14:tracePt t="204484" x="7327900" y="6153150"/>
          <p14:tracePt t="204501" x="7308850" y="6121400"/>
          <p14:tracePt t="204518" x="7270750" y="6057900"/>
          <p14:tracePt t="204534" x="7245350" y="6007100"/>
          <p14:tracePt t="204551" x="7239000" y="5981700"/>
          <p14:tracePt t="204568" x="7232650" y="5924550"/>
          <p14:tracePt t="204584" x="7232650" y="5880100"/>
          <p14:tracePt t="204600" x="7232650" y="5861050"/>
          <p14:tracePt t="204618" x="7232650" y="5835650"/>
          <p14:tracePt t="204634" x="7232650" y="5816600"/>
          <p14:tracePt t="207441" x="7188200" y="5765800"/>
          <p14:tracePt t="207448" x="7131050" y="5721350"/>
          <p14:tracePt t="207462" x="7061200" y="5657850"/>
          <p14:tracePt t="207473" x="6985000" y="5530850"/>
          <p14:tracePt t="207491" x="6718300" y="5283200"/>
          <p14:tracePt t="207507" x="6502400" y="5092700"/>
          <p14:tracePt t="207524" x="6064250" y="4724400"/>
          <p14:tracePt t="207540" x="5594350" y="4286250"/>
          <p14:tracePt t="207557" x="5353050" y="4076700"/>
          <p14:tracePt t="207574" x="5060950" y="3835400"/>
          <p14:tracePt t="207590" x="4114800" y="3098800"/>
          <p14:tracePt t="207607" x="3797300" y="2851150"/>
          <p14:tracePt t="207624" x="3276600" y="2495550"/>
          <p14:tracePt t="207640" x="3003550" y="2368550"/>
          <p14:tracePt t="207657" x="2673350" y="2165350"/>
          <p14:tracePt t="207673" x="2514600" y="2095500"/>
          <p14:tracePt t="207690" x="2457450" y="2076450"/>
          <p14:tracePt t="207707" x="2368550" y="2070100"/>
          <p14:tracePt t="207723" x="2286000" y="2076450"/>
          <p14:tracePt t="207740" x="2241550" y="2089150"/>
          <p14:tracePt t="207757" x="2152650" y="2095500"/>
          <p14:tracePt t="207773" x="2006600" y="2101850"/>
          <p14:tracePt t="207789" x="1917700" y="2101850"/>
          <p14:tracePt t="207806" x="1689100" y="2114550"/>
          <p14:tracePt t="207823" x="1409700" y="2146300"/>
          <p14:tracePt t="207839" x="1270000" y="2159000"/>
          <p14:tracePt t="207856" x="965200" y="2190750"/>
          <p14:tracePt t="207873" x="647700" y="2241550"/>
          <p14:tracePt t="207890" x="463550" y="2279650"/>
          <p14:tracePt t="207906" x="412750" y="2298700"/>
          <p14:tracePt t="207922" x="381000" y="2317750"/>
          <p14:tracePt t="207939" x="355600" y="2330450"/>
          <p14:tracePt t="207972" x="355600" y="2336800"/>
          <p14:tracePt t="207989" x="361950" y="2349500"/>
          <p14:tracePt t="208006" x="368300" y="2349500"/>
          <p14:tracePt t="208024" x="406400" y="2362200"/>
          <p14:tracePt t="208038" x="412750" y="2362200"/>
          <p14:tracePt t="208055" x="425450" y="2362200"/>
          <p14:tracePt t="208072" x="431800" y="2362200"/>
          <p14:tracePt t="208089" x="450850" y="2349500"/>
          <p14:tracePt t="208104" x="457200" y="2343150"/>
          <p14:tracePt t="208122" x="508000" y="2311400"/>
          <p14:tracePt t="208139" x="539750" y="2286000"/>
          <p14:tracePt t="208155" x="615950" y="2235200"/>
          <p14:tracePt t="208171" x="723900" y="2159000"/>
          <p14:tracePt t="208188" x="787400" y="2120900"/>
          <p14:tracePt t="208206" x="920750" y="2025650"/>
          <p14:tracePt t="208221" x="996950" y="1949450"/>
          <p14:tracePt t="208238" x="1028700" y="1930400"/>
          <p14:tracePt t="208257" x="1060450" y="1879600"/>
          <p14:tracePt t="208288" x="1060450" y="1866900"/>
          <p14:tracePt t="208321" x="1054100" y="1866900"/>
          <p14:tracePt t="208338" x="1041400" y="1866900"/>
          <p14:tracePt t="208386" x="1035050" y="1866900"/>
          <p14:tracePt t="208428" x="1035050" y="1873250"/>
          <p14:tracePt t="208456" x="1035050" y="1879600"/>
          <p14:tracePt t="208477" x="1035050" y="1885950"/>
          <p14:tracePt t="208498" x="1035050" y="1892300"/>
          <p14:tracePt t="208520" x="1035050" y="1898650"/>
          <p14:tracePt t="208568" x="1035050" y="1905000"/>
          <p14:tracePt t="208583" x="1035050" y="1911350"/>
          <p14:tracePt t="208590" x="1035050" y="1917700"/>
          <p14:tracePt t="208611" x="1035050" y="1924050"/>
          <p14:tracePt t="208632" x="1035050" y="1930400"/>
          <p14:tracePt t="208640" x="1041400" y="1930400"/>
          <p14:tracePt t="208654" x="1054100" y="1930400"/>
          <p14:tracePt t="208670" x="1098550" y="1949450"/>
          <p14:tracePt t="208687" x="1181100" y="1968500"/>
          <p14:tracePt t="208703" x="1244600" y="1987550"/>
          <p14:tracePt t="208720" x="1314450" y="1993900"/>
          <p14:tracePt t="208738" x="1536700" y="2025650"/>
          <p14:tracePt t="208753" x="1600200" y="2025650"/>
          <p14:tracePt t="208770" x="1663700" y="2019300"/>
          <p14:tracePt t="208786" x="1746250" y="2012950"/>
          <p14:tracePt t="208803" x="1816100" y="1981200"/>
          <p14:tracePt t="208819" x="1841500" y="1968500"/>
          <p14:tracePt t="208823" x="1854200" y="1943100"/>
          <p14:tracePt t="208836" x="1873250" y="1930400"/>
          <p14:tracePt t="208853" x="1885950" y="1885950"/>
          <p14:tracePt t="208870" x="1885950" y="1860550"/>
          <p14:tracePt t="208903" x="1885950" y="1854200"/>
          <p14:tracePt t="208962" x="1879600" y="1854200"/>
          <p14:tracePt t="209011" x="1873250" y="1860550"/>
          <p14:tracePt t="209017" x="1873250" y="1866900"/>
          <p14:tracePt t="209074" x="1873250" y="1873250"/>
          <p14:tracePt t="209081" x="1873250" y="1879600"/>
          <p14:tracePt t="209109" x="1873250" y="1885950"/>
          <p14:tracePt t="209130" x="1873250" y="1892300"/>
          <p14:tracePt t="209151" x="1879600" y="1892300"/>
          <p14:tracePt t="209179" x="1879600" y="1898650"/>
          <p14:tracePt t="209200" x="1885950" y="1898650"/>
          <p14:tracePt t="209221" x="1892300" y="1905000"/>
          <p14:tracePt t="209228" x="1905000" y="1905000"/>
          <p14:tracePt t="209242" x="1911350" y="1911350"/>
          <p14:tracePt t="209251" x="1924050" y="1911350"/>
          <p14:tracePt t="209267" x="1943100" y="1924050"/>
          <p14:tracePt t="209285" x="2025650" y="1949450"/>
          <p14:tracePt t="209301" x="2159000" y="1987550"/>
          <p14:tracePt t="209318" x="2254250" y="2006600"/>
          <p14:tracePt t="209334" x="2432050" y="2038350"/>
          <p14:tracePt t="209351" x="2508250" y="2038350"/>
          <p14:tracePt t="209368" x="2717800" y="2044700"/>
          <p14:tracePt t="209384" x="2768600" y="2038350"/>
          <p14:tracePt t="209401" x="2813050" y="2032000"/>
          <p14:tracePt t="209418" x="2851150" y="2012950"/>
          <p14:tracePt t="209434" x="2876550" y="2000250"/>
          <p14:tracePt t="209473" x="2876550" y="1993900"/>
          <p14:tracePt t="209502" x="2876550" y="1987550"/>
          <p14:tracePt t="209572" x="2870200" y="1987550"/>
          <p14:tracePt t="209607" x="2870200" y="1993900"/>
          <p14:tracePt t="209649" x="2863850" y="1993900"/>
          <p14:tracePt t="209691" x="2857500" y="1993900"/>
          <p14:tracePt t="209740" x="2851150" y="1993900"/>
          <p14:tracePt t="209790" x="2844800" y="1993900"/>
          <p14:tracePt t="210441" x="2844800" y="2000250"/>
          <p14:tracePt t="210455" x="2844800" y="2006600"/>
          <p14:tracePt t="210461" x="2844800" y="2012950"/>
          <p14:tracePt t="210476" x="2844800" y="2019300"/>
          <p14:tracePt t="210484" x="2844800" y="2032000"/>
          <p14:tracePt t="210499" x="2844800" y="2044700"/>
          <p14:tracePt t="210513" x="2844800" y="2057400"/>
          <p14:tracePt t="210530" x="2844800" y="2076450"/>
          <p14:tracePt t="210547" x="2825750" y="2120900"/>
          <p14:tracePt t="210563" x="2819400" y="2152650"/>
          <p14:tracePt t="210581" x="2794000" y="2203450"/>
          <p14:tracePt t="210596" x="2768600" y="2247900"/>
          <p14:tracePt t="210613" x="2755900" y="2260600"/>
          <p14:tracePt t="210630" x="2743200" y="2279650"/>
          <p14:tracePt t="210646" x="2736850" y="2279650"/>
          <p14:tracePt t="210679" x="2736850" y="2260600"/>
          <p14:tracePt t="210696" x="2743200" y="2209800"/>
          <p14:tracePt t="210713" x="2743200" y="2171700"/>
          <p14:tracePt t="210730" x="2755900" y="2089150"/>
          <p14:tracePt t="210746" x="2762250" y="2032000"/>
          <p14:tracePt t="210764" x="2774950" y="1987550"/>
          <p14:tracePt t="210779" x="2781300" y="1974850"/>
          <p14:tracePt t="210796" x="2781300" y="1968500"/>
          <p14:tracePt t="210848" x="2781300" y="1974850"/>
          <p14:tracePt t="210855" x="2781300" y="1987550"/>
          <p14:tracePt t="210863" x="2781300" y="2000250"/>
          <p14:tracePt t="210879" x="2781300" y="2006600"/>
          <p14:tracePt t="210896" x="2781300" y="2012950"/>
          <p14:tracePt t="210912" x="2781300" y="2051050"/>
          <p14:tracePt t="210929" x="2781300" y="2108200"/>
          <p14:tracePt t="210947" x="2787650" y="2178050"/>
          <p14:tracePt t="210962" x="2787650" y="2197100"/>
          <p14:tracePt t="210979" x="2794000" y="2235200"/>
          <p14:tracePt t="210996" x="2800350" y="2254250"/>
          <p14:tracePt t="211012" x="2806700" y="2254250"/>
          <p14:tracePt t="211029" x="2825750" y="2241550"/>
          <p14:tracePt t="211045" x="2838450" y="2190750"/>
          <p14:tracePt t="211061" x="2844800" y="2139950"/>
          <p14:tracePt t="211079" x="2863850" y="2006600"/>
          <p14:tracePt t="211094" x="2882900" y="1854200"/>
          <p14:tracePt t="211112" x="2882900" y="1790700"/>
          <p14:tracePt t="211129" x="2889250" y="1682750"/>
          <p14:tracePt t="211145" x="2889250" y="1644650"/>
          <p14:tracePt t="211161" x="2889250" y="1638300"/>
          <p14:tracePt t="211194" x="2889250" y="1644650"/>
          <p14:tracePt t="211211" x="2889250" y="1657350"/>
          <p14:tracePt t="211228" x="2889250" y="1676400"/>
          <p14:tracePt t="211244" x="2889250" y="1682750"/>
          <p14:tracePt t="211262" x="2882900" y="1701800"/>
          <p14:tracePt t="211278" x="2876550" y="1720850"/>
          <p14:tracePt t="211294" x="2870200" y="1746250"/>
          <p14:tracePt t="211311" x="2857500" y="1809750"/>
          <p14:tracePt t="211327" x="2857500" y="1885950"/>
          <p14:tracePt t="211344" x="2857500" y="1943100"/>
          <p14:tracePt t="211361" x="2863850" y="2019300"/>
          <p14:tracePt t="211379" x="2870200" y="2063750"/>
          <p14:tracePt t="211394" x="2870200" y="2082800"/>
          <p14:tracePt t="211411" x="2876550" y="2101850"/>
          <p14:tracePt t="211427" x="2882900" y="2101850"/>
          <p14:tracePt t="211465" x="2889250" y="2101850"/>
          <p14:tracePt t="211487" x="2895600" y="2095500"/>
          <p14:tracePt t="211495" x="2895600" y="2089150"/>
          <p14:tracePt t="211508" x="2901950" y="2076450"/>
          <p14:tracePt t="211515" x="2901950" y="2070100"/>
          <p14:tracePt t="211530" x="2901950" y="2063750"/>
          <p14:tracePt t="211543" x="2901950" y="2057400"/>
          <p14:tracePt t="211560" x="2901950" y="2025650"/>
          <p14:tracePt t="211578" x="2895600" y="1981200"/>
          <p14:tracePt t="211593" x="2895600" y="1962150"/>
          <p14:tracePt t="211610" x="2889250" y="1911350"/>
          <p14:tracePt t="211627" x="2876550" y="1885950"/>
          <p14:tracePt t="211643" x="2870200" y="1879600"/>
          <p14:tracePt t="211660" x="2863850" y="1879600"/>
          <p14:tracePt t="211677" x="2857500" y="1879600"/>
          <p14:tracePt t="211693" x="2857500" y="1885950"/>
          <p14:tracePt t="211709" x="2857500" y="1898650"/>
          <p14:tracePt t="211726" x="2857500" y="1905000"/>
          <p14:tracePt t="211743" x="2857500" y="1911350"/>
          <p14:tracePt t="211776" x="2857500" y="1917700"/>
          <p14:tracePt t="211796" x="2857500" y="1924050"/>
          <p14:tracePt t="211880" x="2857500" y="1917700"/>
          <p14:tracePt t="211901" x="2857500" y="1911350"/>
          <p14:tracePt t="211907" x="2857500" y="1905000"/>
          <p14:tracePt t="211936" x="2857500" y="1892300"/>
          <p14:tracePt t="211956" x="2857500" y="1885950"/>
          <p14:tracePt t="211985" x="2857500" y="1879600"/>
          <p14:tracePt t="212048" x="2857500" y="1885950"/>
          <p14:tracePt t="212055" x="2857500" y="1892300"/>
          <p14:tracePt t="212069" x="2857500" y="1898650"/>
          <p14:tracePt t="212077" x="2857500" y="1905000"/>
          <p14:tracePt t="212092" x="2857500" y="1911350"/>
          <p14:tracePt t="212108" x="2857500" y="1917700"/>
          <p14:tracePt t="212125" x="2857500" y="1962150"/>
          <p14:tracePt t="212142" x="2857500" y="1974850"/>
          <p14:tracePt t="212158" x="2857500" y="1987550"/>
          <p14:tracePt t="212174" x="2863850" y="1993900"/>
          <p14:tracePt t="212191" x="2870200" y="1987550"/>
          <p14:tracePt t="212208" x="2870200" y="1981200"/>
          <p14:tracePt t="212225" x="2870200" y="1968500"/>
          <p14:tracePt t="212241" x="2870200" y="1955800"/>
          <p14:tracePt t="212258" x="2870200" y="1949450"/>
          <p14:tracePt t="212329" x="2870200" y="1962150"/>
          <p14:tracePt t="212336" x="2870200" y="1968500"/>
          <p14:tracePt t="212350" x="2876550" y="1981200"/>
          <p14:tracePt t="212364" x="2889250" y="2012950"/>
          <p14:tracePt t="212373" x="2908300" y="2070100"/>
          <p14:tracePt t="212391" x="2952750" y="2152650"/>
          <p14:tracePt t="212407" x="3060700" y="2413000"/>
          <p14:tracePt t="212424" x="3244850" y="2800350"/>
          <p14:tracePt t="212441" x="3467100" y="3244850"/>
          <p14:tracePt t="212457" x="3600450" y="3454400"/>
          <p14:tracePt t="212474" x="3829050" y="3790950"/>
          <p14:tracePt t="212490" x="4057650" y="4070350"/>
          <p14:tracePt t="212507" x="4165600" y="4191000"/>
          <p14:tracePt t="212523" x="4324350" y="4356100"/>
          <p14:tracePt t="212540" x="4425950" y="4476750"/>
          <p14:tracePt t="212556" x="4476750" y="4521200"/>
          <p14:tracePt t="212574" x="4552950" y="4591050"/>
          <p14:tracePt t="212589" x="4610100" y="4629150"/>
          <p14:tracePt t="212606" x="4622800" y="4635500"/>
          <p14:tracePt t="212623" x="4641850" y="4648200"/>
          <p14:tracePt t="212640" x="4648200" y="4660900"/>
          <p14:tracePt t="212656" x="4648200" y="4667250"/>
          <p14:tracePt t="212673" x="4641850" y="4667250"/>
          <p14:tracePt t="212689" x="4622800" y="4673600"/>
          <p14:tracePt t="212706" x="4610100" y="4679950"/>
          <p14:tracePt t="212723" x="4597400" y="4686300"/>
          <p14:tracePt t="212739" x="4559300" y="4699000"/>
          <p14:tracePt t="212757" x="4521200" y="4718050"/>
          <p14:tracePt t="212772" x="4495800" y="4730750"/>
          <p14:tracePt t="212789" x="4476750" y="4737100"/>
          <p14:tracePt t="212806" x="4432300" y="4775200"/>
          <p14:tracePt t="212822" x="4368800" y="4806950"/>
          <p14:tracePt t="212839" x="4324350" y="4832350"/>
          <p14:tracePt t="212855" x="4235450" y="4889500"/>
          <p14:tracePt t="212872" x="4146550" y="4953000"/>
          <p14:tracePt t="212889" x="4102100" y="4991100"/>
          <p14:tracePt t="212905" x="4019550" y="5067300"/>
          <p14:tracePt t="212922" x="3968750" y="5156200"/>
          <p14:tracePt t="212940" x="3937000" y="5219700"/>
          <p14:tracePt t="212955" x="3930650" y="5245100"/>
          <p14:tracePt t="212972" x="3930650" y="5276850"/>
          <p14:tracePt t="212989" x="3930650" y="5302250"/>
          <p14:tracePt t="213005" x="3930650" y="5314950"/>
          <p14:tracePt t="213038" x="3943350" y="5334000"/>
          <p14:tracePt t="213055" x="3949700" y="5340350"/>
          <p14:tracePt t="213072" x="3968750" y="5353050"/>
          <p14:tracePt t="213088" x="3975100" y="5353050"/>
          <p14:tracePt t="213105" x="3994150" y="5353050"/>
          <p14:tracePt t="213122" x="4019550" y="5353050"/>
          <p14:tracePt t="213138" x="4038600" y="5353050"/>
          <p14:tracePt t="213154" x="4089400" y="5353050"/>
          <p14:tracePt t="213171" x="4140200" y="5353050"/>
          <p14:tracePt t="213188" x="4159250" y="5346700"/>
          <p14:tracePt t="213205" x="4210050" y="5340350"/>
          <p14:tracePt t="213221" x="4229100" y="5340350"/>
          <p14:tracePt t="213238" x="4235450" y="5340350"/>
          <p14:tracePt t="213270" x="4229100" y="5340350"/>
          <p14:tracePt t="213287" x="4222750" y="5340350"/>
          <p14:tracePt t="213304" x="4197350" y="5346700"/>
          <p14:tracePt t="213320" x="4171950" y="5353050"/>
          <p14:tracePt t="213337" x="4146550" y="5353050"/>
          <p14:tracePt t="213354" x="4051300" y="5372100"/>
          <p14:tracePt t="213370" x="3987800" y="5391150"/>
          <p14:tracePt t="213374" x="3905250" y="5397500"/>
          <p14:tracePt t="213387" x="3841750" y="5416550"/>
          <p14:tracePt t="213404" x="3683000" y="5448300"/>
          <p14:tracePt t="213420" x="3594100" y="5480050"/>
          <p14:tracePt t="213437" x="3473450" y="5505450"/>
          <p14:tracePt t="213453" x="3359150" y="5549900"/>
          <p14:tracePt t="213470" x="3333750" y="5562600"/>
          <p14:tracePt t="213487" x="3276600" y="5581650"/>
          <p14:tracePt t="213503" x="3251200" y="5594350"/>
          <p14:tracePt t="213519" x="3244850" y="5607050"/>
          <p14:tracePt t="213536" x="3219450" y="5613400"/>
          <p14:tracePt t="213553" x="3200400" y="5626100"/>
          <p14:tracePt t="213570" x="3200400" y="5632450"/>
          <p14:tracePt t="213586" x="3187700" y="5632450"/>
          <p14:tracePt t="213603" x="3181350" y="5638800"/>
          <p14:tracePt t="213636" x="3175000" y="5638800"/>
          <p14:tracePt t="213653" x="3168650" y="5638800"/>
          <p14:tracePt t="213669" x="3162300" y="5638800"/>
          <p14:tracePt t="213690" x="3155950" y="5638800"/>
          <p14:tracePt t="213706" x="3149600" y="5638800"/>
          <p14:tracePt t="213719" x="3136900" y="5638800"/>
          <p14:tracePt t="213735" x="3124200" y="5632450"/>
          <p14:tracePt t="213753" x="3086100" y="5626100"/>
          <p14:tracePt t="213769" x="3060700" y="5619750"/>
          <p14:tracePt t="213785" x="2984500" y="5600700"/>
          <p14:tracePt t="213803" x="2927350" y="5588000"/>
          <p14:tracePt t="213819" x="2901950" y="5581650"/>
          <p14:tracePt t="213835" x="2857500" y="5568950"/>
          <p14:tracePt t="213852" x="2825750" y="5562600"/>
          <p14:tracePt t="213886" x="2819400" y="5562600"/>
          <p14:tracePt t="213915" x="2825750" y="5562600"/>
          <p14:tracePt t="213922" x="2832100" y="5562600"/>
          <p14:tracePt t="213938" x="2844800" y="5562600"/>
          <p14:tracePt t="213952" x="2889250" y="5562600"/>
          <p14:tracePt t="213968" x="2927350" y="5562600"/>
          <p14:tracePt t="213985" x="3028950" y="5568950"/>
          <p14:tracePt t="214001" x="3105150" y="5568950"/>
          <p14:tracePt t="214018" x="3251200" y="5588000"/>
          <p14:tracePt t="214035" x="3378200" y="5607050"/>
          <p14:tracePt t="214051" x="3448050" y="5626100"/>
          <p14:tracePt t="214068" x="3556000" y="5657850"/>
          <p14:tracePt t="214085" x="3619500" y="5683250"/>
          <p14:tracePt t="214101" x="3638550" y="5695950"/>
          <p14:tracePt t="214118" x="3657600" y="5715000"/>
          <p14:tracePt t="214134" x="3663950" y="5715000"/>
          <p14:tracePt t="214167" x="3644900" y="5715000"/>
          <p14:tracePt t="214184" x="3632200" y="5715000"/>
          <p14:tracePt t="214201" x="3619500" y="5715000"/>
          <p14:tracePt t="214218" x="3594100" y="5727700"/>
          <p14:tracePt t="214234" x="3562350" y="5727700"/>
          <p14:tracePt t="214252" x="3511550" y="5740400"/>
          <p14:tracePt t="214267" x="3473450" y="5746750"/>
          <p14:tracePt t="214284" x="3441700" y="5746750"/>
          <p14:tracePt t="214301" x="3371850" y="5759450"/>
          <p14:tracePt t="214317" x="3321050" y="5772150"/>
          <p14:tracePt t="214333" x="3276600" y="5778500"/>
          <p14:tracePt t="214350" x="3200400" y="5778500"/>
          <p14:tracePt t="214367" x="3168650" y="5778500"/>
          <p14:tracePt t="214371" x="3143250" y="5784850"/>
          <p14:tracePt t="214387" x="3111500" y="5784850"/>
          <p14:tracePt t="214400" x="3092450" y="5784850"/>
          <p14:tracePt t="214417" x="3073400" y="5784850"/>
          <p14:tracePt t="214434" x="3016250" y="5791200"/>
          <p14:tracePt t="214450" x="3003550" y="5791200"/>
          <p14:tracePt t="214467" x="2978150" y="5797550"/>
          <p14:tracePt t="214484" x="2965450" y="5803900"/>
          <p14:tracePt t="214500" x="2952750" y="5810250"/>
          <p14:tracePt t="214516" x="2933700" y="5810250"/>
          <p14:tracePt t="214533" x="2908300" y="5816600"/>
          <p14:tracePt t="214550" x="2895600" y="5822950"/>
          <p14:tracePt t="214567" x="2863850" y="5829300"/>
          <p14:tracePt t="214583" x="2825750" y="5835650"/>
          <p14:tracePt t="214599" x="2800350" y="5835650"/>
          <p14:tracePt t="214617" x="2736850" y="5848350"/>
          <p14:tracePt t="214632" x="2692400" y="5848350"/>
          <p14:tracePt t="214649" x="2603500" y="5848350"/>
          <p14:tracePt t="214666" x="2514600" y="5848350"/>
          <p14:tracePt t="214683" x="2476500" y="5848350"/>
          <p14:tracePt t="214699" x="2419350" y="5848350"/>
          <p14:tracePt t="214716" x="2374900" y="5854700"/>
          <p14:tracePt t="214732" x="2355850" y="5861050"/>
          <p14:tracePt t="214749" x="2330450" y="5867400"/>
          <p14:tracePt t="214765" x="2311400" y="5873750"/>
          <p14:tracePt t="214799" x="2305050" y="5873750"/>
          <p14:tracePt t="214815" x="2298700" y="5873750"/>
          <p14:tracePt t="214832" x="2298700" y="5867400"/>
          <p14:tracePt t="215183" x="2368550" y="5867400"/>
          <p14:tracePt t="215190" x="2495550" y="5867400"/>
          <p14:tracePt t="215204" x="2609850" y="5873750"/>
          <p14:tracePt t="215214" x="2724150" y="5873750"/>
          <p14:tracePt t="215232" x="2876550" y="5867400"/>
          <p14:tracePt t="215248" x="2940050" y="5867400"/>
          <p14:tracePt t="215264" x="3009900" y="5842000"/>
          <p14:tracePt t="215281" x="3041650" y="5842000"/>
          <p14:tracePt t="215297" x="3079750" y="5829300"/>
          <p14:tracePt t="215313" x="3111500" y="5816600"/>
          <p14:tracePt t="215331" x="3143250" y="5810250"/>
          <p14:tracePt t="215347" x="3162300" y="5810250"/>
          <p14:tracePt t="215364" x="3200400" y="5810250"/>
          <p14:tracePt t="215380" x="3244850" y="5810250"/>
          <p14:tracePt t="215397" x="3263900" y="5803900"/>
          <p14:tracePt t="215415" x="3314700" y="5791200"/>
          <p14:tracePt t="215430" x="3352800" y="5791200"/>
          <p14:tracePt t="215446" x="3378200" y="5784850"/>
          <p14:tracePt t="215464" x="3409950" y="5778500"/>
          <p14:tracePt t="215479" x="3429000" y="5765800"/>
          <p14:tracePt t="215496" x="3460750" y="5765800"/>
          <p14:tracePt t="215513" x="3505200" y="5778500"/>
          <p14:tracePt t="215530" x="3524250" y="5784850"/>
          <p14:tracePt t="215547" x="3594100" y="5791200"/>
          <p14:tracePt t="215562" x="3702050" y="5810250"/>
          <p14:tracePt t="215579" x="3752850" y="5816600"/>
          <p14:tracePt t="215596" x="3886200" y="5829300"/>
          <p14:tracePt t="215612" x="4013200" y="5829300"/>
          <p14:tracePt t="215630" x="4064000" y="5829300"/>
          <p14:tracePt t="215646" x="4203700" y="5829300"/>
          <p14:tracePt t="215662" x="4343400" y="5835650"/>
          <p14:tracePt t="215679" x="4419600" y="5835650"/>
          <p14:tracePt t="215696" x="4584700" y="5835650"/>
          <p14:tracePt t="215712" x="4768850" y="5829300"/>
          <p14:tracePt t="215730" x="4870450" y="5829300"/>
          <p14:tracePt t="215746" x="5092700" y="5829300"/>
          <p14:tracePt t="215762" x="5194300" y="5822950"/>
          <p14:tracePt t="215779" x="5467350" y="5810250"/>
          <p14:tracePt t="215795" x="5543550" y="5810250"/>
          <p14:tracePt t="215812" x="5619750" y="5810250"/>
          <p14:tracePt t="215829" x="5784850" y="5822950"/>
          <p14:tracePt t="215845" x="5937250" y="5822950"/>
          <p14:tracePt t="215862" x="6013450" y="5822950"/>
          <p14:tracePt t="215866" x="6102350" y="5822950"/>
          <p14:tracePt t="215878" x="6203950" y="5835650"/>
          <p14:tracePt t="215895" x="6369050" y="5848350"/>
          <p14:tracePt t="215913" x="6515100" y="5835650"/>
          <p14:tracePt t="215928" x="6572250" y="5816600"/>
          <p14:tracePt t="215945" x="6629400" y="5810250"/>
          <p14:tracePt t="215962" x="6680200" y="5797550"/>
          <p14:tracePt t="215978" x="6692900" y="5791200"/>
          <p14:tracePt t="216025" x="6680200" y="5784850"/>
          <p14:tracePt t="216031" x="6667500" y="5784850"/>
          <p14:tracePt t="216048" x="6648450" y="5784850"/>
          <p14:tracePt t="216061" x="6604000" y="5784850"/>
          <p14:tracePt t="216078" x="6584950" y="5784850"/>
          <p14:tracePt t="216095" x="6457950" y="5778500"/>
          <p14:tracePt t="216111" x="6343650" y="5778500"/>
          <p14:tracePt t="216128" x="5854700" y="5734050"/>
          <p14:tracePt t="216144" x="5156200" y="5651500"/>
          <p14:tracePt t="216161" x="4762500" y="5613400"/>
          <p14:tracePt t="216177" x="4102100" y="5568950"/>
          <p14:tracePt t="216194" x="3498850" y="5537200"/>
          <p14:tracePt t="216210" x="3238500" y="5537200"/>
          <p14:tracePt t="216228" x="2819400" y="5537200"/>
          <p14:tracePt t="216243" x="2419350" y="5556250"/>
          <p14:tracePt t="216260" x="2254250" y="5568950"/>
          <p14:tracePt t="216277" x="1955800" y="5613400"/>
          <p14:tracePt t="216294" x="1720850" y="5657850"/>
          <p14:tracePt t="216310" x="1606550" y="5689600"/>
          <p14:tracePt t="216327" x="1409700" y="5727700"/>
          <p14:tracePt t="216343" x="1270000" y="5759450"/>
          <p14:tracePt t="216360" x="1206500" y="5759450"/>
          <p14:tracePt t="216376" x="1098550" y="5765800"/>
          <p14:tracePt t="216393" x="1035050" y="5765800"/>
          <p14:tracePt t="216410" x="920750" y="5746750"/>
          <p14:tracePt t="216426" x="901700" y="5734050"/>
          <p14:tracePt t="216443" x="882650" y="5727700"/>
          <p14:tracePt t="216460" x="844550" y="5702300"/>
          <p14:tracePt t="216476" x="838200" y="5695950"/>
          <p14:tracePt t="216493" x="838200" y="5689600"/>
          <p14:tracePt t="216537" x="838200" y="5695950"/>
          <p14:tracePt t="216551" x="850900" y="5695950"/>
          <p14:tracePt t="216565" x="863600" y="5702300"/>
          <p14:tracePt t="216576" x="882650" y="5715000"/>
          <p14:tracePt t="216594" x="933450" y="5727700"/>
          <p14:tracePt t="216609" x="977900" y="5734050"/>
          <p14:tracePt t="216626" x="1060450" y="5753100"/>
          <p14:tracePt t="216643" x="1155700" y="5778500"/>
          <p14:tracePt t="216659" x="1206500" y="5797550"/>
          <p14:tracePt t="216676" x="1263650" y="5803900"/>
          <p14:tracePt t="216692" x="1524000" y="5867400"/>
          <p14:tracePt t="216709" x="1600200" y="5886450"/>
          <p14:tracePt t="216726" x="1758950" y="5905500"/>
          <p14:tracePt t="216742" x="1847850" y="5911850"/>
          <p14:tracePt t="216759" x="1873250" y="5911850"/>
          <p14:tracePt t="216776" x="1898650" y="5899150"/>
          <p14:tracePt t="216792" x="1898650" y="5886450"/>
          <p14:tracePt t="216809" x="1898650" y="5854700"/>
          <p14:tracePt t="216825" x="1879600" y="5822950"/>
          <p14:tracePt t="216842" x="1854200" y="5803900"/>
          <p14:tracePt t="216858" x="1816100" y="5784850"/>
          <p14:tracePt t="216875" x="1746250" y="5778500"/>
          <p14:tracePt t="216892" x="1708150" y="5778500"/>
          <p14:tracePt t="216909" x="1600200" y="5778500"/>
          <p14:tracePt t="216924" x="1504950" y="5797550"/>
          <p14:tracePt t="216941" x="1466850" y="5803900"/>
          <p14:tracePt t="216959" x="1403350" y="5848350"/>
          <p14:tracePt t="216974" x="1365250" y="5873750"/>
          <p14:tracePt t="216991" x="1358900" y="5886450"/>
          <p14:tracePt t="217008" x="1346200" y="5911850"/>
          <p14:tracePt t="217024" x="1346200" y="5924550"/>
          <p14:tracePt t="217041" x="1346200" y="5930900"/>
          <p14:tracePt t="217057" x="1371600" y="5949950"/>
          <p14:tracePt t="217074" x="1403350" y="5962650"/>
          <p14:tracePt t="217091" x="1530350" y="5975350"/>
          <p14:tracePt t="217107" x="1701800" y="5943600"/>
          <p14:tracePt t="217124" x="1784350" y="5911850"/>
          <p14:tracePt t="217141" x="1898650" y="5822950"/>
          <p14:tracePt t="217157" x="1949450" y="5759450"/>
          <p14:tracePt t="217174" x="1955800" y="5727700"/>
          <p14:tracePt t="217190" x="1962150" y="5676900"/>
          <p14:tracePt t="217207" x="1949450" y="5657850"/>
          <p14:tracePt t="217225" x="1924050" y="5651500"/>
          <p14:tracePt t="217240" x="1911350" y="5651500"/>
          <p14:tracePt t="217257" x="1873250" y="5651500"/>
          <p14:tracePt t="217274" x="1809750" y="5670550"/>
          <p14:tracePt t="217290" x="1790700" y="5676900"/>
          <p14:tracePt t="217307" x="1758950" y="5689600"/>
          <p14:tracePt t="217324" x="1670050" y="5740400"/>
          <p14:tracePt t="217340" x="1644650" y="5759450"/>
          <p14:tracePt t="217357" x="1625600" y="5784850"/>
          <p14:tracePt t="217373" x="1593850" y="5829300"/>
          <p14:tracePt t="217390" x="1587500" y="5854700"/>
          <p14:tracePt t="217407" x="1587500" y="5905500"/>
          <p14:tracePt t="217423" x="1606550" y="5930900"/>
          <p14:tracePt t="217440" x="1638300" y="5943600"/>
          <p14:tracePt t="217457" x="1746250" y="5962650"/>
          <p14:tracePt t="217473" x="1860550" y="5962650"/>
          <p14:tracePt t="217490" x="1924050" y="5956300"/>
          <p14:tracePt t="217506" x="2025650" y="5892800"/>
          <p14:tracePt t="217523" x="2051050" y="5880100"/>
          <p14:tracePt t="217540" x="2057400" y="5835650"/>
          <p14:tracePt t="217556" x="2057400" y="5803900"/>
          <p14:tracePt t="217572" x="2044700" y="5784850"/>
          <p14:tracePt t="217590" x="2006600" y="5765800"/>
          <p14:tracePt t="217606" x="1936750" y="5746750"/>
          <p14:tracePt t="217622" x="1885950" y="5740400"/>
          <p14:tracePt t="217639" x="1727200" y="5721350"/>
          <p14:tracePt t="217655" x="1651000" y="5721350"/>
          <p14:tracePt t="217672" x="1536700" y="5721350"/>
          <p14:tracePt t="217690" x="1447800" y="5746750"/>
          <p14:tracePt t="217705" x="1428750" y="5759450"/>
          <p14:tracePt t="217722" x="1416050" y="5797550"/>
          <p14:tracePt t="217738" x="1416050" y="5810250"/>
          <p14:tracePt t="217755" x="1422400" y="5822950"/>
          <p14:tracePt t="217772" x="1466850" y="5861050"/>
          <p14:tracePt t="217789" x="1517650" y="5886450"/>
          <p14:tracePt t="217805" x="1581150" y="5918200"/>
          <p14:tracePt t="217822" x="1765300" y="5956300"/>
          <p14:tracePt t="217838" x="1943100" y="5956300"/>
          <p14:tracePt t="217855" x="2019300" y="5956300"/>
          <p14:tracePt t="217872" x="2127250" y="5918200"/>
          <p14:tracePt t="217888" x="2184400" y="5880100"/>
          <p14:tracePt t="217905" x="2197100" y="5835650"/>
          <p14:tracePt t="217921" x="2197100" y="5822950"/>
          <p14:tracePt t="217938" x="2197100" y="5810250"/>
          <p14:tracePt t="217955" x="2146300" y="5791200"/>
          <p14:tracePt t="217971" x="2120900" y="5791200"/>
          <p14:tracePt t="217988" x="2095500" y="5791200"/>
          <p14:tracePt t="218004" x="2000250" y="5797550"/>
          <p14:tracePt t="218021" x="1847850" y="5829300"/>
          <p14:tracePt t="218038" x="1765300" y="5842000"/>
          <p14:tracePt t="218054" x="1625600" y="5867400"/>
          <p14:tracePt t="218071" x="1498600" y="5905500"/>
          <p14:tracePt t="218088" x="1416050" y="5949950"/>
          <p14:tracePt t="218104" x="1390650" y="5962650"/>
          <p14:tracePt t="218120" x="1377950" y="5969000"/>
          <p14:tracePt t="218137" x="1371600" y="5981700"/>
          <p14:tracePt t="218170" x="1384300" y="5988050"/>
          <p14:tracePt t="218188" x="1435100" y="5988050"/>
          <p14:tracePt t="218204" x="1460500" y="5975350"/>
          <p14:tracePt t="218221" x="1504950" y="5969000"/>
          <p14:tracePt t="218237" x="1612900" y="5924550"/>
          <p14:tracePt t="218253" x="1631950" y="5905500"/>
          <p14:tracePt t="218271" x="1657350" y="5873750"/>
          <p14:tracePt t="218287" x="1657350" y="5861050"/>
          <p14:tracePt t="218304" x="1644650" y="5842000"/>
          <p14:tracePt t="218320" x="1612900" y="5829300"/>
          <p14:tracePt t="218337" x="1593850" y="5829300"/>
          <p14:tracePt t="218354" x="1524000" y="5816600"/>
          <p14:tracePt t="218370" x="1435100" y="5822950"/>
          <p14:tracePt t="218386" x="1390650" y="5829300"/>
          <p14:tracePt t="218404" x="1308100" y="5835650"/>
          <p14:tracePt t="218420" x="1250950" y="5854700"/>
          <p14:tracePt t="218437" x="1225550" y="5854700"/>
          <p14:tracePt t="218453" x="1212850" y="5861050"/>
          <p14:tracePt t="218469" x="1206500" y="5861050"/>
          <p14:tracePt t="218504" x="1212850" y="5861050"/>
          <p14:tracePt t="218519" x="1257300" y="5848350"/>
          <p14:tracePt t="218537" x="1308100" y="5835650"/>
          <p14:tracePt t="218552" x="1333500" y="5829300"/>
          <p14:tracePt t="218569" x="1377950" y="5822950"/>
          <p14:tracePt t="218587" x="1447800" y="5784850"/>
          <p14:tracePt t="218602" x="1460500" y="5778500"/>
          <p14:tracePt t="218619" x="1466850" y="5765800"/>
          <p14:tracePt t="218636" x="1473200" y="5753100"/>
          <p14:tracePt t="218652" x="1473200" y="5746750"/>
          <p14:tracePt t="218669" x="1460500" y="5740400"/>
          <p14:tracePt t="218685" x="1435100" y="5740400"/>
          <p14:tracePt t="218702" x="1397000" y="5746750"/>
          <p14:tracePt t="218720" x="1339850" y="5753100"/>
          <p14:tracePt t="218735" x="1308100" y="5765800"/>
          <p14:tracePt t="218752" x="1257300" y="5784850"/>
          <p14:tracePt t="218769" x="1238250" y="5803900"/>
          <p14:tracePt t="218785" x="1238250" y="5810250"/>
          <p14:tracePt t="218802" x="1238250" y="5816600"/>
          <p14:tracePt t="218818" x="1270000" y="5822950"/>
          <p14:tracePt t="218835" x="1295400" y="5835650"/>
          <p14:tracePt t="218852" x="1327150" y="5842000"/>
          <p14:tracePt t="218868" x="1492250" y="5842000"/>
          <p14:tracePt t="218884" x="1530350" y="5842000"/>
          <p14:tracePt t="218902" x="1631950" y="5822950"/>
          <p14:tracePt t="218918" x="1651000" y="5822950"/>
          <p14:tracePt t="218935" x="1689100" y="5803900"/>
          <p14:tracePt t="218951" x="1701800" y="5791200"/>
          <p14:tracePt t="218968" x="1701800" y="5784850"/>
          <p14:tracePt t="218984" x="1695450" y="5772150"/>
          <p14:tracePt t="219001" x="1682750" y="5772150"/>
          <p14:tracePt t="219018" x="1657350" y="5772150"/>
          <p14:tracePt t="219034" x="1606550" y="5778500"/>
          <p14:tracePt t="219051" x="1511300" y="5803900"/>
          <p14:tracePt t="219067" x="1460500" y="5822950"/>
          <p14:tracePt t="219084" x="1333500" y="5861050"/>
          <p14:tracePt t="219100" x="1263650" y="5886450"/>
          <p14:tracePt t="219117" x="1244600" y="5886450"/>
          <p14:tracePt t="219135" x="1219200" y="5899150"/>
          <p14:tracePt t="219151" x="1212850" y="5911850"/>
          <p14:tracePt t="219167" x="1212850" y="5918200"/>
          <p14:tracePt t="219184" x="1225550" y="5924550"/>
          <p14:tracePt t="219200" x="1238250" y="5924550"/>
          <p14:tracePt t="219217" x="1320800" y="5924550"/>
          <p14:tracePt t="219233" x="1346200" y="5918200"/>
          <p14:tracePt t="219250" x="1384300" y="5918200"/>
          <p14:tracePt t="219267" x="1447800" y="5899150"/>
          <p14:tracePt t="219283" x="1479550" y="5886450"/>
          <p14:tracePt t="219300" x="1492250" y="5880100"/>
          <p14:tracePt t="219316" x="1498600" y="5867400"/>
          <p14:tracePt t="219333" x="1498600" y="5854700"/>
          <p14:tracePt t="219366" x="1498600" y="5848350"/>
          <p14:tracePt t="219386" x="1492250" y="5848350"/>
          <p14:tracePt t="219401" x="1479550" y="5861050"/>
          <p14:tracePt t="219712" x="1504950" y="5810250"/>
          <p14:tracePt t="219726" x="1555750" y="5715000"/>
          <p14:tracePt t="219735" x="1619250" y="5613400"/>
          <p14:tracePt t="219748" x="1701800" y="5467350"/>
          <p14:tracePt t="219765" x="1778000" y="5302250"/>
          <p14:tracePt t="219782" x="1993900" y="4813300"/>
          <p14:tracePt t="219798" x="2209800" y="4210050"/>
          <p14:tracePt t="219815" x="2286000" y="3949700"/>
          <p14:tracePt t="219832" x="2520950" y="3352800"/>
          <p14:tracePt t="219848" x="2571750" y="3168650"/>
          <p14:tracePt t="219865" x="2622550" y="3009900"/>
          <p14:tracePt t="219881" x="2711450" y="2603500"/>
          <p14:tracePt t="219898" x="2717800" y="2501900"/>
          <p14:tracePt t="219915" x="2730500" y="2393950"/>
          <p14:tracePt t="219931" x="2736850" y="2254250"/>
          <p14:tracePt t="219948" x="2743200" y="2197100"/>
          <p14:tracePt t="219952" x="2749550" y="2171700"/>
          <p14:tracePt t="219967" x="2762250" y="2152650"/>
          <p14:tracePt t="219981" x="2762250" y="2146300"/>
          <p14:tracePt t="219998" x="2762250" y="2139950"/>
          <p14:tracePt t="220017" x="2762250" y="2133600"/>
          <p14:tracePt t="220042" x="2768600" y="2133600"/>
          <p14:tracePt t="220056" x="2774950" y="2133600"/>
          <p14:tracePt t="220084" x="2781300" y="2127250"/>
          <p14:tracePt t="220155" x="2787650" y="2127250"/>
          <p14:tracePt t="220161" x="2794000" y="2120900"/>
          <p14:tracePt t="220175" x="2800350" y="2108200"/>
          <p14:tracePt t="220183" x="2806700" y="2089150"/>
          <p14:tracePt t="220199" x="2813050" y="2076450"/>
          <p14:tracePt t="220213" x="2813050" y="2051050"/>
          <p14:tracePt t="220230" x="2825750" y="2006600"/>
          <p14:tracePt t="220247" x="2851150" y="1943100"/>
          <p14:tracePt t="220263" x="2851150" y="1917700"/>
          <p14:tracePt t="220280" x="2870200" y="1873250"/>
          <p14:tracePt t="220313" x="2870200" y="1860550"/>
          <p14:tracePt t="220330" x="2876550" y="1841500"/>
          <p14:tracePt t="220363" x="2882900" y="1835150"/>
          <p14:tracePt t="220380" x="2882900" y="1828800"/>
          <p14:tracePt t="220414" x="2876550" y="1828800"/>
          <p14:tracePt t="220421" x="2870200" y="1835150"/>
          <p14:tracePt t="220434" x="2863850" y="1841500"/>
          <p14:tracePt t="220446" x="2863850" y="1847850"/>
          <p14:tracePt t="220464" x="2857500" y="1854200"/>
          <p14:tracePt t="220479" x="2844800" y="1885950"/>
          <p14:tracePt t="220495" x="2825750" y="1917700"/>
          <p14:tracePt t="220512" x="2762250" y="2006600"/>
          <p14:tracePt t="220529" x="2667000" y="2152650"/>
          <p14:tracePt t="220546" x="2609850" y="2254250"/>
          <p14:tracePt t="220562" x="2470150" y="2501900"/>
          <p14:tracePt t="220579" x="2286000" y="2825750"/>
          <p14:tracePt t="220596" x="2184400" y="3022600"/>
          <p14:tracePt t="220612" x="1974850" y="3397250"/>
          <p14:tracePt t="220628" x="1797050" y="3790950"/>
          <p14:tracePt t="220646" x="1651000" y="4146550"/>
          <p14:tracePt t="220662" x="1587500" y="4311650"/>
          <p14:tracePt t="220679" x="1555750" y="4464050"/>
          <p14:tracePt t="220695" x="1454150" y="4870450"/>
          <p14:tracePt t="220712" x="1435100" y="4991100"/>
          <p14:tracePt t="220728" x="1390650" y="5168900"/>
          <p14:tracePt t="220745" x="1371600" y="5289550"/>
          <p14:tracePt t="220761" x="1365250" y="5327650"/>
          <p14:tracePt t="220779" x="1352550" y="5403850"/>
          <p14:tracePt t="220795" x="1346200" y="5429250"/>
          <p14:tracePt t="220811" x="1339850" y="5441950"/>
          <p14:tracePt t="220828" x="1339850" y="5448300"/>
          <p14:tracePt t="220844" x="1339850" y="5454650"/>
          <p14:tracePt t="220861" x="1339850" y="5467350"/>
          <p14:tracePt t="220878" x="1339850" y="5492750"/>
          <p14:tracePt t="220895" x="1339850" y="5505450"/>
          <p14:tracePt t="220912" x="1346200" y="5543550"/>
          <p14:tracePt t="220927" x="1352550" y="5594350"/>
          <p14:tracePt t="220944" x="1358900" y="5607050"/>
          <p14:tracePt t="220948" x="1358900" y="5626100"/>
          <p14:tracePt t="220961" x="1365250" y="5638800"/>
          <p14:tracePt t="220977" x="1371600" y="5657850"/>
          <p14:tracePt t="220994" x="1371600" y="5664200"/>
          <p14:tracePt t="221011" x="1377950" y="5676900"/>
          <p14:tracePt t="221027" x="1397000" y="5689600"/>
          <p14:tracePt t="221044" x="1403350" y="5695950"/>
          <p14:tracePt t="221060" x="1422400" y="5695950"/>
          <p14:tracePt t="221077" x="1441450" y="5708650"/>
          <p14:tracePt t="221094" x="1466850" y="5715000"/>
          <p14:tracePt t="221110" x="1517650" y="5740400"/>
          <p14:tracePt t="221127" x="1549400" y="5753100"/>
          <p14:tracePt t="221144" x="1657350" y="5778500"/>
          <p14:tracePt t="221160" x="1689100" y="5778500"/>
          <p14:tracePt t="221177" x="1714500" y="5778500"/>
          <p14:tracePt t="221194" x="1765300" y="5778500"/>
          <p14:tracePt t="221210" x="1797050" y="5778500"/>
          <p14:tracePt t="221226" x="1803400" y="5778500"/>
          <p14:tracePt t="221243" x="1809750" y="5778500"/>
          <p14:tracePt t="221270" x="1803400" y="5772150"/>
          <p14:tracePt t="221279" x="1790700" y="5772150"/>
          <p14:tracePt t="221293" x="1784350" y="5772150"/>
          <p14:tracePt t="221310" x="1758950" y="5778500"/>
          <p14:tracePt t="221327" x="1727200" y="5778500"/>
          <p14:tracePt t="221343" x="1689100" y="5784850"/>
          <p14:tracePt t="221359" x="1619250" y="5797550"/>
          <p14:tracePt t="221376" x="1562100" y="5803900"/>
          <p14:tracePt t="221392" x="1530350" y="5810250"/>
          <p14:tracePt t="221411" x="1511300" y="5810250"/>
          <p14:tracePt t="221426" x="1498600" y="5810250"/>
          <p14:tracePt t="221466" x="1511300" y="5810250"/>
          <p14:tracePt t="221480" x="1530350" y="5810250"/>
          <p14:tracePt t="221492" x="1562100" y="5810250"/>
          <p14:tracePt t="221509" x="1657350" y="5797550"/>
          <p14:tracePt t="221526" x="1733550" y="5797550"/>
          <p14:tracePt t="221542" x="1943100" y="5797550"/>
          <p14:tracePt t="221559" x="2159000" y="5797550"/>
          <p14:tracePt t="221575" x="2260600" y="5791200"/>
          <p14:tracePt t="221592" x="2419350" y="5778500"/>
          <p14:tracePt t="221608" x="2508250" y="5778500"/>
          <p14:tracePt t="221625" x="2540000" y="5772150"/>
          <p14:tracePt t="221642" x="2584450" y="5765800"/>
          <p14:tracePt t="221658" x="2628900" y="5759450"/>
          <p14:tracePt t="221675" x="2647950" y="5759450"/>
          <p14:tracePt t="221692" x="2705100" y="5759450"/>
          <p14:tracePt t="221708" x="2762250" y="5759450"/>
          <p14:tracePt t="221726" x="2781300" y="5759450"/>
          <p14:tracePt t="221742" x="2838450" y="5759450"/>
          <p14:tracePt t="221759" x="2870200" y="5753100"/>
          <p14:tracePt t="221776" x="2946400" y="5753100"/>
          <p14:tracePt t="221791" x="2965450" y="5746750"/>
          <p14:tracePt t="221808" x="2990850" y="5746750"/>
          <p14:tracePt t="221825" x="3022600" y="5753100"/>
          <p14:tracePt t="221841" x="3073400" y="57658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Blackjack Game</a:t>
            </a:r>
            <a:r>
              <a:rPr lang="en-US" altLang="en-US" dirty="0"/>
              <a:t>: the </a:t>
            </a:r>
            <a:r>
              <a:rPr lang="en-US" altLang="en-US" sz="4000" dirty="0">
                <a:latin typeface="Lucida Console" panose="020B0609040504020204" pitchFamily="49" charset="0"/>
              </a:rPr>
              <a:t>Hand</a:t>
            </a:r>
            <a:r>
              <a:rPr lang="en-US" altLang="en-US" dirty="0"/>
              <a:t> Class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896112"/>
            <a:ext cx="8610600" cy="5872162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class Hand: 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# A </a:t>
            </a:r>
            <a:r>
              <a:rPr lang="en-US" altLang="en-US" sz="2000" b="1" i="1" dirty="0">
                <a:solidFill>
                  <a:srgbClr val="FF0000"/>
                </a:solidFill>
                <a:latin typeface="Lucida Console" panose="020B0609040504020204" pitchFamily="49" charset="0"/>
              </a:rPr>
              <a:t>hand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is the set of cards that you hold.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""" A hand of playing cards. """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</a:rPr>
              <a:t> __</a:t>
            </a:r>
            <a:r>
              <a:rPr lang="en-US" altLang="en-US" sz="20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000" dirty="0">
                <a:latin typeface="Lucida Console" panose="020B0609040504020204" pitchFamily="49" charset="0"/>
              </a:rPr>
              <a:t>__(self):</a:t>
            </a:r>
            <a:endParaRPr lang="en-US" altLang="en-US" sz="2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self.cards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= [] #A list of Card objects</a:t>
            </a:r>
          </a:p>
          <a:p>
            <a:pPr eaLnBrk="1" hangingPunct="1">
              <a:spcBef>
                <a:spcPts val="30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</a:rPr>
              <a:t> __</a:t>
            </a:r>
            <a:r>
              <a:rPr lang="en-US" altLang="en-US" sz="2000" dirty="0" err="1">
                <a:latin typeface="Lucida Console" panose="020B0609040504020204" pitchFamily="49" charset="0"/>
              </a:rPr>
              <a:t>str</a:t>
            </a:r>
            <a:r>
              <a:rPr lang="en-US" altLang="en-US" sz="2000" dirty="0">
                <a:latin typeface="Lucida Console" panose="020B0609040504020204" pitchFamily="49" charset="0"/>
              </a:rPr>
              <a:t>__(self):  #Returns string for entire hand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if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self.cards</a:t>
            </a:r>
            <a:r>
              <a:rPr lang="en-US" altLang="en-US" sz="20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   reply = ""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   for card in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self.cards</a:t>
            </a:r>
            <a:r>
              <a:rPr lang="en-US" altLang="en-US" sz="20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       reply += </a:t>
            </a:r>
            <a:r>
              <a:rPr lang="en-US" altLang="en-US" sz="2000" dirty="0" err="1">
                <a:latin typeface="Lucida Console" panose="020B0609040504020204" pitchFamily="49" charset="0"/>
              </a:rPr>
              <a:t>str</a:t>
            </a:r>
            <a:r>
              <a:rPr lang="en-US" altLang="en-US" sz="2000" dirty="0">
                <a:latin typeface="Lucida Console" panose="020B0609040504020204" pitchFamily="49" charset="0"/>
              </a:rPr>
              <a:t>(card) + "  "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else: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    reply = "&lt;empty&gt;"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return reply</a:t>
            </a:r>
          </a:p>
          <a:p>
            <a:pPr marL="342900" lvl="1" indent="-342900" eaLnBrk="1" hangingPunct="1">
              <a:spcBef>
                <a:spcPts val="300"/>
              </a:spcBef>
              <a:buClr>
                <a:srgbClr val="2D2DB9"/>
              </a:buClr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</a:rPr>
              <a:t> add(self, card): #adds card to list of cards </a:t>
            </a:r>
          </a:p>
          <a:p>
            <a:pPr eaLnBrk="1" hangingPunct="1">
              <a:spcBef>
                <a:spcPts val="30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self.cards.append</a:t>
            </a:r>
            <a:r>
              <a:rPr lang="en-US" altLang="en-US" sz="2000" dirty="0">
                <a:latin typeface="Lucida Console" panose="020B0609040504020204" pitchFamily="49" charset="0"/>
              </a:rPr>
              <a:t>(card) </a:t>
            </a:r>
          </a:p>
          <a:p>
            <a:pPr eaLnBrk="1" hangingPunct="1">
              <a:spcBef>
                <a:spcPts val="30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def</a:t>
            </a:r>
            <a:r>
              <a:rPr lang="en-US" altLang="en-US" sz="2000" dirty="0">
                <a:latin typeface="Lucida Console" panose="020B0609040504020204" pitchFamily="49" charset="0"/>
              </a:rPr>
              <a:t> give(self, card, </a:t>
            </a:r>
            <a:r>
              <a:rPr lang="en-US" altLang="en-US" sz="2000" dirty="0" err="1">
                <a:latin typeface="Lucida Console" panose="020B0609040504020204" pitchFamily="49" charset="0"/>
              </a:rPr>
              <a:t>other_hand</a:t>
            </a:r>
            <a:r>
              <a:rPr lang="en-US" altLang="en-US" sz="2000" dirty="0"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spcBef>
                <a:spcPts val="30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self.cards.remove</a:t>
            </a:r>
            <a:r>
              <a:rPr lang="en-US" altLang="en-US" sz="2000" dirty="0">
                <a:latin typeface="Lucida Console" panose="020B0609040504020204" pitchFamily="49" charset="0"/>
              </a:rPr>
              <a:t>(card)</a:t>
            </a:r>
          </a:p>
          <a:p>
            <a:pPr eaLnBrk="1" hangingPunct="1">
              <a:spcBef>
                <a:spcPts val="300"/>
              </a:spcBef>
              <a:buFont typeface="Wingdings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</a:t>
            </a:r>
            <a:r>
              <a:rPr lang="en-US" altLang="en-US" sz="2000" dirty="0" err="1">
                <a:latin typeface="Lucida Console" panose="020B0609040504020204" pitchFamily="49" charset="0"/>
              </a:rPr>
              <a:t>other_hand.add</a:t>
            </a:r>
            <a:r>
              <a:rPr lang="en-US" altLang="en-US" sz="2000" dirty="0">
                <a:latin typeface="Lucida Console" panose="020B0609040504020204" pitchFamily="49" charset="0"/>
              </a:rPr>
              <a:t>(card)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5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43"/>
    </mc:Choice>
    <mc:Fallback xmlns="">
      <p:transition spd="slow" advTm="510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953" x="3111500" y="5727700"/>
          <p14:tracePt t="3960" x="3162300" y="5670550"/>
          <p14:tracePt t="3969" x="3225800" y="5588000"/>
          <p14:tracePt t="3983" x="3346450" y="5422900"/>
          <p14:tracePt t="3999" x="3517900" y="5232400"/>
          <p14:tracePt t="4016" x="3803650" y="4851400"/>
          <p14:tracePt t="4032" x="3975100" y="4572000"/>
          <p14:tracePt t="4050" x="4095750" y="4324350"/>
          <p14:tracePt t="4065" x="4254500" y="3911600"/>
          <p14:tracePt t="4083" x="4337050" y="3727450"/>
          <p14:tracePt t="4100" x="4445000" y="3416300"/>
          <p14:tracePt t="4115" x="4495800" y="3168650"/>
          <p14:tracePt t="4132" x="4540250" y="2978150"/>
          <p14:tracePt t="4149" x="4597400" y="2692400"/>
          <p14:tracePt t="4165" x="4629150" y="2546350"/>
          <p14:tracePt t="4182" x="4654550" y="2374900"/>
          <p14:tracePt t="4186" x="4673600" y="2324100"/>
          <p14:tracePt t="4199" x="4699000" y="2260600"/>
          <p14:tracePt t="4215" x="4718050" y="2216150"/>
          <p14:tracePt t="4233" x="4749800" y="2152650"/>
          <p14:tracePt t="4248" x="4762500" y="2114550"/>
          <p14:tracePt t="4265" x="4775200" y="2082800"/>
          <p14:tracePt t="4283" x="4787900" y="2025650"/>
          <p14:tracePt t="4298" x="4794250" y="2000250"/>
          <p14:tracePt t="4315" x="4806950" y="1974850"/>
          <p14:tracePt t="4332" x="4813300" y="1943100"/>
          <p14:tracePt t="4348" x="4826000" y="1924050"/>
          <p14:tracePt t="4365" x="4832350" y="1885950"/>
          <p14:tracePt t="4381" x="4845050" y="1816100"/>
          <p14:tracePt t="4398" x="4864100" y="1784350"/>
          <p14:tracePt t="4415" x="4876800" y="1746250"/>
          <p14:tracePt t="4431" x="4902200" y="1720850"/>
          <p14:tracePt t="4448" x="4927600" y="1695450"/>
          <p14:tracePt t="4465" x="4972050" y="1657350"/>
          <p14:tracePt t="4481" x="5029200" y="1625600"/>
          <p14:tracePt t="4498" x="5111750" y="1581150"/>
          <p14:tracePt t="4514" x="5226050" y="1536700"/>
          <p14:tracePt t="4531" x="5353050" y="1498600"/>
          <p14:tracePt t="4548" x="5543550" y="1466850"/>
          <p14:tracePt t="4564" x="5778500" y="1447800"/>
          <p14:tracePt t="4581" x="5892800" y="1435100"/>
          <p14:tracePt t="4598" x="6121400" y="1428750"/>
          <p14:tracePt t="4614" x="6292850" y="1428750"/>
          <p14:tracePt t="4631" x="6394450" y="1428750"/>
          <p14:tracePt t="4647" x="6502400" y="1422400"/>
          <p14:tracePt t="4664" x="6546850" y="1422400"/>
          <p14:tracePt t="4681" x="6584950" y="1447800"/>
          <p14:tracePt t="4684" x="6610350" y="1447800"/>
          <p14:tracePt t="4697" x="6648450" y="1447800"/>
          <p14:tracePt t="4714" x="6686550" y="1435100"/>
          <p14:tracePt t="4732" x="6737350" y="1435100"/>
          <p14:tracePt t="4746" x="6762750" y="1428750"/>
          <p14:tracePt t="4763" x="6794500" y="1428750"/>
          <p14:tracePt t="4781" x="6800850" y="1422400"/>
          <p14:tracePt t="11531" x="6769100" y="1422400"/>
          <p14:tracePt t="11545" x="6711950" y="1428750"/>
          <p14:tracePt t="11551" x="6648450" y="1454150"/>
          <p14:tracePt t="11565" x="6553200" y="1485900"/>
          <p14:tracePt t="11576" x="6451600" y="1517650"/>
          <p14:tracePt t="11590" x="6305550" y="1549400"/>
          <p14:tracePt t="11606" x="5988050" y="1600200"/>
          <p14:tracePt t="11623" x="5619750" y="1651000"/>
          <p14:tracePt t="11639" x="5403850" y="1676400"/>
          <p14:tracePt t="11657" x="4984750" y="1727200"/>
          <p14:tracePt t="11673" x="4572000" y="1784350"/>
          <p14:tracePt t="11689" x="4375150" y="1809750"/>
          <p14:tracePt t="11706" x="4044950" y="1885950"/>
          <p14:tracePt t="11723" x="3683000" y="1987550"/>
          <p14:tracePt t="11739" x="3511550" y="2012950"/>
          <p14:tracePt t="11756" x="3295650" y="2044700"/>
          <p14:tracePt t="11773" x="3187700" y="2076450"/>
          <p14:tracePt t="11790" x="2959100" y="2127250"/>
          <p14:tracePt t="11806" x="2749550" y="2165350"/>
          <p14:tracePt t="11822" x="2660650" y="2165350"/>
          <p14:tracePt t="11839" x="2527300" y="2184400"/>
          <p14:tracePt t="11855" x="2400300" y="2203450"/>
          <p14:tracePt t="11872" x="2336800" y="2203450"/>
          <p14:tracePt t="11889" x="2216150" y="2184400"/>
          <p14:tracePt t="11905" x="2095500" y="2165350"/>
          <p14:tracePt t="11922" x="2038350" y="2146300"/>
          <p14:tracePt t="11938" x="1955800" y="2133600"/>
          <p14:tracePt t="11955" x="1911350" y="2114550"/>
          <p14:tracePt t="11973" x="1873250" y="2114550"/>
          <p14:tracePt t="11988" x="1866900" y="2114550"/>
          <p14:tracePt t="12005" x="1854200" y="2114550"/>
          <p14:tracePt t="12023" x="1847850" y="2120900"/>
          <p14:tracePt t="12058" x="1847850" y="2127250"/>
          <p14:tracePt t="12074" x="1854200" y="2127250"/>
          <p14:tracePt t="12092" x="1854200" y="2133600"/>
          <p14:tracePt t="12114" x="1860550" y="2133600"/>
          <p14:tracePt t="12134" x="1873250" y="2133600"/>
          <p14:tracePt t="12141" x="1879600" y="2133600"/>
          <p14:tracePt t="12158" x="1885950" y="2133600"/>
          <p14:tracePt t="12171" x="1898650" y="2133600"/>
          <p14:tracePt t="12188" x="1911350" y="2133600"/>
          <p14:tracePt t="12205" x="1930400" y="2133600"/>
          <p14:tracePt t="12221" x="1943100" y="2133600"/>
          <p14:tracePt t="12238" x="1968500" y="2133600"/>
          <p14:tracePt t="12254" x="2019300" y="2133600"/>
          <p14:tracePt t="12271" x="2057400" y="2133600"/>
          <p14:tracePt t="12288" x="2159000" y="2139950"/>
          <p14:tracePt t="12304" x="2343150" y="2171700"/>
          <p14:tracePt t="12321" x="2457450" y="2184400"/>
          <p14:tracePt t="12338" x="2736850" y="2203450"/>
          <p14:tracePt t="12354" x="3016250" y="2228850"/>
          <p14:tracePt t="12370" x="3130550" y="2228850"/>
          <p14:tracePt t="12388" x="3321050" y="2222500"/>
          <p14:tracePt t="12404" x="3390900" y="2222500"/>
          <p14:tracePt t="12420" x="3467100" y="2216150"/>
          <p14:tracePt t="12437" x="3505200" y="2216150"/>
          <p14:tracePt t="12528" x="3498850" y="2216150"/>
          <p14:tracePt t="12534" x="3492500" y="2216150"/>
          <p14:tracePt t="12548" x="3492500" y="2222500"/>
          <p14:tracePt t="12557" x="3486150" y="2222500"/>
          <p14:tracePt t="12569" x="3479800" y="2222500"/>
          <p14:tracePt t="12586" x="3473450" y="2222500"/>
          <p14:tracePt t="12606" x="3467100" y="2228850"/>
          <p14:tracePt t="12626" x="3460750" y="2228850"/>
          <p14:tracePt t="12636" x="3448050" y="2228850"/>
          <p14:tracePt t="13190" x="3422650" y="2279650"/>
          <p14:tracePt t="13196" x="3390900" y="2362200"/>
          <p14:tracePt t="13204" x="3365500" y="2419350"/>
          <p14:tracePt t="13221" x="3327400" y="2482850"/>
          <p14:tracePt t="13234" x="3295650" y="2552700"/>
          <p14:tracePt t="13251" x="3238500" y="2654300"/>
          <p14:tracePt t="13267" x="3206750" y="2743200"/>
          <p14:tracePt t="13284" x="3200400" y="2794000"/>
          <p14:tracePt t="13300" x="3168650" y="2901950"/>
          <p14:tracePt t="13317" x="3155950" y="2997200"/>
          <p14:tracePt t="13334" x="3143250" y="3035300"/>
          <p14:tracePt t="13351" x="3130550" y="3098800"/>
          <p14:tracePt t="13366" x="3117850" y="3149600"/>
          <p14:tracePt t="13384" x="3117850" y="3162300"/>
          <p14:tracePt t="13400" x="3117850" y="3181350"/>
          <p14:tracePt t="13417" x="3111500" y="3187700"/>
          <p14:tracePt t="13527" x="3111500" y="3181350"/>
          <p14:tracePt t="13548" x="3111500" y="3175000"/>
          <p14:tracePt t="13554" x="3105150" y="3168650"/>
          <p14:tracePt t="13576" x="3105150" y="3162300"/>
          <p14:tracePt t="13611" x="3105150" y="3155950"/>
          <p14:tracePt t="13624" x="3105150" y="3149600"/>
          <p14:tracePt t="13660" x="3098800" y="3149600"/>
          <p14:tracePt t="13688" x="3098800" y="3143250"/>
          <p14:tracePt t="13695" x="3092450" y="3143250"/>
          <p14:tracePt t="13717" x="3092450" y="3136900"/>
          <p14:tracePt t="13737" x="3086100" y="3130550"/>
          <p14:tracePt t="13758" x="3079750" y="3124200"/>
          <p14:tracePt t="13766" x="3079750" y="3117850"/>
          <p14:tracePt t="13779" x="3073400" y="3117850"/>
          <p14:tracePt t="13786" x="3073400" y="3111500"/>
          <p14:tracePt t="13802" x="3067050" y="3111500"/>
          <p14:tracePt t="13815" x="3060700" y="3105150"/>
          <p14:tracePt t="13832" x="3048000" y="3086100"/>
          <p14:tracePt t="13849" x="3028950" y="3067050"/>
          <p14:tracePt t="13865" x="3016250" y="3054350"/>
          <p14:tracePt t="13882" x="2997200" y="3035300"/>
          <p14:tracePt t="13899" x="2978150" y="3016250"/>
          <p14:tracePt t="13915" x="2971800" y="3003550"/>
          <p14:tracePt t="13931" x="2965450" y="2997200"/>
          <p14:tracePt t="13964" x="2959100" y="2990850"/>
          <p14:tracePt t="14067" x="2952750" y="2984500"/>
          <p14:tracePt t="14440" x="2978150" y="3022600"/>
          <p14:tracePt t="14448" x="3003550" y="3086100"/>
          <p14:tracePt t="14461" x="3035300" y="3143250"/>
          <p14:tracePt t="14468" x="3060700" y="3213100"/>
          <p14:tracePt t="14483" x="3092450" y="3282950"/>
          <p14:tracePt t="14496" x="3124200" y="3359150"/>
          <p14:tracePt t="14513" x="3181350" y="3511550"/>
          <p14:tracePt t="14532" x="3219450" y="3632200"/>
          <p14:tracePt t="14546" x="3244850" y="3676650"/>
          <p14:tracePt t="14563" x="3270250" y="3727450"/>
          <p14:tracePt t="14580" x="3289300" y="3752850"/>
          <p14:tracePt t="14596" x="3289300" y="3765550"/>
          <p14:tracePt t="14613" x="3295650" y="3771900"/>
          <p14:tracePt t="14630" x="3308350" y="3784600"/>
          <p14:tracePt t="14663" x="3321050" y="3784600"/>
          <p14:tracePt t="14679" x="3321050" y="3790950"/>
          <p14:tracePt t="14727" x="3327400" y="3790950"/>
          <p14:tracePt t="14840" x="3321050" y="3784600"/>
          <p14:tracePt t="14853" x="3321050" y="3778250"/>
          <p14:tracePt t="14861" x="3321050" y="3771900"/>
          <p14:tracePt t="14868" x="3314700" y="3765550"/>
          <p14:tracePt t="14882" x="3314700" y="3752850"/>
          <p14:tracePt t="14895" x="3302000" y="3733800"/>
          <p14:tracePt t="14911" x="3270250" y="3657600"/>
          <p14:tracePt t="14928" x="3238500" y="3594100"/>
          <p14:tracePt t="14945" x="3181350" y="3441700"/>
          <p14:tracePt t="14961" x="3130550" y="3295650"/>
          <p14:tracePt t="14978" x="3111500" y="3232150"/>
          <p14:tracePt t="14995" x="3073400" y="3117850"/>
          <p14:tracePt t="15011" x="3060700" y="3048000"/>
          <p14:tracePt t="15029" x="3060700" y="3028950"/>
          <p14:tracePt t="15044" x="3054350" y="3003550"/>
          <p14:tracePt t="15061" x="3054350" y="2997200"/>
          <p14:tracePt t="15099" x="3054350" y="3009900"/>
          <p14:tracePt t="15114" x="3054350" y="3022600"/>
          <p14:tracePt t="15127" x="3060700" y="3035300"/>
          <p14:tracePt t="15144" x="3073400" y="3073400"/>
          <p14:tracePt t="15161" x="3098800" y="3117850"/>
          <p14:tracePt t="15177" x="3168650" y="3244850"/>
          <p14:tracePt t="15194" x="3270250" y="3429000"/>
          <p14:tracePt t="15212" x="3409950" y="3619500"/>
          <p14:tracePt t="15227" x="3473450" y="3714750"/>
          <p14:tracePt t="15244" x="3594100" y="3879850"/>
          <p14:tracePt t="15261" x="3676650" y="3981450"/>
          <p14:tracePt t="15277" x="3714750" y="4025900"/>
          <p14:tracePt t="15294" x="3759200" y="4070350"/>
          <p14:tracePt t="15310" x="3778250" y="4089400"/>
          <p14:tracePt t="15327" x="3784600" y="4108450"/>
          <p14:tracePt t="15345" x="3803650" y="4114800"/>
          <p14:tracePt t="15360" x="3810000" y="4127500"/>
          <p14:tracePt t="15377" x="3816350" y="4127500"/>
          <p14:tracePt t="15394" x="3822700" y="4133850"/>
          <p14:tracePt t="15426" x="3829050" y="4133850"/>
          <p14:tracePt t="15443" x="3841750" y="4133850"/>
          <p14:tracePt t="15460" x="3848100" y="4133850"/>
          <p14:tracePt t="15476" x="3873500" y="4133850"/>
          <p14:tracePt t="15493" x="3930650" y="4127500"/>
          <p14:tracePt t="15509" x="3975100" y="4121150"/>
          <p14:tracePt t="15527" x="4146550" y="4095750"/>
          <p14:tracePt t="15542" x="4349750" y="4089400"/>
          <p14:tracePt t="15559" x="4464050" y="4089400"/>
          <p14:tracePt t="15576" x="4679950" y="4089400"/>
          <p14:tracePt t="15592" x="4845050" y="4076700"/>
          <p14:tracePt t="15609" x="4895850" y="4057650"/>
          <p14:tracePt t="15626" x="4972050" y="4044950"/>
          <p14:tracePt t="15642" x="5010150" y="4032250"/>
          <p14:tracePt t="15659" x="5022850" y="4032250"/>
          <p14:tracePt t="15675" x="5035550" y="4025900"/>
          <p14:tracePt t="15693" x="5041900" y="4019550"/>
          <p14:tracePt t="16026" x="5035550" y="4019550"/>
          <p14:tracePt t="16033" x="5029200" y="4019550"/>
          <p14:tracePt t="16082" x="5022850" y="4019550"/>
          <p14:tracePt t="16124" x="5016500" y="4019550"/>
          <p14:tracePt t="16166" x="5010150" y="4019550"/>
          <p14:tracePt t="16194" x="5003800" y="4019550"/>
          <p14:tracePt t="16236" x="4997450" y="4019550"/>
          <p14:tracePt t="16285" x="4991100" y="4019550"/>
          <p14:tracePt t="16313" x="4984750" y="4019550"/>
          <p14:tracePt t="16334" x="4984750" y="4025900"/>
          <p14:tracePt t="16341" x="4978400" y="4025900"/>
          <p14:tracePt t="16355" x="4972050" y="4025900"/>
          <p14:tracePt t="16362" x="4953000" y="4032250"/>
          <p14:tracePt t="16377" x="4940300" y="4032250"/>
          <p14:tracePt t="16390" x="4908550" y="4038600"/>
          <p14:tracePt t="16406" x="4813300" y="4057650"/>
          <p14:tracePt t="16423" x="4749800" y="4076700"/>
          <p14:tracePt t="16440" x="4591050" y="4102100"/>
          <p14:tracePt t="16456" x="4387850" y="4146550"/>
          <p14:tracePt t="16473" x="4286250" y="4165600"/>
          <p14:tracePt t="16490" x="4076700" y="4210050"/>
          <p14:tracePt t="16506" x="3879850" y="4248150"/>
          <p14:tracePt t="16523" x="3708400" y="4298950"/>
          <p14:tracePt t="16539" x="3644900" y="4305300"/>
          <p14:tracePt t="16556" x="3524250" y="4337050"/>
          <p14:tracePt t="16573" x="3429000" y="4356100"/>
          <p14:tracePt t="16589" x="3403600" y="4356100"/>
          <p14:tracePt t="16606" x="3365500" y="4356100"/>
          <p14:tracePt t="16622" x="3295650" y="4356100"/>
          <p14:tracePt t="16639" x="3276600" y="4356100"/>
          <p14:tracePt t="16656" x="3257550" y="4356100"/>
          <p14:tracePt t="16673" x="3206750" y="4349750"/>
          <p14:tracePt t="16689" x="3155950" y="4343400"/>
          <p14:tracePt t="16706" x="3098800" y="4337050"/>
          <p14:tracePt t="16723" x="3067050" y="4330700"/>
          <p14:tracePt t="16739" x="3003550" y="4330700"/>
          <p14:tracePt t="16756" x="2908300" y="4330700"/>
          <p14:tracePt t="16772" x="2870200" y="4330700"/>
          <p14:tracePt t="16789" x="2800350" y="4343400"/>
          <p14:tracePt t="16806" x="2749550" y="4356100"/>
          <p14:tracePt t="16821" x="2724150" y="4356100"/>
          <p14:tracePt t="16839" x="2686050" y="4362450"/>
          <p14:tracePt t="16855" x="2647950" y="4375150"/>
          <p14:tracePt t="16871" x="2635250" y="4375150"/>
          <p14:tracePt t="16889" x="2603500" y="4381500"/>
          <p14:tracePt t="16905" x="2584450" y="4387850"/>
          <p14:tracePt t="16921" x="2578100" y="4387850"/>
          <p14:tracePt t="16938" x="2565400" y="4387850"/>
          <p14:tracePt t="16994" x="2559050" y="4387850"/>
          <p14:tracePt t="17071" x="2552700" y="4387850"/>
          <p14:tracePt t="17106" x="2552700" y="4394200"/>
          <p14:tracePt t="17134" x="2552700" y="4400550"/>
          <p14:tracePt t="17155" x="2559050" y="4406900"/>
          <p14:tracePt t="17176" x="2571750" y="4406900"/>
          <p14:tracePt t="17183" x="2571750" y="4413250"/>
          <p14:tracePt t="17205" x="2584450" y="4419600"/>
          <p14:tracePt t="17218" x="2597150" y="4425950"/>
          <p14:tracePt t="17225" x="2622550" y="4425950"/>
          <p14:tracePt t="17240" x="2635250" y="4438650"/>
          <p14:tracePt t="17253" x="2686050" y="4451350"/>
          <p14:tracePt t="17270" x="2705100" y="4464050"/>
          <p14:tracePt t="17287" x="2724150" y="4470400"/>
          <p14:tracePt t="17303" x="2768600" y="4489450"/>
          <p14:tracePt t="17320" x="2787650" y="4502150"/>
          <p14:tracePt t="17324" x="2794000" y="4502150"/>
          <p14:tracePt t="17387" x="2787650" y="4502150"/>
          <p14:tracePt t="17394" x="2781300" y="4502150"/>
          <p14:tracePt t="17407" x="2774950" y="4502150"/>
          <p14:tracePt t="17419" x="2768600" y="4502150"/>
          <p14:tracePt t="17438" x="2762250" y="4502150"/>
          <p14:tracePt t="17464" x="2755900" y="4502150"/>
          <p14:tracePt t="17478" x="2749550" y="4502150"/>
          <p14:tracePt t="17486" x="2743200" y="4502150"/>
          <p14:tracePt t="17506" x="2736850" y="4502150"/>
          <p14:tracePt t="17522" x="2730500" y="4502150"/>
          <p14:tracePt t="17597" x="2730500" y="4495800"/>
          <p14:tracePt t="17604" x="2736850" y="4495800"/>
          <p14:tracePt t="17619" x="2749550" y="4489450"/>
          <p14:tracePt t="17626" x="2768600" y="4489450"/>
          <p14:tracePt t="17639" x="2800350" y="4470400"/>
          <p14:tracePt t="17653" x="2838450" y="4470400"/>
          <p14:tracePt t="17668" x="2971800" y="4445000"/>
          <p14:tracePt t="17685" x="3048000" y="4425950"/>
          <p14:tracePt t="17703" x="3206750" y="4406900"/>
          <p14:tracePt t="17718" x="3384550" y="4387850"/>
          <p14:tracePt t="17735" x="3473450" y="4387850"/>
          <p14:tracePt t="17752" x="3638550" y="4387850"/>
          <p14:tracePt t="17769" x="3784600" y="4400550"/>
          <p14:tracePt t="17786" x="3848100" y="4406900"/>
          <p14:tracePt t="17802" x="3930650" y="4419600"/>
          <p14:tracePt t="17818" x="3987800" y="4432300"/>
          <p14:tracePt t="17836" x="4019550" y="4438650"/>
          <p14:tracePt t="17852" x="4025900" y="4445000"/>
          <p14:tracePt t="17868" x="4032250" y="4445000"/>
          <p14:tracePt t="17885" x="4044950" y="4451350"/>
          <p14:tracePt t="17918" x="4051300" y="4451350"/>
          <p14:tracePt t="17934" x="4051300" y="4457700"/>
          <p14:tracePt t="17951" x="4057650" y="4464050"/>
          <p14:tracePt t="17990" x="4057650" y="4470400"/>
          <p14:tracePt t="18046" x="4057650" y="4476750"/>
          <p14:tracePt t="18376" x="4051300" y="4476750"/>
          <p14:tracePt t="18404" x="4044950" y="4476750"/>
          <p14:tracePt t="18781" x="4025900" y="4476750"/>
          <p14:tracePt t="18788" x="3994150" y="4476750"/>
          <p14:tracePt t="18802" x="3968750" y="4483100"/>
          <p14:tracePt t="18816" x="3930650" y="4483100"/>
          <p14:tracePt t="18831" x="3841750" y="4521200"/>
          <p14:tracePt t="18848" x="3797300" y="4533900"/>
          <p14:tracePt t="18865" x="3727450" y="4572000"/>
          <p14:tracePt t="18881" x="3651250" y="4597400"/>
          <p14:tracePt t="18898" x="3613150" y="4603750"/>
          <p14:tracePt t="18915" x="3562350" y="4629150"/>
          <p14:tracePt t="18931" x="3511550" y="4648200"/>
          <p14:tracePt t="18948" x="3479800" y="4654550"/>
          <p14:tracePt t="18965" x="3435350" y="4679950"/>
          <p14:tracePt t="18981" x="3397250" y="4699000"/>
          <p14:tracePt t="18998" x="3352800" y="4711700"/>
          <p14:tracePt t="19014" x="3333750" y="4718050"/>
          <p14:tracePt t="19031" x="3302000" y="4724400"/>
          <p14:tracePt t="19048" x="3219450" y="4730750"/>
          <p14:tracePt t="19064" x="3187700" y="4730750"/>
          <p14:tracePt t="19080" x="3162300" y="4737100"/>
          <p14:tracePt t="19097" x="3092450" y="4743450"/>
          <p14:tracePt t="19114" x="3041650" y="4756150"/>
          <p14:tracePt t="19130" x="3009900" y="4762500"/>
          <p14:tracePt t="19147" x="2971800" y="4762500"/>
          <p14:tracePt t="19164" x="2927350" y="4762500"/>
          <p14:tracePt t="19182" x="2908300" y="4762500"/>
          <p14:tracePt t="19197" x="2895600" y="4768850"/>
          <p14:tracePt t="19213" x="2876550" y="4768850"/>
          <p14:tracePt t="19230" x="2857500" y="4775200"/>
          <p14:tracePt t="19247" x="2851150" y="4775200"/>
          <p14:tracePt t="19264" x="2832100" y="4781550"/>
          <p14:tracePt t="19280" x="2825750" y="4787900"/>
          <p14:tracePt t="19296" x="2819400" y="4787900"/>
          <p14:tracePt t="19314" x="2800350" y="4787900"/>
          <p14:tracePt t="19329" x="2787650" y="4787900"/>
          <p14:tracePt t="19346" x="2774950" y="4794250"/>
          <p14:tracePt t="19364" x="2736850" y="4806950"/>
          <p14:tracePt t="19380" x="2717800" y="4819650"/>
          <p14:tracePt t="19396" x="2654300" y="4838700"/>
          <p14:tracePt t="19413" x="2546350" y="4876800"/>
          <p14:tracePt t="19429" x="2489200" y="4895850"/>
          <p14:tracePt t="19446" x="2330450" y="4978400"/>
          <p14:tracePt t="19463" x="2146300" y="5067300"/>
          <p14:tracePt t="19479" x="2051050" y="5124450"/>
          <p14:tracePt t="19496" x="1885950" y="5226050"/>
          <p14:tracePt t="19512" x="1758950" y="5314950"/>
          <p14:tracePt t="19529" x="1714500" y="5340350"/>
          <p14:tracePt t="19546" x="1663700" y="5372100"/>
          <p14:tracePt t="19563" x="1631950" y="5391150"/>
          <p14:tracePt t="19579" x="1631950" y="5397500"/>
          <p14:tracePt t="19596" x="1625600" y="5397500"/>
          <p14:tracePt t="19612" x="1619250" y="5397500"/>
          <p14:tracePt t="19876" x="1625600" y="5391150"/>
          <p14:tracePt t="19904" x="1631950" y="5384800"/>
          <p14:tracePt t="19932" x="1644650" y="5378450"/>
          <p14:tracePt t="19953" x="1651000" y="5378450"/>
          <p14:tracePt t="19960" x="1657350" y="5372100"/>
          <p14:tracePt t="19974" x="1663700" y="5372100"/>
          <p14:tracePt t="19981" x="1670050" y="5372100"/>
          <p14:tracePt t="19998" x="1689100" y="5365750"/>
          <p14:tracePt t="20012" x="1708150" y="5365750"/>
          <p14:tracePt t="20027" x="1797050" y="5359400"/>
          <p14:tracePt t="20044" x="1949450" y="5359400"/>
          <p14:tracePt t="20060" x="2038350" y="5359400"/>
          <p14:tracePt t="20077" x="2254250" y="5372100"/>
          <p14:tracePt t="20094" x="2482850" y="5391150"/>
          <p14:tracePt t="20111" x="2590800" y="5403850"/>
          <p14:tracePt t="20127" x="2730500" y="5416550"/>
          <p14:tracePt t="20143" x="2832100" y="5422900"/>
          <p14:tracePt t="20160" x="2863850" y="5422900"/>
          <p14:tracePt t="20177" x="2901950" y="5429250"/>
          <p14:tracePt t="20194" x="2921000" y="5429250"/>
          <p14:tracePt t="20210" x="2927350" y="5429250"/>
          <p14:tracePt t="20227" x="2927350" y="5422900"/>
          <p14:tracePt t="20255" x="2933700" y="5416550"/>
          <p14:tracePt t="20332" x="2933700" y="5410200"/>
          <p14:tracePt t="20374" x="2927350" y="5410200"/>
          <p14:tracePt t="20416" x="2921000" y="5410200"/>
          <p14:tracePt t="20742" x="2927350" y="5410200"/>
          <p14:tracePt t="20756" x="2959100" y="5410200"/>
          <p14:tracePt t="20763" x="2984500" y="5410200"/>
          <p14:tracePt t="20778" x="3035300" y="5410200"/>
          <p14:tracePt t="20791" x="3073400" y="5410200"/>
          <p14:tracePt t="20808" x="3162300" y="5410200"/>
          <p14:tracePt t="20825" x="3213100" y="5410200"/>
          <p14:tracePt t="20841" x="3232150" y="5416550"/>
          <p14:tracePt t="20858" x="3257550" y="5422900"/>
          <p14:tracePt t="20876" x="3282950" y="5429250"/>
          <p14:tracePt t="20891" x="3289300" y="5429250"/>
          <p14:tracePt t="20907" x="3302000" y="5441950"/>
          <p14:tracePt t="20925" x="3308350" y="5448300"/>
          <p14:tracePt t="20957" x="3314700" y="5454650"/>
          <p14:tracePt t="20974" x="3327400" y="5461000"/>
          <p14:tracePt t="21009" x="3333750" y="5467350"/>
          <p14:tracePt t="21024" x="3346450" y="5467350"/>
          <p14:tracePt t="21040" x="3352800" y="5467350"/>
          <p14:tracePt t="21073" x="3352800" y="5473700"/>
          <p14:tracePt t="21090" x="3359150" y="5473700"/>
          <p14:tracePt t="21107" x="3365500" y="5473700"/>
          <p14:tracePt t="21123" x="3371850" y="5480050"/>
          <p14:tracePt t="21140" x="3378200" y="5486400"/>
          <p14:tracePt t="21157" x="3384550" y="5486400"/>
          <p14:tracePt t="21173" x="3384550" y="5492750"/>
          <p14:tracePt t="21189" x="3390900" y="5499100"/>
          <p14:tracePt t="21206" x="3397250" y="5499100"/>
          <p14:tracePt t="21227" x="3409950" y="5505450"/>
          <p14:tracePt t="21240" x="3416300" y="5505450"/>
          <p14:tracePt t="21256" x="3429000" y="5511800"/>
          <p14:tracePt t="21273" x="3441700" y="5518150"/>
          <p14:tracePt t="21289" x="3467100" y="5530850"/>
          <p14:tracePt t="21306" x="3498850" y="5543550"/>
          <p14:tracePt t="21324" x="3524250" y="5556250"/>
          <p14:tracePt t="21339" x="3536950" y="5568950"/>
          <p14:tracePt t="21356" x="3543300" y="5568950"/>
          <p14:tracePt t="21373" x="3568700" y="5568950"/>
          <p14:tracePt t="21394" x="3575050" y="5568950"/>
          <p14:tracePt t="21409" x="3581400" y="5568950"/>
          <p14:tracePt t="21422" x="3587750" y="5568950"/>
          <p14:tracePt t="21439" x="3600450" y="5568950"/>
          <p14:tracePt t="21456" x="3606800" y="5568950"/>
          <p14:tracePt t="21472" x="3638550" y="5562600"/>
          <p14:tracePt t="21489" x="3721100" y="5549900"/>
          <p14:tracePt t="21507" x="3841750" y="5518150"/>
          <p14:tracePt t="21522" x="3905250" y="5499100"/>
          <p14:tracePt t="21539" x="4076700" y="5480050"/>
          <p14:tracePt t="21556" x="4229100" y="5461000"/>
          <p14:tracePt t="21572" x="4318000" y="5454650"/>
          <p14:tracePt t="21589" x="4438650" y="5454650"/>
          <p14:tracePt t="21605" x="4540250" y="5454650"/>
          <p14:tracePt t="21622" x="4572000" y="5461000"/>
          <p14:tracePt t="21638" x="4591050" y="5467350"/>
          <p14:tracePt t="21655" x="4635500" y="5486400"/>
          <p14:tracePt t="21671" x="4641850" y="5492750"/>
          <p14:tracePt t="21689" x="4641850" y="5505450"/>
          <p14:tracePt t="21704" x="4641850" y="5511800"/>
          <p14:tracePt t="21738" x="4641850" y="5518150"/>
          <p14:tracePt t="21766" x="4641850" y="5524500"/>
          <p14:tracePt t="21830" x="4641850" y="5530850"/>
          <p14:tracePt t="21949" x="4641850" y="5524500"/>
          <p14:tracePt t="21956" x="4635500" y="5524500"/>
          <p14:tracePt t="21977" x="4629150" y="5524500"/>
          <p14:tracePt t="21998" x="4622800" y="5524500"/>
          <p14:tracePt t="22019" x="4616450" y="5524500"/>
          <p14:tracePt t="22047" x="4610100" y="5524500"/>
          <p14:tracePt t="22768" x="4584700" y="5530850"/>
          <p14:tracePt t="22783" x="4546600" y="5543550"/>
          <p14:tracePt t="22790" x="4502150" y="5556250"/>
          <p14:tracePt t="22800" x="4457700" y="5575300"/>
          <p14:tracePt t="22818" x="4375150" y="5600700"/>
          <p14:tracePt t="22834" x="4330700" y="5619750"/>
          <p14:tracePt t="22851" x="4273550" y="5645150"/>
          <p14:tracePt t="22868" x="4108450" y="5702300"/>
          <p14:tracePt t="22884" x="4032250" y="5721350"/>
          <p14:tracePt t="22901" x="3968750" y="5734050"/>
          <p14:tracePt t="22917" x="3810000" y="5772150"/>
          <p14:tracePt t="22934" x="3651250" y="5791200"/>
          <p14:tracePt t="22951" x="3600450" y="5791200"/>
          <p14:tracePt t="22967" x="3492500" y="5810250"/>
          <p14:tracePt t="22984" x="3429000" y="5816600"/>
          <p14:tracePt t="23001" x="3365500" y="5822950"/>
          <p14:tracePt t="23017" x="3340100" y="5829300"/>
          <p14:tracePt t="23034" x="3270250" y="5835650"/>
          <p14:tracePt t="23050" x="3187700" y="5835650"/>
          <p14:tracePt t="23067" x="3162300" y="5835650"/>
          <p14:tracePt t="23085" x="3111500" y="5835650"/>
          <p14:tracePt t="23099" x="3067050" y="5842000"/>
          <p14:tracePt t="23117" x="3048000" y="5848350"/>
          <p14:tracePt t="23134" x="3009900" y="5854700"/>
          <p14:tracePt t="23150" x="2971800" y="5873750"/>
          <p14:tracePt t="23167" x="2959100" y="5873750"/>
          <p14:tracePt t="23183" x="2933700" y="5886450"/>
          <p14:tracePt t="23199" x="2921000" y="5886450"/>
          <p14:tracePt t="23216" x="2901950" y="5892800"/>
          <p14:tracePt t="23233" x="2895600" y="5905500"/>
          <p14:tracePt t="23249" x="2882900" y="5911850"/>
          <p14:tracePt t="23267" x="2876550" y="5924550"/>
          <p14:tracePt t="23282" x="2863850" y="5930900"/>
          <p14:tracePt t="23299" x="2863850" y="5937250"/>
          <p14:tracePt t="23316" x="2857500" y="5937250"/>
          <p14:tracePt t="23332" x="2857500" y="5943600"/>
          <p14:tracePt t="23353" x="2851150" y="5949950"/>
          <p14:tracePt t="23379" x="2844800" y="5962650"/>
          <p14:tracePt t="23394" x="2838450" y="5969000"/>
          <p14:tracePt t="23402" x="2832100" y="5969000"/>
          <p14:tracePt t="23416" x="2832100" y="5975350"/>
          <p14:tracePt t="23433" x="2825750" y="5981700"/>
          <p14:tracePt t="23449" x="2819400" y="5988050"/>
          <p14:tracePt t="23466" x="2819400" y="5994400"/>
          <p14:tracePt t="23499" x="2813050" y="6007100"/>
          <p14:tracePt t="23520" x="2813050" y="6013450"/>
          <p14:tracePt t="23541" x="2813050" y="6019800"/>
          <p14:tracePt t="23562" x="2813050" y="6026150"/>
          <p14:tracePt t="23604" x="2825750" y="6026150"/>
          <p14:tracePt t="23611" x="2838450" y="6026150"/>
          <p14:tracePt t="23625" x="2857500" y="6026150"/>
          <p14:tracePt t="23635" x="2876550" y="6026150"/>
          <p14:tracePt t="23648" x="2914650" y="6026150"/>
          <p14:tracePt t="23665" x="3009900" y="6045200"/>
          <p14:tracePt t="23682" x="3117850" y="6051550"/>
          <p14:tracePt t="23698" x="3168650" y="6051550"/>
          <p14:tracePt t="23716" x="3251200" y="6070600"/>
          <p14:tracePt t="23731" x="3321050" y="6096000"/>
          <p14:tracePt t="23748" x="3346450" y="6102350"/>
          <p14:tracePt t="23766" x="3371850" y="6115050"/>
          <p14:tracePt t="23781" x="3378200" y="6121400"/>
          <p14:tracePt t="23798" x="3384550" y="6121400"/>
          <p14:tracePt t="23843" x="3384550" y="6127750"/>
          <p14:tracePt t="23892" x="3378200" y="6127750"/>
          <p14:tracePt t="23906" x="3371850" y="6127750"/>
          <p14:tracePt t="23912" x="3365500" y="6127750"/>
          <p14:tracePt t="23948" x="3371850" y="6121400"/>
          <p14:tracePt t="24415" x="3365500" y="6121400"/>
          <p14:tracePt t="24422" x="3352800" y="6121400"/>
          <p14:tracePt t="24435" x="3321050" y="6127750"/>
          <p14:tracePt t="24445" x="3308350" y="6127750"/>
          <p14:tracePt t="24462" x="3282950" y="6134100"/>
          <p14:tracePt t="24478" x="3238500" y="6140450"/>
          <p14:tracePt t="24495" x="3200400" y="6140450"/>
          <p14:tracePt t="24512" x="3168650" y="6140450"/>
          <p14:tracePt t="24528" x="3130550" y="6134100"/>
          <p14:tracePt t="24545" x="3086100" y="6127750"/>
          <p14:tracePt t="24562" x="3041650" y="6121400"/>
          <p14:tracePt t="24578" x="3016250" y="6121400"/>
          <p14:tracePt t="24594" x="2997200" y="6121400"/>
          <p14:tracePt t="24612" x="2952750" y="6121400"/>
          <p14:tracePt t="24628" x="2940050" y="6121400"/>
          <p14:tracePt t="24645" x="2927350" y="6121400"/>
          <p14:tracePt t="24661" x="2921000" y="6121400"/>
          <p14:tracePt t="24678" x="2901950" y="6115050"/>
          <p14:tracePt t="24711" x="2889250" y="6115050"/>
          <p14:tracePt t="24728" x="2882900" y="6115050"/>
          <p14:tracePt t="24822" x="2882900" y="6121400"/>
          <p14:tracePt t="24843" x="2889250" y="6127750"/>
          <p14:tracePt t="24864" x="2895600" y="6127750"/>
          <p14:tracePt t="24879" x="2908300" y="6127750"/>
          <p14:tracePt t="24885" x="2914650" y="6127750"/>
          <p14:tracePt t="24913" x="2921000" y="6127750"/>
          <p14:tracePt t="24929" x="2940050" y="6127750"/>
          <p14:tracePt t="24934" x="2952750" y="6127750"/>
          <p14:tracePt t="24948" x="2984500" y="6127750"/>
          <p14:tracePt t="24959" x="3016250" y="6127750"/>
          <p14:tracePt t="24977" x="3149600" y="6127750"/>
          <p14:tracePt t="24993" x="3225800" y="6127750"/>
          <p14:tracePt t="25011" x="3454400" y="6134100"/>
          <p14:tracePt t="25027" x="3663950" y="6134100"/>
          <p14:tracePt t="25043" x="3784600" y="6146800"/>
          <p14:tracePt t="25060" x="3968750" y="6146800"/>
          <p14:tracePt t="25076" x="4127500" y="6165850"/>
          <p14:tracePt t="25093" x="4191000" y="6178550"/>
          <p14:tracePt t="25110" x="4260850" y="6191250"/>
          <p14:tracePt t="25126" x="4298950" y="6203950"/>
          <p14:tracePt t="25143" x="4311650" y="6210300"/>
          <p14:tracePt t="25160" x="4318000" y="6216650"/>
          <p14:tracePt t="25176" x="4318000" y="6223000"/>
          <p14:tracePt t="25264" x="4318000" y="6229350"/>
          <p14:tracePt t="25405" x="4318000" y="6223000"/>
          <p14:tracePt t="25427" x="4311650" y="6223000"/>
          <p14:tracePt t="25446" x="4305300" y="6223000"/>
          <p14:tracePt t="25489" x="4298950" y="6223000"/>
          <p14:tracePt t="25517" x="4292600" y="6223000"/>
          <p14:tracePt t="25524" x="4286250" y="6216650"/>
          <p14:tracePt t="25566" x="4279900" y="6216650"/>
          <p14:tracePt t="25587" x="4273550" y="6216650"/>
          <p14:tracePt t="25615" x="4267200" y="6216650"/>
          <p14:tracePt t="25629" x="4260850" y="6216650"/>
          <p14:tracePt t="25657" x="4248150" y="6216650"/>
          <p14:tracePt t="25706" x="4241800" y="6210300"/>
          <p14:tracePt t="25727" x="4235450" y="6210300"/>
          <p14:tracePt t="25735" x="4229100" y="6210300"/>
          <p14:tracePt t="25791" x="4222750" y="6210300"/>
          <p14:tracePt t="25797" x="4216400" y="6210300"/>
          <p14:tracePt t="25840" x="4210050" y="6210300"/>
          <p14:tracePt t="25868" x="4203700" y="6210300"/>
          <p14:tracePt t="25910" x="4197350" y="6210300"/>
          <p14:tracePt t="25938" x="4191000" y="6210300"/>
          <p14:tracePt t="25980" x="4184650" y="6210300"/>
          <p14:tracePt t="26128" x="4178300" y="6203950"/>
          <p14:tracePt t="26212" x="4171950" y="6203950"/>
          <p14:tracePt t="26268" x="4165600" y="6203950"/>
          <p14:tracePt t="26282" x="4159250" y="6203950"/>
          <p14:tracePt t="26291" x="4152900" y="6203950"/>
          <p14:tracePt t="26306" x="4140200" y="6203950"/>
          <p14:tracePt t="26322" x="4114800" y="6197600"/>
          <p14:tracePt t="26339" x="4070350" y="6197600"/>
          <p14:tracePt t="26355" x="4038600" y="6197600"/>
          <p14:tracePt t="26373" x="3943350" y="6197600"/>
          <p14:tracePt t="26388" x="3810000" y="6184900"/>
          <p14:tracePt t="26405" x="3746500" y="6184900"/>
          <p14:tracePt t="26422" x="3644900" y="6178550"/>
          <p14:tracePt t="26439" x="3524250" y="6172200"/>
          <p14:tracePt t="26455" x="3473450" y="6172200"/>
          <p14:tracePt t="26472" x="3403600" y="6172200"/>
          <p14:tracePt t="26488" x="3365500" y="6172200"/>
          <p14:tracePt t="26505" x="3321050" y="6172200"/>
          <p14:tracePt t="26521" x="3276600" y="6172200"/>
          <p14:tracePt t="26538" x="3257550" y="6172200"/>
          <p14:tracePt t="26555" x="3232150" y="6172200"/>
          <p14:tracePt t="26571" x="3206750" y="6178550"/>
          <p14:tracePt t="26588" x="3200400" y="6184900"/>
          <p14:tracePt t="26605" x="3181350" y="6184900"/>
          <p14:tracePt t="26621" x="3168650" y="6191250"/>
          <p14:tracePt t="26638" x="3155950" y="6197600"/>
          <p14:tracePt t="26654" x="3143250" y="6197600"/>
          <p14:tracePt t="26671" x="3124200" y="6197600"/>
          <p14:tracePt t="26689" x="3117850" y="6197600"/>
          <p14:tracePt t="26704" x="3111500" y="6197600"/>
          <p14:tracePt t="26722" x="3105150" y="6197600"/>
          <p14:tracePt t="26738" x="3086100" y="6197600"/>
          <p14:tracePt t="26754" x="3079750" y="6197600"/>
          <p14:tracePt t="26788" x="3048000" y="6197600"/>
          <p14:tracePt t="26804" x="3035300" y="6197600"/>
          <p14:tracePt t="26820" x="3022600" y="6197600"/>
          <p14:tracePt t="26837" x="2990850" y="6203950"/>
          <p14:tracePt t="26854" x="2959100" y="6203950"/>
          <p14:tracePt t="26872" x="2946400" y="6210300"/>
          <p14:tracePt t="26887" x="2927350" y="6216650"/>
          <p14:tracePt t="26904" x="2914650" y="6216650"/>
          <p14:tracePt t="26921" x="2908300" y="6216650"/>
          <p14:tracePt t="26949" x="2901950" y="6223000"/>
          <p14:tracePt t="26991" x="2895600" y="6223000"/>
          <p14:tracePt t="27012" x="2895600" y="6229350"/>
          <p14:tracePt t="27054" x="2889250" y="6229350"/>
          <p14:tracePt t="27103" x="2889250" y="6235700"/>
          <p14:tracePt t="27230" x="2889250" y="6242050"/>
          <p14:tracePt t="27244" x="2895600" y="6242050"/>
          <p14:tracePt t="27250" x="2901950" y="6248400"/>
          <p14:tracePt t="27271" x="2908300" y="6248400"/>
          <p14:tracePt t="27279" x="2914650" y="6248400"/>
          <p14:tracePt t="27293" x="2921000" y="6248400"/>
          <p14:tracePt t="27302" x="2933700" y="6254750"/>
          <p14:tracePt t="27319" x="2946400" y="6261100"/>
          <p14:tracePt t="27335" x="2978150" y="6292850"/>
          <p14:tracePt t="27352" x="3054350" y="6330950"/>
          <p14:tracePt t="27369" x="3098800" y="6362700"/>
          <p14:tracePt t="27385" x="3175000" y="6413500"/>
          <p14:tracePt t="27402" x="3219450" y="6438900"/>
          <p14:tracePt t="27420" x="3340100" y="6496050"/>
          <p14:tracePt t="27435" x="3371850" y="6515100"/>
          <p14:tracePt t="27439" x="3403600" y="6521450"/>
          <p14:tracePt t="27468" x="3473450" y="6534150"/>
          <p14:tracePt t="27485" x="3511550" y="6540500"/>
          <p14:tracePt t="27501" x="3536950" y="6553200"/>
          <p14:tracePt t="27518" x="3549650" y="6553200"/>
          <p14:tracePt t="27535" x="3562350" y="6553200"/>
          <p14:tracePt t="27553" x="3568700" y="6553200"/>
          <p14:tracePt t="27584" x="3575050" y="6553200"/>
          <p14:tracePt t="27615" x="3575050" y="6546850"/>
          <p14:tracePt t="27622" x="3575050" y="6540500"/>
          <p14:tracePt t="27634" x="3581400" y="6534150"/>
          <p14:tracePt t="27651" x="3587750" y="6521450"/>
          <p14:tracePt t="27685" x="3587750" y="6515100"/>
          <p14:tracePt t="27701" x="3625850" y="6470650"/>
          <p14:tracePt t="27717" x="3644900" y="6451600"/>
          <p14:tracePt t="27735" x="3746500" y="6369050"/>
          <p14:tracePt t="27751" x="3810000" y="6305550"/>
          <p14:tracePt t="27767" x="3962400" y="6165850"/>
          <p14:tracePt t="27784" x="4191000" y="5969000"/>
          <p14:tracePt t="27800" x="4349750" y="5848350"/>
          <p14:tracePt t="27817" x="4648200" y="5619750"/>
          <p14:tracePt t="27834" x="4870450" y="5435600"/>
          <p14:tracePt t="27850" x="4953000" y="5372100"/>
          <p14:tracePt t="27868" x="5067300" y="5308600"/>
          <p14:tracePt t="27883" x="5111750" y="5289550"/>
          <p14:tracePt t="27900" x="5124450" y="5289550"/>
          <p14:tracePt t="27917" x="5137150" y="5289550"/>
          <p14:tracePt t="27949" x="5130800" y="5289550"/>
          <p14:tracePt t="27966" x="5124450" y="5295900"/>
          <p14:tracePt t="27983" x="5124450" y="5308600"/>
          <p14:tracePt t="28001" x="5137150" y="5314950"/>
          <p14:tracePt t="36197" x="5118100" y="5321300"/>
          <p14:tracePt t="36204" x="5080000" y="5334000"/>
          <p14:tracePt t="36211" x="5035550" y="5365750"/>
          <p14:tracePt t="36221" x="4984750" y="5378450"/>
          <p14:tracePt t="36239" x="4851400" y="5454650"/>
          <p14:tracePt t="36254" x="4762500" y="5505450"/>
          <p14:tracePt t="36271" x="4673600" y="5549900"/>
          <p14:tracePt t="36288" x="4572000" y="5613400"/>
          <p14:tracePt t="36304" x="4495800" y="5683250"/>
          <p14:tracePt t="36321" x="4400550" y="5759450"/>
          <p14:tracePt t="36338" x="4298950" y="5873750"/>
          <p14:tracePt t="36354" x="4248150" y="5930900"/>
          <p14:tracePt t="36371" x="4216400" y="5962650"/>
          <p14:tracePt t="36388" x="4171950" y="5988050"/>
          <p14:tracePt t="36405" x="4159250" y="5994400"/>
          <p14:tracePt t="36422" x="4133850" y="6013450"/>
          <p14:tracePt t="36437" x="4114800" y="6026150"/>
          <p14:tracePt t="36454" x="4102100" y="6032500"/>
          <p14:tracePt t="36471" x="4076700" y="6045200"/>
          <p14:tracePt t="36487" x="4064000" y="6045200"/>
          <p14:tracePt t="36504" x="4057650" y="6045200"/>
          <p14:tracePt t="36576" x="4051300" y="6051550"/>
          <p14:tracePt t="36582" x="4051300" y="6057900"/>
          <p14:tracePt t="36605" x="4051300" y="6064250"/>
          <p14:tracePt t="36632" x="4051300" y="6070600"/>
          <p14:tracePt t="36646" x="4051300" y="6076950"/>
          <p14:tracePt t="36655" x="4044950" y="6076950"/>
          <p14:tracePt t="36674" x="4044950" y="6083300"/>
          <p14:tracePt t="36696" x="4044950" y="6089650"/>
          <p14:tracePt t="36703" x="4044950" y="6096000"/>
          <p14:tracePt t="36723" x="4044950" y="6102350"/>
          <p14:tracePt t="36743" x="4038600" y="6108700"/>
          <p14:tracePt t="36772" x="4038600" y="6115050"/>
          <p14:tracePt t="36843" x="4038600" y="6121400"/>
          <p14:tracePt t="36864" x="4038600" y="6127750"/>
          <p14:tracePt t="36885" x="4044950" y="6127750"/>
          <p14:tracePt t="36891" x="4051300" y="6134100"/>
          <p14:tracePt t="36934" x="4051300" y="6140450"/>
          <p14:tracePt t="36955" x="4057650" y="6140450"/>
          <p14:tracePt t="36961" x="4064000" y="6140450"/>
          <p14:tracePt t="36983" x="4064000" y="6146800"/>
          <p14:tracePt t="36997" x="4070350" y="6146800"/>
          <p14:tracePt t="37005" x="4076700" y="6146800"/>
          <p14:tracePt t="37019" x="4083050" y="6146800"/>
          <p14:tracePt t="37067" x="4089400" y="6146800"/>
          <p14:tracePt t="37116" x="4089400" y="6153150"/>
          <p14:tracePt t="37159" x="4083050" y="6159500"/>
          <p14:tracePt t="37165" x="4070350" y="6159500"/>
          <p14:tracePt t="37172" x="4038600" y="6178550"/>
          <p14:tracePt t="37188" x="4006850" y="6191250"/>
          <p14:tracePt t="37201" x="3943350" y="6210300"/>
          <p14:tracePt t="37218" x="3759200" y="6286500"/>
          <p14:tracePt t="37235" x="3524250" y="6356350"/>
          <p14:tracePt t="37251" x="3390900" y="6400800"/>
          <p14:tracePt t="37268" x="3143250" y="6477000"/>
          <p14:tracePt t="37285" x="2952750" y="6527800"/>
          <p14:tracePt t="37301" x="2882900" y="6546850"/>
          <p14:tracePt t="37318" x="2762250" y="6572250"/>
          <p14:tracePt t="37334" x="2692400" y="6591300"/>
          <p14:tracePt t="37351" x="2679700" y="6591300"/>
          <p14:tracePt t="37367" x="2660650" y="6597650"/>
          <p14:tracePt t="37383" x="2641600" y="6597650"/>
          <p14:tracePt t="37400" x="2641600" y="6604000"/>
          <p14:tracePt t="37418" x="2635250" y="6604000"/>
          <p14:tracePt t="37434" x="2635250" y="6610350"/>
          <p14:tracePt t="37678" x="2641600" y="6610350"/>
          <p14:tracePt t="37685" x="2654300" y="6610350"/>
          <p14:tracePt t="37698" x="2660650" y="6610350"/>
          <p14:tracePt t="37706" x="2667000" y="6610350"/>
          <p14:tracePt t="37716" x="2673350" y="6610350"/>
          <p14:tracePt t="37734" x="2724150" y="6610350"/>
          <p14:tracePt t="37749" x="2774950" y="6616700"/>
          <p14:tracePt t="37766" x="2838450" y="6616700"/>
          <p14:tracePt t="37783" x="2990850" y="6616700"/>
          <p14:tracePt t="37799" x="3181350" y="6629400"/>
          <p14:tracePt t="37816" x="3270250" y="6629400"/>
          <p14:tracePt t="37832" x="3448050" y="6629400"/>
          <p14:tracePt t="37849" x="3581400" y="6635750"/>
          <p14:tracePt t="37866" x="3644900" y="6635750"/>
          <p14:tracePt t="37883" x="3708400" y="6642100"/>
          <p14:tracePt t="37899" x="3752850" y="6642100"/>
          <p14:tracePt t="37916" x="3771900" y="6648450"/>
          <p14:tracePt t="37932" x="3778250" y="6648450"/>
          <p14:tracePt t="38197" x="3790950" y="6648450"/>
          <p14:tracePt t="38211" x="3803650" y="6648450"/>
          <p14:tracePt t="38218" x="3829050" y="6648450"/>
          <p14:tracePt t="38232" x="3848100" y="6648450"/>
          <p14:tracePt t="38248" x="3911600" y="6642100"/>
          <p14:tracePt t="38264" x="3956050" y="6642100"/>
          <p14:tracePt t="38282" x="4032250" y="6629400"/>
          <p14:tracePt t="38298" x="4108450" y="6616700"/>
          <p14:tracePt t="38314" x="4133850" y="6610350"/>
          <p14:tracePt t="38331" x="4184650" y="6597650"/>
          <p14:tracePt t="38347" x="4197350" y="6597650"/>
          <p14:tracePt t="38365" x="4222750" y="6591300"/>
          <p14:tracePt t="38380" x="4229100" y="6584950"/>
          <p14:tracePt t="38414" x="4235450" y="6578600"/>
          <p14:tracePt t="38431" x="4241800" y="6565900"/>
          <p14:tracePt t="38448" x="4248150" y="6565900"/>
          <p14:tracePt t="38464" x="4273550" y="6546850"/>
          <p14:tracePt t="38480" x="4324350" y="6527800"/>
          <p14:tracePt t="38497" x="4356100" y="6502400"/>
          <p14:tracePt t="38514" x="4464050" y="6432550"/>
          <p14:tracePt t="38530" x="4572000" y="6369050"/>
          <p14:tracePt t="38548" x="4699000" y="6292850"/>
          <p14:tracePt t="38563" x="4756150" y="6254750"/>
          <p14:tracePt t="38580" x="4870450" y="6184900"/>
          <p14:tracePt t="38597" x="4972050" y="6108700"/>
          <p14:tracePt t="38613" x="5010150" y="6064250"/>
          <p14:tracePt t="38630" x="5054600" y="6026150"/>
          <p14:tracePt t="38634" x="5092700" y="5981700"/>
          <p14:tracePt t="38646" x="5156200" y="5918200"/>
          <p14:tracePt t="38663" x="5175250" y="5892800"/>
          <p14:tracePt t="38679" x="5187950" y="5880100"/>
          <p14:tracePt t="38698" x="5207000" y="5854700"/>
          <p14:tracePt t="38713" x="5219700" y="5835650"/>
          <p14:tracePt t="38730" x="5219700" y="5829300"/>
          <p14:tracePt t="38746" x="5226050" y="5822950"/>
          <p14:tracePt t="38763" x="5226050" y="5810250"/>
          <p14:tracePt t="38780" x="5226050" y="5803900"/>
          <p14:tracePt t="38849" x="5219700" y="5803900"/>
          <p14:tracePt t="38857" x="5213350" y="5803900"/>
          <p14:tracePt t="38877" x="5207000" y="5810250"/>
          <p14:tracePt t="38899" x="5200650" y="5816600"/>
          <p14:tracePt t="38913" x="5194300" y="5816600"/>
          <p14:tracePt t="38920" x="5187950" y="5822950"/>
          <p14:tracePt t="38929" x="5162550" y="5829300"/>
          <p14:tracePt t="38946" x="5118100" y="5848350"/>
          <p14:tracePt t="38962" x="4991100" y="5918200"/>
          <p14:tracePt t="38978" x="4902200" y="5956300"/>
          <p14:tracePt t="38995" x="4648200" y="6064250"/>
          <p14:tracePt t="39012" x="4318000" y="6191250"/>
          <p14:tracePt t="39028" x="4203700" y="6248400"/>
          <p14:tracePt t="39046" x="4006850" y="6343650"/>
          <p14:tracePt t="39061" x="3879850" y="6388100"/>
          <p14:tracePt t="39078" x="3848100" y="6400800"/>
          <p14:tracePt t="39095" x="3810000" y="6419850"/>
          <p14:tracePt t="39111" x="3803650" y="6426200"/>
          <p14:tracePt t="39145" x="3810000" y="6426200"/>
          <p14:tracePt t="39161" x="3835400" y="6413500"/>
          <p14:tracePt t="39178" x="3848100" y="6407150"/>
          <p14:tracePt t="39194" x="3898900" y="6394450"/>
          <p14:tracePt t="39211" x="4013200" y="6356350"/>
          <p14:tracePt t="39229" x="4146550" y="6318250"/>
          <p14:tracePt t="39244" x="4222750" y="6299200"/>
          <p14:tracePt t="39261" x="4305300" y="6280150"/>
          <p14:tracePt t="39278" x="4565650" y="6184900"/>
          <p14:tracePt t="39295" x="4648200" y="6159500"/>
          <p14:tracePt t="39311" x="4737100" y="6127750"/>
          <p14:tracePt t="39328" x="4927600" y="6057900"/>
          <p14:tracePt t="39344" x="4972050" y="6045200"/>
          <p14:tracePt t="39361" x="5003800" y="6032500"/>
          <p14:tracePt t="39378" x="5054600" y="6019800"/>
          <p14:tracePt t="39394" x="5080000" y="6007100"/>
          <p14:tracePt t="39411" x="5086350" y="6000750"/>
          <p14:tracePt t="39427" x="5092700" y="6000750"/>
          <p14:tracePt t="39444" x="5099050" y="6000750"/>
          <p14:tracePt t="39461" x="5111750" y="6000750"/>
          <p14:tracePt t="39494" x="5124450" y="6000750"/>
          <p14:tracePt t="39526" x="5137150" y="6000750"/>
          <p14:tracePt t="39544" x="5143500" y="6000750"/>
          <p14:tracePt t="39560" x="5162550" y="6000750"/>
          <p14:tracePt t="39607" x="5156200" y="6000750"/>
          <p14:tracePt t="39622" x="5143500" y="6000750"/>
          <p14:tracePt t="39630" x="5137150" y="6000750"/>
          <p14:tracePt t="39645" x="5130800" y="6000750"/>
          <p14:tracePt t="39660" x="5105400" y="6000750"/>
          <p14:tracePt t="39676" x="4997450" y="5981700"/>
          <p14:tracePt t="39693" x="4794250" y="5943600"/>
          <p14:tracePt t="39709" x="4679950" y="5918200"/>
          <p14:tracePt t="39726" x="4292600" y="5842000"/>
          <p14:tracePt t="39742" x="3867150" y="5759450"/>
          <p14:tracePt t="39759" x="3695700" y="5740400"/>
          <p14:tracePt t="39776" x="3422650" y="5695950"/>
          <p14:tracePt t="39792" x="3238500" y="5651500"/>
          <p14:tracePt t="39809" x="3187700" y="5645150"/>
          <p14:tracePt t="39825" x="3105150" y="5638800"/>
          <p14:tracePt t="39842" x="3079750" y="5632450"/>
          <p14:tracePt t="39876" x="3073400" y="5632450"/>
          <p14:tracePt t="40092" x="3022600" y="5632450"/>
          <p14:tracePt t="40099" x="2927350" y="5651500"/>
          <p14:tracePt t="40113" x="2838450" y="5683250"/>
          <p14:tracePt t="40125" x="2730500" y="5702300"/>
          <p14:tracePt t="40141" x="2565400" y="5740400"/>
          <p14:tracePt t="40158" x="2482850" y="5759450"/>
          <p14:tracePt t="40175" x="2419350" y="5778500"/>
          <p14:tracePt t="40191" x="2292350" y="5810250"/>
          <p14:tracePt t="40207" x="2260600" y="5816600"/>
          <p14:tracePt t="40226" x="2228850" y="5816600"/>
          <p14:tracePt t="40241" x="2216150" y="5816600"/>
          <p14:tracePt t="40257" x="2203450" y="5816600"/>
          <p14:tracePt t="40274" x="2190750" y="5816600"/>
          <p14:tracePt t="40291" x="2184400" y="5816600"/>
          <p14:tracePt t="40307" x="2178050" y="5816600"/>
          <p14:tracePt t="40324" x="2171700" y="5822950"/>
          <p14:tracePt t="40340" x="2165350" y="5822950"/>
          <p14:tracePt t="40358" x="2152650" y="5822950"/>
          <p14:tracePt t="40373" x="2139950" y="5822950"/>
          <p14:tracePt t="40390" x="2133600" y="5822950"/>
          <p14:tracePt t="40423" x="2127250" y="5822950"/>
          <p14:tracePt t="40458" x="2120900" y="5822950"/>
          <p14:tracePt t="40471" x="2114550" y="5822950"/>
          <p14:tracePt t="40491" x="2108200" y="5829300"/>
          <p14:tracePt t="40513" x="2101850" y="5829300"/>
          <p14:tracePt t="40533" x="2101850" y="5835650"/>
          <p14:tracePt t="40576" x="2095500" y="5842000"/>
          <p14:tracePt t="40611" x="2089150" y="5842000"/>
          <p14:tracePt t="40632" x="2082800" y="5848350"/>
          <p14:tracePt t="40653" x="2076450" y="5854700"/>
          <p14:tracePt t="40702" x="2082800" y="5854700"/>
          <p14:tracePt t="40716" x="2095500" y="5854700"/>
          <p14:tracePt t="40725" x="2095500" y="5848350"/>
          <p14:tracePt t="40739" x="2101850" y="5848350"/>
          <p14:tracePt t="40756" x="2127250" y="5848350"/>
          <p14:tracePt t="40773" x="2190750" y="5842000"/>
          <p14:tracePt t="40789" x="2241550" y="5842000"/>
          <p14:tracePt t="40805" x="2330450" y="5842000"/>
          <p14:tracePt t="40822" x="2692400" y="5842000"/>
          <p14:tracePt t="40838" x="2832100" y="5842000"/>
          <p14:tracePt t="40856" x="3111500" y="5842000"/>
          <p14:tracePt t="40872" x="3244850" y="5842000"/>
          <p14:tracePt t="40888" x="3517900" y="5880100"/>
          <p14:tracePt t="40906" x="3733800" y="5886450"/>
          <p14:tracePt t="40922" x="3810000" y="5899150"/>
          <p14:tracePt t="40938" x="3956050" y="5905500"/>
          <p14:tracePt t="40955" x="4044950" y="5918200"/>
          <p14:tracePt t="40972" x="4083050" y="5918200"/>
          <p14:tracePt t="40988" x="4127500" y="5918200"/>
          <p14:tracePt t="41006" x="4178300" y="5924550"/>
          <p14:tracePt t="41022" x="4203700" y="5930900"/>
          <p14:tracePt t="41039" x="4273550" y="5937250"/>
          <p14:tracePt t="41055" x="4356100" y="5943600"/>
          <p14:tracePt t="41071" x="4394200" y="5943600"/>
          <p14:tracePt t="41088" x="4521200" y="5943600"/>
          <p14:tracePt t="41104" x="4648200" y="5943600"/>
          <p14:tracePt t="41121" x="4711700" y="5943600"/>
          <p14:tracePt t="41138" x="4819650" y="5930900"/>
          <p14:tracePt t="41154" x="4914900" y="5937250"/>
          <p14:tracePt t="41173" x="4972050" y="5943600"/>
          <p14:tracePt t="41188" x="4997450" y="5949950"/>
          <p14:tracePt t="41204" x="5010150" y="5949950"/>
          <p14:tracePt t="41235" x="5003800" y="5943600"/>
          <p14:tracePt t="41242" x="4984750" y="5943600"/>
          <p14:tracePt t="41257" x="4972050" y="5943600"/>
          <p14:tracePt t="41271" x="4921250" y="5949950"/>
          <p14:tracePt t="41287" x="4692650" y="5937250"/>
          <p14:tracePt t="41304" x="4533900" y="5924550"/>
          <p14:tracePt t="41320" x="3994150" y="5924550"/>
          <p14:tracePt t="41337" x="3422650" y="5924550"/>
          <p14:tracePt t="41354" x="2927350" y="5924550"/>
          <p14:tracePt t="41370" x="2743200" y="5924550"/>
          <p14:tracePt t="41387" x="2489200" y="5911850"/>
          <p14:tracePt t="41404" x="2336800" y="5899150"/>
          <p14:tracePt t="41420" x="2298700" y="5892800"/>
          <p14:tracePt t="41437" x="2254250" y="5892800"/>
          <p14:tracePt t="41453" x="2184400" y="5886450"/>
          <p14:tracePt t="41470" x="2165350" y="5886450"/>
          <p14:tracePt t="41487" x="2152650" y="5886450"/>
          <p14:tracePt t="41503" x="2127250" y="5886450"/>
          <p14:tracePt t="41520" x="2108200" y="5886450"/>
          <p14:tracePt t="41537" x="2063750" y="5886450"/>
          <p14:tracePt t="41553" x="2038350" y="5880100"/>
          <p14:tracePt t="41570" x="2032000" y="5880100"/>
          <p14:tracePt t="41937" x="2000250" y="5880100"/>
          <p14:tracePt t="41944" x="1949450" y="5880100"/>
          <p14:tracePt t="41958" x="1905000" y="5892800"/>
          <p14:tracePt t="41969" x="1854200" y="5899150"/>
          <p14:tracePt t="41985" x="1822450" y="5905500"/>
          <p14:tracePt t="42003" x="1771650" y="5924550"/>
          <p14:tracePt t="42019" x="1746250" y="5937250"/>
          <p14:tracePt t="42035" x="1739900" y="5949950"/>
          <p14:tracePt t="42053" x="1727200" y="5956300"/>
          <p14:tracePt t="42085" x="1727200" y="5969000"/>
          <p14:tracePt t="42101" x="1746250" y="5969000"/>
          <p14:tracePt t="42118" x="1758950" y="5969000"/>
          <p14:tracePt t="42135" x="1809750" y="5962650"/>
          <p14:tracePt t="42151" x="1936750" y="5956300"/>
          <p14:tracePt t="42167" x="2038350" y="5956300"/>
          <p14:tracePt t="42171" x="2152650" y="5956300"/>
          <p14:tracePt t="42184" x="2292350" y="5956300"/>
          <p14:tracePt t="42201" x="2654300" y="5943600"/>
          <p14:tracePt t="42218" x="2863850" y="5943600"/>
          <p14:tracePt t="42234" x="3282950" y="5930900"/>
          <p14:tracePt t="42250" x="3651250" y="5930900"/>
          <p14:tracePt t="42268" x="3943350" y="5930900"/>
          <p14:tracePt t="42284" x="4070350" y="5943600"/>
          <p14:tracePt t="42301" x="4298950" y="5943600"/>
          <p14:tracePt t="42317" x="4464050" y="5943600"/>
          <p14:tracePt t="42333" x="4527550" y="5943600"/>
          <p14:tracePt t="42350" x="4610100" y="5937250"/>
          <p14:tracePt t="42367" x="4641850" y="5937250"/>
          <p14:tracePt t="42383" x="4654550" y="5930900"/>
          <p14:tracePt t="42401" x="4667250" y="5930900"/>
          <p14:tracePt t="42417" x="4673600" y="5937250"/>
          <p14:tracePt t="42453" x="4679950" y="5937250"/>
          <p14:tracePt t="42563" x="4692650" y="5930900"/>
          <p14:tracePt t="42577" x="4699000" y="5930900"/>
          <p14:tracePt t="48619" x="4699000" y="5924550"/>
          <p14:tracePt t="48626" x="4699000" y="5911850"/>
          <p14:tracePt t="48633" x="4699000" y="5905500"/>
          <p14:tracePt t="48645" x="4699000" y="5892800"/>
          <p14:tracePt t="48662" x="4660900" y="5835650"/>
          <p14:tracePt t="48678" x="4616450" y="5734050"/>
          <p14:tracePt t="48695" x="4540250" y="5632450"/>
          <p14:tracePt t="48711" x="4400550" y="5422900"/>
          <p14:tracePt t="48728" x="4311650" y="5295900"/>
          <p14:tracePt t="48745" x="4203700" y="5149850"/>
          <p14:tracePt t="48761" x="4146550" y="5099050"/>
          <p14:tracePt t="48778" x="4083050" y="5073650"/>
          <p14:tracePt t="48795" x="3981450" y="5035550"/>
          <p14:tracePt t="48811" x="3911600" y="5022850"/>
          <p14:tracePt t="48828" x="3841750" y="5003800"/>
          <p14:tracePt t="48844" x="3752850" y="4991100"/>
          <p14:tracePt t="48861" x="3708400" y="4991100"/>
          <p14:tracePt t="48879" x="3670300" y="4984750"/>
          <p14:tracePt t="48894" x="3632200" y="4972050"/>
          <p14:tracePt t="48911" x="3619500" y="4959350"/>
          <p14:tracePt t="48928" x="3594100" y="4927600"/>
          <p14:tracePt t="48944" x="3587750" y="4883150"/>
          <p14:tracePt t="48960" x="3568700" y="4813300"/>
          <p14:tracePt t="48978" x="3498850" y="4552950"/>
          <p14:tracePt t="48994" x="3403600" y="4241800"/>
          <p14:tracePt t="49011" x="3257550" y="3860800"/>
          <p14:tracePt t="49027" x="3092450" y="3244850"/>
          <p14:tracePt t="49044" x="3028950" y="2921000"/>
          <p14:tracePt t="49061" x="3009900" y="2692400"/>
          <p14:tracePt t="49077" x="3003550" y="2387600"/>
          <p14:tracePt t="49093" x="3003550" y="2260600"/>
          <p14:tracePt t="49111" x="3022600" y="2146300"/>
          <p14:tracePt t="49127" x="3035300" y="2108200"/>
          <p14:tracePt t="49143" x="3041650" y="2089150"/>
          <p14:tracePt t="49160" x="3048000" y="2082800"/>
          <p14:tracePt t="49193" x="3054350" y="2095500"/>
          <p14:tracePt t="49210" x="3067050" y="2127250"/>
          <p14:tracePt t="49226" x="3073400" y="2146300"/>
          <p14:tracePt t="49244" x="3098800" y="2222500"/>
          <p14:tracePt t="49260" x="3257550" y="2501900"/>
          <p14:tracePt t="49276" x="3422650" y="2781300"/>
          <p14:tracePt t="49293" x="3670300" y="3371850"/>
          <p14:tracePt t="49309" x="3835400" y="3873500"/>
          <p14:tracePt t="49326" x="3905250" y="4083050"/>
          <p14:tracePt t="49343" x="4121150" y="4654550"/>
          <p14:tracePt t="49359" x="4197350" y="4800600"/>
          <p14:tracePt t="49376" x="4260850" y="4921250"/>
          <p14:tracePt t="49392" x="4419600" y="5143500"/>
          <p14:tracePt t="49409" x="4552950" y="5276850"/>
          <p14:tracePt t="49426" x="4705350" y="5391150"/>
          <p14:tracePt t="49442" x="4787900" y="5429250"/>
          <p14:tracePt t="49459" x="4933950" y="5499100"/>
          <p14:tracePt t="49476" x="5067300" y="5537200"/>
          <p14:tracePt t="49492" x="5118100" y="5537200"/>
          <p14:tracePt t="49509" x="5200650" y="5556250"/>
          <p14:tracePt t="49525" x="5295900" y="5556250"/>
          <p14:tracePt t="49542" x="5321300" y="55562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0772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my_hand</a:t>
            </a:r>
            <a:r>
              <a:rPr lang="en-US" altLang="en-US" sz="2400" dirty="0">
                <a:latin typeface="Lucida Console" panose="020B0609040504020204" pitchFamily="49" charset="0"/>
              </a:rPr>
              <a:t> = Hand()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card1 = Card("A", "c")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card2 = Card("2", "c")</a:t>
            </a:r>
          </a:p>
          <a:p>
            <a:pPr eaLnBrk="1" hangingPunct="1">
              <a:buFontTx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my_hand.add</a:t>
            </a:r>
            <a:r>
              <a:rPr lang="en-US" altLang="en-US" sz="2400" dirty="0">
                <a:latin typeface="Lucida Console" panose="020B0609040504020204" pitchFamily="49" charset="0"/>
              </a:rPr>
              <a:t>(card1)</a:t>
            </a:r>
          </a:p>
          <a:p>
            <a:pPr eaLnBrk="1" hangingPunct="1">
              <a:buFontTx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my_hand.add</a:t>
            </a:r>
            <a:r>
              <a:rPr lang="en-US" altLang="en-US" sz="2400" dirty="0">
                <a:latin typeface="Lucida Console" panose="020B0609040504020204" pitchFamily="49" charset="0"/>
              </a:rPr>
              <a:t>(card2)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</a:t>
            </a:r>
            <a:r>
              <a:rPr lang="en-US" altLang="en-US" sz="2400" dirty="0" err="1">
                <a:latin typeface="Lucida Console" panose="020B0609040504020204" pitchFamily="49" charset="0"/>
              </a:rPr>
              <a:t>my_hand</a:t>
            </a:r>
            <a:r>
              <a:rPr lang="en-US" altLang="en-US" sz="2400" dirty="0">
                <a:latin typeface="Lucida Console" panose="020B0609040504020204" pitchFamily="49" charset="0"/>
              </a:rPr>
              <a:t>)  # Ac 2c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your_hand</a:t>
            </a:r>
            <a:r>
              <a:rPr lang="en-US" altLang="en-US" sz="2400" dirty="0">
                <a:latin typeface="Lucida Console" panose="020B0609040504020204" pitchFamily="49" charset="0"/>
              </a:rPr>
              <a:t> = Hand()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my_hand.give</a:t>
            </a:r>
            <a:r>
              <a:rPr lang="en-US" altLang="en-US" sz="2400" dirty="0">
                <a:latin typeface="Lucida Console" panose="020B0609040504020204" pitchFamily="49" charset="0"/>
              </a:rPr>
              <a:t>(card1, </a:t>
            </a:r>
            <a:r>
              <a:rPr lang="en-US" altLang="en-US" sz="2400" dirty="0" err="1">
                <a:latin typeface="Lucida Console" panose="020B0609040504020204" pitchFamily="49" charset="0"/>
              </a:rPr>
              <a:t>your_hand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my_hand.give</a:t>
            </a:r>
            <a:r>
              <a:rPr lang="en-US" altLang="en-US" sz="2400" dirty="0">
                <a:latin typeface="Lucida Console" panose="020B0609040504020204" pitchFamily="49" charset="0"/>
              </a:rPr>
              <a:t>(card2, </a:t>
            </a:r>
            <a:r>
              <a:rPr lang="en-US" altLang="en-US" sz="2400" dirty="0" err="1">
                <a:latin typeface="Lucida Console" panose="020B0609040504020204" pitchFamily="49" charset="0"/>
              </a:rPr>
              <a:t>your_hand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</a:t>
            </a:r>
            <a:r>
              <a:rPr lang="en-US" altLang="en-US" sz="2400" dirty="0" err="1">
                <a:latin typeface="Lucida Console" panose="020B0609040504020204" pitchFamily="49" charset="0"/>
              </a:rPr>
              <a:t>your_hand</a:t>
            </a:r>
            <a:r>
              <a:rPr lang="en-US" altLang="en-US" sz="2400" dirty="0">
                <a:latin typeface="Lucida Console" panose="020B0609040504020204" pitchFamily="49" charset="0"/>
              </a:rPr>
              <a:t>)  # Ac 2c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33400" y="762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400" kern="0" dirty="0">
                <a:latin typeface="Elephant" panose="02020904090505020303" pitchFamily="18" charset="0"/>
              </a:rPr>
              <a:t>Combining Objects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6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70"/>
    </mc:Choice>
    <mc:Fallback xmlns="">
      <p:transition spd="slow" advTm="423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801" x="5181600" y="5353050"/>
          <p14:tracePt t="2815" x="5003800" y="5092700"/>
          <p14:tracePt t="2822" x="4800600" y="4806950"/>
          <p14:tracePt t="2833" x="4552950" y="4489450"/>
          <p14:tracePt t="2851" x="4305300" y="4171950"/>
          <p14:tracePt t="2867" x="3790950" y="3492500"/>
          <p14:tracePt t="2885" x="3492500" y="3124200"/>
          <p14:tracePt t="2900" x="2838450" y="2298700"/>
          <p14:tracePt t="2917" x="2705100" y="2133600"/>
          <p14:tracePt t="2935" x="2533650" y="1943100"/>
          <p14:tracePt t="2950" x="2362200" y="1765300"/>
          <p14:tracePt t="2967" x="2298700" y="1682750"/>
          <p14:tracePt t="2984" x="2216150" y="1574800"/>
          <p14:tracePt t="3000" x="2184400" y="1504950"/>
          <p14:tracePt t="3017" x="2159000" y="1460500"/>
          <p14:tracePt t="3033" x="2127250" y="1403350"/>
          <p14:tracePt t="3050" x="2101850" y="1371600"/>
          <p14:tracePt t="3067" x="2089150" y="1346200"/>
          <p14:tracePt t="3083" x="2089150" y="1333500"/>
          <p14:tracePt t="3100" x="2070100" y="1320800"/>
          <p14:tracePt t="3117" x="2051050" y="1282700"/>
          <p14:tracePt t="3133" x="2044700" y="1257300"/>
          <p14:tracePt t="3150" x="2032000" y="1238250"/>
          <p14:tracePt t="3166" x="2019300" y="1193800"/>
          <p14:tracePt t="3183" x="2006600" y="1155700"/>
          <p14:tracePt t="3200" x="1987550" y="1130300"/>
          <p14:tracePt t="3216" x="1981200" y="1092200"/>
          <p14:tracePt t="3233" x="1974850" y="1060450"/>
          <p14:tracePt t="3250" x="1974850" y="1041400"/>
          <p14:tracePt t="3266" x="1974850" y="1035050"/>
          <p14:tracePt t="3299" x="1987550" y="1035050"/>
          <p14:tracePt t="3316" x="1993900" y="1047750"/>
          <p14:tracePt t="3332" x="1993900" y="1060450"/>
          <p14:tracePt t="3349" x="2006600" y="1079500"/>
          <p14:tracePt t="3365" x="2006600" y="1085850"/>
          <p14:tracePt t="3383" x="2012950" y="1111250"/>
          <p14:tracePt t="3399" x="2044700" y="1162050"/>
          <p14:tracePt t="3416" x="2082800" y="1193800"/>
          <p14:tracePt t="3432" x="2190750" y="1352550"/>
          <p14:tracePt t="3448" x="2266950" y="1447800"/>
          <p14:tracePt t="3465" x="2457450" y="1708150"/>
          <p14:tracePt t="3482" x="2654300" y="1993900"/>
          <p14:tracePt t="3498" x="2755900" y="2127250"/>
          <p14:tracePt t="3515" x="2889250" y="2330450"/>
          <p14:tracePt t="3533" x="2990850" y="2470150"/>
          <p14:tracePt t="3548" x="3028950" y="2514600"/>
          <p14:tracePt t="3565" x="3067050" y="2584450"/>
          <p14:tracePt t="3581" x="3105150" y="2616200"/>
          <p14:tracePt t="3598" x="3111500" y="2616200"/>
          <p14:tracePt t="3615" x="3124200" y="2628900"/>
          <p14:tracePt t="3631" x="3130550" y="2628900"/>
          <p14:tracePt t="3648" x="3136900" y="2628900"/>
          <p14:tracePt t="3664" x="3155950" y="2628900"/>
          <p14:tracePt t="3681" x="3181350" y="2628900"/>
          <p14:tracePt t="3698" x="3200400" y="2628900"/>
          <p14:tracePt t="3714" x="3257550" y="2622550"/>
          <p14:tracePt t="3731" x="3302000" y="2616200"/>
          <p14:tracePt t="3748" x="3441700" y="2552700"/>
          <p14:tracePt t="3764" x="3498850" y="2520950"/>
          <p14:tracePt t="3781" x="3543300" y="2508250"/>
          <p14:tracePt t="3797" x="3632200" y="2432050"/>
          <p14:tracePt t="3814" x="3695700" y="2355850"/>
          <p14:tracePt t="3830" x="3721100" y="2311400"/>
          <p14:tracePt t="3847" x="3746500" y="2209800"/>
          <p14:tracePt t="3864" x="3740150" y="2082800"/>
          <p14:tracePt t="3881" x="3695700" y="1936750"/>
          <p14:tracePt t="3897" x="3644900" y="1854200"/>
          <p14:tracePt t="3914" x="3575050" y="1727200"/>
          <p14:tracePt t="3931" x="3530600" y="1638300"/>
          <p14:tracePt t="3947" x="3517900" y="1619250"/>
          <p14:tracePt t="3964" x="3511550" y="1581150"/>
          <p14:tracePt t="3980" x="3511550" y="1555750"/>
          <p14:tracePt t="3997" x="3511550" y="1536700"/>
          <p14:tracePt t="4013" x="3511550" y="1530350"/>
          <p14:tracePt t="4030" x="3517900" y="1511300"/>
          <p14:tracePt t="4046" x="3517900" y="1504950"/>
          <p14:tracePt t="4065" x="3543300" y="1504950"/>
          <p14:tracePt t="4079" x="3556000" y="1504950"/>
          <p14:tracePt t="4096" x="3587750" y="1504950"/>
          <p14:tracePt t="4113" x="3638550" y="1504950"/>
          <p14:tracePt t="4129" x="3663950" y="1504950"/>
          <p14:tracePt t="4146" x="3733800" y="1504950"/>
          <p14:tracePt t="4162" x="3816350" y="1524000"/>
          <p14:tracePt t="4179" x="3873500" y="1530350"/>
          <p14:tracePt t="4196" x="3975100" y="1549400"/>
          <p14:tracePt t="4212" x="4083050" y="1568450"/>
          <p14:tracePt t="4229" x="4133850" y="1568450"/>
          <p14:tracePt t="4246" x="4216400" y="1587500"/>
          <p14:tracePt t="4263" x="4267200" y="1593850"/>
          <p14:tracePt t="4279" x="4279900" y="1593850"/>
          <p14:tracePt t="4296" x="4298950" y="1593850"/>
          <p14:tracePt t="4312" x="4298950" y="1600200"/>
          <p14:tracePt t="4345" x="4298950" y="1606550"/>
          <p14:tracePt t="4366" x="4292600" y="1606550"/>
          <p14:tracePt t="4379" x="4273550" y="1612900"/>
          <p14:tracePt t="4395" x="4273550" y="1619250"/>
          <p14:tracePt t="4412" x="4267200" y="1619250"/>
          <p14:tracePt t="4429" x="4248150" y="1625600"/>
          <p14:tracePt t="4445" x="4216400" y="1638300"/>
          <p14:tracePt t="4462" x="4184650" y="1651000"/>
          <p14:tracePt t="4478" x="4083050" y="1695450"/>
          <p14:tracePt t="4495" x="3924300" y="1771650"/>
          <p14:tracePt t="4513" x="3702050" y="1841500"/>
          <p14:tracePt t="4528" x="3587750" y="1885950"/>
          <p14:tracePt t="4545" x="3390900" y="1949450"/>
          <p14:tracePt t="4562" x="3244850" y="1993900"/>
          <p14:tracePt t="4578" x="3187700" y="2025650"/>
          <p14:tracePt t="4594" x="3124200" y="2051050"/>
          <p14:tracePt t="4612" x="3086100" y="2063750"/>
          <p14:tracePt t="4628" x="3079750" y="2070100"/>
          <p14:tracePt t="4661" x="3073400" y="2070100"/>
          <p14:tracePt t="4681" x="3073400" y="2076450"/>
          <p14:tracePt t="4703" x="3073400" y="2082800"/>
          <p14:tracePt t="4730" x="3073400" y="2089150"/>
          <p14:tracePt t="4746" x="3079750" y="2089150"/>
          <p14:tracePt t="4751" x="3092450" y="2089150"/>
          <p14:tracePt t="4765" x="3098800" y="2089150"/>
          <p14:tracePt t="4778" x="3111500" y="2095500"/>
          <p14:tracePt t="4794" x="3143250" y="2095500"/>
          <p14:tracePt t="4810" x="3181350" y="2095500"/>
          <p14:tracePt t="4827" x="3282950" y="2101850"/>
          <p14:tracePt t="4844" x="3454400" y="2114550"/>
          <p14:tracePt t="4860" x="3556000" y="2127250"/>
          <p14:tracePt t="4877" x="3759200" y="2146300"/>
          <p14:tracePt t="4894" x="3975100" y="2165350"/>
          <p14:tracePt t="4910" x="4064000" y="2178050"/>
          <p14:tracePt t="4927" x="4222750" y="2197100"/>
          <p14:tracePt t="4943" x="4311650" y="2203450"/>
          <p14:tracePt t="4960" x="4343400" y="2203450"/>
          <p14:tracePt t="4977" x="4381500" y="2203450"/>
          <p14:tracePt t="4993" x="4387850" y="2203450"/>
          <p14:tracePt t="5011" x="4400550" y="2203450"/>
          <p14:tracePt t="5026" x="4406900" y="2203450"/>
          <p14:tracePt t="5081" x="4400550" y="2203450"/>
          <p14:tracePt t="5102" x="4394200" y="2203450"/>
          <p14:tracePt t="5123" x="4387850" y="2203450"/>
          <p14:tracePt t="5144" x="4381500" y="2203450"/>
          <p14:tracePt t="5151" x="4375150" y="2203450"/>
          <p14:tracePt t="5166" x="4368800" y="2203450"/>
          <p14:tracePt t="5176" x="4362450" y="2209800"/>
          <p14:tracePt t="5563" x="4298950" y="2216150"/>
          <p14:tracePt t="5570" x="4222750" y="2228850"/>
          <p14:tracePt t="5578" x="4146550" y="2247900"/>
          <p14:tracePt t="5594" x="4076700" y="2266950"/>
          <p14:tracePt t="5608" x="4013200" y="2286000"/>
          <p14:tracePt t="5624" x="3898900" y="2330450"/>
          <p14:tracePt t="5641" x="3778250" y="2368550"/>
          <p14:tracePt t="5658" x="3702050" y="2387600"/>
          <p14:tracePt t="5675" x="3568700" y="2406650"/>
          <p14:tracePt t="5691" x="3448050" y="2425700"/>
          <p14:tracePt t="5707" x="3409950" y="2438400"/>
          <p14:tracePt t="5724" x="3314700" y="2444750"/>
          <p14:tracePt t="5740" x="3187700" y="2451100"/>
          <p14:tracePt t="5757" x="3098800" y="2463800"/>
          <p14:tracePt t="5761" x="3022600" y="2463800"/>
          <p14:tracePt t="5776" x="2946400" y="2463800"/>
          <p14:tracePt t="5790" x="2800350" y="2476500"/>
          <p14:tracePt t="5807" x="2749550" y="2482850"/>
          <p14:tracePt t="5823" x="2654300" y="2489200"/>
          <p14:tracePt t="5840" x="2603500" y="2501900"/>
          <p14:tracePt t="5858" x="2444750" y="2527300"/>
          <p14:tracePt t="5874" x="2387600" y="2546350"/>
          <p14:tracePt t="5890" x="2336800" y="2552700"/>
          <p14:tracePt t="5907" x="2228850" y="2565400"/>
          <p14:tracePt t="5923" x="2159000" y="2578100"/>
          <p14:tracePt t="5940" x="2127250" y="2578100"/>
          <p14:tracePt t="5957" x="2070100" y="2584450"/>
          <p14:tracePt t="5973" x="2012950" y="2590800"/>
          <p14:tracePt t="5990" x="1993900" y="2590800"/>
          <p14:tracePt t="6006" x="1962150" y="2597150"/>
          <p14:tracePt t="6023" x="1930400" y="2603500"/>
          <p14:tracePt t="6041" x="1917700" y="2609850"/>
          <p14:tracePt t="6056" x="1911350" y="2609850"/>
          <p14:tracePt t="6091" x="1911350" y="2622550"/>
          <p14:tracePt t="6123" x="1917700" y="2622550"/>
          <p14:tracePt t="6139" x="1968500" y="2622550"/>
          <p14:tracePt t="6156" x="2019300" y="2622550"/>
          <p14:tracePt t="6173" x="2120900" y="2635250"/>
          <p14:tracePt t="6189" x="2387600" y="2641600"/>
          <p14:tracePt t="6206" x="2679700" y="2641600"/>
          <p14:tracePt t="6223" x="2946400" y="2616200"/>
          <p14:tracePt t="6239" x="3060700" y="2609850"/>
          <p14:tracePt t="6255" x="3213100" y="2584450"/>
          <p14:tracePt t="6272" x="3295650" y="2578100"/>
          <p14:tracePt t="6289" x="3314700" y="2578100"/>
          <p14:tracePt t="6305" x="3333750" y="2578100"/>
          <p14:tracePt t="6322" x="3340100" y="2571750"/>
          <p14:tracePt t="6370" x="3333750" y="2571750"/>
          <p14:tracePt t="6385" x="3327400" y="2571750"/>
          <p14:tracePt t="6407" x="3321050" y="2571750"/>
          <p14:tracePt t="6419" x="3314700" y="2571750"/>
          <p14:tracePt t="6434" x="3308350" y="2571750"/>
          <p14:tracePt t="6456" x="3295650" y="2571750"/>
          <p14:tracePt t="6461" x="3289300" y="2571750"/>
          <p14:tracePt t="6475" x="3282950" y="2571750"/>
          <p14:tracePt t="6488" x="3276600" y="2578100"/>
          <p14:tracePt t="6994" x="3276600" y="2584450"/>
          <p14:tracePt t="7008" x="3276600" y="2590800"/>
          <p14:tracePt t="7022" x="3276600" y="2597150"/>
          <p14:tracePt t="7043" x="3282950" y="2603500"/>
          <p14:tracePt t="7063" x="3282950" y="2609850"/>
          <p14:tracePt t="7085" x="3289300" y="2609850"/>
          <p14:tracePt t="7134" x="3295650" y="2616200"/>
          <p14:tracePt t="7366" x="3238500" y="2616200"/>
          <p14:tracePt t="7373" x="3149600" y="2628900"/>
          <p14:tracePt t="7388" x="3060700" y="2635250"/>
          <p14:tracePt t="7402" x="2946400" y="2647950"/>
          <p14:tracePt t="7418" x="2692400" y="2647950"/>
          <p14:tracePt t="7435" x="2552700" y="2647950"/>
          <p14:tracePt t="7451" x="2292350" y="2647950"/>
          <p14:tracePt t="7468" x="2051050" y="2647950"/>
          <p14:tracePt t="7485" x="1860550" y="2647950"/>
          <p14:tracePt t="7501" x="1784350" y="2647950"/>
          <p14:tracePt t="7518" x="1663700" y="2635250"/>
          <p14:tracePt t="7535" x="1600200" y="2635250"/>
          <p14:tracePt t="7551" x="1568450" y="2635250"/>
          <p14:tracePt t="7568" x="1549400" y="2635250"/>
          <p14:tracePt t="7584" x="1504950" y="2635250"/>
          <p14:tracePt t="7601" x="1492250" y="2635250"/>
          <p14:tracePt t="7618" x="1473200" y="2635250"/>
          <p14:tracePt t="7650" x="1460500" y="2635250"/>
          <p14:tracePt t="7684" x="1454150" y="2641600"/>
          <p14:tracePt t="7700" x="1454150" y="2647950"/>
          <p14:tracePt t="7717" x="1454150" y="2654300"/>
          <p14:tracePt t="7745" x="1460500" y="2654300"/>
          <p14:tracePt t="7759" x="1466850" y="2660650"/>
          <p14:tracePt t="7767" x="1466850" y="2667000"/>
          <p14:tracePt t="7784" x="1473200" y="2667000"/>
          <p14:tracePt t="7800" x="1492250" y="2673350"/>
          <p14:tracePt t="7817" x="1543050" y="2679700"/>
          <p14:tracePt t="7833" x="1581150" y="2686050"/>
          <p14:tracePt t="7850" x="1708150" y="2686050"/>
          <p14:tracePt t="7866" x="1866900" y="2686050"/>
          <p14:tracePt t="7883" x="1943100" y="2686050"/>
          <p14:tracePt t="7900" x="2095500" y="2667000"/>
          <p14:tracePt t="7916" x="2171700" y="2654300"/>
          <p14:tracePt t="7934" x="2400300" y="2597150"/>
          <p14:tracePt t="7949" x="2457450" y="2578100"/>
          <p14:tracePt t="7966" x="2495550" y="2559050"/>
          <p14:tracePt t="7983" x="2533650" y="2546350"/>
          <p14:tracePt t="7999" x="2540000" y="2540000"/>
          <p14:tracePt t="8016" x="2533650" y="2540000"/>
          <p14:tracePt t="8033" x="2508250" y="2540000"/>
          <p14:tracePt t="8049" x="2476500" y="2540000"/>
          <p14:tracePt t="8066" x="2463800" y="2540000"/>
          <p14:tracePt t="8083" x="2425700" y="2540000"/>
          <p14:tracePt t="8099" x="2381250" y="2533650"/>
          <p14:tracePt t="8116" x="2324100" y="2514600"/>
          <p14:tracePt t="8132" x="2298700" y="2508250"/>
          <p14:tracePt t="8149" x="2260600" y="2476500"/>
          <p14:tracePt t="8166" x="2228850" y="2444750"/>
          <p14:tracePt t="8182" x="2222500" y="2432050"/>
          <p14:tracePt t="8199" x="2216150" y="2400300"/>
          <p14:tracePt t="8215" x="2209800" y="2330450"/>
          <p14:tracePt t="8232" x="2209800" y="2311400"/>
          <p14:tracePt t="8250" x="2209800" y="2254250"/>
          <p14:tracePt t="8265" x="2209800" y="2222500"/>
          <p14:tracePt t="8282" x="2209800" y="2165350"/>
          <p14:tracePt t="8299" x="2209800" y="2101850"/>
          <p14:tracePt t="8315" x="2209800" y="2063750"/>
          <p14:tracePt t="8332" x="2209800" y="1981200"/>
          <p14:tracePt t="8348" x="2203450" y="1892300"/>
          <p14:tracePt t="8365" x="2197100" y="1860550"/>
          <p14:tracePt t="8382" x="2184400" y="1778000"/>
          <p14:tracePt t="8398" x="2171700" y="1720850"/>
          <p14:tracePt t="8415" x="2165350" y="1689100"/>
          <p14:tracePt t="8432" x="2165350" y="1638300"/>
          <p14:tracePt t="8448" x="2165350" y="1600200"/>
          <p14:tracePt t="8465" x="2165350" y="1581150"/>
          <p14:tracePt t="8482" x="2165350" y="1549400"/>
          <p14:tracePt t="8498" x="2171700" y="1536700"/>
          <p14:tracePt t="8514" x="2171700" y="1530350"/>
          <p14:tracePt t="8531" x="2171700" y="1524000"/>
          <p14:tracePt t="8547" x="2178050" y="1517650"/>
          <p14:tracePt t="8579" x="2178050" y="1524000"/>
          <p14:tracePt t="8601" x="2178050" y="1530350"/>
          <p14:tracePt t="8608" x="2178050" y="1543050"/>
          <p14:tracePt t="8622" x="2178050" y="1549400"/>
          <p14:tracePt t="8636" x="2171700" y="1555750"/>
          <p14:tracePt t="8651" x="2171700" y="1562100"/>
          <p14:tracePt t="8664" x="2165350" y="1574800"/>
          <p14:tracePt t="8680" x="2152650" y="1606550"/>
          <p14:tracePt t="8697" x="2152650" y="1638300"/>
          <p14:tracePt t="8714" x="2127250" y="1720850"/>
          <p14:tracePt t="8730" x="2114550" y="1847850"/>
          <p14:tracePt t="8747" x="2114550" y="1987550"/>
          <p14:tracePt t="8763" x="2120900" y="2057400"/>
          <p14:tracePt t="8781" x="2146300" y="2165350"/>
          <p14:tracePt t="8798" x="2171700" y="2216150"/>
          <p14:tracePt t="8813" x="2184400" y="2235200"/>
          <p14:tracePt t="8830" x="2203450" y="2241550"/>
          <p14:tracePt t="8847" x="2235200" y="2241550"/>
          <p14:tracePt t="8863" x="2241550" y="2228850"/>
          <p14:tracePt t="8881" x="2254250" y="2209800"/>
          <p14:tracePt t="8896" x="2254250" y="2139950"/>
          <p14:tracePt t="8913" x="2254250" y="2025650"/>
          <p14:tracePt t="8930" x="2209800" y="1866900"/>
          <p14:tracePt t="8946" x="2184400" y="1784350"/>
          <p14:tracePt t="8963" x="2133600" y="1612900"/>
          <p14:tracePt t="8980" x="2076450" y="1492250"/>
          <p14:tracePt t="8996" x="2044700" y="1435100"/>
          <p14:tracePt t="9013" x="2032000" y="1352550"/>
          <p14:tracePt t="9029" x="2006600" y="1308100"/>
          <p14:tracePt t="9046" x="2000250" y="1295400"/>
          <p14:tracePt t="9063" x="2000250" y="1276350"/>
          <p14:tracePt t="9079" x="1993900" y="1257300"/>
          <p14:tracePt t="9097" x="1987550" y="1257300"/>
          <p14:tracePt t="9113" x="1987550" y="1250950"/>
          <p14:tracePt t="9129" x="1981200" y="1244600"/>
          <p14:tracePt t="9162" x="1962150" y="1244600"/>
          <p14:tracePt t="9179" x="1955800" y="1244600"/>
          <p14:tracePt t="9196" x="1943100" y="1244600"/>
          <p14:tracePt t="9212" x="1924050" y="1244600"/>
          <p14:tracePt t="9229" x="1911350" y="1250950"/>
          <p14:tracePt t="9246" x="1873250" y="1263650"/>
          <p14:tracePt t="9261" x="1835150" y="1282700"/>
          <p14:tracePt t="9278" x="1803400" y="1289050"/>
          <p14:tracePt t="9283" x="1778000" y="1289050"/>
          <p14:tracePt t="9295" x="1752600" y="1295400"/>
          <p14:tracePt t="9311" x="1695450" y="1295400"/>
          <p14:tracePt t="9329" x="1670050" y="1295400"/>
          <p14:tracePt t="9345" x="1638300" y="1295400"/>
          <p14:tracePt t="9361" x="1600200" y="1295400"/>
          <p14:tracePt t="9378" x="1587500" y="1295400"/>
          <p14:tracePt t="9395" x="1555750" y="1295400"/>
          <p14:tracePt t="9411" x="1524000" y="1301750"/>
          <p14:tracePt t="9429" x="1492250" y="1308100"/>
          <p14:tracePt t="9444" x="1479550" y="1308100"/>
          <p14:tracePt t="9461" x="1466850" y="1308100"/>
          <p14:tracePt t="9478" x="1422400" y="1308100"/>
          <p14:tracePt t="9494" x="1409700" y="1308100"/>
          <p14:tracePt t="9511" x="1397000" y="1301750"/>
          <p14:tracePt t="9528" x="1377950" y="1289050"/>
          <p14:tracePt t="9544" x="1365250" y="1282700"/>
          <p14:tracePt t="9561" x="1358900" y="1282700"/>
          <p14:tracePt t="9594" x="1358900" y="1276350"/>
          <p14:tracePt t="9614" x="1365250" y="1276350"/>
          <p14:tracePt t="9632" x="1371600" y="1276350"/>
          <p14:tracePt t="9644" x="1377950" y="1276350"/>
          <p14:tracePt t="9660" x="1403350" y="1276350"/>
          <p14:tracePt t="9677" x="1428750" y="1263650"/>
          <p14:tracePt t="9694" x="1536700" y="1257300"/>
          <p14:tracePt t="9711" x="1752600" y="1244600"/>
          <p14:tracePt t="9727" x="1892300" y="1225550"/>
          <p14:tracePt t="9744" x="2298700" y="1200150"/>
          <p14:tracePt t="9760" x="2743200" y="1187450"/>
          <p14:tracePt t="9776" x="2959100" y="1168400"/>
          <p14:tracePt t="9794" x="3282950" y="1168400"/>
          <p14:tracePt t="9810" x="3397250" y="1174750"/>
          <p14:tracePt t="9827" x="3549650" y="1193800"/>
          <p14:tracePt t="9843" x="3619500" y="1212850"/>
          <p14:tracePt t="9860" x="3632200" y="1219200"/>
          <p14:tracePt t="9877" x="3651250" y="1219200"/>
          <p14:tracePt t="9893" x="3651250" y="1225550"/>
          <p14:tracePt t="9934" x="3651250" y="1231900"/>
          <p14:tracePt t="10025" x="3644900" y="1238250"/>
          <p14:tracePt t="10053" x="3638550" y="1238250"/>
          <p14:tracePt t="10061" x="3632200" y="1238250"/>
          <p14:tracePt t="10074" x="3625850" y="1238250"/>
          <p14:tracePt t="10081" x="3619500" y="1238250"/>
          <p14:tracePt t="10102" x="3613150" y="1238250"/>
          <p14:tracePt t="10114" x="3613150" y="1244600"/>
          <p14:tracePt t="10130" x="3606800" y="1244600"/>
          <p14:tracePt t="10146" x="3587750" y="1250950"/>
          <p14:tracePt t="10159" x="3562350" y="1263650"/>
          <p14:tracePt t="10175" x="3467100" y="1308100"/>
          <p14:tracePt t="10192" x="3397250" y="1346200"/>
          <p14:tracePt t="10209" x="3200400" y="1441450"/>
          <p14:tracePt t="10225" x="2978150" y="1562100"/>
          <p14:tracePt t="10242" x="2749550" y="1676400"/>
          <p14:tracePt t="10258" x="2660650" y="1727200"/>
          <p14:tracePt t="10275" x="2495550" y="1828800"/>
          <p14:tracePt t="10292" x="2393950" y="1885950"/>
          <p14:tracePt t="10308" x="2374900" y="1905000"/>
          <p14:tracePt t="10312" x="2349500" y="1917700"/>
          <p14:tracePt t="10325" x="2336800" y="1924050"/>
          <p14:tracePt t="10341" x="2317750" y="1930400"/>
          <p14:tracePt t="10358" x="2317750" y="1936750"/>
          <p14:tracePt t="10375" x="2311400" y="1936750"/>
          <p14:tracePt t="10391" x="2305050" y="1943100"/>
          <p14:tracePt t="10408" x="2298700" y="1943100"/>
          <p14:tracePt t="10425" x="2292350" y="1943100"/>
          <p14:tracePt t="10441" x="2279650" y="1943100"/>
          <p14:tracePt t="10457" x="2273300" y="1943100"/>
          <p14:tracePt t="10475" x="2260600" y="1943100"/>
          <p14:tracePt t="10490" x="2254250" y="1943100"/>
          <p14:tracePt t="10507" x="2247900" y="1936750"/>
          <p14:tracePt t="10524" x="2235200" y="1936750"/>
          <p14:tracePt t="10540" x="2235200" y="1930400"/>
          <p14:tracePt t="10574" x="2228850" y="1924050"/>
          <p14:tracePt t="10601" x="2222500" y="1917700"/>
          <p14:tracePt t="10643" x="2216150" y="1911350"/>
          <p14:tracePt t="10671" x="2216150" y="1905000"/>
          <p14:tracePt t="10692" x="2216150" y="1898650"/>
          <p14:tracePt t="10706" x="2222500" y="1898650"/>
          <p14:tracePt t="10713" x="2228850" y="1898650"/>
          <p14:tracePt t="10727" x="2241550" y="1892300"/>
          <p14:tracePt t="10741" x="2305050" y="1873250"/>
          <p14:tracePt t="10756" x="2355850" y="1866900"/>
          <p14:tracePt t="10773" x="2451100" y="1854200"/>
          <p14:tracePt t="10790" x="2667000" y="1835150"/>
          <p14:tracePt t="10806" x="2914650" y="1835150"/>
          <p14:tracePt t="10823" x="3073400" y="1835150"/>
          <p14:tracePt t="10827" x="3219450" y="1854200"/>
          <p14:tracePt t="10840" x="3359150" y="1860550"/>
          <p14:tracePt t="10856" x="3600450" y="1905000"/>
          <p14:tracePt t="10874" x="3771900" y="1955800"/>
          <p14:tracePt t="10889" x="3848100" y="1962150"/>
          <p14:tracePt t="10906" x="3943350" y="2000250"/>
          <p14:tracePt t="10924" x="4000500" y="2025650"/>
          <p14:tracePt t="10939" x="4013200" y="2032000"/>
          <p14:tracePt t="10956" x="4019550" y="2032000"/>
          <p14:tracePt t="11015" x="4019550" y="2038350"/>
          <p14:tracePt t="11057" x="4013200" y="2044700"/>
          <p14:tracePt t="11063" x="4006850" y="2051050"/>
          <p14:tracePt t="11078" x="4000500" y="2057400"/>
          <p14:tracePt t="11088" x="3994150" y="2063750"/>
          <p14:tracePt t="11106" x="3987800" y="2076450"/>
          <p14:tracePt t="11138" x="3975100" y="2095500"/>
          <p14:tracePt t="11155" x="3975100" y="2114550"/>
          <p14:tracePt t="11172" x="3975100" y="2127250"/>
          <p14:tracePt t="11189" x="3975100" y="2139950"/>
          <p14:tracePt t="11205" x="3994150" y="2178050"/>
          <p14:tracePt t="11222" x="4019550" y="2197100"/>
          <p14:tracePt t="11239" x="4102100" y="2292350"/>
          <p14:tracePt t="11255" x="4229100" y="2387600"/>
          <p14:tracePt t="11271" x="4286250" y="2438400"/>
          <p14:tracePt t="11288" x="4381500" y="2520950"/>
          <p14:tracePt t="11305" x="4432300" y="2571750"/>
          <p14:tracePt t="11321" x="4445000" y="2584450"/>
          <p14:tracePt t="11338" x="4464050" y="2603500"/>
          <p14:tracePt t="11354" x="4464050" y="2609850"/>
          <p14:tracePt t="11435" x="4457700" y="2609850"/>
          <p14:tracePt t="11464" x="4451350" y="2609850"/>
          <p14:tracePt t="11484" x="4445000" y="2603500"/>
          <p14:tracePt t="11513" x="4438650" y="2603500"/>
          <p14:tracePt t="11527" x="4438650" y="2597150"/>
          <p14:tracePt t="11533" x="4432300" y="2597150"/>
          <p14:tracePt t="11555" x="4425950" y="2597150"/>
          <p14:tracePt t="11569" x="4419600" y="2590800"/>
          <p14:tracePt t="11576" x="4413250" y="2590800"/>
          <p14:tracePt t="11597" x="4400550" y="2590800"/>
          <p14:tracePt t="11607" x="4381500" y="2590800"/>
          <p14:tracePt t="11620" x="4362450" y="2590800"/>
          <p14:tracePt t="11637" x="4324350" y="2590800"/>
          <p14:tracePt t="11654" x="4095750" y="2590800"/>
          <p14:tracePt t="11670" x="3994150" y="2590800"/>
          <p14:tracePt t="11686" x="3892550" y="2578100"/>
          <p14:tracePt t="11703" x="3676650" y="2578100"/>
          <p14:tracePt t="11720" x="3511550" y="2578100"/>
          <p14:tracePt t="11738" x="3403600" y="2571750"/>
          <p14:tracePt t="11753" x="3365500" y="2571750"/>
          <p14:tracePt t="11770" x="3333750" y="2571750"/>
          <p14:tracePt t="11786" x="3314700" y="2571750"/>
          <p14:tracePt t="11884" x="3321050" y="2571750"/>
          <p14:tracePt t="11927" x="3321050" y="2578100"/>
          <p14:tracePt t="12018" x="3327400" y="2578100"/>
          <p14:tracePt t="12046" x="3333750" y="2584450"/>
          <p14:tracePt t="12067" x="3340100" y="2584450"/>
          <p14:tracePt t="12088" x="3340100" y="2590800"/>
          <p14:tracePt t="12095" x="3340100" y="2603500"/>
          <p14:tracePt t="12109" x="3340100" y="2609850"/>
          <p14:tracePt t="12118" x="3340100" y="2616200"/>
          <p14:tracePt t="12135" x="3340100" y="2622550"/>
          <p14:tracePt t="12151" x="3352800" y="2667000"/>
          <p14:tracePt t="12168" x="3365500" y="2774950"/>
          <p14:tracePt t="12186" x="3397250" y="2921000"/>
          <p14:tracePt t="12201" x="3409950" y="2997200"/>
          <p14:tracePt t="12218" x="3435350" y="3155950"/>
          <p14:tracePt t="12236" x="3467100" y="3276600"/>
          <p14:tracePt t="12252" x="3473450" y="3314700"/>
          <p14:tracePt t="12268" x="3479800" y="3346450"/>
          <p14:tracePt t="12285" x="3492500" y="3384550"/>
          <p14:tracePt t="12301" x="3492500" y="3397250"/>
          <p14:tracePt t="12318" x="3498850" y="3403600"/>
          <p14:tracePt t="12334" x="3498850" y="3416300"/>
          <p14:tracePt t="12376" x="3498850" y="3409950"/>
          <p14:tracePt t="12411" x="3498850" y="3403600"/>
          <p14:tracePt t="12460" x="3498850" y="3397250"/>
          <p14:tracePt t="12488" x="3492500" y="3397250"/>
          <p14:tracePt t="12495" x="3492500" y="3390900"/>
          <p14:tracePt t="12516" x="3492500" y="3384550"/>
          <p14:tracePt t="12537" x="3486150" y="3378200"/>
          <p14:tracePt t="12552" x="3479800" y="3378200"/>
          <p14:tracePt t="12559" x="3473450" y="3371850"/>
          <p14:tracePt t="12567" x="3460750" y="3371850"/>
          <p14:tracePt t="12583" x="3441700" y="3365500"/>
          <p14:tracePt t="12601" x="3346450" y="3340100"/>
          <p14:tracePt t="12617" x="3175000" y="3302000"/>
          <p14:tracePt t="12634" x="3073400" y="3289300"/>
          <p14:tracePt t="12650" x="2857500" y="3244850"/>
          <p14:tracePt t="12666" x="2743200" y="3238500"/>
          <p14:tracePt t="12684" x="2501900" y="3213100"/>
          <p14:tracePt t="12700" x="2286000" y="3206750"/>
          <p14:tracePt t="12717" x="2184400" y="3206750"/>
          <p14:tracePt t="12734" x="2006600" y="3194050"/>
          <p14:tracePt t="12750" x="1873250" y="3187700"/>
          <p14:tracePt t="12766" x="1822450" y="3187700"/>
          <p14:tracePt t="12783" x="1752600" y="3187700"/>
          <p14:tracePt t="12799" x="1695450" y="3200400"/>
          <p14:tracePt t="12816" x="1657350" y="3200400"/>
          <p14:tracePt t="12833" x="1612900" y="3219450"/>
          <p14:tracePt t="12849" x="1587500" y="3225800"/>
          <p14:tracePt t="12866" x="1574800" y="3225800"/>
          <p14:tracePt t="12882" x="1562100" y="3225800"/>
          <p14:tracePt t="12899" x="1555750" y="3232150"/>
          <p14:tracePt t="12917" x="1549400" y="3238500"/>
          <p14:tracePt t="12980" x="1549400" y="3244850"/>
          <p14:tracePt t="13001" x="1549400" y="3251200"/>
          <p14:tracePt t="13014" x="1555750" y="3251200"/>
          <p14:tracePt t="13035" x="1555750" y="3263900"/>
          <p14:tracePt t="13389" x="1593850" y="3270250"/>
          <p14:tracePt t="13404" x="1644650" y="3276600"/>
          <p14:tracePt t="13410" x="1689100" y="3289300"/>
          <p14:tracePt t="13417" x="1714500" y="3295650"/>
          <p14:tracePt t="13434" x="1746250" y="3302000"/>
          <p14:tracePt t="13447" x="1778000" y="3308350"/>
          <p14:tracePt t="13464" x="1816100" y="3321050"/>
          <p14:tracePt t="13481" x="1854200" y="3352800"/>
          <p14:tracePt t="13497" x="1873250" y="3365500"/>
          <p14:tracePt t="13513" x="1911350" y="3403600"/>
          <p14:tracePt t="13530" x="1943100" y="3422650"/>
          <p14:tracePt t="13547" x="1962150" y="3435350"/>
          <p14:tracePt t="13564" x="1993900" y="3454400"/>
          <p14:tracePt t="13580" x="2025650" y="3467100"/>
          <p14:tracePt t="13597" x="2044700" y="3473450"/>
          <p14:tracePt t="13614" x="2082800" y="3492500"/>
          <p14:tracePt t="13630" x="2114550" y="3505200"/>
          <p14:tracePt t="13647" x="2133600" y="3511550"/>
          <p14:tracePt t="13663" x="2146300" y="3517900"/>
          <p14:tracePt t="13680" x="2152650" y="3517900"/>
          <p14:tracePt t="13696" x="2159000" y="3517900"/>
          <p14:tracePt t="13874" x="2165350" y="3517900"/>
          <p14:tracePt t="13881" x="2171700" y="3511550"/>
          <p14:tracePt t="13895" x="2178050" y="3511550"/>
          <p14:tracePt t="13902" x="2190750" y="3511550"/>
          <p14:tracePt t="13912" x="2209800" y="3511550"/>
          <p14:tracePt t="13930" x="2292350" y="3505200"/>
          <p14:tracePt t="13945" x="2368550" y="3505200"/>
          <p14:tracePt t="13962" x="2457450" y="3492500"/>
          <p14:tracePt t="13979" x="2774950" y="3473450"/>
          <p14:tracePt t="13995" x="2863850" y="3460750"/>
          <p14:tracePt t="14012" x="2952750" y="3460750"/>
          <p14:tracePt t="14029" x="3073400" y="3454400"/>
          <p14:tracePt t="14045" x="3143250" y="3448050"/>
          <p14:tracePt t="14062" x="3155950" y="3448050"/>
          <p14:tracePt t="14078" x="3168650" y="3448050"/>
          <p14:tracePt t="14147" x="3162300" y="3448050"/>
          <p14:tracePt t="14163" x="3155950" y="3448050"/>
          <p14:tracePt t="14183" x="3149600" y="3448050"/>
          <p14:tracePt t="14189" x="3143250" y="3448050"/>
          <p14:tracePt t="14204" x="3136900" y="3448050"/>
          <p14:tracePt t="14211" x="3130550" y="3448050"/>
          <p14:tracePt t="14232" x="3124200" y="3448050"/>
          <p14:tracePt t="14646" x="3130550" y="3448050"/>
          <p14:tracePt t="14661" x="3149600" y="3448050"/>
          <p14:tracePt t="14674" x="3162300" y="3448050"/>
          <p14:tracePt t="14682" x="3181350" y="3448050"/>
          <p14:tracePt t="14696" x="3206750" y="3454400"/>
          <p14:tracePt t="14709" x="3225800" y="3454400"/>
          <p14:tracePt t="14726" x="3263900" y="3454400"/>
          <p14:tracePt t="14743" x="3295650" y="3460750"/>
          <p14:tracePt t="14759" x="3333750" y="3467100"/>
          <p14:tracePt t="14776" x="3371850" y="3467100"/>
          <p14:tracePt t="14793" x="3397250" y="3467100"/>
          <p14:tracePt t="14809" x="3403600" y="3473450"/>
          <p14:tracePt t="14826" x="3422650" y="3473450"/>
          <p14:tracePt t="14843" x="3441700" y="3473450"/>
          <p14:tracePt t="14859" x="3448050" y="3473450"/>
          <p14:tracePt t="14863" x="3454400" y="3473450"/>
          <p14:tracePt t="14893" x="3467100" y="3473450"/>
          <p14:tracePt t="14909" x="3479800" y="3473450"/>
          <p14:tracePt t="14925" x="3492500" y="3473450"/>
          <p14:tracePt t="14942" x="3581400" y="3479800"/>
          <p14:tracePt t="14958" x="3632200" y="3486150"/>
          <p14:tracePt t="14976" x="3778250" y="3486150"/>
          <p14:tracePt t="14992" x="3854450" y="3486150"/>
          <p14:tracePt t="15008" x="4019550" y="3498850"/>
          <p14:tracePt t="15026" x="4146550" y="3505200"/>
          <p14:tracePt t="15042" x="4203700" y="3517900"/>
          <p14:tracePt t="15058" x="4273550" y="3530600"/>
          <p14:tracePt t="15075" x="4305300" y="3530600"/>
          <p14:tracePt t="15091" x="4311650" y="3530600"/>
          <p14:tracePt t="15109" x="4324350" y="3530600"/>
          <p14:tracePt t="15124" x="4330700" y="3530600"/>
          <p14:tracePt t="15160" x="4330700" y="3524250"/>
          <p14:tracePt t="15175" x="4337050" y="3524250"/>
          <p14:tracePt t="15753" x="4330700" y="3524250"/>
          <p14:tracePt t="15774" x="4324350" y="3524250"/>
          <p14:tracePt t="15788" x="4311650" y="3536950"/>
          <p14:tracePt t="15795" x="4298950" y="3536950"/>
          <p14:tracePt t="15809" x="4279900" y="3536950"/>
          <p14:tracePt t="15824" x="4216400" y="3556000"/>
          <p14:tracePt t="15839" x="4191000" y="3562350"/>
          <p14:tracePt t="15856" x="4159250" y="3568700"/>
          <p14:tracePt t="15873" x="4089400" y="3575050"/>
          <p14:tracePt t="15889" x="4006850" y="3581400"/>
          <p14:tracePt t="15905" x="3981450" y="3594100"/>
          <p14:tracePt t="15922" x="3924300" y="3594100"/>
          <p14:tracePt t="15939" x="3898900" y="3594100"/>
          <p14:tracePt t="15955" x="3886200" y="3594100"/>
          <p14:tracePt t="15972" x="3873500" y="3594100"/>
          <p14:tracePt t="15988" x="3873500" y="3587750"/>
          <p14:tracePt t="16090" x="3879850" y="3587750"/>
          <p14:tracePt t="16118" x="3879850" y="3581400"/>
          <p14:tracePt t="16125" x="3886200" y="3581400"/>
          <p14:tracePt t="16146" x="3892550" y="3575050"/>
          <p14:tracePt t="16165" x="3898900" y="3575050"/>
          <p14:tracePt t="16175" x="3898900" y="3568700"/>
          <p14:tracePt t="16196" x="3905250" y="3562350"/>
          <p14:tracePt t="16231" x="3911600" y="3562350"/>
          <p14:tracePt t="16244" x="3917950" y="3562350"/>
          <p14:tracePt t="16259" x="3924300" y="3562350"/>
          <p14:tracePt t="16265" x="3930650" y="3562350"/>
          <p14:tracePt t="16280" x="3943350" y="3556000"/>
          <p14:tracePt t="16288" x="3949700" y="3549650"/>
          <p14:tracePt t="16304" x="3962400" y="3543300"/>
          <p14:tracePt t="16321" x="4006850" y="3536950"/>
          <p14:tracePt t="16337" x="4064000" y="3517900"/>
          <p14:tracePt t="16354" x="4083050" y="3511550"/>
          <p14:tracePt t="16371" x="4133850" y="3505200"/>
          <p14:tracePt t="16387" x="4171950" y="3492500"/>
          <p14:tracePt t="16403" x="4191000" y="3492500"/>
          <p14:tracePt t="16407" x="4197350" y="3486150"/>
          <p14:tracePt t="16423" x="4210050" y="3486150"/>
          <p14:tracePt t="16455" x="4216400" y="3486150"/>
          <p14:tracePt t="16497" x="4222750" y="3486150"/>
          <p14:tracePt t="16729" x="4229100" y="3486150"/>
          <p14:tracePt t="16757" x="4235450" y="3486150"/>
          <p14:tracePt t="16778" x="4241800" y="3486150"/>
          <p14:tracePt t="16806" x="4248150" y="3492500"/>
          <p14:tracePt t="16821" x="4254500" y="3492500"/>
          <p14:tracePt t="16827" x="4260850" y="3492500"/>
          <p14:tracePt t="16841" x="4267200" y="3492500"/>
          <p14:tracePt t="16852" x="4267200" y="3498850"/>
          <p14:tracePt t="16869" x="4292600" y="3505200"/>
          <p14:tracePt t="16885" x="4311650" y="3505200"/>
          <p14:tracePt t="16902" x="4362450" y="3511550"/>
          <p14:tracePt t="16918" x="4425950" y="3517900"/>
          <p14:tracePt t="16935" x="4457700" y="3517900"/>
          <p14:tracePt t="16952" x="4533900" y="3517900"/>
          <p14:tracePt t="16968" x="4603750" y="3517900"/>
          <p14:tracePt t="16985" x="4622800" y="3517900"/>
          <p14:tracePt t="17003" x="4654550" y="3517900"/>
          <p14:tracePt t="17018" x="4673600" y="3517900"/>
          <p14:tracePt t="17052" x="4679950" y="3517900"/>
          <p14:tracePt t="17290" x="4679950" y="3511550"/>
          <p14:tracePt t="17389" x="4686300" y="3511550"/>
          <p14:tracePt t="17403" x="4699000" y="3511550"/>
          <p14:tracePt t="17409" x="4705350" y="3511550"/>
          <p14:tracePt t="17423" x="4724400" y="3511550"/>
          <p14:tracePt t="17434" x="4737100" y="3511550"/>
          <p14:tracePt t="17450" x="4762500" y="3511550"/>
          <p14:tracePt t="17467" x="4832350" y="3517900"/>
          <p14:tracePt t="17483" x="4921250" y="3517900"/>
          <p14:tracePt t="17500" x="4991100" y="3524250"/>
          <p14:tracePt t="17516" x="5010150" y="3524250"/>
          <p14:tracePt t="17533" x="5054600" y="3524250"/>
          <p14:tracePt t="17550" x="5067300" y="3524250"/>
          <p14:tracePt t="17583" x="5073650" y="3524250"/>
          <p14:tracePt t="17929" x="5067300" y="3524250"/>
          <p14:tracePt t="19279" x="4978400" y="3524250"/>
          <p14:tracePt t="19286" x="4864100" y="3498850"/>
          <p14:tracePt t="19300" x="4743450" y="3467100"/>
          <p14:tracePt t="19310" x="4603750" y="3448050"/>
          <p14:tracePt t="19328" x="4203700" y="3435350"/>
          <p14:tracePt t="19344" x="3867150" y="3384550"/>
          <p14:tracePt t="19360" x="3644900" y="3359150"/>
          <p14:tracePt t="19377" x="3162300" y="3314700"/>
          <p14:tracePt t="19393" x="2965450" y="3289300"/>
          <p14:tracePt t="19410" x="2495550" y="3155950"/>
          <p14:tracePt t="19414" x="2286000" y="3086100"/>
          <p14:tracePt t="19429" x="2076450" y="3016250"/>
          <p14:tracePt t="19443" x="1905000" y="2940050"/>
          <p14:tracePt t="19460" x="1593850" y="2730500"/>
          <p14:tracePt t="19477" x="1333500" y="2565400"/>
          <p14:tracePt t="19493" x="1238250" y="2482850"/>
          <p14:tracePt t="19511" x="1104900" y="2336800"/>
          <p14:tracePt t="19526" x="958850" y="2184400"/>
          <p14:tracePt t="19543" x="901700" y="2101850"/>
          <p14:tracePt t="19560" x="762000" y="1911350"/>
          <p14:tracePt t="19576" x="647700" y="1758950"/>
          <p14:tracePt t="19593" x="603250" y="1689100"/>
          <p14:tracePt t="19609" x="514350" y="1600200"/>
          <p14:tracePt t="19626" x="431800" y="1492250"/>
          <p14:tracePt t="19644" x="336550" y="1365250"/>
          <p14:tracePt t="19659" x="285750" y="1295400"/>
          <p14:tracePt t="19676" x="222250" y="1238250"/>
          <p14:tracePt t="19693" x="107950" y="1117600"/>
          <p14:tracePt t="19709" x="95250" y="1098550"/>
          <p14:tracePt t="19726" x="76200" y="1073150"/>
          <p14:tracePt t="19743" x="69850" y="1060450"/>
          <p14:tracePt t="19759" x="69850" y="1054100"/>
          <p14:tracePt t="19775" x="69850" y="1047750"/>
          <p14:tracePt t="19792" x="69850" y="1041400"/>
          <p14:tracePt t="19808" x="76200" y="1041400"/>
          <p14:tracePt t="19826" x="82550" y="1035050"/>
          <p14:tracePt t="19842" x="101600" y="1035050"/>
          <p14:tracePt t="19858" x="107950" y="1035050"/>
          <p14:tracePt t="19875" x="127000" y="1035050"/>
          <p14:tracePt t="19892" x="133350" y="1035050"/>
          <p14:tracePt t="19908" x="146050" y="1035050"/>
          <p14:tracePt t="19925" x="165100" y="1028700"/>
          <p14:tracePt t="19942" x="165100" y="1022350"/>
          <p14:tracePt t="19959" x="171450" y="1022350"/>
          <p14:tracePt t="19975" x="177800" y="1022350"/>
          <p14:tracePt t="19991" x="184150" y="1016000"/>
          <p14:tracePt t="20023" x="190500" y="1016000"/>
          <p14:tracePt t="20114" x="196850" y="1016000"/>
          <p14:tracePt t="20142" x="196850" y="1022350"/>
          <p14:tracePt t="20149" x="203200" y="1028700"/>
          <p14:tracePt t="20177" x="203200" y="1035050"/>
          <p14:tracePt t="20183" x="209550" y="1041400"/>
          <p14:tracePt t="20198" x="215900" y="1047750"/>
          <p14:tracePt t="20227" x="222250" y="1047750"/>
          <p14:tracePt t="20241" x="228600" y="1047750"/>
          <p14:tracePt t="20247" x="234950" y="1054100"/>
          <p14:tracePt t="20257" x="241300" y="1054100"/>
          <p14:tracePt t="20273" x="247650" y="1066800"/>
          <p14:tracePt t="20290" x="273050" y="1085850"/>
          <p14:tracePt t="20307" x="285750" y="1104900"/>
          <p14:tracePt t="20325" x="311150" y="1149350"/>
          <p14:tracePt t="20340" x="311150" y="1162050"/>
          <p14:tracePt t="20357" x="311150" y="1174750"/>
          <p14:tracePt t="20374" x="311150" y="1200150"/>
          <p14:tracePt t="20390" x="292100" y="1212850"/>
          <p14:tracePt t="20407" x="279400" y="1225550"/>
          <p14:tracePt t="20423" x="254000" y="1238250"/>
          <p14:tracePt t="20440" x="228600" y="1257300"/>
          <p14:tracePt t="20457" x="209550" y="1270000"/>
          <p14:tracePt t="20473" x="165100" y="1289050"/>
          <p14:tracePt t="20489" x="133350" y="1308100"/>
          <p14:tracePt t="20507" x="120650" y="1314450"/>
          <p14:tracePt t="20523" x="114300" y="1314450"/>
          <p14:tracePt t="20559" x="107950" y="1320800"/>
          <p14:tracePt t="20591" x="114300" y="1327150"/>
          <p14:tracePt t="20597" x="120650" y="1327150"/>
          <p14:tracePt t="20606" x="127000" y="1327150"/>
          <p14:tracePt t="20622" x="133350" y="1327150"/>
          <p14:tracePt t="20640" x="152400" y="1327150"/>
          <p14:tracePt t="20656" x="165100" y="1327150"/>
          <p14:tracePt t="20672" x="190500" y="1320800"/>
          <p14:tracePt t="20689" x="222250" y="1314450"/>
          <p14:tracePt t="20705" x="228600" y="1308100"/>
          <p14:tracePt t="20722" x="241300" y="1295400"/>
          <p14:tracePt t="20739" x="247650" y="1289050"/>
          <p14:tracePt t="20772" x="247650" y="1282700"/>
          <p14:tracePt t="20789" x="247650" y="1276350"/>
          <p14:tracePt t="20816" x="241300" y="1270000"/>
          <p14:tracePt t="20837" x="234950" y="1263650"/>
          <p14:tracePt t="20858" x="234950" y="1257300"/>
          <p14:tracePt t="20879" x="228600" y="1250950"/>
          <p14:tracePt t="20928" x="222250" y="1244600"/>
          <p14:tracePt t="20942" x="222250" y="1238250"/>
          <p14:tracePt t="20956" x="222250" y="1231900"/>
          <p14:tracePt t="20977" x="222250" y="1225550"/>
          <p14:tracePt t="20998" x="222250" y="1219200"/>
          <p14:tracePt t="21047" x="222250" y="1212850"/>
          <p14:tracePt t="21068" x="222250" y="1206500"/>
          <p14:tracePt t="21089" x="222250" y="1200150"/>
          <p14:tracePt t="21117" x="222250" y="1193800"/>
          <p14:tracePt t="21139" x="228600" y="1193800"/>
          <p14:tracePt t="21159" x="234950" y="1187450"/>
          <p14:tracePt t="21181" x="241300" y="1187450"/>
          <p14:tracePt t="21189" x="247650" y="1187450"/>
          <p14:tracePt t="21202" x="260350" y="1187450"/>
          <p14:tracePt t="21208" x="279400" y="1187450"/>
          <p14:tracePt t="21224" x="292100" y="1193800"/>
          <p14:tracePt t="21237" x="361950" y="1212850"/>
          <p14:tracePt t="21254" x="400050" y="1219200"/>
          <p14:tracePt t="21271" x="457200" y="1238250"/>
          <p14:tracePt t="21287" x="539750" y="1263650"/>
          <p14:tracePt t="21303" x="603250" y="1289050"/>
          <p14:tracePt t="21322" x="628650" y="1314450"/>
          <p14:tracePt t="21337" x="628650" y="1320800"/>
          <p14:tracePt t="21353" x="628650" y="1333500"/>
          <p14:tracePt t="21370" x="603250" y="1352550"/>
          <p14:tracePt t="21386" x="590550" y="1358900"/>
          <p14:tracePt t="21403" x="565150" y="1365250"/>
          <p14:tracePt t="21420" x="514350" y="1384300"/>
          <p14:tracePt t="21436" x="488950" y="1384300"/>
          <p14:tracePt t="21453" x="431800" y="1390650"/>
          <p14:tracePt t="21469" x="374650" y="1403350"/>
          <p14:tracePt t="21486" x="349250" y="1403350"/>
          <p14:tracePt t="21504" x="330200" y="1409700"/>
          <p14:tracePt t="21519" x="323850" y="1416050"/>
          <p14:tracePt t="21536" x="317500" y="1416050"/>
          <p14:tracePt t="21569" x="317500" y="1422400"/>
          <p14:tracePt t="21586" x="330200" y="1422400"/>
          <p14:tracePt t="21603" x="355600" y="1422400"/>
          <p14:tracePt t="21619" x="374650" y="1416050"/>
          <p14:tracePt t="21636" x="438150" y="1397000"/>
          <p14:tracePt t="21652" x="546100" y="1384300"/>
          <p14:tracePt t="21669" x="622300" y="1365250"/>
          <p14:tracePt t="21686" x="755650" y="1346200"/>
          <p14:tracePt t="21702" x="889000" y="1308100"/>
          <p14:tracePt t="21719" x="952500" y="1295400"/>
          <p14:tracePt t="21735" x="1060450" y="1270000"/>
          <p14:tracePt t="21752" x="1155700" y="1250950"/>
          <p14:tracePt t="21768" x="1181100" y="1244600"/>
          <p14:tracePt t="21785" x="1200150" y="1244600"/>
          <p14:tracePt t="21813" x="1193800" y="1244600"/>
          <p14:tracePt t="21833" x="1181100" y="1244600"/>
          <p14:tracePt t="21840" x="1168400" y="1244600"/>
          <p14:tracePt t="21855" x="1155700" y="1244600"/>
          <p14:tracePt t="21869" x="1123950" y="1244600"/>
          <p14:tracePt t="21885" x="1098550" y="1250950"/>
          <p14:tracePt t="21902" x="1073150" y="1250950"/>
          <p14:tracePt t="21918" x="1016000" y="1250950"/>
          <p14:tracePt t="21934" x="901700" y="1250950"/>
          <p14:tracePt t="21951" x="825500" y="1250950"/>
          <p14:tracePt t="21968" x="673100" y="1238250"/>
          <p14:tracePt t="21985" x="527050" y="1219200"/>
          <p14:tracePt t="22002" x="406400" y="1200150"/>
          <p14:tracePt t="22017" x="368300" y="1181100"/>
          <p14:tracePt t="22034" x="311150" y="1174750"/>
          <p14:tracePt t="22051" x="273050" y="1162050"/>
          <p14:tracePt t="22067" x="260350" y="1162050"/>
          <p14:tracePt t="22084" x="254000" y="1162050"/>
          <p14:tracePt t="22101" x="247650" y="1162050"/>
          <p14:tracePt t="22148" x="254000" y="1168400"/>
          <p14:tracePt t="22163" x="266700" y="1168400"/>
          <p14:tracePt t="22170" x="273050" y="1174750"/>
          <p14:tracePt t="22187" x="279400" y="1174750"/>
          <p14:tracePt t="22200" x="285750" y="1181100"/>
          <p14:tracePt t="22217" x="298450" y="1187450"/>
          <p14:tracePt t="22236" x="304800" y="1187450"/>
          <p14:tracePt t="22250" x="311150" y="1193800"/>
          <p14:tracePt t="22267" x="323850" y="1200150"/>
          <p14:tracePt t="22283" x="336550" y="1219200"/>
          <p14:tracePt t="22300" x="349250" y="1231900"/>
          <p14:tracePt t="22317" x="393700" y="1289050"/>
          <p14:tracePt t="22333" x="457200" y="1377950"/>
          <p14:tracePt t="22350" x="495300" y="1447800"/>
          <p14:tracePt t="22367" x="558800" y="1606550"/>
          <p14:tracePt t="22383" x="596900" y="1803400"/>
          <p14:tracePt t="22400" x="609600" y="1905000"/>
          <p14:tracePt t="22417" x="615950" y="2120900"/>
          <p14:tracePt t="22433" x="615950" y="2355850"/>
          <p14:tracePt t="22450" x="603250" y="2482850"/>
          <p14:tracePt t="22466" x="590550" y="2711450"/>
          <p14:tracePt t="22483" x="571500" y="2819400"/>
          <p14:tracePt t="22500" x="520700" y="3079750"/>
          <p14:tracePt t="22516" x="501650" y="3143250"/>
          <p14:tracePt t="22533" x="482600" y="3200400"/>
          <p14:tracePt t="22549" x="469900" y="3270250"/>
          <p14:tracePt t="22566" x="469900" y="3327400"/>
          <p14:tracePt t="22582" x="469900" y="3352800"/>
          <p14:tracePt t="22599" x="469900" y="3365500"/>
          <p14:tracePt t="22616" x="469900" y="3378200"/>
          <p14:tracePt t="22633" x="476250" y="3403600"/>
          <p14:tracePt t="22650" x="476250" y="3409950"/>
          <p14:tracePt t="22665" x="476250" y="3416300"/>
          <p14:tracePt t="22682" x="476250" y="3422650"/>
          <p14:tracePt t="22698" x="476250" y="3429000"/>
          <p14:tracePt t="22746" x="476250" y="3435350"/>
          <p14:tracePt t="22767" x="476250" y="3441700"/>
          <p14:tracePt t="22773" x="476250" y="3448050"/>
          <p14:tracePt t="22782" x="482600" y="3460750"/>
          <p14:tracePt t="22798" x="482600" y="3467100"/>
          <p14:tracePt t="22816" x="501650" y="3486150"/>
          <p14:tracePt t="22832" x="508000" y="3486150"/>
          <p14:tracePt t="22849" x="527050" y="3505200"/>
          <p14:tracePt t="22865" x="577850" y="3543300"/>
          <p14:tracePt t="22881" x="622300" y="3568700"/>
          <p14:tracePt t="22898" x="711200" y="3638550"/>
          <p14:tracePt t="22915" x="806450" y="3721100"/>
          <p14:tracePt t="22931" x="850900" y="3752850"/>
          <p14:tracePt t="22935" x="876300" y="3784600"/>
          <p14:tracePt t="22948" x="895350" y="3803650"/>
          <p14:tracePt t="22965" x="920750" y="3841750"/>
          <p14:tracePt t="22981" x="920750" y="3848100"/>
          <p14:tracePt t="22998" x="920750" y="3860800"/>
          <p14:tracePt t="23014" x="908050" y="3860800"/>
          <p14:tracePt t="23031" x="901700" y="3860800"/>
          <p14:tracePt t="23048" x="889000" y="3860800"/>
          <p14:tracePt t="23064" x="882650" y="3860800"/>
          <p14:tracePt t="23081" x="876300" y="3860800"/>
          <p14:tracePt t="23097" x="869950" y="3860800"/>
          <p14:tracePt t="23114" x="863600" y="3860800"/>
          <p14:tracePt t="23131" x="857250" y="3860800"/>
          <p14:tracePt t="23164" x="850900" y="3860800"/>
          <p14:tracePt t="23223" x="844550" y="3860800"/>
          <p14:tracePt t="23237" x="838200" y="3860800"/>
          <p14:tracePt t="23328" x="844550" y="3854450"/>
          <p14:tracePt t="23342" x="857250" y="3848100"/>
          <p14:tracePt t="23356" x="869950" y="3848100"/>
          <p14:tracePt t="23366" x="882650" y="3848100"/>
          <p14:tracePt t="23379" x="908050" y="3848100"/>
          <p14:tracePt t="23396" x="939800" y="3841750"/>
          <p14:tracePt t="23413" x="1047750" y="3835400"/>
          <p14:tracePt t="23430" x="1085850" y="3835400"/>
          <p14:tracePt t="23433" x="1104900" y="3829050"/>
          <p14:tracePt t="23449" x="1123950" y="3829050"/>
          <p14:tracePt t="23463" x="1149350" y="3829050"/>
          <p14:tracePt t="23479" x="1168400" y="3822700"/>
          <p14:tracePt t="23512" x="1174750" y="3822700"/>
          <p14:tracePt t="23566" x="1174750" y="3829050"/>
          <p14:tracePt t="23595" x="1181100" y="3829050"/>
          <p14:tracePt t="23616" x="1193800" y="3829050"/>
          <p14:tracePt t="23622" x="1200150" y="3829050"/>
          <p14:tracePt t="23636" x="1212850" y="3829050"/>
          <p14:tracePt t="23645" x="1225550" y="3829050"/>
          <p14:tracePt t="23662" x="1244600" y="3835400"/>
          <p14:tracePt t="23679" x="1333500" y="3841750"/>
          <p14:tracePt t="23695" x="1485900" y="3854450"/>
          <p14:tracePt t="23712" x="1581150" y="3860800"/>
          <p14:tracePt t="23728" x="1771650" y="3860800"/>
          <p14:tracePt t="23745" x="1860550" y="3860800"/>
          <p14:tracePt t="23763" x="2114550" y="3841750"/>
          <p14:tracePt t="23778" x="2184400" y="3822700"/>
          <p14:tracePt t="23795" x="2235200" y="3803650"/>
          <p14:tracePt t="23812" x="2336800" y="3765550"/>
          <p14:tracePt t="23828" x="2432050" y="3721100"/>
          <p14:tracePt t="23845" x="2489200" y="3695700"/>
          <p14:tracePt t="23861" x="2603500" y="3644900"/>
          <p14:tracePt t="23878" x="2724150" y="3587750"/>
          <p14:tracePt t="23894" x="2819400" y="3581400"/>
          <p14:tracePt t="23911" x="2984500" y="3549650"/>
          <p14:tracePt t="23928" x="3175000" y="3530600"/>
          <p14:tracePt t="23945" x="3378200" y="3530600"/>
          <p14:tracePt t="23961" x="3479800" y="3530600"/>
          <p14:tracePt t="23977" x="3695700" y="3530600"/>
          <p14:tracePt t="23995" x="3898900" y="3530600"/>
          <p14:tracePt t="24011" x="3987800" y="3530600"/>
          <p14:tracePt t="24027" x="4064000" y="3530600"/>
          <p14:tracePt t="24044" x="4197350" y="3511550"/>
          <p14:tracePt t="24061" x="4235450" y="3505200"/>
          <p14:tracePt t="24078" x="4279900" y="3486150"/>
          <p14:tracePt t="24094" x="4343400" y="3473450"/>
          <p14:tracePt t="24110" x="4362450" y="3460750"/>
          <p14:tracePt t="24128" x="4387850" y="3448050"/>
          <p14:tracePt t="24143" x="4394200" y="3441700"/>
          <p14:tracePt t="24180" x="4387850" y="3441700"/>
          <p14:tracePt t="24194" x="4381500" y="3441700"/>
          <p14:tracePt t="24210" x="4368800" y="3441700"/>
          <p14:tracePt t="24227" x="4337050" y="3435350"/>
          <p14:tracePt t="24243" x="4311650" y="3435350"/>
          <p14:tracePt t="24261" x="4248150" y="3435350"/>
          <p14:tracePt t="24276" x="4171950" y="3435350"/>
          <p14:tracePt t="24293" x="4057650" y="3416300"/>
          <p14:tracePt t="24310" x="3676650" y="3365500"/>
          <p14:tracePt t="24326" x="2997200" y="3232150"/>
          <p14:tracePt t="24343" x="2660650" y="3130550"/>
          <p14:tracePt t="24360" x="1809750" y="2724150"/>
          <p14:tracePt t="24376" x="1600200" y="2559050"/>
          <p14:tracePt t="24394" x="1244600" y="2127250"/>
          <p14:tracePt t="24409" x="1028700" y="1701800"/>
          <p14:tracePt t="24426" x="946150" y="1511300"/>
          <p14:tracePt t="24443" x="831850" y="1187450"/>
          <p14:tracePt t="24459" x="800100" y="958850"/>
          <p14:tracePt t="24476" x="787400" y="882650"/>
          <p14:tracePt t="24493" x="787400" y="793750"/>
          <p14:tracePt t="24509" x="793750" y="749300"/>
          <p14:tracePt t="24525" x="793750" y="742950"/>
          <p14:tracePt t="24543" x="800100" y="723900"/>
          <p14:tracePt t="24575" x="806450" y="723900"/>
          <p14:tracePt t="24592" x="812800" y="723900"/>
          <p14:tracePt t="24609" x="819150" y="768350"/>
          <p14:tracePt t="24626" x="831850" y="819150"/>
          <p14:tracePt t="24642" x="857250" y="901700"/>
          <p14:tracePt t="24659" x="876300" y="1003300"/>
          <p14:tracePt t="24676" x="1035050" y="1708150"/>
          <p14:tracePt t="24692" x="1117600" y="2089150"/>
          <p14:tracePt t="24708" x="1225550" y="2527300"/>
          <p14:tracePt t="24725" x="1441450" y="3346450"/>
          <p14:tracePt t="24742" x="1657350" y="4216400"/>
          <p14:tracePt t="24759" x="1809750" y="4908550"/>
          <p14:tracePt t="24774" x="1854200" y="5156200"/>
          <p14:tracePt t="24792" x="1924050" y="5575300"/>
          <p14:tracePt t="24809" x="1955800" y="5765800"/>
          <p14:tracePt t="24824" x="1974850" y="5822950"/>
          <p14:tracePt t="24841" x="1987550" y="5886450"/>
          <p14:tracePt t="24858" x="2000250" y="5899150"/>
          <p14:tracePt t="24874" x="2006600" y="5899150"/>
          <p14:tracePt t="24891" x="2025650" y="5892800"/>
          <p14:tracePt t="24908" x="2044700" y="5867400"/>
          <p14:tracePt t="24924" x="2057400" y="5835650"/>
          <p14:tracePt t="24941" x="2063750" y="5803900"/>
          <p14:tracePt t="24957" x="2133600" y="5530850"/>
          <p14:tracePt t="24974" x="2159000" y="5334000"/>
          <p14:tracePt t="24991" x="2247900" y="4508500"/>
          <p14:tracePt t="25008" x="2286000" y="4064000"/>
          <p14:tracePt t="25024" x="2305050" y="3181350"/>
          <p14:tracePt t="25040" x="2330450" y="2679700"/>
          <p14:tracePt t="25057" x="2355850" y="2508250"/>
          <p14:tracePt t="25074" x="2355850" y="2254250"/>
          <p14:tracePt t="25090" x="2368550" y="2101850"/>
          <p14:tracePt t="25107" x="2374900" y="2057400"/>
          <p14:tracePt t="25124" x="2393950" y="2025650"/>
          <p14:tracePt t="25140" x="2406650" y="2032000"/>
          <p14:tracePt t="25157" x="2413000" y="2051050"/>
          <p14:tracePt t="25173" x="2419350" y="2120900"/>
          <p14:tracePt t="25190" x="2438400" y="2184400"/>
          <p14:tracePt t="25209" x="2508250" y="2324100"/>
          <p14:tracePt t="25223" x="2571750" y="2432050"/>
          <p14:tracePt t="25240" x="2768600" y="2730500"/>
          <p14:tracePt t="25258" x="3003550" y="3028950"/>
          <p14:tracePt t="25273" x="3117850" y="3117850"/>
          <p14:tracePt t="25290" x="3213100" y="3206750"/>
          <p14:tracePt t="25307" x="3448050" y="3327400"/>
          <p14:tracePt t="25323" x="3587750" y="3371850"/>
          <p14:tracePt t="25340" x="3714750" y="3390900"/>
          <p14:tracePt t="25356" x="3943350" y="3384550"/>
          <p14:tracePt t="25373" x="4019550" y="3384550"/>
          <p14:tracePt t="25390" x="4083050" y="3365500"/>
          <p14:tracePt t="25406" x="4178300" y="3352800"/>
          <p14:tracePt t="25423" x="4197350" y="3340100"/>
          <p14:tracePt t="25440" x="4216400" y="3327400"/>
          <p14:tracePt t="25472" x="4229100" y="3321050"/>
          <p14:tracePt t="25489" x="4254500" y="3302000"/>
          <p14:tracePt t="25506" x="4267200" y="3302000"/>
          <p14:tracePt t="25523" x="4273550" y="3295650"/>
          <p14:tracePt t="25559" x="4260850" y="3295650"/>
          <p14:tracePt t="25575" x="4241800" y="3295650"/>
          <p14:tracePt t="25588" x="4216400" y="3295650"/>
          <p14:tracePt t="25605" x="4006850" y="3295650"/>
          <p14:tracePt t="25623" x="3587750" y="3321050"/>
          <p14:tracePt t="25639" x="3359150" y="3321050"/>
          <p14:tracePt t="25655" x="2908300" y="3314700"/>
          <p14:tracePt t="25672" x="2482850" y="3251200"/>
          <p14:tracePt t="25688" x="2317750" y="3225800"/>
          <p14:tracePt t="25705" x="2070100" y="3175000"/>
          <p14:tracePt t="25722" x="1911350" y="3124200"/>
          <p14:tracePt t="25738" x="1854200" y="3105150"/>
          <p14:tracePt t="25755" x="1803400" y="3086100"/>
          <p14:tracePt t="25771" x="1784350" y="3067050"/>
          <p14:tracePt t="25788" x="1784350" y="3060700"/>
          <p14:tracePt t="25805" x="1784350" y="3016250"/>
          <p14:tracePt t="25821" x="1828800" y="2940050"/>
          <p14:tracePt t="25838" x="1847850" y="2901950"/>
          <p14:tracePt t="25855" x="1924050" y="2787650"/>
          <p14:tracePt t="25871" x="1974850" y="2692400"/>
          <p14:tracePt t="25888" x="1987550" y="2673350"/>
          <p14:tracePt t="25904" x="1993900" y="2667000"/>
          <p14:tracePt t="25921" x="1993900" y="2686050"/>
          <p14:tracePt t="25938" x="1981200" y="2755900"/>
          <p14:tracePt t="25954" x="1962150" y="2863850"/>
          <p14:tracePt t="25971" x="1949450" y="2940050"/>
          <p14:tracePt t="25975" x="1949450" y="3041650"/>
          <p14:tracePt t="25990" x="1949450" y="3168650"/>
          <p14:tracePt t="26004" x="1955800" y="3346450"/>
          <p14:tracePt t="26020" x="2012950" y="3759200"/>
          <p14:tracePt t="26037" x="2051050" y="4013200"/>
          <p14:tracePt t="26054" x="2101850" y="4165600"/>
          <p14:tracePt t="26071" x="2127250" y="4210050"/>
          <p14:tracePt t="26087" x="2165350" y="4229100"/>
          <p14:tracePt t="26103" x="2197100" y="4235450"/>
          <p14:tracePt t="26121" x="2241550" y="4216400"/>
          <p14:tracePt t="26137" x="2266950" y="4197350"/>
          <p14:tracePt t="26154" x="2336800" y="4146550"/>
          <p14:tracePt t="26170" x="2425700" y="4083050"/>
          <p14:tracePt t="26186" x="2482850" y="4044950"/>
          <p14:tracePt t="26203" x="2565400" y="4006850"/>
          <p14:tracePt t="26220" x="2914650" y="3892550"/>
          <p14:tracePt t="26236" x="3041650" y="3867150"/>
          <p14:tracePt t="26255" x="3327400" y="3835400"/>
          <p14:tracePt t="26270" x="3467100" y="3816350"/>
          <p14:tracePt t="26286" x="3695700" y="3790950"/>
          <p14:tracePt t="26303" x="3873500" y="3784600"/>
          <p14:tracePt t="26319" x="3943350" y="3784600"/>
          <p14:tracePt t="26336" x="4032250" y="3784600"/>
          <p14:tracePt t="26353" x="4083050" y="3784600"/>
          <p14:tracePt t="26369" x="4095750" y="3778250"/>
          <p14:tracePt t="26386" x="4102100" y="3778250"/>
          <p14:tracePt t="26403" x="4102100" y="3765550"/>
          <p14:tracePt t="26437" x="4102100" y="3746500"/>
          <p14:tracePt t="26469" x="4102100" y="3740150"/>
          <p14:tracePt t="26486" x="4108450" y="3721100"/>
          <p14:tracePt t="26502" x="4121150" y="3714750"/>
          <p14:tracePt t="26519" x="4127500" y="3708400"/>
          <p14:tracePt t="26535" x="4152900" y="3702050"/>
          <p14:tracePt t="26552" x="4165600" y="3689350"/>
          <p14:tracePt t="26570" x="4178300" y="3676650"/>
          <p14:tracePt t="26585" x="4184650" y="3676650"/>
          <p14:tracePt t="26602" x="4191000" y="3670300"/>
          <p14:tracePt t="26619" x="4216400" y="3657600"/>
          <p14:tracePt t="26635" x="4229100" y="3651250"/>
          <p14:tracePt t="26652" x="4235450" y="3651250"/>
          <p14:tracePt t="26668" x="4241800" y="3638550"/>
          <p14:tracePt t="26685" x="4260850" y="3632200"/>
          <p14:tracePt t="26702" x="4273550" y="3625850"/>
          <p14:tracePt t="26718" x="4305300" y="3619500"/>
          <p14:tracePt t="26735" x="4356100" y="3613150"/>
          <p14:tracePt t="26752" x="4387850" y="3606800"/>
          <p14:tracePt t="26767" x="4457700" y="3600450"/>
          <p14:tracePt t="26784" x="4514850" y="3587750"/>
          <p14:tracePt t="26802" x="4540250" y="3587750"/>
          <p14:tracePt t="26818" x="4559300" y="3587750"/>
          <p14:tracePt t="26834" x="4565650" y="3587750"/>
          <p14:tracePt t="26851" x="4572000" y="3587750"/>
          <p14:tracePt t="26963" x="4578350" y="3587750"/>
          <p14:tracePt t="26977" x="4584700" y="3587750"/>
          <p14:tracePt t="26986" x="4591050" y="3587750"/>
          <p14:tracePt t="27005" x="4597400" y="3587750"/>
          <p14:tracePt t="27017" x="4603750" y="3587750"/>
          <p14:tracePt t="27034" x="4629150" y="3587750"/>
          <p14:tracePt t="27050" x="4648200" y="3594100"/>
          <p14:tracePt t="27066" x="4699000" y="3594100"/>
          <p14:tracePt t="27083" x="4749800" y="3594100"/>
          <p14:tracePt t="27100" x="4775200" y="3594100"/>
          <p14:tracePt t="27117" x="4794250" y="3594100"/>
          <p14:tracePt t="27133" x="4838700" y="3594100"/>
          <p14:tracePt t="27150" x="4864100" y="3594100"/>
          <p14:tracePt t="27167" x="4870450" y="3587750"/>
          <p14:tracePt t="27183" x="4876800" y="3587750"/>
          <p14:tracePt t="27200" x="4889500" y="3581400"/>
          <p14:tracePt t="27216" x="4902200" y="3581400"/>
          <p14:tracePt t="27237" x="4908550" y="3581400"/>
          <p14:tracePt t="27258" x="4914900" y="3581400"/>
          <p14:tracePt t="27272" x="4921250" y="3581400"/>
          <p14:tracePt t="27293" x="4927600" y="3581400"/>
          <p14:tracePt t="27314" x="4933950" y="3581400"/>
          <p14:tracePt t="27342" x="4940300" y="3581400"/>
          <p14:tracePt t="27426" x="4946650" y="3581400"/>
          <p14:tracePt t="28285" x="4946650" y="3575050"/>
          <p14:tracePt t="28306" x="4946650" y="3568700"/>
          <p14:tracePt t="28335" x="4946650" y="3562350"/>
          <p14:tracePt t="28355" x="4946650" y="3556000"/>
          <p14:tracePt t="28383" x="4946650" y="3549650"/>
          <p14:tracePt t="28397" x="4946650" y="3543300"/>
          <p14:tracePt t="28405" x="4946650" y="3536950"/>
          <p14:tracePt t="28419" x="4946650" y="3524250"/>
          <p14:tracePt t="28428" x="4933950" y="3505200"/>
          <p14:tracePt t="28445" x="4902200" y="3460750"/>
          <p14:tracePt t="28462" x="4775200" y="3295650"/>
          <p14:tracePt t="28478" x="4610100" y="3060700"/>
          <p14:tracePt t="28496" x="4419600" y="2755900"/>
          <p14:tracePt t="28512" x="4311650" y="2597150"/>
          <p14:tracePt t="28529" x="4241800" y="2489200"/>
          <p14:tracePt t="28545" x="4076700" y="2235200"/>
          <p14:tracePt t="28562" x="4044950" y="2190750"/>
          <p14:tracePt t="28578" x="4013200" y="2146300"/>
          <p14:tracePt t="28595" x="3975100" y="2108200"/>
          <p14:tracePt t="28612" x="3956050" y="2089150"/>
          <p14:tracePt t="28629" x="3943350" y="2082800"/>
          <p14:tracePt t="28645" x="3943350" y="2076450"/>
          <p14:tracePt t="28661" x="3937000" y="2076450"/>
          <p14:tracePt t="28721" x="3937000" y="2082800"/>
          <p14:tracePt t="28742" x="3930650" y="2082800"/>
          <p14:tracePt t="28749" x="3924300" y="2082800"/>
          <p14:tracePt t="28761" x="3917950" y="2082800"/>
          <p14:tracePt t="28778" x="3905250" y="2082800"/>
          <p14:tracePt t="28794" x="3898900" y="2082800"/>
          <p14:tracePt t="28812" x="3879850" y="2070100"/>
          <p14:tracePt t="28828" x="3841750" y="2044700"/>
          <p14:tracePt t="28844" x="3810000" y="2012950"/>
          <p14:tracePt t="28861" x="3740150" y="1930400"/>
          <p14:tracePt t="28877" x="3702050" y="1873250"/>
          <p14:tracePt t="28894" x="3663950" y="1816100"/>
          <p14:tracePt t="28911" x="3594100" y="1701800"/>
          <p14:tracePt t="28927" x="3556000" y="1657350"/>
          <p14:tracePt t="28945" x="3517900" y="1593850"/>
          <p14:tracePt t="28960" x="3505200" y="1568450"/>
          <p14:tracePt t="28976" x="3479800" y="1555750"/>
          <p14:tracePt t="28994" x="3473450" y="1549400"/>
          <p14:tracePt t="29010" x="3467100" y="1549400"/>
          <p14:tracePt t="29027" x="3460750" y="1549400"/>
          <p14:tracePt t="29043" x="3460750" y="1562100"/>
          <p14:tracePt t="29060" x="3460750" y="1568450"/>
          <p14:tracePt t="29077" x="3460750" y="1587500"/>
          <p14:tracePt t="29093" x="3460750" y="1606550"/>
          <p14:tracePt t="29110" x="3454400" y="1631950"/>
          <p14:tracePt t="29127" x="3441700" y="1663700"/>
          <p14:tracePt t="29143" x="3435350" y="1695450"/>
          <p14:tracePt t="29160" x="3416300" y="1733550"/>
          <p14:tracePt t="29177" x="3346450" y="1962150"/>
          <p14:tracePt t="29193" x="3314700" y="2063750"/>
          <p14:tracePt t="29209" x="3282950" y="2171700"/>
          <p14:tracePt t="29226" x="3219450" y="2400300"/>
          <p14:tracePt t="29243" x="3168650" y="2597150"/>
          <p14:tracePt t="29261" x="3136900" y="2743200"/>
          <p14:tracePt t="29276" x="3124200" y="2787650"/>
          <p14:tracePt t="29293" x="3098800" y="2857500"/>
          <p14:tracePt t="29310" x="3067050" y="2901950"/>
          <p14:tracePt t="29326" x="3060700" y="2914650"/>
          <p14:tracePt t="29342" x="3041650" y="2940050"/>
          <p14:tracePt t="29360" x="3009900" y="2959100"/>
          <p14:tracePt t="29375" x="2990850" y="2971800"/>
          <p14:tracePt t="29392" x="2927350" y="2990850"/>
          <p14:tracePt t="29408" x="2857500" y="3016250"/>
          <p14:tracePt t="29425" x="2800350" y="3035300"/>
          <p14:tracePt t="29443" x="2679700" y="3060700"/>
          <p14:tracePt t="29459" x="2571750" y="3086100"/>
          <p14:tracePt t="29475" x="2527300" y="3105150"/>
          <p14:tracePt t="29492" x="2489200" y="3124200"/>
          <p14:tracePt t="29508" x="2413000" y="3162300"/>
          <p14:tracePt t="29525" x="2393950" y="3175000"/>
          <p14:tracePt t="29542" x="2355850" y="3206750"/>
          <p14:tracePt t="29559" x="2343150" y="3219450"/>
          <p14:tracePt t="29575" x="2324100" y="3238500"/>
          <p14:tracePt t="29591" x="2317750" y="3257550"/>
          <p14:tracePt t="29608" x="2317750" y="3263900"/>
          <p14:tracePt t="29625" x="2324100" y="3270250"/>
          <p14:tracePt t="29641" x="2336800" y="3270250"/>
          <p14:tracePt t="29658" x="2362200" y="3276600"/>
          <p14:tracePt t="29675" x="2400300" y="3276600"/>
          <p14:tracePt t="29691" x="2457450" y="3276600"/>
          <p14:tracePt t="29708" x="2501900" y="3276600"/>
          <p14:tracePt t="29724" x="2590800" y="3282950"/>
          <p14:tracePt t="29741" x="2724150" y="3302000"/>
          <p14:tracePt t="29758" x="2806700" y="3333750"/>
          <p14:tracePt t="29774" x="3060700" y="3365500"/>
          <p14:tracePt t="29791" x="3219450" y="3390900"/>
          <p14:tracePt t="29808" x="3568700" y="3448050"/>
          <p14:tracePt t="29824" x="3829050" y="3473450"/>
          <p14:tracePt t="29841" x="3930650" y="3486150"/>
          <p14:tracePt t="29857" x="4070350" y="3479800"/>
          <p14:tracePt t="29874" x="4127500" y="3473450"/>
          <p14:tracePt t="29890" x="4146550" y="3473450"/>
          <p14:tracePt t="29907" x="4159250" y="3467100"/>
          <p14:tracePt t="29924" x="4171950" y="3467100"/>
          <p14:tracePt t="29941" x="4178300" y="3467100"/>
          <p14:tracePt t="29983" x="4184650" y="3467100"/>
          <p14:tracePt t="29993" x="4191000" y="3467100"/>
          <p14:tracePt t="30012" x="4197350" y="3460750"/>
          <p14:tracePt t="30023" x="4203700" y="3460750"/>
          <p14:tracePt t="30173" x="4197350" y="3460750"/>
          <p14:tracePt t="30180" x="4191000" y="3460750"/>
          <p14:tracePt t="30215" x="4184650" y="3460750"/>
          <p14:tracePt t="30560" x="4083050" y="3460750"/>
          <p14:tracePt t="30574" x="3905250" y="3435350"/>
          <p14:tracePt t="30581" x="3689350" y="3422650"/>
          <p14:tracePt t="30595" x="3479800" y="3422650"/>
          <p14:tracePt t="30604" x="3321050" y="3422650"/>
          <p14:tracePt t="30621" x="3111500" y="3409950"/>
          <p14:tracePt t="30638" x="2781300" y="3384550"/>
          <p14:tracePt t="30654" x="2540000" y="3384550"/>
          <p14:tracePt t="30672" x="2463800" y="3384550"/>
          <p14:tracePt t="30687" x="2336800" y="3384550"/>
          <p14:tracePt t="30704" x="2235200" y="3384550"/>
          <p14:tracePt t="30722" x="2178050" y="3384550"/>
          <p14:tracePt t="30737" x="2152650" y="3384550"/>
          <p14:tracePt t="30754" x="2146300" y="3384550"/>
          <p14:tracePt t="30771" x="2114550" y="3384550"/>
          <p14:tracePt t="30787" x="2108200" y="3384550"/>
          <p14:tracePt t="30804" x="2108200" y="3390900"/>
          <p14:tracePt t="30841" x="2108200" y="3397250"/>
          <p14:tracePt t="30862" x="2120900" y="3397250"/>
          <p14:tracePt t="30875" x="2127250" y="3397250"/>
          <p14:tracePt t="30887" x="2152650" y="3397250"/>
          <p14:tracePt t="30904" x="2228850" y="3397250"/>
          <p14:tracePt t="30920" x="2330450" y="3397250"/>
          <p14:tracePt t="30937" x="2647950" y="3403600"/>
          <p14:tracePt t="30953" x="3251200" y="3429000"/>
          <p14:tracePt t="30970" x="3587750" y="3429000"/>
          <p14:tracePt t="30987" x="4140200" y="3448050"/>
          <p14:tracePt t="31003" x="4489450" y="3448050"/>
          <p14:tracePt t="31020" x="4578350" y="3448050"/>
          <p14:tracePt t="31037" x="4667250" y="3448050"/>
          <p14:tracePt t="31053" x="4699000" y="3460750"/>
          <p14:tracePt t="31069" x="4705350" y="3460750"/>
          <p14:tracePt t="31094" x="4705350" y="3479800"/>
          <p14:tracePt t="31107" x="4692650" y="3479800"/>
          <p14:tracePt t="31123" x="4679950" y="3486150"/>
          <p14:tracePt t="31137" x="4673600" y="3486150"/>
          <p14:tracePt t="31153" x="4667250" y="3486150"/>
          <p14:tracePt t="31169" x="4660900" y="3486150"/>
          <p14:tracePt t="31185" x="4648200" y="3486150"/>
          <p14:tracePt t="31219" x="4641850" y="3486150"/>
          <p14:tracePt t="31255" x="4635500" y="3473450"/>
          <p14:tracePt t="31283" x="4629150" y="3467100"/>
          <p14:tracePt t="31325" x="4622800" y="3467100"/>
          <p14:tracePt t="31332" x="4610100" y="3467100"/>
          <p14:tracePt t="31346" x="4603750" y="3467100"/>
          <p14:tracePt t="31355" x="4584700" y="3473450"/>
          <p14:tracePt t="31369" x="4572000" y="3473450"/>
          <p14:tracePt t="31385" x="4552950" y="3479800"/>
          <p14:tracePt t="31402" x="4445000" y="3479800"/>
          <p14:tracePt t="31418" x="4419600" y="3486150"/>
          <p14:tracePt t="31435" x="4375150" y="3486150"/>
          <p14:tracePt t="31452" x="4318000" y="3492500"/>
          <p14:tracePt t="31468" x="4286250" y="3492500"/>
          <p14:tracePt t="31486" x="4279900" y="3492500"/>
          <p14:tracePt t="31501" x="4273550" y="3498850"/>
          <p14:tracePt t="31518" x="4279900" y="3498850"/>
          <p14:tracePt t="31536" x="4330700" y="3498850"/>
          <p14:tracePt t="31551" x="4368800" y="3511550"/>
          <p14:tracePt t="31568" x="4521200" y="3530600"/>
          <p14:tracePt t="31585" x="4724400" y="3549650"/>
          <p14:tracePt t="31602" x="4826000" y="3549650"/>
          <p14:tracePt t="31618" x="5010150" y="3524250"/>
          <p14:tracePt t="31635" x="5111750" y="3517900"/>
          <p14:tracePt t="31651" x="5143500" y="3511550"/>
          <p14:tracePt t="31668" x="5162550" y="3505200"/>
          <p14:tracePt t="31700" x="5156200" y="3505200"/>
          <p14:tracePt t="31718" x="5137150" y="3505200"/>
          <p14:tracePt t="31734" x="5124450" y="3505200"/>
          <p14:tracePt t="31751" x="5080000" y="3511550"/>
          <p14:tracePt t="31768" x="4997450" y="3517900"/>
          <p14:tracePt t="31784" x="4933950" y="3517900"/>
          <p14:tracePt t="31801" x="4794250" y="3517900"/>
          <p14:tracePt t="31818" x="4641850" y="3517900"/>
          <p14:tracePt t="31834" x="4565650" y="3517900"/>
          <p14:tracePt t="31851" x="4438650" y="3517900"/>
          <p14:tracePt t="31866" x="4356100" y="3517900"/>
          <p14:tracePt t="31884" x="4343400" y="3517900"/>
          <p14:tracePt t="31901" x="4330700" y="3517900"/>
          <p14:tracePt t="31928" x="4343400" y="3517900"/>
          <p14:tracePt t="31936" x="4368800" y="3511550"/>
          <p14:tracePt t="31953" x="4400550" y="3498850"/>
          <p14:tracePt t="31966" x="4483100" y="3486150"/>
          <p14:tracePt t="31983" x="4533900" y="3486150"/>
          <p14:tracePt t="32000" x="4705350" y="3467100"/>
          <p14:tracePt t="32017" x="4794250" y="3454400"/>
          <p14:tracePt t="32034" x="5086350" y="3422650"/>
          <p14:tracePt t="32049" x="5130800" y="3409950"/>
          <p14:tracePt t="32066" x="5162550" y="3403600"/>
          <p14:tracePt t="32083" x="5175250" y="3390900"/>
          <p14:tracePt t="32104" x="5168900" y="3390900"/>
          <p14:tracePt t="32120" x="5162550" y="3390900"/>
          <p14:tracePt t="32133" x="5149850" y="3390900"/>
          <p14:tracePt t="32149" x="5143500" y="3390900"/>
          <p14:tracePt t="32166" x="5137150" y="3390900"/>
          <p14:tracePt t="32183" x="5124450" y="3390900"/>
          <p14:tracePt t="32545" x="5060950" y="3403600"/>
          <p14:tracePt t="32559" x="4984750" y="3435350"/>
          <p14:tracePt t="32568" x="4851400" y="3467100"/>
          <p14:tracePt t="32582" x="4705350" y="3498850"/>
          <p14:tracePt t="32598" x="4533900" y="3536950"/>
          <p14:tracePt t="32615" x="3924300" y="3727450"/>
          <p14:tracePt t="32631" x="3670300" y="3790950"/>
          <p14:tracePt t="32648" x="3429000" y="3898900"/>
          <p14:tracePt t="32665" x="3016250" y="4064000"/>
          <p14:tracePt t="32681" x="2540000" y="4248150"/>
          <p14:tracePt t="32697" x="2381250" y="4292600"/>
          <p14:tracePt t="32714" x="2120900" y="4387850"/>
          <p14:tracePt t="32730" x="1917700" y="4425950"/>
          <p14:tracePt t="32748" x="1822450" y="4445000"/>
          <p14:tracePt t="32764" x="1695450" y="4464050"/>
          <p14:tracePt t="32780" x="1612900" y="4470400"/>
          <p14:tracePt t="32798" x="1562100" y="4470400"/>
          <p14:tracePt t="32813" x="1549400" y="4470400"/>
          <p14:tracePt t="32830" x="1517650" y="4470400"/>
          <p14:tracePt t="32847" x="1498600" y="4476750"/>
          <p14:tracePt t="32864" x="1492250" y="4476750"/>
          <p14:tracePt t="32880" x="1479550" y="4476750"/>
          <p14:tracePt t="32897" x="1447800" y="4483100"/>
          <p14:tracePt t="32913" x="1422400" y="4483100"/>
          <p14:tracePt t="32931" x="1403350" y="4483100"/>
          <p14:tracePt t="32947" x="1365250" y="4489450"/>
          <p14:tracePt t="32964" x="1320800" y="4495800"/>
          <p14:tracePt t="32980" x="1301750" y="4495800"/>
          <p14:tracePt t="33013" x="1295400" y="4495800"/>
          <p14:tracePt t="33469" x="1301750" y="4495800"/>
          <p14:tracePt t="33483" x="1333500" y="4495800"/>
          <p14:tracePt t="33489" x="1384300" y="4489450"/>
          <p14:tracePt t="33504" x="1473200" y="4483100"/>
          <p14:tracePt t="33512" x="1587500" y="4483100"/>
          <p14:tracePt t="33528" x="1765300" y="4470400"/>
          <p14:tracePt t="33545" x="2216150" y="4445000"/>
          <p14:tracePt t="33561" x="2647950" y="4413250"/>
          <p14:tracePt t="33578" x="2794000" y="4394200"/>
          <p14:tracePt t="33595" x="3009900" y="4368800"/>
          <p14:tracePt t="33611" x="3111500" y="4362450"/>
          <p14:tracePt t="33627" x="3143250" y="4362450"/>
          <p14:tracePt t="33644" x="3175000" y="4362450"/>
          <p14:tracePt t="33661" x="3194050" y="4362450"/>
          <p14:tracePt t="33694" x="3206750" y="4362450"/>
          <p14:tracePt t="33714" x="3213100" y="4362450"/>
          <p14:tracePt t="33728" x="3219450" y="4362450"/>
          <p14:tracePt t="33841" x="3219450" y="4356100"/>
          <p14:tracePt t="34142" x="3219450" y="4362450"/>
          <p14:tracePt t="34234" x="3225800" y="4368800"/>
          <p14:tracePt t="34240" x="3225800" y="4375150"/>
          <p14:tracePt t="34276" x="3225800" y="4381500"/>
          <p14:tracePt t="34290" x="3219450" y="4381500"/>
          <p14:tracePt t="34311" x="3213100" y="4381500"/>
          <p14:tracePt t="34332" x="3200400" y="4387850"/>
          <p14:tracePt t="34353" x="3194050" y="4387850"/>
          <p14:tracePt t="34360" x="3181350" y="4394200"/>
          <p14:tracePt t="34374" x="3155950" y="4400550"/>
          <p14:tracePt t="34381" x="3130550" y="4419600"/>
          <p14:tracePt t="34395" x="3086100" y="4438650"/>
          <p14:tracePt t="34408" x="3016250" y="4457700"/>
          <p14:tracePt t="34425" x="2844800" y="4527550"/>
          <p14:tracePt t="34441" x="2743200" y="4565650"/>
          <p14:tracePt t="34458" x="2533650" y="4654550"/>
          <p14:tracePt t="34474" x="2425700" y="4705350"/>
          <p14:tracePt t="34491" x="2228850" y="4800600"/>
          <p14:tracePt t="34508" x="2146300" y="4838700"/>
          <p14:tracePt t="34524" x="2006600" y="4921250"/>
          <p14:tracePt t="34541" x="1962150" y="4946650"/>
          <p14:tracePt t="34557" x="1885950" y="4991100"/>
          <p14:tracePt t="34574" x="1854200" y="5010150"/>
          <p14:tracePt t="34592" x="1803400" y="5035550"/>
          <p14:tracePt t="34607" x="1790700" y="5041900"/>
          <p14:tracePt t="34611" x="1790700" y="5048250"/>
          <p14:tracePt t="34641" x="1771650" y="5054600"/>
          <p14:tracePt t="34677" x="1771650" y="5060950"/>
          <p14:tracePt t="34724" x="1765300" y="5060950"/>
          <p14:tracePt t="34774" x="1765300" y="5067300"/>
          <p14:tracePt t="34809" x="1771650" y="5067300"/>
          <p14:tracePt t="34844" x="1778000" y="5067300"/>
          <p14:tracePt t="34858" x="1790700" y="5067300"/>
          <p14:tracePt t="34879" x="1797050" y="5067300"/>
          <p14:tracePt t="34893" x="1816100" y="5060950"/>
          <p14:tracePt t="34900" x="1841500" y="5054600"/>
          <p14:tracePt t="34915" x="1873250" y="5054600"/>
          <p14:tracePt t="34929" x="1930400" y="5035550"/>
          <p14:tracePt t="34943" x="2006600" y="5029200"/>
          <p14:tracePt t="34956" x="2120900" y="5016500"/>
          <p14:tracePt t="34973" x="2368550" y="4972050"/>
          <p14:tracePt t="34989" x="2597150" y="4940300"/>
          <p14:tracePt t="35007" x="2774950" y="4914900"/>
          <p14:tracePt t="35023" x="2844800" y="4902200"/>
          <p14:tracePt t="35040" x="2940050" y="4883150"/>
          <p14:tracePt t="35056" x="2978150" y="4870450"/>
          <p14:tracePt t="35072" x="2990850" y="4870450"/>
          <p14:tracePt t="35090" x="3003550" y="4864100"/>
          <p14:tracePt t="35223" x="3009900" y="4870450"/>
          <p14:tracePt t="35273" x="3016250" y="4870450"/>
          <p14:tracePt t="35329" x="3022600" y="4870450"/>
          <p14:tracePt t="35343" x="3028950" y="4870450"/>
          <p14:tracePt t="35370" x="3035300" y="4876800"/>
          <p14:tracePt t="35378" x="3041650" y="4876800"/>
          <p14:tracePt t="35392" x="3048000" y="4876800"/>
          <p14:tracePt t="35408" x="3054350" y="4876800"/>
          <p14:tracePt t="35422" x="3067050" y="4876800"/>
          <p14:tracePt t="35438" x="3079750" y="4883150"/>
          <p14:tracePt t="35455" x="3130550" y="4889500"/>
          <p14:tracePt t="35471" x="3162300" y="4889500"/>
          <p14:tracePt t="35488" x="3187700" y="4895850"/>
          <p14:tracePt t="35504" x="3257550" y="4895850"/>
          <p14:tracePt t="35521" x="3276600" y="4895850"/>
          <p14:tracePt t="35538" x="3302000" y="4895850"/>
          <p14:tracePt t="35555" x="3352800" y="4895850"/>
          <p14:tracePt t="35571" x="3371850" y="4895850"/>
          <p14:tracePt t="35588" x="3390900" y="4895850"/>
          <p14:tracePt t="35604" x="3403600" y="4895850"/>
          <p14:tracePt t="35621" x="3409950" y="4889500"/>
          <p14:tracePt t="35673" x="3416300" y="4889500"/>
          <p14:tracePt t="35715" x="3422650" y="4883150"/>
          <p14:tracePt t="35848" x="3422650" y="4876800"/>
          <p14:tracePt t="35890" x="3422650" y="4870450"/>
          <p14:tracePt t="35897" x="3422650" y="4864100"/>
          <p14:tracePt t="35906" x="3416300" y="4864100"/>
          <p14:tracePt t="35920" x="3416300" y="4857750"/>
          <p14:tracePt t="35936" x="3409950" y="4857750"/>
          <p14:tracePt t="35953" x="3403600" y="4857750"/>
          <p14:tracePt t="35970" x="3397250" y="4857750"/>
          <p14:tracePt t="35989" x="3390900" y="4857750"/>
          <p14:tracePt t="36003" x="3384550" y="4857750"/>
          <p14:tracePt t="36019" x="3371850" y="4857750"/>
          <p14:tracePt t="36036" x="3365500" y="4857750"/>
          <p14:tracePt t="36053" x="3321050" y="4864100"/>
          <p14:tracePt t="36069" x="3289300" y="4870450"/>
          <p14:tracePt t="36086" x="3219450" y="4889500"/>
          <p14:tracePt t="36102" x="3175000" y="4895850"/>
          <p14:tracePt t="36119" x="3136900" y="4902200"/>
          <p14:tracePt t="36136" x="3086100" y="4914900"/>
          <p14:tracePt t="36152" x="3073400" y="4921250"/>
          <p14:tracePt t="36169" x="3054350" y="4921250"/>
          <p14:tracePt t="36185" x="3048000" y="4927600"/>
          <p14:tracePt t="36218" x="3054350" y="4927600"/>
          <p14:tracePt t="36235" x="3060700" y="4927600"/>
          <p14:tracePt t="36252" x="3073400" y="4927600"/>
          <p14:tracePt t="36269" x="3086100" y="4927600"/>
          <p14:tracePt t="36285" x="3092450" y="4927600"/>
          <p14:tracePt t="36302" x="3111500" y="4927600"/>
          <p14:tracePt t="36318" x="3117850" y="4927600"/>
          <p14:tracePt t="36335" x="3130550" y="4927600"/>
          <p14:tracePt t="36351" x="3149600" y="4927600"/>
          <p14:tracePt t="36368" x="3181350" y="4927600"/>
          <p14:tracePt t="36385" x="3257550" y="4940300"/>
          <p14:tracePt t="36402" x="3308350" y="4940300"/>
          <p14:tracePt t="36418" x="3371850" y="4940300"/>
          <p14:tracePt t="36434" x="3505200" y="4933950"/>
          <p14:tracePt t="36451" x="3556000" y="4933950"/>
          <p14:tracePt t="36468" x="3594100" y="4933950"/>
          <p14:tracePt t="36484" x="3644900" y="4933950"/>
          <p14:tracePt t="36501" x="3657600" y="4933950"/>
          <p14:tracePt t="36518" x="3676650" y="4933950"/>
          <p14:tracePt t="36557" x="3683000" y="4933950"/>
          <p14:tracePt t="36592" x="3683000" y="4927600"/>
          <p14:tracePt t="36662" x="3676650" y="4927600"/>
          <p14:tracePt t="36697" x="3670300" y="4927600"/>
          <p14:tracePt t="36718" x="3663950" y="4927600"/>
          <p14:tracePt t="36739" x="3657600" y="4927600"/>
          <p14:tracePt t="36753" x="3651250" y="4927600"/>
          <p14:tracePt t="37060" x="3657600" y="4927600"/>
          <p14:tracePt t="37067" x="3676650" y="4921250"/>
          <p14:tracePt t="37080" x="3702050" y="4914900"/>
          <p14:tracePt t="37087" x="3740150" y="4914900"/>
          <p14:tracePt t="37103" x="3765550" y="4908550"/>
          <p14:tracePt t="37116" x="3810000" y="4902200"/>
          <p14:tracePt t="37132" x="3860800" y="4889500"/>
          <p14:tracePt t="37149" x="3968750" y="4883150"/>
          <p14:tracePt t="37165" x="4019550" y="4876800"/>
          <p14:tracePt t="37182" x="4089400" y="4864100"/>
          <p14:tracePt t="37198" x="4203700" y="4864100"/>
          <p14:tracePt t="37215" x="4254500" y="4857750"/>
          <p14:tracePt t="37232" x="4324350" y="4857750"/>
          <p14:tracePt t="37249" x="4356100" y="4851400"/>
          <p14:tracePt t="37265" x="4394200" y="4851400"/>
          <p14:tracePt t="37282" x="4451350" y="4838700"/>
          <p14:tracePt t="37299" x="4489450" y="4838700"/>
          <p14:tracePt t="37315" x="4565650" y="4838700"/>
          <p14:tracePt t="37331" x="4616450" y="4838700"/>
          <p14:tracePt t="37348" x="4660900" y="4845050"/>
          <p14:tracePt t="37364" x="4705350" y="4851400"/>
          <p14:tracePt t="37381" x="4718050" y="4857750"/>
          <p14:tracePt t="37398" x="4737100" y="4857750"/>
          <p14:tracePt t="37414" x="4743450" y="4857750"/>
          <p14:tracePt t="37431" x="4749800" y="4864100"/>
          <p14:tracePt t="37447" x="4749800" y="4870450"/>
          <p14:tracePt t="37481" x="4762500" y="4876800"/>
          <p14:tracePt t="37497" x="4768850" y="4889500"/>
          <p14:tracePt t="37514" x="4775200" y="4902200"/>
          <p14:tracePt t="37531" x="4781550" y="4914900"/>
          <p14:tracePt t="37547" x="4794250" y="4933950"/>
          <p14:tracePt t="37564" x="4806950" y="4965700"/>
          <p14:tracePt t="37580" x="4832350" y="5010150"/>
          <p14:tracePt t="37597" x="4851400" y="5048250"/>
          <p14:tracePt t="37614" x="4883150" y="5124450"/>
          <p14:tracePt t="37630" x="4914900" y="5187950"/>
          <p14:tracePt t="37647" x="4927600" y="5219700"/>
          <p14:tracePt t="37664" x="4959350" y="5270500"/>
          <p14:tracePt t="37680" x="4965700" y="5283200"/>
          <p14:tracePt t="37684" x="4965700" y="5289550"/>
          <p14:tracePt t="37696" x="4972050" y="5295900"/>
          <p14:tracePt t="37804" x="4978400" y="5289550"/>
          <p14:tracePt t="37831" x="4984750" y="5283200"/>
          <p14:tracePt t="38106" x="4978400" y="5283200"/>
          <p14:tracePt t="38127" x="4984750" y="5283200"/>
          <p14:tracePt t="38684" x="4965700" y="5283200"/>
          <p14:tracePt t="38698" x="4946650" y="5295900"/>
          <p14:tracePt t="38713" x="4914900" y="5321300"/>
          <p14:tracePt t="38719" x="4870450" y="5334000"/>
          <p14:tracePt t="38733" x="4826000" y="5365750"/>
          <p14:tracePt t="38743" x="4781550" y="5391150"/>
          <p14:tracePt t="38760" x="4737100" y="5416550"/>
          <p14:tracePt t="38776" x="4578350" y="5492750"/>
          <p14:tracePt t="38793" x="4527550" y="5518150"/>
          <p14:tracePt t="38810" x="4438650" y="5562600"/>
          <p14:tracePt t="38826" x="4375150" y="5588000"/>
          <p14:tracePt t="38843" x="4356100" y="5600700"/>
          <p14:tracePt t="38860" x="4311650" y="5619750"/>
          <p14:tracePt t="38876" x="4279900" y="5638800"/>
          <p14:tracePt t="38893" x="4267200" y="5645150"/>
          <p14:tracePt t="38909" x="4241800" y="5657850"/>
          <p14:tracePt t="38926" x="4210050" y="5676900"/>
          <p14:tracePt t="38960" x="4191000" y="5676900"/>
          <p14:tracePt t="38976" x="4191000" y="5683250"/>
          <p14:tracePt t="38993" x="4184650" y="5683250"/>
          <p14:tracePt t="39056" x="4184650" y="5689600"/>
          <p14:tracePt t="39098" x="4191000" y="5689600"/>
          <p14:tracePt t="39113" x="4197350" y="5695950"/>
          <p14:tracePt t="39147" x="4203700" y="5695950"/>
          <p14:tracePt t="39176" x="4210050" y="5695950"/>
          <p14:tracePt t="39197" x="4216400" y="5695950"/>
          <p14:tracePt t="39204" x="4222750" y="5702300"/>
          <p14:tracePt t="39218" x="4229100" y="5702300"/>
          <p14:tracePt t="39239" x="4235450" y="5702300"/>
          <p14:tracePt t="39253" x="4248150" y="5702300"/>
          <p14:tracePt t="39267" x="4254500" y="5708650"/>
          <p14:tracePt t="39275" x="4273550" y="5708650"/>
          <p14:tracePt t="39291" x="4286250" y="5708650"/>
          <p14:tracePt t="39309" x="4311650" y="5715000"/>
          <p14:tracePt t="39324" x="4343400" y="5721350"/>
          <p14:tracePt t="39341" x="4349750" y="5721350"/>
          <p14:tracePt t="39358" x="4368800" y="5727700"/>
          <p14:tracePt t="39391" x="4375150" y="5727700"/>
          <p14:tracePt t="39414" x="4381500" y="5727700"/>
          <p14:tracePt t="39456" x="4387850" y="5727700"/>
          <p14:tracePt t="39499" x="4394200" y="5727700"/>
          <p14:tracePt t="39505" x="4400550" y="5727700"/>
          <p14:tracePt t="39527" x="4406900" y="5727700"/>
          <p14:tracePt t="39547" x="4413250" y="5727700"/>
          <p14:tracePt t="39555" x="4413250" y="5734050"/>
          <p14:tracePt t="39569" x="4419600" y="5734050"/>
          <p14:tracePt t="39577" x="4425950" y="5734050"/>
          <p14:tracePt t="39591" x="4432300" y="5734050"/>
          <p14:tracePt t="39607" x="4445000" y="5740400"/>
          <p14:tracePt t="39624" x="4464050" y="5740400"/>
          <p14:tracePt t="39640" x="4483100" y="5740400"/>
          <p14:tracePt t="39657" x="4508500" y="5746750"/>
          <p14:tracePt t="39674" x="4578350" y="5759450"/>
          <p14:tracePt t="39690" x="4603750" y="5759450"/>
          <p14:tracePt t="39706" x="4616450" y="5765800"/>
          <p14:tracePt t="39723" x="4660900" y="5772150"/>
          <p14:tracePt t="39740" x="4686300" y="5778500"/>
          <p14:tracePt t="39756" x="4699000" y="5778500"/>
          <p14:tracePt t="39773" x="4711700" y="5784850"/>
          <p14:tracePt t="39789" x="4718050" y="5784850"/>
          <p14:tracePt t="39807" x="4724400" y="5784850"/>
          <p14:tracePt t="39823" x="4737100" y="5791200"/>
          <p14:tracePt t="39839" x="4743450" y="5797550"/>
          <p14:tracePt t="39872" x="4756150" y="5797550"/>
          <p14:tracePt t="39889" x="4768850" y="5797550"/>
          <p14:tracePt t="39906" x="4787900" y="5803900"/>
          <p14:tracePt t="39923" x="4806950" y="5810250"/>
          <p14:tracePt t="39939" x="4826000" y="5810250"/>
          <p14:tracePt t="39956" x="4895850" y="5829300"/>
          <p14:tracePt t="39972" x="4914900" y="5835650"/>
          <p14:tracePt t="39990" x="4959350" y="5842000"/>
          <p14:tracePt t="40005" x="4978400" y="5848350"/>
          <p14:tracePt t="40022" x="5003800" y="5848350"/>
          <p14:tracePt t="40039" x="5010150" y="5854700"/>
          <p14:tracePt t="40055" x="5016500" y="5854700"/>
          <p14:tracePt t="40089" x="5022850" y="5854700"/>
          <p14:tracePt t="40130" x="5029200" y="5854700"/>
          <p14:tracePt t="40158" x="5035550" y="5854700"/>
          <p14:tracePt t="40186" x="5041900" y="5854700"/>
          <p14:tracePt t="40263" x="5048250" y="58547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9753600" cy="6771640"/>
          </a:xfrm>
        </p:spPr>
        <p:txBody>
          <a:bodyPr/>
          <a:lstStyle/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sz="2400" spc="-100" dirty="0">
                <a:latin typeface="Lucida Console" panose="020B0609040504020204" pitchFamily="49" charset="0"/>
              </a:rPr>
              <a:t> cat deck.py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from random import shuffle as </a:t>
            </a:r>
            <a:r>
              <a:rPr lang="en-US" sz="2400" spc="-100" dirty="0" err="1">
                <a:latin typeface="Lucida Console" panose="020B0609040504020204" pitchFamily="49" charset="0"/>
              </a:rPr>
              <a:t>randshuffle</a:t>
            </a:r>
            <a:endParaRPr lang="en-US" sz="2400" spc="-1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from card import *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endParaRPr lang="en-US" sz="1800" spc="-1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class Deck(</a:t>
            </a:r>
            <a:r>
              <a:rPr lang="en-US" sz="240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Card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""" A stack of cards """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__</a:t>
            </a:r>
            <a:r>
              <a:rPr lang="en-US" sz="2400" spc="-100" dirty="0" err="1">
                <a:latin typeface="Lucida Console" panose="020B0609040504020204" pitchFamily="49" charset="0"/>
              </a:rPr>
              <a:t>init</a:t>
            </a:r>
            <a:r>
              <a:rPr lang="en-US" sz="2400" spc="-100" dirty="0">
                <a:latin typeface="Lucida Console" panose="020B0609040504020204" pitchFamily="49" charset="0"/>
              </a:rPr>
              <a:t>__(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self</a:t>
            </a:r>
            <a:r>
              <a:rPr lang="en-US" sz="2400" spc="-100" dirty="0">
                <a:latin typeface="Lucida Console" panose="020B0609040504020204" pitchFamily="49" charset="0"/>
              </a:rPr>
              <a:t>, </a:t>
            </a:r>
            <a:r>
              <a:rPr lang="en-US" sz="2400" spc="-1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=True</a:t>
            </a:r>
            <a:r>
              <a:rPr lang="en-US" sz="2400" spc="-100" dirty="0">
                <a:latin typeface="Lucida Console" panose="020B0609040504020204" pitchFamily="49" charset="0"/>
              </a:rPr>
              <a:t>, </a:t>
            </a:r>
            <a:r>
              <a:rPr lang="en-US" sz="2400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shuffle=True</a:t>
            </a:r>
            <a:r>
              <a:rPr lang="en-US" sz="2400" spc="-100" dirty="0">
                <a:latin typeface="Lucida Console" panose="020B0609040504020204" pitchFamily="49" charset="0"/>
              </a:rPr>
              <a:t>,\ 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joker=False</a:t>
            </a:r>
            <a:r>
              <a:rPr lang="en-US" sz="2400" spc="-100" dirty="0">
                <a:latin typeface="Lucida Console" panose="020B0609040504020204" pitchFamily="49" charset="0"/>
              </a:rPr>
              <a:t>, </a:t>
            </a:r>
            <a:r>
              <a:rPr lang="en-US" sz="24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pinochle=False</a:t>
            </a:r>
            <a:r>
              <a:rPr lang="en-US" sz="2400" spc="-100" dirty="0">
                <a:latin typeface="Lucida Console" panose="020B0609040504020204" pitchFamily="49" charset="0"/>
              </a:rPr>
              <a:t>, </a:t>
            </a:r>
            <a:r>
              <a:rPr lang="en-US" sz="2400" spc="-100" dirty="0" err="1">
                <a:solidFill>
                  <a:srgbClr val="FF66FF"/>
                </a:solidFill>
                <a:latin typeface="Lucida Console" panose="020B0609040504020204" pitchFamily="49" charset="0"/>
              </a:rPr>
              <a:t>numDecks</a:t>
            </a:r>
            <a:r>
              <a:rPr lang="en-US" sz="2400" spc="-100" dirty="0">
                <a:solidFill>
                  <a:srgbClr val="FF66FF"/>
                </a:solidFill>
                <a:latin typeface="Lucida Console" panose="020B0609040504020204" pitchFamily="49" charset="0"/>
              </a:rPr>
              <a:t>=1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"""</a:t>
            </a:r>
            <a:r>
              <a:rPr lang="en-US" sz="2400" spc="-1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decides if cards show when printe</a:t>
            </a:r>
            <a:r>
              <a:rPr lang="en-US" sz="2400" spc="-3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 </a:t>
            </a:r>
            <a:r>
              <a:rPr lang="en-US" sz="2400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shuffle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decides if the cards are ordered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 </a:t>
            </a:r>
            <a:r>
              <a:rPr lang="en-US" sz="24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joker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decides if the deck has jokers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 </a:t>
            </a:r>
            <a:r>
              <a:rPr lang="en-US" sz="24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pinochle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decides if cards 2-8 will be used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 </a:t>
            </a:r>
            <a:r>
              <a:rPr lang="en-US" sz="2400" spc="-100" dirty="0" err="1">
                <a:solidFill>
                  <a:srgbClr val="FF66FF"/>
                </a:solidFill>
                <a:latin typeface="Lucida Console" panose="020B0609040504020204" pitchFamily="49" charset="0"/>
              </a:rPr>
              <a:t>numDecks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decides if more decks are used"""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X=[Card(</a:t>
            </a:r>
            <a:r>
              <a:rPr lang="en-US" sz="2400" b="1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spc="-100" dirty="0" err="1">
                <a:latin typeface="Lucida Console" panose="020B0609040504020204" pitchFamily="49" charset="0"/>
              </a:rPr>
              <a:t>,</a:t>
            </a:r>
            <a:r>
              <a:rPr lang="en-US" sz="2400" b="1" spc="-100" dirty="0" err="1">
                <a:solidFill>
                  <a:srgbClr val="FF33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spc="-100" dirty="0" err="1">
                <a:latin typeface="Lucida Console" panose="020B0609040504020204" pitchFamily="49" charset="0"/>
              </a:rPr>
              <a:t>,faceup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latin typeface="Lucida Console" panose="020B0609040504020204" pitchFamily="49" charset="0"/>
              </a:rPr>
              <a:t>) for </a:t>
            </a:r>
            <a:r>
              <a:rPr lang="en-US" sz="2400" b="1" spc="-100" dirty="0">
                <a:solidFill>
                  <a:srgbClr val="FF33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spc="-100" dirty="0">
                <a:latin typeface="Lucida Console" panose="020B0609040504020204" pitchFamily="49" charset="0"/>
              </a:rPr>
              <a:t> in </a:t>
            </a:r>
            <a:r>
              <a:rPr lang="en-US" sz="2400" b="1" spc="-100" dirty="0">
                <a:solidFill>
                  <a:srgbClr val="FF3300"/>
                </a:solidFill>
                <a:latin typeface="Lucida Console" panose="020B0609040504020204" pitchFamily="49" charset="0"/>
              </a:rPr>
              <a:t>"DCHS"</a:t>
            </a:r>
            <a:r>
              <a:rPr lang="en-US" sz="2400" spc="-100" dirty="0"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for 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spc="-100" dirty="0">
                <a:latin typeface="Lucida Console" panose="020B0609040504020204" pitchFamily="49" charset="0"/>
              </a:rPr>
              <a:t> in 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"2345678"</a:t>
            </a:r>
            <a:r>
              <a:rPr lang="en-US" sz="2400" spc="-100" dirty="0">
                <a:latin typeface="Lucida Console" panose="020B0609040504020204" pitchFamily="49" charset="0"/>
              </a:rPr>
              <a:t>*(</a:t>
            </a:r>
            <a:r>
              <a:rPr lang="en-US" sz="24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not pinochle</a:t>
            </a:r>
            <a:r>
              <a:rPr lang="en-US" sz="2400" spc="-100" dirty="0">
                <a:latin typeface="Lucida Console" panose="020B0609040504020204" pitchFamily="49" charset="0"/>
              </a:rPr>
              <a:t>)+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"9TJQKA"</a:t>
            </a:r>
            <a:r>
              <a:rPr lang="en-US" sz="2400" spc="-10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if </a:t>
            </a:r>
            <a:r>
              <a:rPr lang="en-US" sz="2400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joker</a:t>
            </a:r>
            <a:r>
              <a:rPr lang="en-US" sz="2400" spc="-100" dirty="0" err="1">
                <a:latin typeface="Lucida Console" panose="020B0609040504020204" pitchFamily="49" charset="0"/>
              </a:rPr>
              <a:t>:X</a:t>
            </a:r>
            <a:r>
              <a:rPr lang="en-US" sz="2400" spc="-100" dirty="0">
                <a:latin typeface="Lucida Console" panose="020B0609040504020204" pitchFamily="49" charset="0"/>
              </a:rPr>
              <a:t>+=[Car</a:t>
            </a:r>
            <a:r>
              <a:rPr lang="en-US" sz="2400" spc="-150" dirty="0">
                <a:latin typeface="Lucida Console" panose="020B0609040504020204" pitchFamily="49" charset="0"/>
              </a:rPr>
              <a:t>d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b="1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"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Jo</a:t>
            </a:r>
            <a:r>
              <a:rPr lang="en-US" sz="2400" b="1" spc="-180" dirty="0">
                <a:solidFill>
                  <a:srgbClr val="C00000"/>
                </a:solidFill>
                <a:latin typeface="Lucida Console" panose="020B0609040504020204" pitchFamily="49" charset="0"/>
              </a:rPr>
              <a:t>k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er</a:t>
            </a:r>
            <a:r>
              <a:rPr lang="en-US" sz="2400" b="1" spc="-350" dirty="0">
                <a:solidFill>
                  <a:srgbClr val="C00000"/>
                </a:solidFill>
                <a:latin typeface="Lucida Console" panose="020B0609040504020204" pitchFamily="49" charset="0"/>
              </a:rPr>
              <a:t>"</a:t>
            </a:r>
            <a:r>
              <a:rPr lang="en-US" sz="2400" spc="-250" dirty="0">
                <a:latin typeface="Lucida Console" panose="020B0609040504020204" pitchFamily="49" charset="0"/>
              </a:rPr>
              <a:t>,</a:t>
            </a:r>
            <a:r>
              <a:rPr lang="en-US" sz="2400" b="1" spc="-100" dirty="0">
                <a:solidFill>
                  <a:srgbClr val="FF3300"/>
                </a:solidFill>
                <a:latin typeface="Lucida Console" panose="020B0609040504020204" pitchFamily="49" charset="0"/>
              </a:rPr>
              <a:t>"H</a:t>
            </a:r>
            <a:r>
              <a:rPr lang="en-US" sz="2400" b="1" spc="-350" dirty="0">
                <a:solidFill>
                  <a:srgbClr val="FF3300"/>
                </a:solidFill>
                <a:latin typeface="Lucida Console" panose="020B0609040504020204" pitchFamily="49" charset="0"/>
              </a:rPr>
              <a:t>"</a:t>
            </a:r>
            <a:r>
              <a:rPr lang="en-US" sz="2400" spc="-250" dirty="0">
                <a:latin typeface="Lucida Console" panose="020B0609040504020204" pitchFamily="49" charset="0"/>
              </a:rPr>
              <a:t>,</a:t>
            </a:r>
            <a:r>
              <a:rPr lang="en-US" sz="2400" spc="-1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faceu</a:t>
            </a:r>
            <a:r>
              <a:rPr lang="en-US" sz="2400" spc="-4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p</a:t>
            </a:r>
            <a:r>
              <a:rPr lang="en-US" sz="2400" spc="-600" dirty="0">
                <a:latin typeface="Lucida Console" panose="020B0609040504020204" pitchFamily="49" charset="0"/>
              </a:rPr>
              <a:t>)</a:t>
            </a:r>
            <a:r>
              <a:rPr lang="en-US" sz="2400" spc="-700" dirty="0">
                <a:latin typeface="Lucida Console" panose="020B0609040504020204" pitchFamily="49" charset="0"/>
              </a:rPr>
              <a:t>,</a:t>
            </a:r>
            <a:r>
              <a:rPr lang="en-US" sz="2400" spc="-400" dirty="0">
                <a:latin typeface="Lucida Console" panose="020B0609040504020204" pitchFamily="49" charset="0"/>
              </a:rPr>
              <a:t>\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       Car</a:t>
            </a:r>
            <a:r>
              <a:rPr lang="en-US" sz="2400" spc="-150" dirty="0">
                <a:latin typeface="Lucida Console" panose="020B0609040504020204" pitchFamily="49" charset="0"/>
              </a:rPr>
              <a:t>d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b="1" spc="-200" dirty="0">
                <a:solidFill>
                  <a:srgbClr val="C00000"/>
                </a:solidFill>
                <a:latin typeface="Lucida Console" panose="020B0609040504020204" pitchFamily="49" charset="0"/>
              </a:rPr>
              <a:t>"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Jo</a:t>
            </a:r>
            <a:r>
              <a:rPr lang="en-US" sz="2400" b="1" spc="-180" dirty="0">
                <a:solidFill>
                  <a:srgbClr val="C00000"/>
                </a:solidFill>
                <a:latin typeface="Lucida Console" panose="020B0609040504020204" pitchFamily="49" charset="0"/>
              </a:rPr>
              <a:t>k</a:t>
            </a:r>
            <a:r>
              <a:rPr lang="en-US" sz="2400" b="1" spc="-100" dirty="0">
                <a:solidFill>
                  <a:srgbClr val="C00000"/>
                </a:solidFill>
                <a:latin typeface="Lucida Console" panose="020B0609040504020204" pitchFamily="49" charset="0"/>
              </a:rPr>
              <a:t>er</a:t>
            </a:r>
            <a:r>
              <a:rPr lang="en-US" sz="2400" b="1" spc="-350" dirty="0">
                <a:solidFill>
                  <a:srgbClr val="C00000"/>
                </a:solidFill>
                <a:latin typeface="Lucida Console" panose="020B0609040504020204" pitchFamily="49" charset="0"/>
              </a:rPr>
              <a:t>"</a:t>
            </a:r>
            <a:r>
              <a:rPr lang="en-US" sz="2400" spc="-250" dirty="0">
                <a:latin typeface="Lucida Console" panose="020B0609040504020204" pitchFamily="49" charset="0"/>
              </a:rPr>
              <a:t>,</a:t>
            </a:r>
            <a:r>
              <a:rPr lang="en-US" sz="2400" b="1" spc="-100" dirty="0">
                <a:solidFill>
                  <a:srgbClr val="FF3300"/>
                </a:solidFill>
                <a:latin typeface="Lucida Console" panose="020B0609040504020204" pitchFamily="49" charset="0"/>
              </a:rPr>
              <a:t>"S</a:t>
            </a:r>
            <a:r>
              <a:rPr lang="en-US" sz="2400" b="1" spc="-350" dirty="0">
                <a:solidFill>
                  <a:srgbClr val="FF3300"/>
                </a:solidFill>
                <a:latin typeface="Lucida Console" panose="020B0609040504020204" pitchFamily="49" charset="0"/>
              </a:rPr>
              <a:t>"</a:t>
            </a:r>
            <a:r>
              <a:rPr lang="en-US" sz="2400" spc="-250" dirty="0">
                <a:latin typeface="Lucida Console" panose="020B0609040504020204" pitchFamily="49" charset="0"/>
              </a:rPr>
              <a:t>,</a:t>
            </a:r>
            <a:r>
              <a:rPr lang="en-US" sz="2400" spc="-1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faceu</a:t>
            </a:r>
            <a:r>
              <a:rPr lang="en-US" sz="2400" spc="-300" dirty="0" err="1">
                <a:solidFill>
                  <a:srgbClr val="719707"/>
                </a:solidFill>
                <a:latin typeface="Lucida Console" panose="020B0609040504020204" pitchFamily="49" charset="0"/>
              </a:rPr>
              <a:t>p</a:t>
            </a:r>
            <a:r>
              <a:rPr lang="en-US" sz="2400" spc="-500" dirty="0">
                <a:latin typeface="Lucida Console" panose="020B0609040504020204" pitchFamily="49" charset="0"/>
              </a:rPr>
              <a:t>)</a:t>
            </a:r>
            <a:r>
              <a:rPr lang="en-US" sz="2400" spc="-10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=X*</a:t>
            </a:r>
            <a:r>
              <a:rPr lang="en-US" sz="2400" spc="-100" dirty="0" err="1">
                <a:solidFill>
                  <a:srgbClr val="FF66FF"/>
                </a:solidFill>
                <a:latin typeface="Lucida Console" panose="020B0609040504020204" pitchFamily="49" charset="0"/>
              </a:rPr>
              <a:t>numDecks</a:t>
            </a:r>
            <a:endParaRPr lang="en-US" sz="2400" spc="-100" dirty="0">
              <a:solidFill>
                <a:srgbClr val="FF66F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if </a:t>
            </a:r>
            <a:r>
              <a:rPr lang="en-US" sz="2400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shuffle</a:t>
            </a:r>
            <a:r>
              <a:rPr lang="en-US" sz="2400" spc="-100" dirty="0">
                <a:latin typeface="Lucida Console" panose="020B0609040504020204" pitchFamily="49" charset="0"/>
              </a:rPr>
              <a:t>: </a:t>
            </a:r>
            <a:r>
              <a:rPr lang="en-US" sz="2400" spc="-100" dirty="0" err="1">
                <a:latin typeface="Lucida Console" panose="020B0609040504020204" pitchFamily="49" charset="0"/>
              </a:rPr>
              <a:t>randshuffle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3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182162" y="319207"/>
            <a:ext cx="258771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from your</a:t>
            </a:r>
            <a:b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homework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4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472"/>
    </mc:Choice>
    <mc:Fallback xmlns="">
      <p:transition spd="slow" advTm="2354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424" x="5048250" y="5848350"/>
          <p14:tracePt t="10431" x="5048250" y="5810250"/>
          <p14:tracePt t="10441" x="5048250" y="5778500"/>
          <p14:tracePt t="10458" x="5048250" y="5689600"/>
          <p14:tracePt t="10474" x="5022850" y="5492750"/>
          <p14:tracePt t="10491" x="4991100" y="5346700"/>
          <p14:tracePt t="10508" x="4921250" y="5086350"/>
          <p14:tracePt t="10524" x="4889500" y="4927600"/>
          <p14:tracePt t="10541" x="4864100" y="4794250"/>
          <p14:tracePt t="10558" x="4813300" y="4692650"/>
          <p14:tracePt t="10574" x="4781550" y="4616450"/>
          <p14:tracePt t="10591" x="4737100" y="4527550"/>
          <p14:tracePt t="10607" x="4667250" y="4387850"/>
          <p14:tracePt t="10624" x="4622800" y="4286250"/>
          <p14:tracePt t="10641" x="4546600" y="4121150"/>
          <p14:tracePt t="10657" x="4483100" y="4025900"/>
          <p14:tracePt t="10674" x="4445000" y="3956050"/>
          <p14:tracePt t="10691" x="4381500" y="3784600"/>
          <p14:tracePt t="10707" x="4356100" y="3721100"/>
          <p14:tracePt t="10724" x="4298950" y="3581400"/>
          <p14:tracePt t="10740" x="4241800" y="3467100"/>
          <p14:tracePt t="10756" x="4216400" y="3422650"/>
          <p14:tracePt t="10774" x="4159250" y="3327400"/>
          <p14:tracePt t="10790" x="4070350" y="3206750"/>
          <p14:tracePt t="10807" x="4019550" y="3136900"/>
          <p14:tracePt t="10824" x="3892550" y="2997200"/>
          <p14:tracePt t="10840" x="3733800" y="2832100"/>
          <p14:tracePt t="10856" x="3644900" y="2730500"/>
          <p14:tracePt t="10873" x="3441700" y="2533650"/>
          <p14:tracePt t="10890" x="3225800" y="2355850"/>
          <p14:tracePt t="10906" x="3117850" y="2266950"/>
          <p14:tracePt t="10923" x="2952750" y="2152650"/>
          <p14:tracePt t="10939" x="2825750" y="2076450"/>
          <p14:tracePt t="10957" x="2755900" y="2057400"/>
          <p14:tracePt t="10973" x="2705100" y="2038350"/>
          <p14:tracePt t="10989" x="2603500" y="1993900"/>
          <p14:tracePt t="11006" x="2578100" y="1987550"/>
          <p14:tracePt t="11022" x="2546350" y="1968500"/>
          <p14:tracePt t="11039" x="2495550" y="1968500"/>
          <p14:tracePt t="11056" x="2482850" y="1974850"/>
          <p14:tracePt t="11072" x="2470150" y="1974850"/>
          <p14:tracePt t="11089" x="2463800" y="1981200"/>
          <p14:tracePt t="11106" x="2451100" y="2000250"/>
          <p14:tracePt t="11122" x="2451100" y="2012950"/>
          <p14:tracePt t="11139" x="2451100" y="2019300"/>
          <p14:tracePt t="11156" x="2444750" y="2032000"/>
          <p14:tracePt t="11172" x="2438400" y="2051050"/>
          <p14:tracePt t="11189" x="2425700" y="2082800"/>
          <p14:tracePt t="11205" x="2413000" y="2095500"/>
          <p14:tracePt t="11222" x="2400300" y="2139950"/>
          <p14:tracePt t="11239" x="2381250" y="2171700"/>
          <p14:tracePt t="11256" x="2374900" y="2184400"/>
          <p14:tracePt t="11273" x="2368550" y="2209800"/>
          <p14:tracePt t="11288" x="2362200" y="2235200"/>
          <p14:tracePt t="11305" x="2362200" y="2247900"/>
          <p14:tracePt t="11322" x="2355850" y="2266950"/>
          <p14:tracePt t="11338" x="2349500" y="2279650"/>
          <p14:tracePt t="11355" x="2349500" y="2298700"/>
          <p14:tracePt t="11372" x="2336800" y="2317750"/>
          <p14:tracePt t="11388" x="2330450" y="2324100"/>
          <p14:tracePt t="11404" x="2324100" y="2336800"/>
          <p14:tracePt t="11421" x="2324100" y="2343150"/>
          <p14:tracePt t="11455" x="2317750" y="2349500"/>
          <p14:tracePt t="11540" x="2317750" y="2355850"/>
          <p14:tracePt t="11561" x="2324100" y="2355850"/>
          <p14:tracePt t="11568" x="2330450" y="2355850"/>
          <p14:tracePt t="11582" x="2336800" y="2355850"/>
          <p14:tracePt t="11591" x="2343150" y="2355850"/>
          <p14:tracePt t="11605" x="2362200" y="2355850"/>
          <p14:tracePt t="11620" x="2381250" y="2355850"/>
          <p14:tracePt t="11638" x="2520950" y="2343150"/>
          <p14:tracePt t="11653" x="2597150" y="2343150"/>
          <p14:tracePt t="11671" x="2673350" y="2343150"/>
          <p14:tracePt t="11687" x="2838450" y="2343150"/>
          <p14:tracePt t="11704" x="3009900" y="2336800"/>
          <p14:tracePt t="11720" x="3086100" y="2336800"/>
          <p14:tracePt t="11737" x="3187700" y="2324100"/>
          <p14:tracePt t="11753" x="3282950" y="2317750"/>
          <p14:tracePt t="11770" x="3302000" y="2311400"/>
          <p14:tracePt t="11787" x="3346450" y="2305050"/>
          <p14:tracePt t="11804" x="3365500" y="2305050"/>
          <p14:tracePt t="11820" x="3371850" y="2305050"/>
          <p14:tracePt t="11863" x="3371850" y="2298700"/>
          <p14:tracePt t="11891" x="3365500" y="2298700"/>
          <p14:tracePt t="11905" x="3359150" y="2292350"/>
          <p14:tracePt t="11912" x="3346450" y="2286000"/>
          <p14:tracePt t="11920" x="3346450" y="2279650"/>
          <p14:tracePt t="11936" x="3333750" y="2273300"/>
          <p14:tracePt t="12292" x="3340100" y="2273300"/>
          <p14:tracePt t="12299" x="3371850" y="2279650"/>
          <p14:tracePt t="12313" x="3409950" y="2292350"/>
          <p14:tracePt t="12322" x="3467100" y="2311400"/>
          <p14:tracePt t="12338" x="3511550" y="2336800"/>
          <p14:tracePt t="12351" x="3562350" y="2343150"/>
          <p14:tracePt t="12368" x="3695700" y="2381250"/>
          <p14:tracePt t="12385" x="3854450" y="2400300"/>
          <p14:tracePt t="12401" x="3930650" y="2413000"/>
          <p14:tracePt t="12418" x="4057650" y="2413000"/>
          <p14:tracePt t="12434" x="4140200" y="2419350"/>
          <p14:tracePt t="12451" x="4171950" y="2419350"/>
          <p14:tracePt t="12468" x="4216400" y="2419350"/>
          <p14:tracePt t="12484" x="4267200" y="2425700"/>
          <p14:tracePt t="12501" x="4279900" y="2425700"/>
          <p14:tracePt t="12517" x="4330700" y="2438400"/>
          <p14:tracePt t="12534" x="4362450" y="2438400"/>
          <p14:tracePt t="12550" x="4375150" y="2438400"/>
          <p14:tracePt t="12567" x="4406900" y="2438400"/>
          <p14:tracePt t="12584" x="4425950" y="2438400"/>
          <p14:tracePt t="12602" x="4445000" y="2438400"/>
          <p14:tracePt t="12633" x="4457700" y="2438400"/>
          <p14:tracePt t="12650" x="4464050" y="2438400"/>
          <p14:tracePt t="12667" x="4470400" y="2438400"/>
          <p14:tracePt t="12683" x="4470400" y="2432050"/>
          <p14:tracePt t="13064" x="4451350" y="2432050"/>
          <p14:tracePt t="13070" x="4419600" y="2432050"/>
          <p14:tracePt t="13085" x="4381500" y="2432050"/>
          <p14:tracePt t="13099" x="4356100" y="2432050"/>
          <p14:tracePt t="13115" x="4279900" y="2432050"/>
          <p14:tracePt t="13132" x="4241800" y="2432050"/>
          <p14:tracePt t="13136" x="4184650" y="2432050"/>
          <p14:tracePt t="13149" x="4146550" y="2432050"/>
          <p14:tracePt t="13165" x="4032250" y="2432050"/>
          <p14:tracePt t="13183" x="3898900" y="2444750"/>
          <p14:tracePt t="13198" x="3835400" y="2444750"/>
          <p14:tracePt t="13215" x="3784600" y="2451100"/>
          <p14:tracePt t="13232" x="3683000" y="2451100"/>
          <p14:tracePt t="13248" x="3657600" y="2451100"/>
          <p14:tracePt t="13265" x="3644900" y="2451100"/>
          <p14:tracePt t="13281" x="3625850" y="2457450"/>
          <p14:tracePt t="13298" x="3619500" y="2457450"/>
          <p14:tracePt t="13344" x="3619500" y="2463800"/>
          <p14:tracePt t="13435" x="3625850" y="2463800"/>
          <p14:tracePt t="13442" x="3632200" y="2463800"/>
          <p14:tracePt t="13457" x="3638550" y="2463800"/>
          <p14:tracePt t="13477" x="3651250" y="2463800"/>
          <p14:tracePt t="13499" x="3670300" y="2463800"/>
          <p14:tracePt t="13505" x="3702050" y="2463800"/>
          <p14:tracePt t="13514" x="3752850" y="2451100"/>
          <p14:tracePt t="13530" x="3822700" y="2432050"/>
          <p14:tracePt t="13548" x="4000500" y="2406650"/>
          <p14:tracePt t="13564" x="4121150" y="2381250"/>
          <p14:tracePt t="13580" x="4349750" y="2343150"/>
          <p14:tracePt t="13597" x="4584700" y="2279650"/>
          <p14:tracePt t="13614" x="4686300" y="2266950"/>
          <p14:tracePt t="13630" x="4832350" y="2228850"/>
          <p14:tracePt t="13647" x="4914900" y="2203450"/>
          <p14:tracePt t="13663" x="4933950" y="2203450"/>
          <p14:tracePt t="13681" x="4953000" y="2190750"/>
          <p14:tracePt t="13713" x="4953000" y="2184400"/>
          <p14:tracePt t="13730" x="4946650" y="2184400"/>
          <p14:tracePt t="13746" x="4940300" y="2184400"/>
          <p14:tracePt t="13763" x="4933950" y="2184400"/>
          <p14:tracePt t="13780" x="4921250" y="2184400"/>
          <p14:tracePt t="13796" x="4908550" y="2190750"/>
          <p14:tracePt t="13813" x="4908550" y="2197100"/>
          <p14:tracePt t="13830" x="4895850" y="2197100"/>
          <p14:tracePt t="13846" x="4883150" y="2203450"/>
          <p14:tracePt t="13864" x="4838700" y="2216150"/>
          <p14:tracePt t="13879" x="4800600" y="2222500"/>
          <p14:tracePt t="13896" x="4756150" y="2228850"/>
          <p14:tracePt t="13913" x="4648200" y="2260600"/>
          <p14:tracePt t="13929" x="4464050" y="2286000"/>
          <p14:tracePt t="13946" x="4362450" y="2311400"/>
          <p14:tracePt t="13963" x="4146550" y="2343150"/>
          <p14:tracePt t="13979" x="3956050" y="2343150"/>
          <p14:tracePt t="13996" x="3816350" y="2343150"/>
          <p14:tracePt t="14012" x="3771900" y="2336800"/>
          <p14:tracePt t="14029" x="3702050" y="2330450"/>
          <p14:tracePt t="14046" x="3676650" y="2330450"/>
          <p14:tracePt t="14062" x="3651250" y="2330450"/>
          <p14:tracePt t="14079" x="3625850" y="2324100"/>
          <p14:tracePt t="14096" x="3613150" y="2324100"/>
          <p14:tracePt t="14112" x="3600450" y="2324100"/>
          <p14:tracePt t="14129" x="3600450" y="2317750"/>
          <p14:tracePt t="14132" x="3587750" y="2317750"/>
          <p14:tracePt t="14145" x="3562350" y="2311400"/>
          <p14:tracePt t="14162" x="3549650" y="2311400"/>
          <p14:tracePt t="14179" x="3517900" y="2311400"/>
          <p14:tracePt t="14194" x="3479800" y="2324100"/>
          <p14:tracePt t="14555" x="3479800" y="2336800"/>
          <p14:tracePt t="14569" x="3479800" y="2355850"/>
          <p14:tracePt t="14575" x="3479800" y="2387600"/>
          <p14:tracePt t="14590" x="3479800" y="2413000"/>
          <p14:tracePt t="14597" x="3479800" y="2444750"/>
          <p14:tracePt t="14614" x="3479800" y="2470150"/>
          <p14:tracePt t="14626" x="3479800" y="2527300"/>
          <p14:tracePt t="14643" x="3479800" y="2559050"/>
          <p14:tracePt t="14661" x="3479800" y="2616200"/>
          <p14:tracePt t="14676" x="3479800" y="2641600"/>
          <p14:tracePt t="14693" x="3467100" y="2711450"/>
          <p14:tracePt t="14710" x="3467100" y="2781300"/>
          <p14:tracePt t="14726" x="3460750" y="2819400"/>
          <p14:tracePt t="14743" x="3460750" y="2901950"/>
          <p14:tracePt t="14760" x="3479800" y="2997200"/>
          <p14:tracePt t="14776" x="3486150" y="3060700"/>
          <p14:tracePt t="14793" x="3543300" y="3175000"/>
          <p14:tracePt t="14810" x="3606800" y="3263900"/>
          <p14:tracePt t="14826" x="3632200" y="3302000"/>
          <p14:tracePt t="14843" x="3676650" y="3340100"/>
          <p14:tracePt t="14859" x="3702050" y="3352800"/>
          <p14:tracePt t="14876" x="3708400" y="3352800"/>
          <p14:tracePt t="14893" x="3721100" y="3333750"/>
          <p14:tracePt t="14909" x="3733800" y="3308350"/>
          <p14:tracePt t="14927" x="3740150" y="3276600"/>
          <p14:tracePt t="14943" x="3746500" y="3251200"/>
          <p14:tracePt t="14959" x="3752850" y="3238500"/>
          <p14:tracePt t="14976" x="3784600" y="3181350"/>
          <p14:tracePt t="14992" x="3822700" y="3105150"/>
          <p14:tracePt t="15009" x="3854450" y="3060700"/>
          <p14:tracePt t="15025" x="3892550" y="2984500"/>
          <p14:tracePt t="15042" x="3937000" y="2908300"/>
          <p14:tracePt t="15059" x="3949700" y="2876550"/>
          <p14:tracePt t="15075" x="3975100" y="2800350"/>
          <p14:tracePt t="15092" x="3994150" y="2762250"/>
          <p14:tracePt t="15110" x="4013200" y="2717800"/>
          <p14:tracePt t="15125" x="4025900" y="2705100"/>
          <p14:tracePt t="15129" x="4038600" y="2686050"/>
          <p14:tracePt t="15142" x="4064000" y="2667000"/>
          <p14:tracePt t="15159" x="4102100" y="2647950"/>
          <p14:tracePt t="15175" x="4133850" y="2635250"/>
          <p14:tracePt t="15191" x="4197350" y="2609850"/>
          <p14:tracePt t="15208" x="4279900" y="2590800"/>
          <p14:tracePt t="15225" x="4318000" y="2590800"/>
          <p14:tracePt t="15243" x="4381500" y="2571750"/>
          <p14:tracePt t="15258" x="4641850" y="2533650"/>
          <p14:tracePt t="15274" x="4730750" y="2527300"/>
          <p14:tracePt t="15292" x="4914900" y="2501900"/>
          <p14:tracePt t="15308" x="5003800" y="2495550"/>
          <p14:tracePt t="15324" x="5194300" y="2482850"/>
          <p14:tracePt t="15341" x="5410200" y="2451100"/>
          <p14:tracePt t="15358" x="5511800" y="2444750"/>
          <p14:tracePt t="15374" x="5715000" y="2432050"/>
          <p14:tracePt t="15391" x="5930900" y="2419350"/>
          <p14:tracePt t="15408" x="6032500" y="2419350"/>
          <p14:tracePt t="15424" x="6216650" y="2413000"/>
          <p14:tracePt t="15440" x="6394450" y="2419350"/>
          <p14:tracePt t="15457" x="6496050" y="2419350"/>
          <p14:tracePt t="15474" x="6699250" y="2425700"/>
          <p14:tracePt t="15490" x="6877050" y="2444750"/>
          <p14:tracePt t="15507" x="6965950" y="2444750"/>
          <p14:tracePt t="15524" x="7118350" y="2444750"/>
          <p14:tracePt t="15540" x="7264400" y="2463800"/>
          <p14:tracePt t="15557" x="7327900" y="2476500"/>
          <p14:tracePt t="15574" x="7404100" y="2476500"/>
          <p14:tracePt t="15590" x="7442200" y="2476500"/>
          <p14:tracePt t="15608" x="7505700" y="2476500"/>
          <p14:tracePt t="15623" x="7518400" y="2476500"/>
          <p14:tracePt t="15640" x="7524750" y="2476500"/>
          <p14:tracePt t="15657" x="7524750" y="2470150"/>
          <p14:tracePt t="15673" x="7518400" y="2463800"/>
          <p14:tracePt t="15690" x="7512050" y="2457450"/>
          <p14:tracePt t="15706" x="7480300" y="2457450"/>
          <p14:tracePt t="15723" x="7442200" y="2457450"/>
          <p14:tracePt t="15740" x="7385050" y="2451100"/>
          <p14:tracePt t="15756" x="7169150" y="2432050"/>
          <p14:tracePt t="15773" x="6731000" y="2400300"/>
          <p14:tracePt t="15791" x="6178550" y="2374900"/>
          <p14:tracePt t="15806" x="5835650" y="2355850"/>
          <p14:tracePt t="15823" x="5207000" y="2343150"/>
          <p14:tracePt t="15840" x="4584700" y="2324100"/>
          <p14:tracePt t="15856" x="4324350" y="2324100"/>
          <p14:tracePt t="15872" x="4114800" y="2324100"/>
          <p14:tracePt t="15889" x="3702050" y="2330450"/>
          <p14:tracePt t="15906" x="3613150" y="2330450"/>
          <p14:tracePt t="15923" x="3524250" y="2330450"/>
          <p14:tracePt t="15939" x="3416300" y="2368550"/>
          <p14:tracePt t="15955" x="3352800" y="2374900"/>
          <p14:tracePt t="15973" x="3346450" y="2374900"/>
          <p14:tracePt t="16005" x="3346450" y="2381250"/>
          <p14:tracePt t="16022" x="3384550" y="2381250"/>
          <p14:tracePt t="16039" x="3422650" y="2381250"/>
          <p14:tracePt t="16055" x="3536950" y="2374900"/>
          <p14:tracePt t="16072" x="3752850" y="2362200"/>
          <p14:tracePt t="16089" x="3930650" y="2355850"/>
          <p14:tracePt t="16105" x="4406900" y="2324100"/>
          <p14:tracePt t="16121" x="4972050" y="2279650"/>
          <p14:tracePt t="16138" x="5257800" y="2260600"/>
          <p14:tracePt t="16142" x="5499100" y="2247900"/>
          <p14:tracePt t="16158" x="5683250" y="2247900"/>
          <p14:tracePt t="16171" x="6007100" y="2254250"/>
          <p14:tracePt t="16188" x="6127750" y="2254250"/>
          <p14:tracePt t="16205" x="6350000" y="2273300"/>
          <p14:tracePt t="16221" x="6413500" y="2279650"/>
          <p14:tracePt t="16238" x="6508750" y="2305050"/>
          <p14:tracePt t="16254" x="6559550" y="2317750"/>
          <p14:tracePt t="16271" x="6572250" y="2324100"/>
          <p14:tracePt t="16288" x="6591300" y="2343150"/>
          <p14:tracePt t="16304" x="6597650" y="2349500"/>
          <p14:tracePt t="16338" x="6591300" y="2355850"/>
          <p14:tracePt t="16354" x="6578600" y="2362200"/>
          <p14:tracePt t="16387" x="6559550" y="2374900"/>
          <p14:tracePt t="16404" x="6553200" y="2374900"/>
          <p14:tracePt t="16437" x="6540500" y="2374900"/>
          <p14:tracePt t="16454" x="6534150" y="2381250"/>
          <p14:tracePt t="16473" x="6527800" y="2381250"/>
          <p14:tracePt t="16487" x="6521450" y="2381250"/>
          <p14:tracePt t="16504" x="6515100" y="2381250"/>
          <p14:tracePt t="16520" x="6496050" y="2393950"/>
          <p14:tracePt t="16936" x="6445250" y="2406650"/>
          <p14:tracePt t="16943" x="6369050" y="2425700"/>
          <p14:tracePt t="16957" x="6273800" y="2438400"/>
          <p14:tracePt t="16969" x="6197600" y="2463800"/>
          <p14:tracePt t="16985" x="6038850" y="2527300"/>
          <p14:tracePt t="17002" x="5969000" y="2546350"/>
          <p14:tracePt t="17019" x="5810250" y="2603500"/>
          <p14:tracePt t="17035" x="5638800" y="2647950"/>
          <p14:tracePt t="17052" x="5581650" y="2660650"/>
          <p14:tracePt t="17069" x="5486400" y="2711450"/>
          <p14:tracePt t="17085" x="5435600" y="2730500"/>
          <p14:tracePt t="17101" x="5422900" y="2736850"/>
          <p14:tracePt t="17119" x="5397500" y="2749550"/>
          <p14:tracePt t="17135" x="5378450" y="2762250"/>
          <p14:tracePt t="17151" x="5372100" y="2774950"/>
          <p14:tracePt t="17155" x="5359400" y="2794000"/>
          <p14:tracePt t="17168" x="5359400" y="2813050"/>
          <p14:tracePt t="17185" x="5346700" y="2876550"/>
          <p14:tracePt t="30960" x="5289550" y="2844800"/>
          <p14:tracePt t="30966" x="5219700" y="2794000"/>
          <p14:tracePt t="30973" x="5137150" y="2730500"/>
          <p14:tracePt t="30988" x="4965700" y="2603500"/>
          <p14:tracePt t="31003" x="4692650" y="2438400"/>
          <p14:tracePt t="31020" x="4489450" y="2298700"/>
          <p14:tracePt t="31037" x="4222750" y="2146300"/>
          <p14:tracePt t="31053" x="4083050" y="2076450"/>
          <p14:tracePt t="31070" x="3943350" y="2006600"/>
          <p14:tracePt t="31086" x="3746500" y="1943100"/>
          <p14:tracePt t="31103" x="3594100" y="1892300"/>
          <p14:tracePt t="31120" x="3371850" y="1822450"/>
          <p14:tracePt t="31136" x="3238500" y="1784350"/>
          <p14:tracePt t="31153" x="3117850" y="1746250"/>
          <p14:tracePt t="31170" x="3003550" y="1720850"/>
          <p14:tracePt t="31186" x="2946400" y="1708150"/>
          <p14:tracePt t="31203" x="2895600" y="1701800"/>
          <p14:tracePt t="31220" x="2832100" y="1701800"/>
          <p14:tracePt t="31236" x="2806700" y="1701800"/>
          <p14:tracePt t="31253" x="2774950" y="1701800"/>
          <p14:tracePt t="31270" x="2736850" y="1701800"/>
          <p14:tracePt t="31286" x="2717800" y="1714500"/>
          <p14:tracePt t="31303" x="2654300" y="1739900"/>
          <p14:tracePt t="31319" x="2597150" y="1778000"/>
          <p14:tracePt t="31336" x="2546350" y="1816100"/>
          <p14:tracePt t="31340" x="2520950" y="1828800"/>
          <p14:tracePt t="31353" x="2501900" y="1841500"/>
          <p14:tracePt t="31369" x="2444750" y="1873250"/>
          <p14:tracePt t="31385" x="2406650" y="1879600"/>
          <p14:tracePt t="31402" x="2368550" y="1892300"/>
          <p14:tracePt t="31419" x="2349500" y="1892300"/>
          <p14:tracePt t="31436" x="2336800" y="1898650"/>
          <p14:tracePt t="31452" x="2330450" y="1898650"/>
          <p14:tracePt t="31536" x="2336800" y="1898650"/>
          <p14:tracePt t="31564" x="2343150" y="1898650"/>
          <p14:tracePt t="32769" x="2343150" y="1885950"/>
          <p14:tracePt t="32783" x="2349500" y="1873250"/>
          <p14:tracePt t="32790" x="2355850" y="1860550"/>
          <p14:tracePt t="32804" x="2368550" y="1847850"/>
          <p14:tracePt t="32813" x="2374900" y="1828800"/>
          <p14:tracePt t="32831" x="2381250" y="1816100"/>
          <p14:tracePt t="32834" x="2393950" y="1790700"/>
          <p14:tracePt t="32847" x="2413000" y="1778000"/>
          <p14:tracePt t="32864" x="2432050" y="1752600"/>
          <p14:tracePt t="32881" x="2451100" y="1733550"/>
          <p14:tracePt t="32897" x="2463800" y="1727200"/>
          <p14:tracePt t="32913" x="2476500" y="1714500"/>
          <p14:tracePt t="32930" x="2482850" y="1708150"/>
          <p14:tracePt t="32963" x="2489200" y="1708150"/>
          <p14:tracePt t="32981" x="2495550" y="1708150"/>
          <p14:tracePt t="33000" x="2501900" y="1708150"/>
          <p14:tracePt t="33022" x="2508250" y="1708150"/>
          <p14:tracePt t="33050" x="2514600" y="1708150"/>
          <p14:tracePt t="33141" x="2514600" y="1714500"/>
          <p14:tracePt t="33155" x="2514600" y="1720850"/>
          <p14:tracePt t="33161" x="2508250" y="1727200"/>
          <p14:tracePt t="33169" x="2508250" y="1733550"/>
          <p14:tracePt t="33180" x="2501900" y="1733550"/>
          <p14:tracePt t="35067" x="2489200" y="1733550"/>
          <p14:tracePt t="35095" x="2451100" y="1739900"/>
          <p14:tracePt t="35102" x="2432050" y="1739900"/>
          <p14:tracePt t="35116" x="2419350" y="1739900"/>
          <p14:tracePt t="35130" x="2400300" y="1746250"/>
          <p14:tracePt t="35146" x="2393950" y="1746250"/>
          <p14:tracePt t="35155" x="2381250" y="1746250"/>
          <p14:tracePt t="35172" x="2374900" y="1746250"/>
          <p14:tracePt t="35189" x="2355850" y="1746250"/>
          <p14:tracePt t="35235" x="2349500" y="1746250"/>
          <p14:tracePt t="35264" x="2343150" y="1746250"/>
          <p14:tracePt t="35298" x="2330450" y="1746250"/>
          <p14:tracePt t="35319" x="2324100" y="1752600"/>
          <p14:tracePt t="35382" x="2324100" y="1758950"/>
          <p14:tracePt t="35404" x="2330450" y="1765300"/>
          <p14:tracePt t="35418" x="2336800" y="1765300"/>
          <p14:tracePt t="35432" x="2343150" y="1765300"/>
          <p14:tracePt t="35446" x="2349500" y="1765300"/>
          <p14:tracePt t="35455" x="2362200" y="1765300"/>
          <p14:tracePt t="35471" x="2387600" y="1778000"/>
          <p14:tracePt t="35488" x="2406650" y="1778000"/>
          <p14:tracePt t="35504" x="2432050" y="1784350"/>
          <p14:tracePt t="35521" x="2463800" y="1784350"/>
          <p14:tracePt t="35538" x="2514600" y="1797050"/>
          <p14:tracePt t="35554" x="2540000" y="1797050"/>
          <p14:tracePt t="35572" x="2565400" y="1797050"/>
          <p14:tracePt t="35588" x="2603500" y="1803400"/>
          <p14:tracePt t="35604" x="2609850" y="1803400"/>
          <p14:tracePt t="35621" x="2622550" y="1803400"/>
          <p14:tracePt t="35672" x="2622550" y="1809750"/>
          <p14:tracePt t="39220" x="2654300" y="1841500"/>
          <p14:tracePt t="39227" x="2724150" y="1885950"/>
          <p14:tracePt t="39244" x="2806700" y="1949450"/>
          <p14:tracePt t="39258" x="2901950" y="2025650"/>
          <p14:tracePt t="39275" x="3060700" y="2159000"/>
          <p14:tracePt t="39291" x="3200400" y="2260600"/>
          <p14:tracePt t="39308" x="3257550" y="2298700"/>
          <p14:tracePt t="39326" x="3346450" y="2362200"/>
          <p14:tracePt t="39341" x="3422650" y="2419350"/>
          <p14:tracePt t="39359" x="3473450" y="2457450"/>
          <p14:tracePt t="39375" x="3549650" y="2508250"/>
          <p14:tracePt t="39391" x="3600450" y="2546350"/>
          <p14:tracePt t="39409" x="3644900" y="2578100"/>
          <p14:tracePt t="39424" x="3657600" y="2578100"/>
          <p14:tracePt t="39441" x="3676650" y="2584450"/>
          <p14:tracePt t="39457" x="3683000" y="2584450"/>
          <p14:tracePt t="39474" x="3695700" y="2584450"/>
          <p14:tracePt t="39491" x="3708400" y="2584450"/>
          <p14:tracePt t="39508" x="3727450" y="2584450"/>
          <p14:tracePt t="39544" x="3733800" y="2578100"/>
          <p14:tracePt t="39557" x="3740150" y="2578100"/>
          <p14:tracePt t="39574" x="3746500" y="2565400"/>
          <p14:tracePt t="39590" x="3752850" y="2559050"/>
          <p14:tracePt t="39607" x="3752850" y="2552700"/>
          <p14:tracePt t="39624" x="3759200" y="2552700"/>
          <p14:tracePt t="39670" x="3752850" y="2552700"/>
          <p14:tracePt t="40014" x="3790950" y="2546350"/>
          <p14:tracePt t="40021" x="3854450" y="2527300"/>
          <p14:tracePt t="40034" x="3937000" y="2508250"/>
          <p14:tracePt t="40042" x="4025900" y="2489200"/>
          <p14:tracePt t="40059" x="4121150" y="2457450"/>
          <p14:tracePt t="40072" x="4286250" y="2406650"/>
          <p14:tracePt t="40089" x="4368800" y="2400300"/>
          <p14:tracePt t="40106" x="4546600" y="2368550"/>
          <p14:tracePt t="40122" x="4641850" y="2349500"/>
          <p14:tracePt t="40139" x="4819650" y="2305050"/>
          <p14:tracePt t="40155" x="4953000" y="2279650"/>
          <p14:tracePt t="40172" x="4984750" y="2279650"/>
          <p14:tracePt t="40189" x="5054600" y="2273300"/>
          <p14:tracePt t="40205" x="5073650" y="2273300"/>
          <p14:tracePt t="40222" x="5086350" y="2273300"/>
          <p14:tracePt t="40239" x="5111750" y="2273300"/>
          <p14:tracePt t="40255" x="5130800" y="2273300"/>
          <p14:tracePt t="40271" x="5143500" y="2273300"/>
          <p14:tracePt t="40288" x="5156200" y="2273300"/>
          <p14:tracePt t="40305" x="5175250" y="2273300"/>
          <p14:tracePt t="40322" x="5181600" y="2273300"/>
          <p14:tracePt t="40338" x="5187950" y="2279650"/>
          <p14:tracePt t="40354" x="5194300" y="2279650"/>
          <p14:tracePt t="40388" x="5200650" y="2279650"/>
          <p14:tracePt t="40408" x="5200650" y="2286000"/>
          <p14:tracePt t="40442" x="5207000" y="2286000"/>
          <p14:tracePt t="40533" x="5200650" y="2286000"/>
          <p14:tracePt t="41018" x="5168900" y="2286000"/>
          <p14:tracePt t="41025" x="5118100" y="2286000"/>
          <p14:tracePt t="41039" x="5067300" y="2286000"/>
          <p14:tracePt t="41053" x="4959350" y="2305050"/>
          <p14:tracePt t="41069" x="4895850" y="2305050"/>
          <p14:tracePt t="41085" x="4832350" y="2305050"/>
          <p14:tracePt t="41102" x="4654550" y="2305050"/>
          <p14:tracePt t="41119" x="4489450" y="2305050"/>
          <p14:tracePt t="41135" x="4406900" y="2317750"/>
          <p14:tracePt t="41152" x="4254500" y="2336800"/>
          <p14:tracePt t="41168" x="4095750" y="2362200"/>
          <p14:tracePt t="41186" x="3956050" y="2381250"/>
          <p14:tracePt t="41202" x="3898900" y="2393950"/>
          <p14:tracePt t="41218" x="3816350" y="2400300"/>
          <p14:tracePt t="41236" x="3771900" y="2406650"/>
          <p14:tracePt t="41252" x="3746500" y="2406650"/>
          <p14:tracePt t="41269" x="3708400" y="2406650"/>
          <p14:tracePt t="41285" x="3676650" y="2406650"/>
          <p14:tracePt t="41301" x="3663950" y="2413000"/>
          <p14:tracePt t="41318" x="3651250" y="2413000"/>
          <p14:tracePt t="41335" x="3581400" y="2413000"/>
          <p14:tracePt t="41351" x="3530600" y="2413000"/>
          <p14:tracePt t="41369" x="3429000" y="2413000"/>
          <p14:tracePt t="41384" x="3295650" y="2393950"/>
          <p14:tracePt t="41401" x="3219450" y="2362200"/>
          <p14:tracePt t="41418" x="3022600" y="2311400"/>
          <p14:tracePt t="41435" x="2908300" y="2279650"/>
          <p14:tracePt t="41451" x="2686050" y="2190750"/>
          <p14:tracePt t="41467" x="2463800" y="2089150"/>
          <p14:tracePt t="41484" x="2368550" y="2044700"/>
          <p14:tracePt t="41501" x="2241550" y="1968500"/>
          <p14:tracePt t="41518" x="2139950" y="1892300"/>
          <p14:tracePt t="41534" x="2108200" y="1879600"/>
          <p14:tracePt t="41551" x="2032000" y="1797050"/>
          <p14:tracePt t="41567" x="2019300" y="1778000"/>
          <p14:tracePt t="41584" x="2012950" y="1758950"/>
          <p14:tracePt t="41600" x="2000250" y="1733550"/>
          <p14:tracePt t="41617" x="2000250" y="1720850"/>
          <p14:tracePt t="41634" x="2000250" y="1714500"/>
          <p14:tracePt t="41650" x="2000250" y="1708150"/>
          <p14:tracePt t="41734" x="2000250" y="1714500"/>
          <p14:tracePt t="41755" x="2000250" y="1720850"/>
          <p14:tracePt t="41762" x="2006600" y="1727200"/>
          <p14:tracePt t="41776" x="2012950" y="1727200"/>
          <p14:tracePt t="41797" x="2019300" y="1733550"/>
          <p14:tracePt t="41804" x="2044700" y="1752600"/>
          <p14:tracePt t="41820" x="2076450" y="1771650"/>
          <p14:tracePt t="41832" x="2120900" y="1803400"/>
          <p14:tracePt t="41850" x="2292350" y="1917700"/>
          <p14:tracePt t="41867" x="2571750" y="2038350"/>
          <p14:tracePt t="41882" x="2736850" y="2120900"/>
          <p14:tracePt t="41899" x="3124200" y="2286000"/>
          <p14:tracePt t="41916" x="3549650" y="2438400"/>
          <p14:tracePt t="41932" x="3810000" y="2514600"/>
          <p14:tracePt t="41949" x="4025900" y="2584450"/>
          <p14:tracePt t="41953" x="4254500" y="2647950"/>
          <p14:tracePt t="41967" x="4660900" y="2743200"/>
          <p14:tracePt t="41982" x="4883150" y="2768600"/>
          <p14:tracePt t="41999" x="5080000" y="2806700"/>
          <p14:tracePt t="42016" x="5384800" y="2819400"/>
          <p14:tracePt t="42032" x="5600700" y="2813050"/>
          <p14:tracePt t="42049" x="5746750" y="2755900"/>
          <p14:tracePt t="42065" x="5816600" y="2736850"/>
          <p14:tracePt t="42082" x="5911850" y="2711450"/>
          <p14:tracePt t="42099" x="5962650" y="2698750"/>
          <p14:tracePt t="42115" x="5981700" y="2692400"/>
          <p14:tracePt t="42132" x="6013450" y="2673350"/>
          <p14:tracePt t="42149" x="6032500" y="2667000"/>
          <p14:tracePt t="42165" x="6032500" y="2660650"/>
          <p14:tracePt t="42181" x="6038850" y="2654300"/>
          <p14:tracePt t="42198" x="6045200" y="2641600"/>
          <p14:tracePt t="42246" x="6045200" y="2635250"/>
          <p14:tracePt t="42260" x="6045200" y="2628900"/>
          <p14:tracePt t="42268" x="6045200" y="2622550"/>
          <p14:tracePt t="42284" x="6038850" y="2622550"/>
          <p14:tracePt t="42298" x="6032500" y="2622550"/>
          <p14:tracePt t="42315" x="6013450" y="2616200"/>
          <p14:tracePt t="42331" x="6000750" y="2616200"/>
          <p14:tracePt t="42348" x="5994400" y="2609850"/>
          <p14:tracePt t="42364" x="5962650" y="2603500"/>
          <p14:tracePt t="42381" x="5880100" y="2584450"/>
          <p14:tracePt t="42397" x="5810250" y="2565400"/>
          <p14:tracePt t="42415" x="5657850" y="2546350"/>
          <p14:tracePt t="42430" x="5511800" y="2508250"/>
          <p14:tracePt t="42447" x="5454650" y="2489200"/>
          <p14:tracePt t="42451" x="5416550" y="2482850"/>
          <p14:tracePt t="42464" x="5372100" y="2463800"/>
          <p14:tracePt t="42480" x="5321300" y="2444750"/>
          <p14:tracePt t="42497" x="5302250" y="2438400"/>
          <p14:tracePt t="42514" x="5283200" y="2432050"/>
          <p14:tracePt t="42530" x="5270500" y="2419350"/>
          <p14:tracePt t="42563" x="5264150" y="2419350"/>
          <p14:tracePt t="42612" x="5264150" y="2413000"/>
          <p14:tracePt t="42618" x="5270500" y="2413000"/>
          <p14:tracePt t="42703" x="5276850" y="2419350"/>
          <p14:tracePt t="42710" x="5276850" y="2425700"/>
          <p14:tracePt t="42724" x="5283200" y="2432050"/>
          <p14:tracePt t="43012" x="5340350" y="2438400"/>
          <p14:tracePt t="43019" x="5429250" y="2451100"/>
          <p14:tracePt t="43033" x="5524500" y="2470150"/>
          <p14:tracePt t="43045" x="5626100" y="2470150"/>
          <p14:tracePt t="43062" x="5816600" y="2489200"/>
          <p14:tracePt t="43079" x="5930900" y="2501900"/>
          <p14:tracePt t="43096" x="6159500" y="2495550"/>
          <p14:tracePt t="43111" x="6375400" y="2482850"/>
          <p14:tracePt t="43128" x="6477000" y="2482850"/>
          <p14:tracePt t="43145" x="6724650" y="2444750"/>
          <p14:tracePt t="43161" x="6978650" y="2413000"/>
          <p14:tracePt t="43178" x="7080250" y="2387600"/>
          <p14:tracePt t="43194" x="7226300" y="2349500"/>
          <p14:tracePt t="43211" x="7283450" y="2330450"/>
          <p14:tracePt t="43228" x="7353300" y="2305050"/>
          <p14:tracePt t="43245" x="7416800" y="2286000"/>
          <p14:tracePt t="43261" x="7429500" y="2279650"/>
          <p14:tracePt t="43278" x="7448550" y="2266950"/>
          <p14:tracePt t="43355" x="7448550" y="2273300"/>
          <p14:tracePt t="43390" x="7442200" y="2273300"/>
          <p14:tracePt t="43412" x="7435850" y="2273300"/>
          <p14:tracePt t="43426" x="7429500" y="2273300"/>
          <p14:tracePt t="43440" x="7423150" y="2273300"/>
          <p14:tracePt t="43454" x="7416800" y="2273300"/>
          <p14:tracePt t="43475" x="7410450" y="2273300"/>
          <p14:tracePt t="43482" x="7397750" y="2273300"/>
          <p14:tracePt t="43497" x="7391400" y="2273300"/>
          <p14:tracePt t="43511" x="7372350" y="2279650"/>
          <p14:tracePt t="43543" x="7366000" y="2279650"/>
          <p14:tracePt t="43560" x="7346950" y="2279650"/>
          <p14:tracePt t="43577" x="7334250" y="2279650"/>
          <p14:tracePt t="43595" x="7327900" y="2279650"/>
          <p14:tracePt t="43721" x="7334250" y="2279650"/>
          <p14:tracePt t="43735" x="7346950" y="2279650"/>
          <p14:tracePt t="43741" x="7359650" y="2279650"/>
          <p14:tracePt t="43756" x="7378700" y="2279650"/>
          <p14:tracePt t="43763" x="7410450" y="2279650"/>
          <p14:tracePt t="43779" x="7448550" y="2279650"/>
          <p14:tracePt t="43793" x="7562850" y="2292350"/>
          <p14:tracePt t="43809" x="7639050" y="2292350"/>
          <p14:tracePt t="43826" x="7816850" y="2292350"/>
          <p14:tracePt t="43842" x="7905750" y="2292350"/>
          <p14:tracePt t="43859" x="8083550" y="2298700"/>
          <p14:tracePt t="43876" x="8216900" y="2311400"/>
          <p14:tracePt t="43893" x="8267700" y="2311400"/>
          <p14:tracePt t="43909" x="8324850" y="2317750"/>
          <p14:tracePt t="43925" x="8362950" y="2317750"/>
          <p14:tracePt t="43960" x="8369300" y="2317750"/>
          <p14:tracePt t="44023" x="8362950" y="2317750"/>
          <p14:tracePt t="44037" x="8356600" y="2317750"/>
          <p14:tracePt t="44045" x="8350250" y="2330450"/>
          <p14:tracePt t="44065" x="8350250" y="2336800"/>
          <p14:tracePt t="44478" x="8299450" y="2336800"/>
          <p14:tracePt t="44485" x="8248650" y="2336800"/>
          <p14:tracePt t="44500" x="8197850" y="2336800"/>
          <p14:tracePt t="44509" x="8140700" y="2336800"/>
          <p14:tracePt t="44524" x="8064500" y="2336800"/>
          <p14:tracePt t="44541" x="7886700" y="2336800"/>
          <p14:tracePt t="44556" x="7747000" y="2343150"/>
          <p14:tracePt t="44573" x="7683500" y="2355850"/>
          <p14:tracePt t="44590" x="7613650" y="2362200"/>
          <p14:tracePt t="44606" x="7556500" y="2368550"/>
          <p14:tracePt t="44623" x="7524750" y="2374900"/>
          <p14:tracePt t="44640" x="7467600" y="2393950"/>
          <p14:tracePt t="44656" x="7391400" y="2419350"/>
          <p14:tracePt t="44673" x="7366000" y="2425700"/>
          <p14:tracePt t="44690" x="7321550" y="2438400"/>
          <p14:tracePt t="44706" x="7302500" y="2444750"/>
          <p14:tracePt t="44724" x="7289800" y="2457450"/>
          <p14:tracePt t="44740" x="7289800" y="2463800"/>
          <p14:tracePt t="44756" x="7289800" y="2470150"/>
          <p14:tracePt t="44773" x="7289800" y="2476500"/>
          <p14:tracePt t="44789" x="7289800" y="2482850"/>
          <p14:tracePt t="44806" x="7296150" y="2482850"/>
          <p14:tracePt t="44822" x="7302500" y="2489200"/>
          <p14:tracePt t="44839" x="7315200" y="2495550"/>
          <p14:tracePt t="44856" x="7315200" y="2501900"/>
          <p14:tracePt t="44872" x="7327900" y="2508250"/>
          <p14:tracePt t="44889" x="7353300" y="2520950"/>
          <p14:tracePt t="44907" x="7397750" y="2540000"/>
          <p14:tracePt t="44922" x="7429500" y="2552700"/>
          <p14:tracePt t="44939" x="7512050" y="2590800"/>
          <p14:tracePt t="44956" x="7645400" y="2628900"/>
          <p14:tracePt t="44972" x="7740650" y="2647950"/>
          <p14:tracePt t="44976" x="7816850" y="2667000"/>
          <p14:tracePt t="45005" x="8070850" y="2660650"/>
          <p14:tracePt t="45022" x="8153400" y="2660650"/>
          <p14:tracePt t="45038" x="8216900" y="2654300"/>
          <p14:tracePt t="45055" x="8324850" y="2628900"/>
          <p14:tracePt t="45072" x="8375650" y="2609850"/>
          <p14:tracePt t="45089" x="8394700" y="2603500"/>
          <p14:tracePt t="45159" x="8388350" y="2603500"/>
          <p14:tracePt t="45181" x="8375650" y="2603500"/>
          <p14:tracePt t="45189" x="8369300" y="2603500"/>
          <p14:tracePt t="45209" x="8356600" y="2603500"/>
          <p14:tracePt t="45230" x="8350250" y="2603500"/>
          <p14:tracePt t="45236" x="8343900" y="2603500"/>
          <p14:tracePt t="45251" x="8331200" y="2603500"/>
          <p14:tracePt t="45258" x="8312150" y="2603500"/>
          <p14:tracePt t="45274" x="8293100" y="2603500"/>
          <p14:tracePt t="45287" x="8223250" y="2603500"/>
          <p14:tracePt t="45304" x="8159750" y="2603500"/>
          <p14:tracePt t="45321" x="8007350" y="2603500"/>
          <p14:tracePt t="45337" x="7918450" y="2603500"/>
          <p14:tracePt t="45354" x="7715250" y="2622550"/>
          <p14:tracePt t="45371" x="7512050" y="2641600"/>
          <p14:tracePt t="45387" x="7404100" y="2647950"/>
          <p14:tracePt t="45404" x="7213600" y="2673350"/>
          <p14:tracePt t="45420" x="7092950" y="2692400"/>
          <p14:tracePt t="45437" x="7067550" y="2692400"/>
          <p14:tracePt t="45454" x="7035800" y="2698750"/>
          <p14:tracePt t="45470" x="7023100" y="2705100"/>
          <p14:tracePt t="45511" x="7023100" y="2711450"/>
          <p14:tracePt t="45525" x="7023100" y="2717800"/>
          <p14:tracePt t="45970" x="6940550" y="2717800"/>
          <p14:tracePt t="45984" x="6800850" y="2730500"/>
          <p14:tracePt t="45991" x="6604000" y="2743200"/>
          <p14:tracePt t="46002" x="6369050" y="2755900"/>
          <p14:tracePt t="46019" x="5899150" y="2813050"/>
          <p14:tracePt t="46035" x="5657850" y="2838450"/>
          <p14:tracePt t="46051" x="5410200" y="2870200"/>
          <p14:tracePt t="46068" x="4762500" y="2978150"/>
          <p14:tracePt t="46085" x="4616450" y="3003550"/>
          <p14:tracePt t="46101" x="4489450" y="3022600"/>
          <p14:tracePt t="46118" x="4286250" y="3041650"/>
          <p14:tracePt t="46134" x="4089400" y="3092450"/>
          <p14:tracePt t="46152" x="4000500" y="3092450"/>
          <p14:tracePt t="46168" x="3835400" y="3105150"/>
          <p14:tracePt t="46184" x="3714750" y="3124200"/>
          <p14:tracePt t="46202" x="3613150" y="3130550"/>
          <p14:tracePt t="46218" x="3556000" y="3143250"/>
          <p14:tracePt t="46234" x="3448050" y="3130550"/>
          <p14:tracePt t="46251" x="3333750" y="3111500"/>
          <p14:tracePt t="46267" x="3276600" y="3098800"/>
          <p14:tracePt t="46284" x="3206750" y="3086100"/>
          <p14:tracePt t="46300" x="3155950" y="3067050"/>
          <p14:tracePt t="46317" x="3143250" y="3067050"/>
          <p14:tracePt t="46333" x="3130550" y="3054350"/>
          <p14:tracePt t="46350" x="3105150" y="3048000"/>
          <p14:tracePt t="46367" x="3098800" y="3048000"/>
          <p14:tracePt t="46384" x="3079750" y="3041650"/>
          <p14:tracePt t="46400" x="3073400" y="3041650"/>
          <p14:tracePt t="46417" x="3067050" y="3041650"/>
          <p14:tracePt t="46434" x="3060700" y="3035300"/>
          <p14:tracePt t="46450" x="3054350" y="3035300"/>
          <p14:tracePt t="46467" x="3041650" y="3035300"/>
          <p14:tracePt t="46483" x="3022600" y="3035300"/>
          <p14:tracePt t="46499" x="3016250" y="3035300"/>
          <p14:tracePt t="46503" x="3009900" y="3035300"/>
          <p14:tracePt t="46517" x="2997200" y="3035300"/>
          <p14:tracePt t="46533" x="2971800" y="3035300"/>
          <p14:tracePt t="46550" x="2965450" y="3035300"/>
          <p14:tracePt t="46567" x="2933700" y="3035300"/>
          <p14:tracePt t="46583" x="2901950" y="3041650"/>
          <p14:tracePt t="46600" x="2882900" y="3041650"/>
          <p14:tracePt t="46617" x="2851150" y="3048000"/>
          <p14:tracePt t="46633" x="2813050" y="3060700"/>
          <p14:tracePt t="46649" x="2800350" y="3073400"/>
          <p14:tracePt t="46666" x="2774950" y="3086100"/>
          <p14:tracePt t="46683" x="2768600" y="3092450"/>
          <p14:tracePt t="46700" x="2755900" y="3105150"/>
          <p14:tracePt t="46736" x="2755900" y="3111500"/>
          <p14:tracePt t="46827" x="2755900" y="3117850"/>
          <p14:tracePt t="46904" x="2762250" y="3117850"/>
          <p14:tracePt t="46932" x="2762250" y="3124200"/>
          <p14:tracePt t="46981" x="2768600" y="3124200"/>
          <p14:tracePt t="47016" x="2774950" y="3124200"/>
          <p14:tracePt t="47044" x="2781300" y="3124200"/>
          <p14:tracePt t="47051" x="2787650" y="3124200"/>
          <p14:tracePt t="47067" x="2787650" y="3117850"/>
          <p14:tracePt t="47087" x="2794000" y="3117850"/>
          <p14:tracePt t="47098" x="2800350" y="3117850"/>
          <p14:tracePt t="47114" x="2819400" y="3111500"/>
          <p14:tracePt t="47131" x="2825750" y="3105150"/>
          <p14:tracePt t="47148" x="2870200" y="3098800"/>
          <p14:tracePt t="47164" x="2921000" y="3086100"/>
          <p14:tracePt t="47181" x="2959100" y="3086100"/>
          <p14:tracePt t="47198" x="3028950" y="3073400"/>
          <p14:tracePt t="47214" x="3098800" y="3067050"/>
          <p14:tracePt t="47231" x="3124200" y="3067050"/>
          <p14:tracePt t="47248" x="3168650" y="3060700"/>
          <p14:tracePt t="47264" x="3200400" y="3060700"/>
          <p14:tracePt t="47280" x="3219450" y="3060700"/>
          <p14:tracePt t="47298" x="3238500" y="3060700"/>
          <p14:tracePt t="47314" x="3244850" y="3060700"/>
          <p14:tracePt t="47331" x="3251200" y="3060700"/>
          <p14:tracePt t="47347" x="3263900" y="3060700"/>
          <p14:tracePt t="47364" x="3270250" y="3060700"/>
          <p14:tracePt t="47380" x="3276600" y="3060700"/>
          <p14:tracePt t="47445" x="3270250" y="3060700"/>
          <p14:tracePt t="48236" x="3308350" y="3060700"/>
          <p14:tracePt t="48250" x="3321050" y="3054350"/>
          <p14:tracePt t="48257" x="3340100" y="3054350"/>
          <p14:tracePt t="48272" x="3371850" y="3048000"/>
          <p14:tracePt t="48280" x="3390900" y="3048000"/>
          <p14:tracePt t="48294" x="3409950" y="3048000"/>
          <p14:tracePt t="48310" x="3454400" y="3048000"/>
          <p14:tracePt t="48328" x="3498850" y="3054350"/>
          <p14:tracePt t="48343" x="3530600" y="3054350"/>
          <p14:tracePt t="48360" x="3606800" y="3054350"/>
          <p14:tracePt t="48377" x="3683000" y="3054350"/>
          <p14:tracePt t="48393" x="3721100" y="3054350"/>
          <p14:tracePt t="48410" x="3771900" y="3054350"/>
          <p14:tracePt t="48426" x="3898900" y="3041650"/>
          <p14:tracePt t="48443" x="3937000" y="3041650"/>
          <p14:tracePt t="48460" x="3975100" y="3041650"/>
          <p14:tracePt t="48476" x="4057650" y="3035300"/>
          <p14:tracePt t="48493" x="4171950" y="3028950"/>
          <p14:tracePt t="48511" x="4298950" y="3028950"/>
          <p14:tracePt t="48526" x="4362450" y="3028950"/>
          <p14:tracePt t="48543" x="4470400" y="3028950"/>
          <p14:tracePt t="48560" x="4584700" y="3028950"/>
          <p14:tracePt t="48576" x="4635500" y="3028950"/>
          <p14:tracePt t="48593" x="4743450" y="3028950"/>
          <p14:tracePt t="48610" x="4857750" y="3016250"/>
          <p14:tracePt t="48626" x="4914900" y="3016250"/>
          <p14:tracePt t="48643" x="5016500" y="3016250"/>
          <p14:tracePt t="48659" x="5118100" y="3022600"/>
          <p14:tracePt t="48676" x="5181600" y="3022600"/>
          <p14:tracePt t="48693" x="5327650" y="3028950"/>
          <p14:tracePt t="48709" x="5480050" y="3016250"/>
          <p14:tracePt t="48726" x="5562600" y="3009900"/>
          <p14:tracePt t="48742" x="5670550" y="2971800"/>
          <p14:tracePt t="48759" x="5734050" y="2959100"/>
          <p14:tracePt t="48776" x="5816600" y="2952750"/>
          <p14:tracePt t="48792" x="5892800" y="2952750"/>
          <p14:tracePt t="48809" x="5943600" y="2952750"/>
          <p14:tracePt t="48826" x="6051550" y="2959100"/>
          <p14:tracePt t="48842" x="6159500" y="2971800"/>
          <p14:tracePt t="48858" x="6210300" y="2984500"/>
          <p14:tracePt t="48875" x="6369050" y="3022600"/>
          <p14:tracePt t="48892" x="6540500" y="3060700"/>
          <p14:tracePt t="48908" x="6629400" y="3086100"/>
          <p14:tracePt t="48925" x="6800850" y="3111500"/>
          <p14:tracePt t="48941" x="6864350" y="3124200"/>
          <p14:tracePt t="48958" x="7016750" y="3124200"/>
          <p14:tracePt t="48975" x="7156450" y="3130550"/>
          <p14:tracePt t="48991" x="7277100" y="3130550"/>
          <p14:tracePt t="49008" x="7397750" y="3105150"/>
          <p14:tracePt t="49025" x="7454900" y="3086100"/>
          <p14:tracePt t="49041" x="7505700" y="3073400"/>
          <p14:tracePt t="49058" x="7677150" y="3054350"/>
          <p14:tracePt t="49074" x="7740650" y="3054350"/>
          <p14:tracePt t="49091" x="7804150" y="3048000"/>
          <p14:tracePt t="49107" x="7956550" y="3048000"/>
          <p14:tracePt t="49124" x="8089900" y="3048000"/>
          <p14:tracePt t="49141" x="8140700" y="3048000"/>
          <p14:tracePt t="49157" x="8223250" y="3048000"/>
          <p14:tracePt t="49174" x="8267700" y="3048000"/>
          <p14:tracePt t="49192" x="8299450" y="3048000"/>
          <p14:tracePt t="49207" x="8312150" y="3048000"/>
          <p14:tracePt t="49224" x="8318500" y="3048000"/>
          <p14:tracePt t="49262" x="8318500" y="3054350"/>
          <p14:tracePt t="49283" x="8312150" y="3054350"/>
          <p14:tracePt t="49303" x="8305800" y="3060700"/>
          <p14:tracePt t="49311" x="8299450" y="3060700"/>
          <p14:tracePt t="49327" x="8293100" y="3060700"/>
          <p14:tracePt t="49340" x="8267700" y="3060700"/>
          <p14:tracePt t="49356" x="8255000" y="3060700"/>
          <p14:tracePt t="49374" x="8235950" y="3060700"/>
          <p14:tracePt t="49390" x="8223250" y="3060700"/>
          <p14:tracePt t="49407" x="8197850" y="3067050"/>
          <p14:tracePt t="49424" x="8153400" y="3073400"/>
          <p14:tracePt t="49440" x="8108950" y="3073400"/>
          <p14:tracePt t="49456" x="7937500" y="3060700"/>
          <p14:tracePt t="49473" x="7639050" y="3041650"/>
          <p14:tracePt t="49490" x="7391400" y="2997200"/>
          <p14:tracePt t="49508" x="6870700" y="2921000"/>
          <p14:tracePt t="49522" x="6311900" y="2876550"/>
          <p14:tracePt t="49540" x="6013450" y="2844800"/>
          <p14:tracePt t="49557" x="5448300" y="2768600"/>
          <p14:tracePt t="49572" x="4908550" y="2724150"/>
          <p14:tracePt t="49589" x="4686300" y="2679700"/>
          <p14:tracePt t="49606" x="4368800" y="2635250"/>
          <p14:tracePt t="49623" x="4146550" y="2590800"/>
          <p14:tracePt t="49639" x="4057650" y="2571750"/>
          <p14:tracePt t="49656" x="3949700" y="2546350"/>
          <p14:tracePt t="49672" x="3911600" y="2546350"/>
          <p14:tracePt t="49690" x="3854450" y="2527300"/>
          <p14:tracePt t="49722" x="3841750" y="2527300"/>
          <p14:tracePt t="49740" x="3822700" y="2527300"/>
          <p14:tracePt t="49755" x="3816350" y="2527300"/>
          <p14:tracePt t="49772" x="3803650" y="2533650"/>
          <p14:tracePt t="49789" x="3733800" y="2571750"/>
          <p14:tracePt t="49805" x="3714750" y="2578100"/>
          <p14:tracePt t="49822" x="3689350" y="2584450"/>
          <p14:tracePt t="50156" x="3657600" y="2635250"/>
          <p14:tracePt t="50162" x="3619500" y="2679700"/>
          <p14:tracePt t="50177" x="3575050" y="2743200"/>
          <p14:tracePt t="50187" x="3511550" y="2787650"/>
          <p14:tracePt t="50205" x="3409950" y="2895600"/>
          <p14:tracePt t="50220" x="3352800" y="2921000"/>
          <p14:tracePt t="50237" x="3289300" y="2965450"/>
          <p14:tracePt t="50254" x="3238500" y="2984500"/>
          <p14:tracePt t="50270" x="3206750" y="2990850"/>
          <p14:tracePt t="50287" x="3155950" y="3016250"/>
          <p14:tracePt t="50304" x="3105150" y="3035300"/>
          <p14:tracePt t="50320" x="3079750" y="3054350"/>
          <p14:tracePt t="50337" x="3041650" y="3073400"/>
          <p14:tracePt t="50353" x="3003550" y="3086100"/>
          <p14:tracePt t="50370" x="2990850" y="3092450"/>
          <p14:tracePt t="50387" x="2965450" y="3105150"/>
          <p14:tracePt t="50403" x="2952750" y="3105150"/>
          <p14:tracePt t="50420" x="2946400" y="3117850"/>
          <p14:tracePt t="50437" x="2933700" y="3124200"/>
          <p14:tracePt t="50453" x="2927350" y="3124200"/>
          <p14:tracePt t="50470" x="2921000" y="3130550"/>
          <p14:tracePt t="50486" x="2908300" y="3130550"/>
          <p14:tracePt t="50535" x="2901950" y="3136900"/>
          <p14:tracePt t="50556" x="2895600" y="3143250"/>
          <p14:tracePt t="50583" x="2889250" y="3149600"/>
          <p14:tracePt t="50598" x="2882900" y="3155950"/>
          <p14:tracePt t="50612" x="2876550" y="3155950"/>
          <p14:tracePt t="50621" x="2876550" y="3162300"/>
          <p14:tracePt t="50635" x="2863850" y="3168650"/>
          <p14:tracePt t="50653" x="2832100" y="3187700"/>
          <p14:tracePt t="50669" x="2800350" y="3206750"/>
          <p14:tracePt t="50685" x="2781300" y="3219450"/>
          <p14:tracePt t="50703" x="2749550" y="3238500"/>
          <p14:tracePt t="50719" x="2736850" y="3257550"/>
          <p14:tracePt t="50735" x="2730500" y="3270250"/>
          <p14:tracePt t="50752" x="2730500" y="3282950"/>
          <p14:tracePt t="50769" x="2743200" y="3289300"/>
          <p14:tracePt t="50785" x="2755900" y="3289300"/>
          <p14:tracePt t="50802" x="2787650" y="3295650"/>
          <p14:tracePt t="50819" x="2851150" y="3295650"/>
          <p14:tracePt t="50835" x="2908300" y="3295650"/>
          <p14:tracePt t="50852" x="3035300" y="3302000"/>
          <p14:tracePt t="50868" x="3162300" y="3314700"/>
          <p14:tracePt t="50886" x="3257550" y="3314700"/>
          <p14:tracePt t="50901" x="3295650" y="3314700"/>
          <p14:tracePt t="50918" x="3333750" y="3314700"/>
          <p14:tracePt t="50936" x="3346450" y="3314700"/>
          <p14:tracePt t="50968" x="3352800" y="3314700"/>
          <p14:tracePt t="51019" x="3352800" y="3308350"/>
          <p14:tracePt t="51110" x="3359150" y="3302000"/>
          <p14:tracePt t="51125" x="3365500" y="3295650"/>
          <p14:tracePt t="51181" x="3371850" y="3295650"/>
          <p14:tracePt t="51187" x="3378200" y="3295650"/>
          <p14:tracePt t="51208" x="3384550" y="3289300"/>
          <p14:tracePt t="51217" x="3390900" y="3289300"/>
          <p14:tracePt t="51233" x="3403600" y="3289300"/>
          <p14:tracePt t="51251" x="3416300" y="3289300"/>
          <p14:tracePt t="51267" x="3460750" y="3282950"/>
          <p14:tracePt t="51284" x="3505200" y="3270250"/>
          <p14:tracePt t="51300" x="3606800" y="3270250"/>
          <p14:tracePt t="51316" x="3683000" y="3263900"/>
          <p14:tracePt t="51333" x="3835400" y="3251200"/>
          <p14:tracePt t="51350" x="3937000" y="3244850"/>
          <p14:tracePt t="51367" x="4165600" y="3232150"/>
          <p14:tracePt t="51384" x="4292600" y="3232150"/>
          <p14:tracePt t="51399" x="4432300" y="3219450"/>
          <p14:tracePt t="51416" x="4711700" y="3219450"/>
          <p14:tracePt t="51434" x="4864100" y="3219450"/>
          <p14:tracePt t="51449" x="5003800" y="3213100"/>
          <p14:tracePt t="51466" x="5302250" y="3213100"/>
          <p14:tracePt t="51483" x="5429250" y="3225800"/>
          <p14:tracePt t="51499" x="5702300" y="3225800"/>
          <p14:tracePt t="51516" x="5829300" y="3225800"/>
          <p14:tracePt t="51533" x="5943600" y="3225800"/>
          <p14:tracePt t="51549" x="6146800" y="3238500"/>
          <p14:tracePt t="51566" x="6235700" y="3244850"/>
          <p14:tracePt t="51582" x="6388100" y="3244850"/>
          <p14:tracePt t="51599" x="6451600" y="3244850"/>
          <p14:tracePt t="51617" x="6521450" y="3244850"/>
          <p14:tracePt t="51632" x="6673850" y="3244850"/>
          <p14:tracePt t="51649" x="6762750" y="3244850"/>
          <p14:tracePt t="51666" x="6915150" y="3244850"/>
          <p14:tracePt t="51682" x="6991350" y="3257550"/>
          <p14:tracePt t="51700" x="7080250" y="3257550"/>
          <p14:tracePt t="51715" x="7270750" y="3257550"/>
          <p14:tracePt t="51732" x="7346950" y="3257550"/>
          <p14:tracePt t="51749" x="7435850" y="3270250"/>
          <p14:tracePt t="51765" x="7588250" y="3276600"/>
          <p14:tracePt t="51782" x="7670800" y="3276600"/>
          <p14:tracePt t="51799" x="7785100" y="3295650"/>
          <p14:tracePt t="51815" x="7854950" y="3302000"/>
          <p14:tracePt t="51832" x="7893050" y="3314700"/>
          <p14:tracePt t="51848" x="7975600" y="3321050"/>
          <p14:tracePt t="51865" x="8026400" y="3327400"/>
          <p14:tracePt t="51881" x="8039100" y="3327400"/>
          <p14:tracePt t="51898" x="8064500" y="3333750"/>
          <p14:tracePt t="51915" x="8070850" y="3333750"/>
          <p14:tracePt t="51932" x="8083550" y="3340100"/>
          <p14:tracePt t="51947" x="8089900" y="3340100"/>
          <p14:tracePt t="52234" x="8077200" y="3340100"/>
          <p14:tracePt t="52255" x="8077200" y="3346450"/>
          <p14:tracePt t="52269" x="8070850" y="3346450"/>
          <p14:tracePt t="52290" x="8064500" y="3346450"/>
          <p14:tracePt t="52318" x="8058150" y="3346450"/>
          <p14:tracePt t="52339" x="8045450" y="3352800"/>
          <p14:tracePt t="52353" x="8039100" y="3352800"/>
          <p14:tracePt t="52361" x="8026400" y="3352800"/>
          <p14:tracePt t="52374" x="8007350" y="3359150"/>
          <p14:tracePt t="52383" x="7975600" y="3359150"/>
          <p14:tracePt t="52396" x="7931150" y="3378200"/>
          <p14:tracePt t="52413" x="7797800" y="3397250"/>
          <p14:tracePt t="52430" x="7600950" y="3422650"/>
          <p14:tracePt t="52446" x="7473950" y="3435350"/>
          <p14:tracePt t="52463" x="7200900" y="3454400"/>
          <p14:tracePt t="52480" x="6826250" y="3479800"/>
          <p14:tracePt t="52496" x="6610350" y="3492500"/>
          <p14:tracePt t="52512" x="6394450" y="3511550"/>
          <p14:tracePt t="52529" x="5689600" y="3524250"/>
          <p14:tracePt t="52546" x="5454650" y="3524250"/>
          <p14:tracePt t="52562" x="5213350" y="3536950"/>
          <p14:tracePt t="52566" x="4984750" y="3536950"/>
          <p14:tracePt t="52579" x="4794250" y="3549650"/>
          <p14:tracePt t="52595" x="4394200" y="3562350"/>
          <p14:tracePt t="52613" x="4108450" y="3575050"/>
          <p14:tracePt t="52629" x="4000500" y="3575050"/>
          <p14:tracePt t="52645" x="3765550" y="3606800"/>
          <p14:tracePt t="52663" x="3575050" y="3613150"/>
          <p14:tracePt t="52679" x="3498850" y="3625850"/>
          <p14:tracePt t="52695" x="3390900" y="3619500"/>
          <p14:tracePt t="52712" x="3327400" y="3619500"/>
          <p14:tracePt t="52728" x="3289300" y="3619500"/>
          <p14:tracePt t="52746" x="3213100" y="3644900"/>
          <p14:tracePt t="52761" x="3155950" y="3663950"/>
          <p14:tracePt t="52778" x="3124200" y="3670300"/>
          <p14:tracePt t="52796" x="3054350" y="3683000"/>
          <p14:tracePt t="52811" x="2997200" y="3689350"/>
          <p14:tracePt t="52828" x="2965450" y="3695700"/>
          <p14:tracePt t="52845" x="2927350" y="3714750"/>
          <p14:tracePt t="52861" x="2895600" y="3714750"/>
          <p14:tracePt t="52878" x="2857500" y="3727450"/>
          <p14:tracePt t="52895" x="2813050" y="3740150"/>
          <p14:tracePt t="52911" x="2794000" y="3746500"/>
          <p14:tracePt t="52928" x="2743200" y="3752850"/>
          <p14:tracePt t="52944" x="2698750" y="3765550"/>
          <p14:tracePt t="52961" x="2673350" y="3778250"/>
          <p14:tracePt t="52978" x="2622550" y="3784600"/>
          <p14:tracePt t="52994" x="2584450" y="3790950"/>
          <p14:tracePt t="53011" x="2565400" y="3797300"/>
          <p14:tracePt t="53027" x="2552700" y="3797300"/>
          <p14:tracePt t="53044" x="2540000" y="3797300"/>
          <p14:tracePt t="53061" x="2533650" y="3797300"/>
          <p14:tracePt t="53133" x="2533650" y="3790950"/>
          <p14:tracePt t="53154" x="2540000" y="3790950"/>
          <p14:tracePt t="53161" x="2546350" y="3790950"/>
          <p14:tracePt t="53175" x="2552700" y="3784600"/>
          <p14:tracePt t="53182" x="2559050" y="3784600"/>
          <p14:tracePt t="53203" x="2565400" y="3784600"/>
          <p14:tracePt t="53217" x="2571750" y="3784600"/>
          <p14:tracePt t="53226" x="2578100" y="3778250"/>
          <p14:tracePt t="53243" x="2590800" y="3778250"/>
          <p14:tracePt t="53260" x="2622550" y="3771900"/>
          <p14:tracePt t="53277" x="2679700" y="3765550"/>
          <p14:tracePt t="53294" x="2711450" y="3765550"/>
          <p14:tracePt t="53310" x="2787650" y="3759200"/>
          <p14:tracePt t="53326" x="2857500" y="3746500"/>
          <p14:tracePt t="53343" x="2914650" y="3746500"/>
          <p14:tracePt t="53360" x="2933700" y="3746500"/>
          <p14:tracePt t="53376" x="2959100" y="3746500"/>
          <p14:tracePt t="53393" x="2978150" y="3746500"/>
          <p14:tracePt t="53410" x="2984500" y="3746500"/>
          <p14:tracePt t="53443" x="2997200" y="3746500"/>
          <p14:tracePt t="53459" x="3003550" y="3746500"/>
          <p14:tracePt t="53498" x="3009900" y="3746500"/>
          <p14:tracePt t="53505" x="3016250" y="3746500"/>
          <p14:tracePt t="53527" x="3022600" y="3746500"/>
          <p14:tracePt t="53533" x="3028950" y="3746500"/>
          <p14:tracePt t="53547" x="3035300" y="3746500"/>
          <p14:tracePt t="53576" x="3041650" y="3746500"/>
          <p14:tracePt t="53582" x="3048000" y="3746500"/>
          <p14:tracePt t="53596" x="3060700" y="3746500"/>
          <p14:tracePt t="53609" x="3067050" y="3746500"/>
          <p14:tracePt t="53626" x="3098800" y="3740150"/>
          <p14:tracePt t="53642" x="3117850" y="3733800"/>
          <p14:tracePt t="53659" x="3168650" y="3721100"/>
          <p14:tracePt t="53675" x="3238500" y="3708400"/>
          <p14:tracePt t="53692" x="3276600" y="3702050"/>
          <p14:tracePt t="53709" x="3397250" y="3683000"/>
          <p14:tracePt t="53725" x="3562350" y="3663950"/>
          <p14:tracePt t="53742" x="3663950" y="3651250"/>
          <p14:tracePt t="53759" x="3867150" y="3644900"/>
          <p14:tracePt t="53775" x="3981450" y="3644900"/>
          <p14:tracePt t="53792" x="4184650" y="3644900"/>
          <p14:tracePt t="53808" x="4400550" y="3644900"/>
          <p14:tracePt t="53825" x="4489450" y="3657600"/>
          <p14:tracePt t="53842" x="4673600" y="3663950"/>
          <p14:tracePt t="53858" x="4813300" y="3676650"/>
          <p14:tracePt t="53874" x="4876800" y="3683000"/>
          <p14:tracePt t="53891" x="4984750" y="3695700"/>
          <p14:tracePt t="53908" x="5060950" y="3695700"/>
          <p14:tracePt t="53924" x="5099050" y="3695700"/>
          <p14:tracePt t="53942" x="5156200" y="3702050"/>
          <p14:tracePt t="53958" x="5219700" y="3702050"/>
          <p14:tracePt t="53975" x="5257800" y="3702050"/>
          <p14:tracePt t="53990" x="5283200" y="3702050"/>
          <p14:tracePt t="54007" x="5327650" y="3695700"/>
          <p14:tracePt t="54025" x="5384800" y="3689350"/>
          <p14:tracePt t="54041" x="5416550" y="3676650"/>
          <p14:tracePt t="54057" x="5441950" y="3676650"/>
          <p14:tracePt t="54074" x="5537200" y="3683000"/>
          <p14:tracePt t="54090" x="5575300" y="3683000"/>
          <p14:tracePt t="54094" x="5607050" y="3676650"/>
          <p14:tracePt t="54123" x="5689600" y="3670300"/>
          <p14:tracePt t="54140" x="5765800" y="3663950"/>
          <p14:tracePt t="54158" x="5848350" y="3663950"/>
          <p14:tracePt t="54174" x="5873750" y="3663950"/>
          <p14:tracePt t="54190" x="5962650" y="3663950"/>
          <p14:tracePt t="54209" x="6032500" y="3670300"/>
          <p14:tracePt t="54223" x="6070600" y="3670300"/>
          <p14:tracePt t="54240" x="6127750" y="3670300"/>
          <p14:tracePt t="54257" x="6184900" y="3670300"/>
          <p14:tracePt t="54274" x="6203950" y="3670300"/>
          <p14:tracePt t="54290" x="6254750" y="3670300"/>
          <p14:tracePt t="54306" x="6286500" y="3670300"/>
          <p14:tracePt t="54323" x="6305550" y="3670300"/>
          <p14:tracePt t="54341" x="6350000" y="3670300"/>
          <p14:tracePt t="54356" x="6388100" y="3670300"/>
          <p14:tracePt t="54373" x="6407150" y="3670300"/>
          <p14:tracePt t="54390" x="6451600" y="3676650"/>
          <p14:tracePt t="54406" x="6464300" y="3676650"/>
          <p14:tracePt t="54422" x="6502400" y="3676650"/>
          <p14:tracePt t="54439" x="6546850" y="3676650"/>
          <p14:tracePt t="54456" x="6565900" y="3676650"/>
          <p14:tracePt t="54473" x="6616700" y="3676650"/>
          <p14:tracePt t="54489" x="6654800" y="3689350"/>
          <p14:tracePt t="54505" x="6686550" y="3689350"/>
          <p14:tracePt t="54523" x="6731000" y="3689350"/>
          <p14:tracePt t="54538" x="6781800" y="3689350"/>
          <p14:tracePt t="54555" x="6800850" y="3689350"/>
          <p14:tracePt t="54573" x="6851650" y="3695700"/>
          <p14:tracePt t="54590" x="6889750" y="3702050"/>
          <p14:tracePt t="54605" x="6921500" y="3708400"/>
          <p14:tracePt t="54622" x="6978650" y="3714750"/>
          <p14:tracePt t="54639" x="7029450" y="3721100"/>
          <p14:tracePt t="54655" x="7061200" y="3727450"/>
          <p14:tracePt t="54672" x="7105650" y="3727450"/>
          <p14:tracePt t="54689" x="7118350" y="3733800"/>
          <p14:tracePt t="54706" x="7162800" y="3733800"/>
          <p14:tracePt t="54722" x="7169150" y="3740150"/>
          <p14:tracePt t="54738" x="7181850" y="3740150"/>
          <p14:tracePt t="54755" x="7194550" y="3746500"/>
          <p14:tracePt t="54987" x="7188200" y="3740150"/>
          <p14:tracePt t="55078" x="7188200" y="3733800"/>
          <p14:tracePt t="55099" x="7194550" y="3733800"/>
          <p14:tracePt t="55127" x="7200900" y="3733800"/>
          <p14:tracePt t="55149" x="7200900" y="3727450"/>
          <p14:tracePt t="55162" x="7207250" y="3727450"/>
          <p14:tracePt t="55184" x="7213600" y="3721100"/>
          <p14:tracePt t="55190" x="7219950" y="3721100"/>
          <p14:tracePt t="55218" x="7226300" y="3714750"/>
          <p14:tracePt t="55233" x="7232650" y="3714750"/>
          <p14:tracePt t="55254" x="7239000" y="3714750"/>
          <p14:tracePt t="55260" x="7239000" y="3708400"/>
          <p14:tracePt t="55269" x="7245350" y="3708400"/>
          <p14:tracePt t="55290" x="7258050" y="3708400"/>
          <p14:tracePt t="55306" x="7270750" y="3702050"/>
          <p14:tracePt t="55319" x="7283450" y="3702050"/>
          <p14:tracePt t="55336" x="7327900" y="3695700"/>
          <p14:tracePt t="55353" x="7372350" y="3689350"/>
          <p14:tracePt t="55369" x="7397750" y="3683000"/>
          <p14:tracePt t="55387" x="7454900" y="3676650"/>
          <p14:tracePt t="55402" x="7493000" y="3670300"/>
          <p14:tracePt t="55419" x="7512050" y="3670300"/>
          <p14:tracePt t="55436" x="7531100" y="3663950"/>
          <p14:tracePt t="55452" x="7543800" y="3657600"/>
          <p14:tracePt t="55469" x="7550150" y="3657600"/>
          <p14:tracePt t="55521" x="7543800" y="3657600"/>
          <p14:tracePt t="55542" x="7537450" y="3657600"/>
          <p14:tracePt t="55618" x="7531100" y="3657600"/>
          <p14:tracePt t="55633" x="7524750" y="3657600"/>
          <p14:tracePt t="55654" x="7518400" y="3657600"/>
          <p14:tracePt t="55660" x="7512050" y="3657600"/>
          <p14:tracePt t="55682" x="7505700" y="3657600"/>
          <p14:tracePt t="55689" x="7499350" y="3657600"/>
          <p14:tracePt t="55710" x="7486650" y="3657600"/>
          <p14:tracePt t="55724" x="7454900" y="3657600"/>
          <p14:tracePt t="55734" x="7410450" y="3657600"/>
          <p14:tracePt t="55752" x="7258050" y="3657600"/>
          <p14:tracePt t="55768" x="7143750" y="3657600"/>
          <p14:tracePt t="55785" x="6775450" y="3644900"/>
          <p14:tracePt t="55802" x="6254750" y="3651250"/>
          <p14:tracePt t="55818" x="5918200" y="3651250"/>
          <p14:tracePt t="55834" x="5232400" y="3683000"/>
          <p14:tracePt t="55851" x="4527550" y="3721100"/>
          <p14:tracePt t="55868" x="4178300" y="3752850"/>
          <p14:tracePt t="55885" x="3860800" y="3784600"/>
          <p14:tracePt t="55901" x="3136900" y="3841750"/>
          <p14:tracePt t="55917" x="2940050" y="3867150"/>
          <p14:tracePt t="55935" x="2673350" y="3886200"/>
          <p14:tracePt t="55951" x="2571750" y="3898900"/>
          <p14:tracePt t="55967" x="2406650" y="3905250"/>
          <p14:tracePt t="55984" x="2286000" y="3905250"/>
          <p14:tracePt t="56000" x="2247900" y="3905250"/>
          <p14:tracePt t="56017" x="2190750" y="3905250"/>
          <p14:tracePt t="56033" x="2165350" y="3905250"/>
          <p14:tracePt t="56050" x="2159000" y="3905250"/>
          <p14:tracePt t="56067" x="2146300" y="3911600"/>
          <p14:tracePt t="56146" x="2146300" y="3917950"/>
          <p14:tracePt t="56174" x="2159000" y="3917950"/>
          <p14:tracePt t="56180" x="2159000" y="3924300"/>
          <p14:tracePt t="56195" x="2165350" y="3924300"/>
          <p14:tracePt t="56203" x="2171700" y="3924300"/>
          <p14:tracePt t="56217" x="2178050" y="3924300"/>
          <p14:tracePt t="56233" x="2190750" y="3930650"/>
          <p14:tracePt t="56250" x="2197100" y="3930650"/>
          <p14:tracePt t="56266" x="2222500" y="3937000"/>
          <p14:tracePt t="56283" x="2235200" y="3943350"/>
          <p14:tracePt t="56300" x="2279650" y="3949700"/>
          <p14:tracePt t="56316" x="2362200" y="3962400"/>
          <p14:tracePt t="56333" x="2413000" y="3975100"/>
          <p14:tracePt t="56350" x="2546350" y="4000500"/>
          <p14:tracePt t="56366" x="2679700" y="4032250"/>
          <p14:tracePt t="56383" x="2717800" y="4038600"/>
          <p14:tracePt t="56399" x="2787650" y="4044950"/>
          <p14:tracePt t="56416" x="2832100" y="4057650"/>
          <p14:tracePt t="56434" x="2851150" y="4064000"/>
          <p14:tracePt t="56449" x="2857500" y="4064000"/>
          <p14:tracePt t="56466" x="2857500" y="4070350"/>
          <p14:tracePt t="56525" x="2863850" y="4064000"/>
          <p14:tracePt t="56553" x="2870200" y="4064000"/>
          <p14:tracePt t="56567" x="2876550" y="4064000"/>
          <p14:tracePt t="56574" x="2889250" y="4064000"/>
          <p14:tracePt t="56588" x="2895600" y="4064000"/>
          <p14:tracePt t="56598" x="2901950" y="4064000"/>
          <p14:tracePt t="56617" x="2921000" y="4064000"/>
          <p14:tracePt t="56631" x="2940050" y="4064000"/>
          <p14:tracePt t="56648" x="3003550" y="4064000"/>
          <p14:tracePt t="56665" x="3041650" y="4064000"/>
          <p14:tracePt t="56681" x="3130550" y="4064000"/>
          <p14:tracePt t="56698" x="3251200" y="4064000"/>
          <p14:tracePt t="56715" x="3365500" y="4064000"/>
          <p14:tracePt t="56731" x="3416300" y="4064000"/>
          <p14:tracePt t="56748" x="3524250" y="4051300"/>
          <p14:tracePt t="56764" x="3638550" y="4044950"/>
          <p14:tracePt t="56781" x="3676650" y="4044950"/>
          <p14:tracePt t="56798" x="3759200" y="4032250"/>
          <p14:tracePt t="56814" x="3803650" y="4032250"/>
          <p14:tracePt t="56831" x="3822700" y="4032250"/>
          <p14:tracePt t="56848" x="3848100" y="4032250"/>
          <p14:tracePt t="56880" x="3860800" y="4032250"/>
          <p14:tracePt t="56904" x="3860800" y="4038600"/>
          <p14:tracePt t="56918" x="3854450" y="4038600"/>
          <p14:tracePt t="56932" x="3841750" y="4051300"/>
          <p14:tracePt t="57289" x="3879850" y="4051300"/>
          <p14:tracePt t="57295" x="3962400" y="4038600"/>
          <p14:tracePt t="57309" x="4038600" y="4032250"/>
          <p14:tracePt t="57316" x="4102100" y="4019550"/>
          <p14:tracePt t="57333" x="4184650" y="4000500"/>
          <p14:tracePt t="57346" x="4324350" y="3981450"/>
          <p14:tracePt t="57363" x="4406900" y="3975100"/>
          <p14:tracePt t="57380" x="4533900" y="3962400"/>
          <p14:tracePt t="57395" x="4584700" y="3962400"/>
          <p14:tracePt t="57412" x="4679950" y="3956050"/>
          <p14:tracePt t="57429" x="4743450" y="3956050"/>
          <p14:tracePt t="57446" x="4775200" y="3956050"/>
          <p14:tracePt t="57462" x="4813300" y="3956050"/>
          <p14:tracePt t="57479" x="4857750" y="3956050"/>
          <p14:tracePt t="57495" x="4876800" y="3956050"/>
          <p14:tracePt t="57513" x="4914900" y="3949700"/>
          <p14:tracePt t="57528" x="4972050" y="3943350"/>
          <p14:tracePt t="57545" x="5003800" y="3943350"/>
          <p14:tracePt t="57563" x="5073650" y="3930650"/>
          <p14:tracePt t="57579" x="5137150" y="3930650"/>
          <p14:tracePt t="57595" x="5187950" y="3930650"/>
          <p14:tracePt t="57599" x="5238750" y="3930650"/>
          <p14:tracePt t="57614" x="5308600" y="3930650"/>
          <p14:tracePt t="57628" x="5473700" y="3924300"/>
          <p14:tracePt t="57645" x="5562600" y="3924300"/>
          <p14:tracePt t="57662" x="5765800" y="3924300"/>
          <p14:tracePt t="57678" x="5854700" y="3937000"/>
          <p14:tracePt t="57696" x="6134100" y="3949700"/>
          <p14:tracePt t="57711" x="6248400" y="3949700"/>
          <p14:tracePt t="57728" x="6350000" y="3949700"/>
          <p14:tracePt t="57745" x="6527800" y="3975100"/>
          <p14:tracePt t="57761" x="6686550" y="4006850"/>
          <p14:tracePt t="57778" x="6762750" y="4006850"/>
          <p14:tracePt t="57794" x="6870700" y="4032250"/>
          <p14:tracePt t="57811" x="6940550" y="4051300"/>
          <p14:tracePt t="57828" x="6965950" y="4057650"/>
          <p14:tracePt t="57844" x="7010400" y="4057650"/>
          <p14:tracePt t="57860" x="7035800" y="4064000"/>
          <p14:tracePt t="57878" x="7042150" y="4064000"/>
          <p14:tracePt t="57920" x="7035800" y="4064000"/>
          <p14:tracePt t="57930" x="7029450" y="4064000"/>
          <p14:tracePt t="57943" x="7016750" y="4064000"/>
          <p14:tracePt t="57960" x="7004050" y="4070350"/>
          <p14:tracePt t="57977" x="6965950" y="4070350"/>
          <p14:tracePt t="57994" x="6953250" y="4070350"/>
          <p14:tracePt t="58011" x="6940550" y="4070350"/>
          <p14:tracePt t="58027" x="6908800" y="4070350"/>
          <p14:tracePt t="58043" x="6870700" y="4070350"/>
          <p14:tracePt t="58061" x="6800850" y="4057650"/>
          <p14:tracePt t="58076" x="6762750" y="4057650"/>
          <p14:tracePt t="58093" x="6680200" y="4044950"/>
          <p14:tracePt t="58110" x="6616700" y="4025900"/>
          <p14:tracePt t="58126" x="6604000" y="4019550"/>
          <p14:tracePt t="58143" x="6578600" y="4019550"/>
          <p14:tracePt t="58159" x="6572250" y="4019550"/>
          <p14:tracePt t="58193" x="6565900" y="4019550"/>
          <p14:tracePt t="58243" x="6572250" y="4019550"/>
          <p14:tracePt t="58272" x="6578600" y="4019550"/>
          <p14:tracePt t="58278" x="6584950" y="4019550"/>
          <p14:tracePt t="58295" x="6591300" y="4019550"/>
          <p14:tracePt t="58309" x="6597650" y="4019550"/>
          <p14:tracePt t="58326" x="6610350" y="4025900"/>
          <p14:tracePt t="58342" x="6629400" y="4025900"/>
          <p14:tracePt t="58359" x="6635750" y="4032250"/>
          <p14:tracePt t="58376" x="6673850" y="4032250"/>
          <p14:tracePt t="58392" x="6718300" y="4038600"/>
          <p14:tracePt t="58409" x="6731000" y="4038600"/>
          <p14:tracePt t="58426" x="6788150" y="4038600"/>
          <p14:tracePt t="58442" x="6826250" y="4038600"/>
          <p14:tracePt t="58458" x="6845300" y="4038600"/>
          <p14:tracePt t="58475" x="6864350" y="4038600"/>
          <p14:tracePt t="58492" x="6877050" y="4038600"/>
          <p14:tracePt t="58525" x="6883400" y="4032250"/>
          <p14:tracePt t="58581" x="6870700" y="4032250"/>
          <p14:tracePt t="58602" x="6864350" y="4032250"/>
          <p14:tracePt t="58610" x="6858000" y="4032250"/>
          <p14:tracePt t="58623" x="6851650" y="4032250"/>
          <p14:tracePt t="64453" x="6813550" y="4032250"/>
          <p14:tracePt t="64460" x="6762750" y="4032250"/>
          <p14:tracePt t="64471" x="6686550" y="4038600"/>
          <p14:tracePt t="64488" x="6451600" y="4051300"/>
          <p14:tracePt t="64504" x="6261100" y="4102100"/>
          <p14:tracePt t="64521" x="6026150" y="4133850"/>
          <p14:tracePt t="64538" x="5715000" y="4178300"/>
          <p14:tracePt t="64554" x="5511800" y="4216400"/>
          <p14:tracePt t="64571" x="5270500" y="4235450"/>
          <p14:tracePt t="64587" x="4946650" y="4279900"/>
          <p14:tracePt t="64603" x="4768850" y="4311650"/>
          <p14:tracePt t="64622" x="4533900" y="4337050"/>
          <p14:tracePt t="64637" x="4394200" y="4356100"/>
          <p14:tracePt t="64654" x="4324350" y="4368800"/>
          <p14:tracePt t="64671" x="4267200" y="4368800"/>
          <p14:tracePt t="64687" x="4260850" y="4368800"/>
          <p14:tracePt t="64704" x="4248150" y="4362450"/>
          <p14:tracePt t="64720" x="4235450" y="4356100"/>
          <p14:tracePt t="64739" x="4235450" y="4349750"/>
          <p14:tracePt t="64755" x="4229100" y="4349750"/>
          <p14:tracePt t="64771" x="4222750" y="4349750"/>
          <p14:tracePt t="64804" x="4216400" y="4349750"/>
          <p14:tracePt t="64840" x="4210050" y="4349750"/>
          <p14:tracePt t="64868" x="4203700" y="4343400"/>
          <p14:tracePt t="64973" x="4203700" y="4337050"/>
          <p14:tracePt t="65001" x="4210050" y="4337050"/>
          <p14:tracePt t="65029" x="4216400" y="4337050"/>
          <p14:tracePt t="65050" x="4229100" y="4337050"/>
          <p14:tracePt t="65056" x="4235450" y="4337050"/>
          <p14:tracePt t="65069" x="4241800" y="4337050"/>
          <p14:tracePt t="65086" x="4286250" y="4337050"/>
          <p14:tracePt t="65103" x="4356100" y="4343400"/>
          <p14:tracePt t="65120" x="4470400" y="4343400"/>
          <p14:tracePt t="65136" x="4699000" y="4337050"/>
          <p14:tracePt t="65140" x="4775200" y="4337050"/>
          <p14:tracePt t="65152" x="4864100" y="4337050"/>
          <p14:tracePt t="65170" x="5149850" y="4318000"/>
          <p14:tracePt t="65185" x="5327650" y="4318000"/>
          <p14:tracePt t="65202" x="5480050" y="4305300"/>
          <p14:tracePt t="65219" x="5664200" y="4311650"/>
          <p14:tracePt t="65235" x="5765800" y="4311650"/>
          <p14:tracePt t="65252" x="5892800" y="4311650"/>
          <p14:tracePt t="65269" x="6051550" y="4279900"/>
          <p14:tracePt t="65286" x="6127750" y="4267200"/>
          <p14:tracePt t="65303" x="6210300" y="4260850"/>
          <p14:tracePt t="65319" x="6254750" y="4260850"/>
          <p14:tracePt t="65335" x="6330950" y="4260850"/>
          <p14:tracePt t="65352" x="6438900" y="4254500"/>
          <p14:tracePt t="65369" x="6515100" y="4248150"/>
          <p14:tracePt t="65384" x="6667500" y="4235450"/>
          <p14:tracePt t="65401" x="6807200" y="4241800"/>
          <p14:tracePt t="65417" x="6864350" y="4248150"/>
          <p14:tracePt t="65434" x="6915150" y="4260850"/>
          <p14:tracePt t="65451" x="7029450" y="4273550"/>
          <p14:tracePt t="65467" x="7048500" y="4273550"/>
          <p14:tracePt t="65485" x="7099300" y="4273550"/>
          <p14:tracePt t="65502" x="7118350" y="4273550"/>
          <p14:tracePt t="65518" x="7143750" y="4273550"/>
          <p14:tracePt t="65556" x="7143750" y="4279900"/>
          <p14:tracePt t="65567" x="7143750" y="4286250"/>
          <p14:tracePt t="65584" x="7143750" y="4305300"/>
          <p14:tracePt t="65600" x="7156450" y="4318000"/>
          <p14:tracePt t="65618" x="7169150" y="4330700"/>
          <p14:tracePt t="77598" x="7105650" y="4330700"/>
          <p14:tracePt t="77605" x="7004050" y="4330700"/>
          <p14:tracePt t="77612" x="6902450" y="4330700"/>
          <p14:tracePt t="77626" x="6686550" y="4349750"/>
          <p14:tracePt t="77642" x="6350000" y="4368800"/>
          <p14:tracePt t="77659" x="6134100" y="4387850"/>
          <p14:tracePt t="77675" x="5530850" y="4413250"/>
          <p14:tracePt t="77692" x="5283200" y="4445000"/>
          <p14:tracePt t="77711" x="4787900" y="4546600"/>
          <p14:tracePt t="77726" x="4610100" y="4578350"/>
          <p14:tracePt t="77742" x="4425950" y="4635500"/>
          <p14:tracePt t="77746" x="4311650" y="4673600"/>
          <p14:tracePt t="77759" x="4216400" y="4718050"/>
          <p14:tracePt t="77775" x="4032250" y="4819650"/>
          <p14:tracePt t="77792" x="3937000" y="4870450"/>
          <p14:tracePt t="77809" x="3778250" y="4933950"/>
          <p14:tracePt t="77825" x="3651250" y="4978400"/>
          <p14:tracePt t="77842" x="3606800" y="5010150"/>
          <p14:tracePt t="77858" x="3524250" y="5035550"/>
          <p14:tracePt t="77875" x="3435350" y="5067300"/>
          <p14:tracePt t="77892" x="3371850" y="5080000"/>
          <p14:tracePt t="77908" x="3232150" y="5099050"/>
          <p14:tracePt t="77925" x="3060700" y="5124450"/>
          <p14:tracePt t="77942" x="2908300" y="5124450"/>
          <p14:tracePt t="77958" x="2806700" y="5124450"/>
          <p14:tracePt t="77974" x="2679700" y="5099050"/>
          <p14:tracePt t="77991" x="2343150" y="5003800"/>
          <p14:tracePt t="78008" x="2247900" y="4965700"/>
          <p14:tracePt t="78025" x="2139950" y="4921250"/>
          <p14:tracePt t="78041" x="1974850" y="4883150"/>
          <p14:tracePt t="78058" x="1841500" y="4857750"/>
          <p14:tracePt t="78074" x="1784350" y="4845050"/>
          <p14:tracePt t="78090" x="1720850" y="4826000"/>
          <p14:tracePt t="78107" x="1695450" y="4819650"/>
          <p14:tracePt t="78141" x="1689100" y="4819650"/>
          <p14:tracePt t="78174" x="1689100" y="4813300"/>
          <p14:tracePt t="78223" x="1695450" y="4813300"/>
          <p14:tracePt t="78237" x="1701800" y="4813300"/>
          <p14:tracePt t="78258" x="1714500" y="4813300"/>
          <p14:tracePt t="78265" x="1720850" y="4813300"/>
          <p14:tracePt t="78274" x="1733550" y="4813300"/>
          <p14:tracePt t="78290" x="1739900" y="4813300"/>
          <p14:tracePt t="78307" x="1758950" y="4813300"/>
          <p14:tracePt t="78323" x="1771650" y="4813300"/>
          <p14:tracePt t="78340" x="1790700" y="4813300"/>
          <p14:tracePt t="78357" x="1816100" y="4813300"/>
          <p14:tracePt t="78373" x="1822450" y="4813300"/>
          <p14:tracePt t="78390" x="1854200" y="4813300"/>
          <p14:tracePt t="78406" x="1879600" y="4806950"/>
          <p14:tracePt t="78423" x="1898650" y="4806950"/>
          <p14:tracePt t="78440" x="1949450" y="4794250"/>
          <p14:tracePt t="78456" x="2000250" y="4787900"/>
          <p14:tracePt t="78473" x="2019300" y="4775200"/>
          <p14:tracePt t="78490" x="2070100" y="4768850"/>
          <p14:tracePt t="78506" x="2101850" y="4762500"/>
          <p14:tracePt t="78522" x="2120900" y="4749800"/>
          <p14:tracePt t="78539" x="2152650" y="4743450"/>
          <p14:tracePt t="78556" x="2178050" y="4743450"/>
          <p14:tracePt t="78574" x="2203450" y="4737100"/>
          <p14:tracePt t="78589" x="2216150" y="4737100"/>
          <p14:tracePt t="78606" x="2228850" y="4730750"/>
          <p14:tracePt t="78623" x="2254250" y="4730750"/>
          <p14:tracePt t="78639" x="2279650" y="4730750"/>
          <p14:tracePt t="78656" x="2298700" y="4730750"/>
          <p14:tracePt t="78672" x="2381250" y="4743450"/>
          <p14:tracePt t="78688" x="2406650" y="4743450"/>
          <p14:tracePt t="78705" x="2432050" y="4743450"/>
          <p14:tracePt t="78722" x="2476500" y="4749800"/>
          <p14:tracePt t="78739" x="2514600" y="4756150"/>
          <p14:tracePt t="78756" x="2546350" y="4768850"/>
          <p14:tracePt t="78772" x="2546350" y="4775200"/>
          <p14:tracePt t="78788" x="2565400" y="4781550"/>
          <p14:tracePt t="78805" x="2571750" y="4787900"/>
          <p14:tracePt t="78821" x="2578100" y="4794250"/>
          <p14:tracePt t="78838" x="2578100" y="4800600"/>
          <p14:tracePt t="78855" x="2578100" y="4806950"/>
          <p14:tracePt t="78872" x="2584450" y="4806950"/>
          <p14:tracePt t="79260" x="2590800" y="4806950"/>
          <p14:tracePt t="79281" x="2597150" y="4806950"/>
          <p14:tracePt t="79288" x="2609850" y="4806950"/>
          <p14:tracePt t="79295" x="2616200" y="4806950"/>
          <p14:tracePt t="79309" x="2628900" y="4806950"/>
          <p14:tracePt t="79319" x="2635250" y="4806950"/>
          <p14:tracePt t="79337" x="2654300" y="4806950"/>
          <p14:tracePt t="79353" x="2667000" y="4806950"/>
          <p14:tracePt t="79370" x="2686050" y="4813300"/>
          <p14:tracePt t="79386" x="2711450" y="4813300"/>
          <p14:tracePt t="79403" x="2717800" y="4813300"/>
          <p14:tracePt t="79420" x="2730500" y="4813300"/>
          <p14:tracePt t="79436" x="2743200" y="4813300"/>
          <p14:tracePt t="79471" x="2755900" y="4813300"/>
          <p14:tracePt t="79485" x="2762250" y="4806950"/>
          <p14:tracePt t="79502" x="2781300" y="4806950"/>
          <p14:tracePt t="79520" x="2787650" y="4806950"/>
          <p14:tracePt t="79536" x="2794000" y="4806950"/>
          <p14:tracePt t="79552" x="2813050" y="4806950"/>
          <p14:tracePt t="79569" x="2825750" y="4806950"/>
          <p14:tracePt t="79585" x="2832100" y="4806950"/>
          <p14:tracePt t="79602" x="2851150" y="4806950"/>
          <p14:tracePt t="79619" x="2857500" y="4806950"/>
          <p14:tracePt t="79635" x="2863850" y="4806950"/>
          <p14:tracePt t="79723" x="2863850" y="4800600"/>
          <p14:tracePt t="79744" x="2857500" y="4800600"/>
          <p14:tracePt t="79759" x="2857500" y="4794250"/>
          <p14:tracePt t="80143" x="2851150" y="4794250"/>
          <p14:tracePt t="80149" x="2838450" y="4794250"/>
          <p14:tracePt t="80164" x="2825750" y="4794250"/>
          <p14:tracePt t="80170" x="2806700" y="4787900"/>
          <p14:tracePt t="80184" x="2800350" y="4787900"/>
          <p14:tracePt t="80200" x="2781300" y="4781550"/>
          <p14:tracePt t="80234" x="2768600" y="4781550"/>
          <p14:tracePt t="80250" x="2762250" y="4775200"/>
          <p14:tracePt t="80266" x="2755900" y="4768850"/>
          <p14:tracePt t="80283" x="2749550" y="4768850"/>
          <p14:tracePt t="80300" x="2743200" y="4762500"/>
          <p14:tracePt t="80320" x="2736850" y="4762500"/>
          <p14:tracePt t="80353" x="2730500" y="4762500"/>
          <p14:tracePt t="80382" x="2724150" y="4762500"/>
          <p14:tracePt t="80388" x="2717800" y="4762500"/>
          <p14:tracePt t="80409" x="2711450" y="4762500"/>
          <p14:tracePt t="80445" x="2705100" y="4762500"/>
          <p14:tracePt t="80494" x="2698750" y="4756150"/>
          <p14:tracePt t="80522" x="2692400" y="4756150"/>
          <p14:tracePt t="80528" x="2686050" y="4749800"/>
          <p14:tracePt t="80563" x="2679700" y="4749800"/>
          <p14:tracePt t="80606" x="2673350" y="4743450"/>
          <p14:tracePt t="80697" x="2667000" y="4737100"/>
          <p14:tracePt t="80725" x="2660650" y="4737100"/>
          <p14:tracePt t="80747" x="2654300" y="4730750"/>
          <p14:tracePt t="80774" x="2647950" y="4730750"/>
          <p14:tracePt t="80783" x="2641600" y="4724400"/>
          <p14:tracePt t="80830" x="2635250" y="4724400"/>
          <p14:tracePt t="80964" x="2641600" y="4724400"/>
          <p14:tracePt t="80978" x="2647950" y="4724400"/>
          <p14:tracePt t="80999" x="2654300" y="4730750"/>
          <p14:tracePt t="81013" x="2660650" y="4730750"/>
          <p14:tracePt t="81027" x="2667000" y="4730750"/>
          <p14:tracePt t="81041" x="2673350" y="4730750"/>
          <p14:tracePt t="81050" x="2679700" y="4730750"/>
          <p14:tracePt t="81064" x="2698750" y="4730750"/>
          <p14:tracePt t="81080" x="2711450" y="4730750"/>
          <p14:tracePt t="81097" x="2749550" y="4730750"/>
          <p14:tracePt t="81113" x="2774950" y="4730750"/>
          <p14:tracePt t="81130" x="2800350" y="4730750"/>
          <p14:tracePt t="81147" x="2851150" y="4730750"/>
          <p14:tracePt t="81163" x="2870200" y="4730750"/>
          <p14:tracePt t="81180" x="2889250" y="4730750"/>
          <p14:tracePt t="81197" x="2933700" y="4730750"/>
          <p14:tracePt t="81213" x="2946400" y="4730750"/>
          <p14:tracePt t="81231" x="2978150" y="4730750"/>
          <p14:tracePt t="81246" x="2990850" y="4730750"/>
          <p14:tracePt t="81263" x="3003550" y="4730750"/>
          <p14:tracePt t="81280" x="3028950" y="4724400"/>
          <p14:tracePt t="81313" x="3035300" y="4718050"/>
          <p14:tracePt t="81330" x="3054350" y="4718050"/>
          <p14:tracePt t="81346" x="3060700" y="4711700"/>
          <p14:tracePt t="81379" x="3073400" y="4705350"/>
          <p14:tracePt t="81413" x="3086100" y="4705350"/>
          <p14:tracePt t="81446" x="3092450" y="4705350"/>
          <p14:tracePt t="81463" x="3105150" y="4705350"/>
          <p14:tracePt t="81479" x="3111500" y="4705350"/>
          <p14:tracePt t="81512" x="3143250" y="4705350"/>
          <p14:tracePt t="81530" x="3155950" y="4705350"/>
          <p14:tracePt t="81546" x="3181350" y="4705350"/>
          <p14:tracePt t="81562" x="3225800" y="4705350"/>
          <p14:tracePt t="81579" x="3244850" y="4705350"/>
          <p14:tracePt t="81596" x="3302000" y="4705350"/>
          <p14:tracePt t="81612" x="3327400" y="4705350"/>
          <p14:tracePt t="81629" x="3346450" y="4705350"/>
          <p14:tracePt t="81645" x="3397250" y="4711700"/>
          <p14:tracePt t="81662" x="3416300" y="4711700"/>
          <p14:tracePt t="81679" x="3435350" y="4711700"/>
          <p14:tracePt t="81695" x="3460750" y="4718050"/>
          <p14:tracePt t="81711" x="3473450" y="4718050"/>
          <p14:tracePt t="81729" x="3479800" y="4718050"/>
          <p14:tracePt t="81745" x="3492500" y="4724400"/>
          <p14:tracePt t="81762" x="3498850" y="4724400"/>
          <p14:tracePt t="81781" x="3511550" y="4724400"/>
          <p14:tracePt t="81794" x="3517900" y="4724400"/>
          <p14:tracePt t="81811" x="3530600" y="4724400"/>
          <p14:tracePt t="81828" x="3549650" y="4718050"/>
          <p14:tracePt t="81845" x="3556000" y="4718050"/>
          <p14:tracePt t="81861" x="3562350" y="4718050"/>
          <p14:tracePt t="81878" x="3581400" y="4718050"/>
          <p14:tracePt t="81894" x="3587750" y="4718050"/>
          <p14:tracePt t="81912" x="3600450" y="4711700"/>
          <p14:tracePt t="81928" x="3606800" y="4711700"/>
          <p14:tracePt t="82003" x="3600450" y="4711700"/>
          <p14:tracePt t="82017" x="3594100" y="4711700"/>
          <p14:tracePt t="82031" x="3587750" y="4711700"/>
          <p14:tracePt t="82045" x="3575050" y="4711700"/>
          <p14:tracePt t="82052" x="3562350" y="4711700"/>
          <p14:tracePt t="82066" x="3536950" y="4711700"/>
          <p14:tracePt t="82081" x="3505200" y="4711700"/>
          <p14:tracePt t="82094" x="3467100" y="4711700"/>
          <p14:tracePt t="82110" x="3429000" y="4718050"/>
          <p14:tracePt t="82127" x="3378200" y="4718050"/>
          <p14:tracePt t="82144" x="3282950" y="4718050"/>
          <p14:tracePt t="82160" x="3232150" y="4718050"/>
          <p14:tracePt t="82177" x="3130550" y="4711700"/>
          <p14:tracePt t="82193" x="3092450" y="4711700"/>
          <p14:tracePt t="82210" x="3035300" y="4711700"/>
          <p14:tracePt t="82226" x="2959100" y="4705350"/>
          <p14:tracePt t="82243" x="2921000" y="4705350"/>
          <p14:tracePt t="82260" x="2838450" y="4705350"/>
          <p14:tracePt t="82278" x="2813050" y="4705350"/>
          <p14:tracePt t="82293" x="2755900" y="4705350"/>
          <p14:tracePt t="82309" x="2717800" y="4699000"/>
          <p14:tracePt t="82327" x="2641600" y="4686300"/>
          <p14:tracePt t="82343" x="2616200" y="4686300"/>
          <p14:tracePt t="82360" x="2546350" y="4673600"/>
          <p14:tracePt t="82376" x="2489200" y="4660900"/>
          <p14:tracePt t="82392" x="2451100" y="4660900"/>
          <p14:tracePt t="82409" x="2419350" y="4654550"/>
          <p14:tracePt t="82426" x="2324100" y="4635500"/>
          <p14:tracePt t="82442" x="2279650" y="4635500"/>
          <p14:tracePt t="82460" x="2222500" y="4629150"/>
          <p14:tracePt t="82476" x="2184400" y="4629150"/>
          <p14:tracePt t="82493" x="2133600" y="4622800"/>
          <p14:tracePt t="82509" x="2076450" y="4616450"/>
          <p14:tracePt t="82525" x="2051050" y="4616450"/>
          <p14:tracePt t="82542" x="2000250" y="4616450"/>
          <p14:tracePt t="82559" x="1962150" y="4610100"/>
          <p14:tracePt t="82575" x="1936750" y="4610100"/>
          <p14:tracePt t="82593" x="1905000" y="4603750"/>
          <p14:tracePt t="82608" x="1879600" y="4603750"/>
          <p14:tracePt t="82625" x="1866900" y="4603750"/>
          <p14:tracePt t="82642" x="1841500" y="4603750"/>
          <p14:tracePt t="82658" x="1828800" y="4610100"/>
          <p14:tracePt t="82675" x="1822450" y="4610100"/>
          <p14:tracePt t="82692" x="1809750" y="4616450"/>
          <p14:tracePt t="82708" x="1797050" y="4622800"/>
          <p14:tracePt t="82724" x="1790700" y="4622800"/>
          <p14:tracePt t="82741" x="1784350" y="4629150"/>
          <p14:tracePt t="82758" x="1771650" y="4635500"/>
          <p14:tracePt t="82777" x="1771650" y="4641850"/>
          <p14:tracePt t="82797" x="1765300" y="4641850"/>
          <p14:tracePt t="82811" x="1758950" y="4641850"/>
          <p14:tracePt t="82825" x="1752600" y="4641850"/>
          <p14:tracePt t="82846" x="1746250" y="4641850"/>
          <p14:tracePt t="82861" x="1739900" y="4641850"/>
          <p14:tracePt t="82874" x="1720850" y="4641850"/>
          <p14:tracePt t="82891" x="1689100" y="4641850"/>
          <p14:tracePt t="82908" x="1657350" y="4635500"/>
          <p14:tracePt t="82924" x="1587500" y="4616450"/>
          <p14:tracePt t="82940" x="1504950" y="4603750"/>
          <p14:tracePt t="82958" x="1422400" y="4584700"/>
          <p14:tracePt t="82974" x="1384300" y="4578350"/>
          <p14:tracePt t="82990" x="1320800" y="4559300"/>
          <p14:tracePt t="83008" x="1289050" y="4559300"/>
          <p14:tracePt t="83024" x="1276350" y="4559300"/>
          <p14:tracePt t="83040" x="1257300" y="4552950"/>
          <p14:tracePt t="83099" x="1257300" y="4546600"/>
          <p14:tracePt t="83169" x="1257300" y="4533900"/>
          <p14:tracePt t="83191" x="1257300" y="4527550"/>
          <p14:tracePt t="83218" x="1257300" y="4514850"/>
          <p14:tracePt t="83239" x="1257300" y="4508500"/>
          <p14:tracePt t="83260" x="1263650" y="4508500"/>
          <p14:tracePt t="83267" x="1270000" y="4502150"/>
          <p14:tracePt t="83288" x="1276350" y="4502150"/>
          <p14:tracePt t="83310" x="1282700" y="4495800"/>
          <p14:tracePt t="83330" x="1282700" y="4489450"/>
          <p14:tracePt t="83337" x="1289050" y="4489450"/>
          <p14:tracePt t="83359" x="1295400" y="4483100"/>
          <p14:tracePt t="83374" x="1301750" y="4483100"/>
          <p14:tracePt t="83379" x="1308100" y="4483100"/>
          <p14:tracePt t="83389" x="1314450" y="4476750"/>
          <p14:tracePt t="83405" x="1320800" y="4476750"/>
          <p14:tracePt t="83423" x="1327150" y="4470400"/>
          <p14:tracePt t="83438" x="1327150" y="4464050"/>
          <p14:tracePt t="83457" x="1365250" y="4451350"/>
          <p14:tracePt t="83472" x="1371600" y="4451350"/>
          <p14:tracePt t="83489" x="1384300" y="4445000"/>
          <p14:tracePt t="83506" x="1409700" y="4432300"/>
          <p14:tracePt t="83522" x="1428750" y="4432300"/>
          <p14:tracePt t="83539" x="1435100" y="4432300"/>
          <p14:tracePt t="83555" x="1435100" y="4425950"/>
          <p14:tracePt t="83632" x="1435100" y="4432300"/>
          <p14:tracePt t="83640" x="1435100" y="4438650"/>
          <p14:tracePt t="83660" x="1428750" y="4445000"/>
          <p14:tracePt t="83703" x="1422400" y="4451350"/>
          <p14:tracePt t="83731" x="1416050" y="4457700"/>
          <p14:tracePt t="83738" x="1409700" y="4457700"/>
          <p14:tracePt t="83759" x="1403350" y="4470400"/>
          <p14:tracePt t="83794" x="1397000" y="4476750"/>
          <p14:tracePt t="83801" x="1390650" y="4489450"/>
          <p14:tracePt t="83808" x="1377950" y="4495800"/>
          <p14:tracePt t="83824" x="1365250" y="4508500"/>
          <p14:tracePt t="83837" x="1346200" y="4533900"/>
          <p14:tracePt t="83854" x="1320800" y="4565650"/>
          <p14:tracePt t="83871" x="1276350" y="4610100"/>
          <p14:tracePt t="83887" x="1250950" y="4635500"/>
          <p14:tracePt t="83904" x="1212850" y="4660900"/>
          <p14:tracePt t="83921" x="1181100" y="4692650"/>
          <p14:tracePt t="83937" x="1174750" y="4705350"/>
          <p14:tracePt t="83954" x="1162050" y="4711700"/>
          <p14:tracePt t="83970" x="1155700" y="4718050"/>
          <p14:tracePt t="84033" x="1149350" y="4718050"/>
          <p14:tracePt t="84152" x="1149350" y="4711700"/>
          <p14:tracePt t="84180" x="1149350" y="4705350"/>
          <p14:tracePt t="84202" x="1149350" y="4699000"/>
          <p14:tracePt t="84222" x="1149350" y="4692650"/>
          <p14:tracePt t="84229" x="1149350" y="4686300"/>
          <p14:tracePt t="84244" x="1149350" y="4679950"/>
          <p14:tracePt t="84272" x="1149350" y="4673600"/>
          <p14:tracePt t="84287" x="1155700" y="4667250"/>
          <p14:tracePt t="84300" x="1162050" y="4667250"/>
          <p14:tracePt t="84314" x="1162050" y="4660900"/>
          <p14:tracePt t="84322" x="1168400" y="4660900"/>
          <p14:tracePt t="84342" x="1174750" y="4654550"/>
          <p14:tracePt t="84363" x="1187450" y="4648200"/>
          <p14:tracePt t="84391" x="1200150" y="4648200"/>
          <p14:tracePt t="84426" x="1206500" y="4648200"/>
          <p14:tracePt t="84433" x="1212850" y="4648200"/>
          <p14:tracePt t="84454" x="1219200" y="4648200"/>
          <p14:tracePt t="84461" x="1225550" y="4648200"/>
          <p14:tracePt t="84475" x="1231900" y="4648200"/>
          <p14:tracePt t="84485" x="1238250" y="4648200"/>
          <p14:tracePt t="84505" x="1244600" y="4648200"/>
          <p14:tracePt t="84525" x="1250950" y="4648200"/>
          <p14:tracePt t="84560" x="1257300" y="4648200"/>
          <p14:tracePt t="85122" x="1263650" y="4654550"/>
          <p14:tracePt t="85144" x="1263650" y="4660900"/>
          <p14:tracePt t="85158" x="1270000" y="4667250"/>
          <p14:tracePt t="85186" x="1270000" y="4673600"/>
          <p14:tracePt t="85214" x="1276350" y="4673600"/>
          <p14:tracePt t="85234" x="1282700" y="4673600"/>
          <p14:tracePt t="85250" x="1289050" y="4667250"/>
          <p14:tracePt t="85256" x="1289050" y="4654550"/>
          <p14:tracePt t="85266" x="1295400" y="4648200"/>
          <p14:tracePt t="85283" x="1295400" y="4629150"/>
          <p14:tracePt t="85286" x="1301750" y="4603750"/>
          <p14:tracePt t="85299" x="1301750" y="4559300"/>
          <p14:tracePt t="85316" x="1301750" y="4508500"/>
          <p14:tracePt t="85334" x="1301750" y="4305300"/>
          <p14:tracePt t="85349" x="1301750" y="4229100"/>
          <p14:tracePt t="85366" x="1301750" y="4140200"/>
          <p14:tracePt t="85382" x="1295400" y="3937000"/>
          <p14:tracePt t="85399" x="1276350" y="3746500"/>
          <p14:tracePt t="85415" x="1270000" y="3644900"/>
          <p14:tracePt t="85432" x="1250950" y="3448050"/>
          <p14:tracePt t="85449" x="1225550" y="3257550"/>
          <p14:tracePt t="85466" x="1225550" y="3168650"/>
          <p14:tracePt t="85482" x="1206500" y="2978150"/>
          <p14:tracePt t="85499" x="1200150" y="2819400"/>
          <p14:tracePt t="85516" x="1181100" y="2679700"/>
          <p14:tracePt t="85531" x="1181100" y="2616200"/>
          <p14:tracePt t="85548" x="1168400" y="2559050"/>
          <p14:tracePt t="85565" x="1168400" y="2432050"/>
          <p14:tracePt t="85582" x="1162050" y="2387600"/>
          <p14:tracePt t="85600" x="1162050" y="2324100"/>
          <p14:tracePt t="85615" x="1162050" y="2292350"/>
          <p14:tracePt t="85631" x="1155700" y="2254250"/>
          <p14:tracePt t="85649" x="1155700" y="2228850"/>
          <p14:tracePt t="85665" x="1155700" y="2222500"/>
          <p14:tracePt t="85681" x="1149350" y="2203450"/>
          <p14:tracePt t="85699" x="1149350" y="2190750"/>
          <p14:tracePt t="85714" x="1149350" y="2184400"/>
          <p14:tracePt t="85731" x="1149350" y="2178050"/>
          <p14:tracePt t="85748" x="1149350" y="2171700"/>
          <p14:tracePt t="85781" x="1149350" y="2165350"/>
          <p14:tracePt t="85825" x="1149350" y="2159000"/>
          <p14:tracePt t="85979" x="1143000" y="2165350"/>
          <p14:tracePt t="85985" x="1143000" y="2171700"/>
          <p14:tracePt t="86008" x="1143000" y="2178050"/>
          <p14:tracePt t="86028" x="1143000" y="2184400"/>
          <p14:tracePt t="86050" x="1143000" y="2190750"/>
          <p14:tracePt t="86071" x="1143000" y="2197100"/>
          <p14:tracePt t="86077" x="1143000" y="2203450"/>
          <p14:tracePt t="86099" x="1143000" y="2209800"/>
          <p14:tracePt t="86115" x="1143000" y="2216150"/>
          <p14:tracePt t="86120" x="1149350" y="2222500"/>
          <p14:tracePt t="86129" x="1149350" y="2228850"/>
          <p14:tracePt t="86146" x="1162050" y="2228850"/>
          <p14:tracePt t="86163" x="1193800" y="2260600"/>
          <p14:tracePt t="86179" x="1206500" y="2273300"/>
          <p14:tracePt t="86198" x="1339850" y="2330450"/>
          <p14:tracePt t="86212" x="1390650" y="2349500"/>
          <p14:tracePt t="86229" x="1447800" y="2368550"/>
          <p14:tracePt t="86246" x="1555750" y="2400300"/>
          <p14:tracePt t="86262" x="1651000" y="2406650"/>
          <p14:tracePt t="86279" x="1676400" y="2413000"/>
          <p14:tracePt t="86296" x="1733550" y="2419350"/>
          <p14:tracePt t="86312" x="1758950" y="2419350"/>
          <p14:tracePt t="86329" x="1765300" y="2425700"/>
          <p14:tracePt t="86352" x="1765300" y="2432050"/>
          <p14:tracePt t="86362" x="1758950" y="2432050"/>
          <p14:tracePt t="86379" x="1746250" y="2438400"/>
          <p14:tracePt t="86395" x="1733550" y="2444750"/>
          <p14:tracePt t="86412" x="1714500" y="2451100"/>
          <p14:tracePt t="86429" x="1682750" y="2476500"/>
          <p14:tracePt t="86445" x="1657350" y="2514600"/>
          <p14:tracePt t="86462" x="1587500" y="2635250"/>
          <p14:tracePt t="86478" x="1504950" y="2832100"/>
          <p14:tracePt t="86495" x="1435100" y="3054350"/>
          <p14:tracePt t="86512" x="1409700" y="3181350"/>
          <p14:tracePt t="86528" x="1390650" y="3479800"/>
          <p14:tracePt t="86545" x="1377950" y="3771900"/>
          <p14:tracePt t="86562" x="1377950" y="4083050"/>
          <p14:tracePt t="86578" x="1377950" y="4241800"/>
          <p14:tracePt t="86595" x="1377950" y="4559300"/>
          <p14:tracePt t="86612" x="1377950" y="4826000"/>
          <p14:tracePt t="86628" x="1377950" y="4927600"/>
          <p14:tracePt t="86644" x="1384300" y="5105400"/>
          <p14:tracePt t="86661" x="1384300" y="5226050"/>
          <p14:tracePt t="86678" x="1384300" y="5276850"/>
          <p14:tracePt t="86694" x="1384300" y="5321300"/>
          <p14:tracePt t="86711" x="1390650" y="5346700"/>
          <p14:tracePt t="86728" x="1390650" y="5353050"/>
          <p14:tracePt t="86745" x="1390650" y="5359400"/>
          <p14:tracePt t="86778" x="1390650" y="5353050"/>
          <p14:tracePt t="86794" x="1403350" y="5346700"/>
          <p14:tracePt t="86827" x="1422400" y="5340350"/>
          <p14:tracePt t="86844" x="1441450" y="5321300"/>
          <p14:tracePt t="86860" x="1447800" y="5314950"/>
          <p14:tracePt t="86877" x="1466850" y="5295900"/>
          <p14:tracePt t="86894" x="1479550" y="5276850"/>
          <p14:tracePt t="86910" x="1479550" y="5264150"/>
          <p14:tracePt t="86927" x="1485900" y="5232400"/>
          <p14:tracePt t="86943" x="1485900" y="5187950"/>
          <p14:tracePt t="86960" x="1485900" y="5168900"/>
          <p14:tracePt t="86977" x="1485900" y="5099050"/>
          <p14:tracePt t="86993" x="1460500" y="5003800"/>
          <p14:tracePt t="87010" x="1441450" y="4953000"/>
          <p14:tracePt t="87027" x="1390650" y="4813300"/>
          <p14:tracePt t="87043" x="1320800" y="4692650"/>
          <p14:tracePt t="87061" x="1270000" y="4610100"/>
          <p14:tracePt t="87076" x="1250950" y="4591050"/>
          <p14:tracePt t="87093" x="1238250" y="4584700"/>
          <p14:tracePt t="87111" x="1200150" y="4578350"/>
          <p14:tracePt t="87126" x="1193800" y="4584700"/>
          <p14:tracePt t="87143" x="1187450" y="4597400"/>
          <p14:tracePt t="87160" x="1181100" y="4603750"/>
          <p14:tracePt t="87176" x="1174750" y="4616450"/>
          <p14:tracePt t="87192" x="1174750" y="4629150"/>
          <p14:tracePt t="87209" x="1174750" y="4641850"/>
          <p14:tracePt t="87226" x="1174750" y="4654550"/>
          <p14:tracePt t="87242" x="1181100" y="4660900"/>
          <p14:tracePt t="87259" x="1193800" y="4673600"/>
          <p14:tracePt t="87276" x="1212850" y="4686300"/>
          <p14:tracePt t="87293" x="1250950" y="4692650"/>
          <p14:tracePt t="87309" x="1282700" y="4692650"/>
          <p14:tracePt t="87325" x="1339850" y="4692650"/>
          <p14:tracePt t="87342" x="1409700" y="4667250"/>
          <p14:tracePt t="87359" x="1454150" y="4648200"/>
          <p14:tracePt t="87375" x="1485900" y="4635500"/>
          <p14:tracePt t="87392" x="1562100" y="4552950"/>
          <p14:tracePt t="87409" x="1581150" y="4533900"/>
          <p14:tracePt t="87427" x="1593850" y="4489450"/>
          <p14:tracePt t="87442" x="1593850" y="4470400"/>
          <p14:tracePt t="87458" x="1581150" y="4451350"/>
          <p14:tracePt t="87476" x="1555750" y="4445000"/>
          <p14:tracePt t="87492" x="1543050" y="4445000"/>
          <p14:tracePt t="87508" x="1511300" y="4445000"/>
          <p14:tracePt t="87525" x="1479550" y="4457700"/>
          <p14:tracePt t="87542" x="1466850" y="4464050"/>
          <p14:tracePt t="87558" x="1441450" y="4476750"/>
          <p14:tracePt t="87574" x="1409700" y="4489450"/>
          <p14:tracePt t="87591" x="1397000" y="4495800"/>
          <p14:tracePt t="87608" x="1377950" y="4533900"/>
          <p14:tracePt t="87624" x="1365250" y="4565650"/>
          <p14:tracePt t="87642" x="1358900" y="4597400"/>
          <p14:tracePt t="87659" x="1352550" y="4635500"/>
          <p14:tracePt t="87674" x="1352550" y="4686300"/>
          <p14:tracePt t="87691" x="1358900" y="4718050"/>
          <p14:tracePt t="87708" x="1397000" y="4749800"/>
          <p14:tracePt t="87724" x="1416050" y="4775200"/>
          <p14:tracePt t="87742" x="1543050" y="4806950"/>
          <p14:tracePt t="87757" x="1581150" y="4813300"/>
          <p14:tracePt t="87774" x="1638300" y="4813300"/>
          <p14:tracePt t="87790" x="1720850" y="4806950"/>
          <p14:tracePt t="87808" x="1765300" y="4775200"/>
          <p14:tracePt t="87824" x="1784350" y="4762500"/>
          <p14:tracePt t="87841" x="1803400" y="4724400"/>
          <p14:tracePt t="87857" x="1803400" y="4692650"/>
          <p14:tracePt t="87874" x="1803400" y="4673600"/>
          <p14:tracePt t="87890" x="1778000" y="4648200"/>
          <p14:tracePt t="87907" x="1733550" y="4629150"/>
          <p14:tracePt t="87923" x="1714500" y="4622800"/>
          <p14:tracePt t="87941" x="1657350" y="4610100"/>
          <p14:tracePt t="87956" x="1612900" y="4610100"/>
          <p14:tracePt t="87974" x="1568450" y="4610100"/>
          <p14:tracePt t="87990" x="1543050" y="4610100"/>
          <p14:tracePt t="88006" x="1524000" y="4610100"/>
          <p14:tracePt t="88024" x="1479550" y="4635500"/>
          <p14:tracePt t="88040" x="1466850" y="4641850"/>
          <p14:tracePt t="88057" x="1441450" y="4667250"/>
          <p14:tracePt t="88073" x="1422400" y="4699000"/>
          <p14:tracePt t="88089" x="1403350" y="4737100"/>
          <p14:tracePt t="88106" x="1384300" y="4756150"/>
          <p14:tracePt t="88123" x="1377950" y="4781550"/>
          <p14:tracePt t="88139" x="1371600" y="4800600"/>
          <p14:tracePt t="88157" x="1371600" y="4813300"/>
          <p14:tracePt t="88220" x="1365250" y="4813300"/>
          <p14:tracePt t="88234" x="1358900" y="4813300"/>
          <p14:tracePt t="88276" x="1352550" y="4813300"/>
          <p14:tracePt t="88283" x="1346200" y="4813300"/>
          <p14:tracePt t="88298" x="1339850" y="4813300"/>
          <p14:tracePt t="88326" x="1333500" y="4813300"/>
          <p14:tracePt t="88347" x="1327150" y="4813300"/>
          <p14:tracePt t="88353" x="1320800" y="4813300"/>
          <p14:tracePt t="88375" x="1314450" y="4806950"/>
          <p14:tracePt t="88390" x="1308100" y="4806950"/>
          <p14:tracePt t="88396" x="1301750" y="4800600"/>
          <p14:tracePt t="88417" x="1295400" y="4794250"/>
          <p14:tracePt t="88439" x="1295400" y="4787900"/>
          <p14:tracePt t="88444" x="1295400" y="4781550"/>
          <p14:tracePt t="88466" x="1295400" y="4775200"/>
          <p14:tracePt t="88480" x="1295400" y="4768850"/>
          <p14:tracePt t="88489" x="1295400" y="4762500"/>
          <p14:tracePt t="88505" x="1295400" y="4756150"/>
          <p14:tracePt t="88522" x="1308100" y="4718050"/>
          <p14:tracePt t="88538" x="1327150" y="4673600"/>
          <p14:tracePt t="88555" x="1339850" y="4648200"/>
          <p14:tracePt t="88571" x="1352550" y="4603750"/>
          <p14:tracePt t="88588" x="1365250" y="4559300"/>
          <p14:tracePt t="88605" x="1371600" y="4546600"/>
          <p14:tracePt t="88621" x="1371600" y="4533900"/>
          <p14:tracePt t="88649" x="1365250" y="4533900"/>
          <p14:tracePt t="88657" x="1358900" y="4533900"/>
          <p14:tracePt t="88671" x="1352550" y="4533900"/>
          <p14:tracePt t="88687" x="1346200" y="4540250"/>
          <p14:tracePt t="88705" x="1339850" y="4546600"/>
          <p14:tracePt t="88721" x="1333500" y="4559300"/>
          <p14:tracePt t="88737" x="1327150" y="4565650"/>
          <p14:tracePt t="88754" x="1308100" y="4572000"/>
          <p14:tracePt t="88770" x="1295400" y="4584700"/>
          <p14:tracePt t="88787" x="1282700" y="4597400"/>
          <p14:tracePt t="88804" x="1263650" y="4616450"/>
          <p14:tracePt t="88820" x="1244600" y="4635500"/>
          <p14:tracePt t="88838" x="1231900" y="4648200"/>
          <p14:tracePt t="88854" x="1225550" y="4648200"/>
          <p14:tracePt t="88870" x="1212850" y="4654550"/>
          <p14:tracePt t="88929" x="1206500" y="4660900"/>
          <p14:tracePt t="88972" x="1206500" y="4654550"/>
          <p14:tracePt t="88978" x="1212850" y="4654550"/>
          <p14:tracePt t="88986" x="1219200" y="4654550"/>
          <p14:tracePt t="89003" x="1225550" y="4654550"/>
          <p14:tracePt t="89020" x="1244600" y="4635500"/>
          <p14:tracePt t="89036" x="1257300" y="4622800"/>
          <p14:tracePt t="89053" x="1301750" y="4572000"/>
          <p14:tracePt t="89070" x="1352550" y="4521200"/>
          <p14:tracePt t="89086" x="1371600" y="4495800"/>
          <p14:tracePt t="89103" x="1416050" y="4451350"/>
          <p14:tracePt t="89119" x="1435100" y="4432300"/>
          <p14:tracePt t="89136" x="1441450" y="4432300"/>
          <p14:tracePt t="89182" x="1441450" y="4438650"/>
          <p14:tracePt t="89189" x="1435100" y="4445000"/>
          <p14:tracePt t="89203" x="1428750" y="4451350"/>
          <p14:tracePt t="89219" x="1422400" y="4464050"/>
          <p14:tracePt t="89235" x="1416050" y="4470400"/>
          <p14:tracePt t="89253" x="1377950" y="4508500"/>
          <p14:tracePt t="89269" x="1333500" y="4552950"/>
          <p14:tracePt t="89285" x="1314450" y="4572000"/>
          <p14:tracePt t="89302" x="1257300" y="4616450"/>
          <p14:tracePt t="89319" x="1238250" y="4641850"/>
          <p14:tracePt t="89335" x="1200150" y="4679950"/>
          <p14:tracePt t="89352" x="1181100" y="4686300"/>
          <p14:tracePt t="89368" x="1168400" y="4692650"/>
          <p14:tracePt t="89386" x="1168400" y="4699000"/>
          <p14:tracePt t="89442" x="1168400" y="4692650"/>
          <p14:tracePt t="89448" x="1174750" y="4686300"/>
          <p14:tracePt t="89463" x="1174750" y="4679950"/>
          <p14:tracePt t="89471" x="1174750" y="4673600"/>
          <p14:tracePt t="89485" x="1174750" y="4667250"/>
          <p14:tracePt t="89501" x="1174750" y="4660900"/>
          <p14:tracePt t="89517" x="1174750" y="4654550"/>
          <p14:tracePt t="89534" x="1168400" y="4641850"/>
          <p14:tracePt t="89551" x="1168400" y="4635500"/>
          <p14:tracePt t="89569" x="1168400" y="4622800"/>
          <p14:tracePt t="89653" x="1174750" y="4622800"/>
          <p14:tracePt t="89674" x="1181100" y="4622800"/>
          <p14:tracePt t="89681" x="1187450" y="4629150"/>
          <p14:tracePt t="89695" x="1193800" y="4629150"/>
          <p14:tracePt t="89704" x="1193800" y="4635500"/>
          <p14:tracePt t="89717" x="1200150" y="4635500"/>
          <p14:tracePt t="89733" x="1212850" y="4648200"/>
          <p14:tracePt t="89751" x="1225550" y="4654550"/>
          <p14:tracePt t="89767" x="1257300" y="4673600"/>
          <p14:tracePt t="89784" x="1295400" y="4705350"/>
          <p14:tracePt t="89800" x="1327150" y="4730750"/>
          <p14:tracePt t="89817" x="1339850" y="4743450"/>
          <p14:tracePt t="89833" x="1352550" y="4762500"/>
          <p14:tracePt t="89850" x="1390650" y="4787900"/>
          <p14:tracePt t="89866" x="1403350" y="4800600"/>
          <p14:tracePt t="89885" x="1422400" y="4813300"/>
          <p14:tracePt t="89900" x="1422400" y="4819650"/>
          <p14:tracePt t="89916" x="1435100" y="4826000"/>
          <p14:tracePt t="89934" x="1441450" y="4826000"/>
          <p14:tracePt t="89950" x="1441450" y="4832350"/>
          <p14:tracePt t="90201" x="1441450" y="4826000"/>
          <p14:tracePt t="90398" x="1435100" y="4826000"/>
          <p14:tracePt t="90446" x="1428750" y="4826000"/>
          <p14:tracePt t="90482" x="1422400" y="4826000"/>
          <p14:tracePt t="90517" x="1416050" y="4826000"/>
          <p14:tracePt t="90524" x="1409700" y="4826000"/>
          <p14:tracePt t="90975" x="1409700" y="4819650"/>
          <p14:tracePt t="90982" x="1409700" y="4813300"/>
          <p14:tracePt t="90999" x="1409700" y="4800600"/>
          <p14:tracePt t="91013" x="1403350" y="4800600"/>
          <p14:tracePt t="91030" x="1397000" y="4775200"/>
          <p14:tracePt t="91046" x="1371600" y="4737100"/>
          <p14:tracePt t="91063" x="1358900" y="4718050"/>
          <p14:tracePt t="91081" x="1320800" y="4667250"/>
          <p14:tracePt t="91096" x="1282700" y="4616450"/>
          <p14:tracePt t="91112" x="1250950" y="4584700"/>
          <p14:tracePt t="91130" x="1219200" y="4552950"/>
          <p14:tracePt t="91146" x="1181100" y="4514850"/>
          <p14:tracePt t="91163" x="1168400" y="4502150"/>
          <p14:tracePt t="91179" x="1149350" y="4495800"/>
          <p14:tracePt t="91196" x="1143000" y="4495800"/>
          <p14:tracePt t="91231" x="1143000" y="4502150"/>
          <p14:tracePt t="91245" x="1143000" y="4508500"/>
          <p14:tracePt t="91262" x="1143000" y="4514850"/>
          <p14:tracePt t="91279" x="1149350" y="4527550"/>
          <p14:tracePt t="91312" x="1155700" y="4540250"/>
          <p14:tracePt t="91328" x="1162050" y="4546600"/>
          <p14:tracePt t="91345" x="1168400" y="4546600"/>
          <p14:tracePt t="91362" x="1168400" y="4552950"/>
          <p14:tracePt t="91379" x="1187450" y="4565650"/>
          <p14:tracePt t="91395" x="1193800" y="4572000"/>
          <p14:tracePt t="91412" x="1219200" y="4584700"/>
          <p14:tracePt t="91428" x="1250950" y="4597400"/>
          <p14:tracePt t="91446" x="1276350" y="4603750"/>
          <p14:tracePt t="91461" x="1289050" y="4610100"/>
          <p14:tracePt t="91478" x="1301750" y="4610100"/>
          <p14:tracePt t="91495" x="1333500" y="4610100"/>
          <p14:tracePt t="91511" x="1339850" y="4610100"/>
          <p14:tracePt t="91544" x="1352550" y="4610100"/>
          <p14:tracePt t="91578" x="1358900" y="4610100"/>
          <p14:tracePt t="91607" x="1365250" y="4610100"/>
          <p14:tracePt t="92099" x="1365250" y="4603750"/>
          <p14:tracePt t="92120" x="1365250" y="4591050"/>
          <p14:tracePt t="92127" x="1365250" y="4565650"/>
          <p14:tracePt t="92141" x="1365250" y="4546600"/>
          <p14:tracePt t="92148" x="1358900" y="4508500"/>
          <p14:tracePt t="92162" x="1358900" y="4457700"/>
          <p14:tracePt t="92176" x="1339850" y="4311650"/>
          <p14:tracePt t="92192" x="1314450" y="4210050"/>
          <p14:tracePt t="92209" x="1308100" y="4095750"/>
          <p14:tracePt t="92226" x="1276350" y="3822700"/>
          <p14:tracePt t="92242" x="1212850" y="3498850"/>
          <p14:tracePt t="92259" x="1187450" y="3327400"/>
          <p14:tracePt t="92275" x="1143000" y="3009900"/>
          <p14:tracePt t="92292" x="1111250" y="2768600"/>
          <p14:tracePt t="92308" x="1092200" y="2667000"/>
          <p14:tracePt t="92325" x="1073150" y="2514600"/>
          <p14:tracePt t="92341" x="1054100" y="2419350"/>
          <p14:tracePt t="92359" x="1041400" y="2349500"/>
          <p14:tracePt t="92375" x="1022350" y="2317750"/>
          <p14:tracePt t="92391" x="1022350" y="2305050"/>
          <p14:tracePt t="92395" x="1016000" y="2279650"/>
          <p14:tracePt t="92408" x="1003300" y="2254250"/>
          <p14:tracePt t="92424" x="1003300" y="2241550"/>
          <p14:tracePt t="92441" x="996950" y="2235200"/>
          <p14:tracePt t="92458" x="990600" y="2228850"/>
          <p14:tracePt t="92494" x="990600" y="2222500"/>
          <p14:tracePt t="92541" x="990600" y="2216150"/>
          <p14:tracePt t="92682" x="990600" y="2222500"/>
          <p14:tracePt t="92724" x="996950" y="2228850"/>
          <p14:tracePt t="92780" x="996950" y="2235200"/>
          <p14:tracePt t="92794" x="996950" y="2241550"/>
          <p14:tracePt t="92815" x="1003300" y="2247900"/>
          <p14:tracePt t="92829" x="1003300" y="2254250"/>
          <p14:tracePt t="92843" x="1003300" y="2260600"/>
          <p14:tracePt t="92850" x="1009650" y="2273300"/>
          <p14:tracePt t="92864" x="1016000" y="2286000"/>
          <p14:tracePt t="92873" x="1022350" y="2311400"/>
          <p14:tracePt t="92890" x="1041400" y="2355850"/>
          <p14:tracePt t="92907" x="1098550" y="2514600"/>
          <p14:tracePt t="92923" x="1181100" y="2749550"/>
          <p14:tracePt t="92939" x="1244600" y="2901950"/>
          <p14:tracePt t="92956" x="1339850" y="3219450"/>
          <p14:tracePt t="92972" x="1441450" y="3536950"/>
          <p14:tracePt t="92990" x="1485900" y="3670300"/>
          <p14:tracePt t="93006" x="1549400" y="3905250"/>
          <p14:tracePt t="93022" x="1581150" y="4006850"/>
          <p14:tracePt t="93040" x="1638300" y="4210050"/>
          <p14:tracePt t="93055" x="1644650" y="4260850"/>
          <p14:tracePt t="93072" x="1651000" y="4305300"/>
          <p14:tracePt t="93089" x="1657350" y="4362450"/>
          <p14:tracePt t="93105" x="1676400" y="4413250"/>
          <p14:tracePt t="93122" x="1676400" y="4438650"/>
          <p14:tracePt t="93139" x="1682750" y="4495800"/>
          <p14:tracePt t="93155" x="1682750" y="4565650"/>
          <p14:tracePt t="93172" x="1676400" y="4603750"/>
          <p14:tracePt t="93189" x="1663700" y="4699000"/>
          <p14:tracePt t="93205" x="1644650" y="4781550"/>
          <p14:tracePt t="93223" x="1619250" y="4870450"/>
          <p14:tracePt t="93238" x="1600200" y="4908550"/>
          <p14:tracePt t="93255" x="1568450" y="4972050"/>
          <p14:tracePt t="93272" x="1549400" y="5010150"/>
          <p14:tracePt t="93288" x="1543050" y="5022850"/>
          <p14:tracePt t="93305" x="1530350" y="5041900"/>
          <p14:tracePt t="93321" x="1517650" y="5048250"/>
          <p14:tracePt t="93338" x="1511300" y="5048250"/>
          <p14:tracePt t="93371" x="1498600" y="5048250"/>
          <p14:tracePt t="93388" x="1492250" y="5048250"/>
          <p14:tracePt t="93405" x="1485900" y="5048250"/>
          <p14:tracePt t="93432" x="1479550" y="5041900"/>
          <p14:tracePt t="93441" x="1473200" y="5041900"/>
          <p14:tracePt t="93483" x="1473200" y="5035550"/>
          <p14:tracePt t="93503" x="1473200" y="5022850"/>
          <p14:tracePt t="93510" x="1466850" y="5022850"/>
          <p14:tracePt t="93525" x="1466850" y="5016500"/>
          <p14:tracePt t="93546" x="1466850" y="5010150"/>
          <p14:tracePt t="93554" x="1466850" y="5003800"/>
          <p14:tracePt t="93570" x="1466850" y="4991100"/>
          <p14:tracePt t="93588" x="1485900" y="4965700"/>
          <p14:tracePt t="93604" x="1498600" y="4933950"/>
          <p14:tracePt t="93620" x="1517650" y="4914900"/>
          <p14:tracePt t="93637" x="1555750" y="4889500"/>
          <p14:tracePt t="93654" x="1568450" y="4876800"/>
          <p14:tracePt t="93670" x="1612900" y="4857750"/>
          <p14:tracePt t="93687" x="1644650" y="4838700"/>
          <p14:tracePt t="93703" x="1663700" y="4832350"/>
          <p14:tracePt t="93721" x="1689100" y="4826000"/>
          <p14:tracePt t="93736" x="1714500" y="4826000"/>
          <p14:tracePt t="93754" x="1720850" y="4826000"/>
          <p14:tracePt t="93770" x="1733550" y="4826000"/>
          <p14:tracePt t="93787" x="1739900" y="4826000"/>
          <p14:tracePt t="93820" x="1746250" y="4826000"/>
          <p14:tracePt t="93883" x="1752600" y="4826000"/>
          <p14:tracePt t="93967" x="1758950" y="4826000"/>
          <p14:tracePt t="94002" x="1765300" y="4826000"/>
          <p14:tracePt t="94009" x="1771650" y="4826000"/>
          <p14:tracePt t="94398" x="1790700" y="4826000"/>
          <p14:tracePt t="94405" x="1822450" y="4826000"/>
          <p14:tracePt t="94421" x="1841500" y="4826000"/>
          <p14:tracePt t="94434" x="1885950" y="4819650"/>
          <p14:tracePt t="94451" x="1892300" y="4819650"/>
          <p14:tracePt t="94468" x="1898650" y="4813300"/>
          <p14:tracePt t="94484" x="1905000" y="4813300"/>
          <p14:tracePt t="94501" x="1905000" y="4806950"/>
          <p14:tracePt t="94518" x="1898650" y="4800600"/>
          <p14:tracePt t="94534" x="1885950" y="4800600"/>
          <p14:tracePt t="94550" x="1866900" y="4800600"/>
          <p14:tracePt t="94567" x="1841500" y="4800600"/>
          <p14:tracePt t="94584" x="1835150" y="4800600"/>
          <p14:tracePt t="94602" x="1797050" y="4800600"/>
          <p14:tracePt t="94617" x="1765300" y="4813300"/>
          <p14:tracePt t="94633" x="1746250" y="4819650"/>
          <p14:tracePt t="94651" x="1689100" y="4819650"/>
          <p14:tracePt t="94667" x="1625600" y="4826000"/>
          <p14:tracePt t="94684" x="1600200" y="4826000"/>
          <p14:tracePt t="94700" x="1568450" y="4826000"/>
          <p14:tracePt t="94716" x="1549400" y="4826000"/>
          <p14:tracePt t="94733" x="1543050" y="4826000"/>
          <p14:tracePt t="94805" x="1543050" y="4819650"/>
          <p14:tracePt t="94827" x="1549400" y="4819650"/>
          <p14:tracePt t="94834" x="1549400" y="4813300"/>
          <p14:tracePt t="94847" x="1555750" y="4813300"/>
          <p14:tracePt t="94854" x="1562100" y="4806950"/>
          <p14:tracePt t="94897" x="1568450" y="4794250"/>
          <p14:tracePt t="94925" x="1574800" y="4794250"/>
          <p14:tracePt t="94946" x="1581150" y="4781550"/>
          <p14:tracePt t="94960" x="1587500" y="4775200"/>
          <p14:tracePt t="94969" x="1593850" y="4762500"/>
          <p14:tracePt t="94982" x="1600200" y="4749800"/>
          <p14:tracePt t="94999" x="1619250" y="4705350"/>
          <p14:tracePt t="95017" x="1644650" y="4673600"/>
          <p14:tracePt t="95032" x="1651000" y="4654550"/>
          <p14:tracePt t="95049" x="1657350" y="4635500"/>
          <p14:tracePt t="95066" x="1670050" y="4597400"/>
          <p14:tracePt t="95082" x="1676400" y="4597400"/>
          <p14:tracePt t="95099" x="1676400" y="4591050"/>
          <p14:tracePt t="95116" x="1676400" y="4584700"/>
          <p14:tracePt t="95132" x="1676400" y="4578350"/>
          <p14:tracePt t="95269" x="1670050" y="4578350"/>
          <p14:tracePt t="95550" x="1676400" y="4578350"/>
          <p14:tracePt t="95578" x="1682750" y="4578350"/>
          <p14:tracePt t="95620" x="1689100" y="4578350"/>
          <p14:tracePt t="95648" x="1695450" y="4578350"/>
          <p14:tracePt t="95690" x="1701800" y="4578350"/>
          <p14:tracePt t="95810" x="1695450" y="4578350"/>
          <p14:tracePt t="95831" x="1689100" y="4578350"/>
          <p14:tracePt t="95859" x="1682750" y="4578350"/>
          <p14:tracePt t="95881" x="1676400" y="4578350"/>
          <p14:tracePt t="95894" x="1670050" y="4578350"/>
          <p14:tracePt t="95901" x="1663700" y="4578350"/>
          <p14:tracePt t="95912" x="1657350" y="4578350"/>
          <p14:tracePt t="95932" x="1651000" y="4578350"/>
          <p14:tracePt t="95950" x="1644650" y="4578350"/>
          <p14:tracePt t="95971" x="1638300" y="4578350"/>
          <p14:tracePt t="95980" x="1631950" y="4578350"/>
          <p14:tracePt t="95999" x="1625600" y="4578350"/>
          <p14:tracePt t="96015" x="1619250" y="4578350"/>
          <p14:tracePt t="96028" x="1612900" y="4578350"/>
          <p14:tracePt t="96064" x="1606550" y="4578350"/>
          <p14:tracePt t="96090" x="1600200" y="4584700"/>
          <p14:tracePt t="96097" x="1600200" y="4591050"/>
          <p14:tracePt t="96119" x="1593850" y="4591050"/>
          <p14:tracePt t="96126" x="1593850" y="4597400"/>
          <p14:tracePt t="96140" x="1593850" y="4603750"/>
          <p14:tracePt t="96148" x="1587500" y="4610100"/>
          <p14:tracePt t="96168" x="1587500" y="4616450"/>
          <p14:tracePt t="96178" x="1587500" y="4622800"/>
          <p14:tracePt t="96195" x="1581150" y="4629150"/>
          <p14:tracePt t="96217" x="1581150" y="4635500"/>
          <p14:tracePt t="96232" x="1581150" y="4641850"/>
          <p14:tracePt t="96245" x="1581150" y="4654550"/>
          <p14:tracePt t="96261" x="1581150" y="4660900"/>
          <p14:tracePt t="96278" x="1581150" y="4667250"/>
          <p14:tracePt t="96311" x="1581150" y="4673600"/>
          <p14:tracePt t="96328" x="1581150" y="4679950"/>
          <p14:tracePt t="96344" x="1587500" y="4692650"/>
          <p14:tracePt t="96360" x="1587500" y="4699000"/>
          <p14:tracePt t="96377" x="1593850" y="4705350"/>
          <p14:tracePt t="96394" x="1593850" y="4711700"/>
          <p14:tracePt t="96410" x="1600200" y="4711700"/>
          <p14:tracePt t="96428" x="1612900" y="4718050"/>
          <p14:tracePt t="96461" x="1619250" y="4730750"/>
          <p14:tracePt t="96478" x="1625600" y="4737100"/>
          <p14:tracePt t="96494" x="1631950" y="4737100"/>
          <p14:tracePt t="96510" x="1644650" y="4737100"/>
          <p14:tracePt t="96527" x="1676400" y="4756150"/>
          <p14:tracePt t="96543" x="1695450" y="4762500"/>
          <p14:tracePt t="96560" x="1708150" y="4762500"/>
          <p14:tracePt t="96577" x="1746250" y="4775200"/>
          <p14:tracePt t="96593" x="1771650" y="4781550"/>
          <p14:tracePt t="96611" x="1803400" y="4781550"/>
          <p14:tracePt t="96627" x="1816100" y="4787900"/>
          <p14:tracePt t="96643" x="1854200" y="4794250"/>
          <p14:tracePt t="96660" x="1892300" y="4794250"/>
          <p14:tracePt t="96676" x="1905000" y="4794250"/>
          <p14:tracePt t="96693" x="1949450" y="4800600"/>
          <p14:tracePt t="96710" x="2006600" y="4806950"/>
          <p14:tracePt t="96726" x="2032000" y="4806950"/>
          <p14:tracePt t="96743" x="2114550" y="4826000"/>
          <p14:tracePt t="96759" x="2197100" y="4838700"/>
          <p14:tracePt t="96776" x="2254250" y="4851400"/>
          <p14:tracePt t="96793" x="2368550" y="4870450"/>
          <p14:tracePt t="96809" x="2514600" y="4876800"/>
          <p14:tracePt t="96826" x="2590800" y="4889500"/>
          <p14:tracePt t="96843" x="2749550" y="4908550"/>
          <p14:tracePt t="96859" x="2838450" y="4914900"/>
          <p14:tracePt t="96876" x="3054350" y="4946650"/>
          <p14:tracePt t="96892" x="3282950" y="4965700"/>
          <p14:tracePt t="96909" x="3397250" y="4965700"/>
          <p14:tracePt t="96926" x="3638550" y="4991100"/>
          <p14:tracePt t="96942" x="3867150" y="5022850"/>
          <p14:tracePt t="96959" x="3994150" y="5022850"/>
          <p14:tracePt t="96976" x="4248150" y="5041900"/>
          <p14:tracePt t="96992" x="4514850" y="5054600"/>
          <p14:tracePt t="97009" x="4629150" y="5054600"/>
          <p14:tracePt t="97025" x="4902200" y="5048250"/>
          <p14:tracePt t="97042" x="5105400" y="5048250"/>
          <p14:tracePt t="97060" x="5308600" y="5035550"/>
          <p14:tracePt t="97075" x="5391150" y="5029200"/>
          <p14:tracePt t="97092" x="5556250" y="4997450"/>
          <p14:tracePt t="97109" x="5727700" y="4972050"/>
          <p14:tracePt t="97125" x="5803900" y="4959350"/>
          <p14:tracePt t="97142" x="5880100" y="4940300"/>
          <p14:tracePt t="97159" x="6127750" y="4902200"/>
          <p14:tracePt t="97175" x="6210300" y="4889500"/>
          <p14:tracePt t="97191" x="6286500" y="4883150"/>
          <p14:tracePt t="97207" x="6451600" y="4883150"/>
          <p14:tracePt t="97225" x="6642100" y="4883150"/>
          <p14:tracePt t="97243" x="6819900" y="4883150"/>
          <p14:tracePt t="97258" x="6908800" y="4883150"/>
          <p14:tracePt t="97274" x="7092950" y="4883150"/>
          <p14:tracePt t="97292" x="7283450" y="4895850"/>
          <p14:tracePt t="97307" x="7385050" y="4902200"/>
          <p14:tracePt t="97324" x="7562850" y="4914900"/>
          <p14:tracePt t="97341" x="7766050" y="4946650"/>
          <p14:tracePt t="97358" x="7854950" y="4946650"/>
          <p14:tracePt t="97374" x="7924800" y="4953000"/>
          <p14:tracePt t="99737" x="7912100" y="4953000"/>
          <p14:tracePt t="99751" x="7867650" y="4946650"/>
          <p14:tracePt t="99758" x="7823200" y="4927600"/>
          <p14:tracePt t="99772" x="7785100" y="4908550"/>
          <p14:tracePt t="99782" x="7727950" y="4889500"/>
          <p14:tracePt t="99800" x="7683500" y="4876800"/>
          <p14:tracePt t="99816" x="7600950" y="4838700"/>
          <p14:tracePt t="99832" x="7524750" y="4806950"/>
          <p14:tracePt t="99850" x="7461250" y="4781550"/>
          <p14:tracePt t="99865" x="7429500" y="4768850"/>
          <p14:tracePt t="99882" x="7359650" y="4749800"/>
          <p14:tracePt t="99899" x="7296150" y="4730750"/>
          <p14:tracePt t="99915" x="7277100" y="4711700"/>
          <p14:tracePt t="99932" x="7264400" y="4711700"/>
          <p14:tracePt t="99936" x="7245350" y="4705350"/>
          <p14:tracePt t="99949" x="7232650" y="4699000"/>
          <p14:tracePt t="99982" x="7226300" y="4699000"/>
          <p14:tracePt t="100124" x="7219950" y="4699000"/>
          <p14:tracePt t="100130" x="7213600" y="4699000"/>
          <p14:tracePt t="100144" x="7207250" y="4705350"/>
          <p14:tracePt t="100159" x="7194550" y="4705350"/>
          <p14:tracePt t="100172" x="7188200" y="4705350"/>
          <p14:tracePt t="100181" x="7169150" y="4711700"/>
          <p14:tracePt t="100197" x="7137400" y="4718050"/>
          <p14:tracePt t="100215" x="7048500" y="4730750"/>
          <p14:tracePt t="100231" x="6883400" y="4737100"/>
          <p14:tracePt t="100248" x="6800850" y="4749800"/>
          <p14:tracePt t="100264" x="6597650" y="4756150"/>
          <p14:tracePt t="100281" x="6483350" y="4756150"/>
          <p14:tracePt t="100298" x="6261100" y="4756150"/>
          <p14:tracePt t="100314" x="6070600" y="4756150"/>
          <p14:tracePt t="100330" x="5981700" y="4756150"/>
          <p14:tracePt t="100348" x="5822950" y="4768850"/>
          <p14:tracePt t="100364" x="5695950" y="4787900"/>
          <p14:tracePt t="100380" x="5626100" y="4794250"/>
          <p14:tracePt t="100397" x="5499100" y="4813300"/>
          <p14:tracePt t="100414" x="5365750" y="4832350"/>
          <p14:tracePt t="100430" x="5302250" y="4845050"/>
          <p14:tracePt t="100447" x="5207000" y="4857750"/>
          <p14:tracePt t="100464" x="5105400" y="4857750"/>
          <p14:tracePt t="100481" x="5054600" y="4857750"/>
          <p14:tracePt t="100497" x="4946650" y="4857750"/>
          <p14:tracePt t="100513" x="4864100" y="4851400"/>
          <p14:tracePt t="100531" x="4806950" y="4845050"/>
          <p14:tracePt t="100546" x="4781550" y="4845050"/>
          <p14:tracePt t="100563" x="4756150" y="4851400"/>
          <p14:tracePt t="100580" x="4724400" y="4857750"/>
          <p14:tracePt t="100597" x="4724400" y="4864100"/>
          <p14:tracePt t="100613" x="4718050" y="4864100"/>
          <p14:tracePt t="100671" x="4718050" y="4870450"/>
          <p14:tracePt t="100706" x="4724400" y="4870450"/>
          <p14:tracePt t="100714" x="4730750" y="4870450"/>
          <p14:tracePt t="100720" x="4737100" y="4870450"/>
          <p14:tracePt t="100734" x="4743450" y="4870450"/>
          <p14:tracePt t="100746" x="4756150" y="4870450"/>
          <p14:tracePt t="100763" x="4794250" y="4870450"/>
          <p14:tracePt t="100779" x="4826000" y="4870450"/>
          <p14:tracePt t="100796" x="4927600" y="4857750"/>
          <p14:tracePt t="100812" x="5054600" y="4851400"/>
          <p14:tracePt t="100829" x="5137150" y="4838700"/>
          <p14:tracePt t="100847" x="5340350" y="4819650"/>
          <p14:tracePt t="100862" x="5556250" y="4787900"/>
          <p14:tracePt t="100879" x="5645150" y="4775200"/>
          <p14:tracePt t="100896" x="5816600" y="4756150"/>
          <p14:tracePt t="100912" x="5892800" y="4756150"/>
          <p14:tracePt t="100929" x="6019800" y="4749800"/>
          <p14:tracePt t="100945" x="6127750" y="4737100"/>
          <p14:tracePt t="100962" x="6165850" y="4737100"/>
          <p14:tracePt t="100979" x="6223000" y="4737100"/>
          <p14:tracePt t="100995" x="6286500" y="4737100"/>
          <p14:tracePt t="101011" x="6318250" y="4737100"/>
          <p14:tracePt t="101029" x="6381750" y="4743450"/>
          <p14:tracePt t="101045" x="6464300" y="4749800"/>
          <p14:tracePt t="101062" x="6502400" y="4749800"/>
          <p14:tracePt t="101079" x="6610350" y="4749800"/>
          <p14:tracePt t="101094" x="6737350" y="4743450"/>
          <p14:tracePt t="101111" x="6813550" y="4743450"/>
          <p14:tracePt t="101128" x="6902450" y="4743450"/>
          <p14:tracePt t="101144" x="6985000" y="4743450"/>
          <p14:tracePt t="101161" x="7004050" y="4743450"/>
          <p14:tracePt t="101178" x="7042150" y="4749800"/>
          <p14:tracePt t="101194" x="7048500" y="4749800"/>
          <p14:tracePt t="101211" x="7061200" y="4749800"/>
          <p14:tracePt t="101248" x="7054850" y="4749800"/>
          <p14:tracePt t="101261" x="7048500" y="4756150"/>
          <p14:tracePt t="101278" x="7029450" y="4756150"/>
          <p14:tracePt t="101294" x="7016750" y="4762500"/>
          <p14:tracePt t="101310" x="6985000" y="4775200"/>
          <p14:tracePt t="101327" x="6896100" y="4775200"/>
          <p14:tracePt t="101344" x="6819900" y="4775200"/>
          <p14:tracePt t="101360" x="6604000" y="4775200"/>
          <p14:tracePt t="101377" x="6311900" y="4775200"/>
          <p14:tracePt t="101395" x="5969000" y="4768850"/>
          <p14:tracePt t="101410" x="5810250" y="4768850"/>
          <p14:tracePt t="101427" x="5530850" y="4768850"/>
          <p14:tracePt t="101444" x="5264150" y="4756150"/>
          <p14:tracePt t="101460" x="5137150" y="4762500"/>
          <p14:tracePt t="101477" x="5041900" y="4762500"/>
          <p14:tracePt t="101494" x="4794250" y="4768850"/>
          <p14:tracePt t="101510" x="4718050" y="4768850"/>
          <p14:tracePt t="101526" x="4654550" y="4768850"/>
          <p14:tracePt t="101543" x="4502150" y="4768850"/>
          <p14:tracePt t="101560" x="4368800" y="4787900"/>
          <p14:tracePt t="101577" x="4248150" y="4813300"/>
          <p14:tracePt t="101593" x="4197350" y="4826000"/>
          <p14:tracePt t="101610" x="4102100" y="4845050"/>
          <p14:tracePt t="101627" x="3994150" y="4857750"/>
          <p14:tracePt t="101643" x="3943350" y="4857750"/>
          <p14:tracePt t="101659" x="3835400" y="4876800"/>
          <p14:tracePt t="101676" x="3740150" y="4883150"/>
          <p14:tracePt t="101692" x="3702050" y="4883150"/>
          <p14:tracePt t="101710" x="3644900" y="4883150"/>
          <p14:tracePt t="101726" x="3587750" y="4883150"/>
          <p14:tracePt t="101743" x="3562350" y="4883150"/>
          <p14:tracePt t="101760" x="3498850" y="4876800"/>
          <p14:tracePt t="101775" x="3454400" y="4870450"/>
          <p14:tracePt t="101792" x="3429000" y="4864100"/>
          <p14:tracePt t="101809" x="3384550" y="4864100"/>
          <p14:tracePt t="101826" x="3359150" y="4857750"/>
          <p14:tracePt t="101842" x="3327400" y="4857750"/>
          <p14:tracePt t="101859" x="3302000" y="4857750"/>
          <p14:tracePt t="101875" x="3282950" y="4851400"/>
          <p14:tracePt t="101893" x="3257550" y="4851400"/>
          <p14:tracePt t="101908" x="3238500" y="4845050"/>
          <p14:tracePt t="101925" x="3232150" y="4845050"/>
          <p14:tracePt t="101943" x="3175000" y="4845050"/>
          <p14:tracePt t="101958" x="3162300" y="4845050"/>
          <p14:tracePt t="102310" x="3143250" y="4838700"/>
          <p14:tracePt t="102317" x="3111500" y="4826000"/>
          <p14:tracePt t="102332" x="3079750" y="4813300"/>
          <p14:tracePt t="102340" x="3041650" y="4794250"/>
          <p14:tracePt t="102357" x="3016250" y="4781550"/>
          <p14:tracePt t="102374" x="2965450" y="4768850"/>
          <p14:tracePt t="102390" x="2914650" y="4737100"/>
          <p14:tracePt t="102407" x="2895600" y="4730750"/>
          <p14:tracePt t="102423" x="2857500" y="4705350"/>
          <p14:tracePt t="102440" x="2825750" y="4686300"/>
          <p14:tracePt t="102457" x="2806700" y="4679950"/>
          <p14:tracePt t="102473" x="2781300" y="4667250"/>
          <p14:tracePt t="102490" x="2762250" y="4660900"/>
          <p14:tracePt t="102506" x="2755900" y="4660900"/>
          <p14:tracePt t="102523" x="2743200" y="4654550"/>
          <p14:tracePt t="102540" x="2736850" y="4654550"/>
          <p14:tracePt t="102879" x="2736850" y="4660900"/>
          <p14:tracePt t="103161" x="2743200" y="4660900"/>
          <p14:tracePt t="103182" x="2749550" y="4660900"/>
          <p14:tracePt t="103210" x="2755900" y="4660900"/>
          <p14:tracePt t="103231" x="2762250" y="4667250"/>
          <p14:tracePt t="103252" x="2768600" y="4667250"/>
          <p14:tracePt t="103301" x="2774950" y="4667250"/>
          <p14:tracePt t="103322" x="2781300" y="4673600"/>
          <p14:tracePt t="103364" x="2787650" y="4673600"/>
          <p14:tracePt t="103371" x="2794000" y="4673600"/>
          <p14:tracePt t="103399" x="2800350" y="4673600"/>
          <p14:tracePt t="103435" x="2806700" y="4673600"/>
          <p14:tracePt t="103463" x="2806700" y="4679950"/>
          <p14:tracePt t="103491" x="2813050" y="4679950"/>
          <p14:tracePt t="103540" x="2819400" y="4686300"/>
          <p14:tracePt t="103652" x="2813050" y="4686300"/>
          <p14:tracePt t="103772" x="2806700" y="4686300"/>
          <p14:tracePt t="103813" x="2800350" y="4686300"/>
          <p14:tracePt t="103856" x="2794000" y="4686300"/>
          <p14:tracePt t="103891" x="2787650" y="4686300"/>
          <p14:tracePt t="103927" x="2781300" y="4686300"/>
          <p14:tracePt t="103954" x="2774950" y="4686300"/>
          <p14:tracePt t="104004" x="2768600" y="4686300"/>
          <p14:tracePt t="104025" x="2762250" y="4686300"/>
          <p14:tracePt t="104053" x="2755900" y="4686300"/>
          <p14:tracePt t="104074" x="2743200" y="4686300"/>
          <p14:tracePt t="104102" x="2736850" y="4686300"/>
          <p14:tracePt t="104172" x="2730500" y="4686300"/>
          <p14:tracePt t="104193" x="2724150" y="4686300"/>
          <p14:tracePt t="104214" x="2717800" y="4686300"/>
          <p14:tracePt t="104256" x="2711450" y="4686300"/>
          <p14:tracePt t="104263" x="2705100" y="4686300"/>
          <p14:tracePt t="104312" x="2698750" y="4686300"/>
          <p14:tracePt t="104889" x="2698750" y="4692650"/>
          <p14:tracePt t="104945" x="2698750" y="4699000"/>
          <p14:tracePt t="104966" x="2698750" y="4705350"/>
          <p14:tracePt t="104987" x="2698750" y="4711700"/>
          <p14:tracePt t="105008" x="2705100" y="4718050"/>
          <p14:tracePt t="105015" x="2705100" y="4724400"/>
          <p14:tracePt t="105036" x="2711450" y="4724400"/>
          <p14:tracePt t="105057" x="2717800" y="4730750"/>
          <p14:tracePt t="105070" x="2717800" y="4737100"/>
          <p14:tracePt t="105078" x="2717800" y="4743450"/>
          <p14:tracePt t="105085" x="2717800" y="4756150"/>
          <p14:tracePt t="105101" x="2724150" y="4768850"/>
          <p14:tracePt t="105114" x="2730500" y="4781550"/>
          <p14:tracePt t="105130" x="2749550" y="4838700"/>
          <p14:tracePt t="105148" x="2774950" y="4902200"/>
          <p14:tracePt t="105164" x="2794000" y="4933950"/>
          <p14:tracePt t="105180" x="2825750" y="4997450"/>
          <p14:tracePt t="105198" x="2857500" y="5041900"/>
          <p14:tracePt t="105214" x="2870200" y="5054600"/>
          <p14:tracePt t="105230" x="2889250" y="5073650"/>
          <p14:tracePt t="105247" x="2921000" y="5073650"/>
          <p14:tracePt t="105263" x="2927350" y="5073650"/>
          <p14:tracePt t="105280" x="2940050" y="5073650"/>
          <p14:tracePt t="105297" x="2959100" y="5048250"/>
          <p14:tracePt t="105313" x="2965450" y="5035550"/>
          <p14:tracePt t="105331" x="2971800" y="5016500"/>
          <p14:tracePt t="105346" x="2978150" y="5003800"/>
          <p14:tracePt t="105363" x="2978150" y="4991100"/>
          <p14:tracePt t="105380" x="2990850" y="4978400"/>
          <p14:tracePt t="105396" x="2997200" y="4972050"/>
          <p14:tracePt t="105414" x="3016250" y="4959350"/>
          <p14:tracePt t="105430" x="3035300" y="4953000"/>
          <p14:tracePt t="105463" x="3079750" y="4933950"/>
          <p14:tracePt t="105479" x="3136900" y="4927600"/>
          <p14:tracePt t="105496" x="3175000" y="4921250"/>
          <p14:tracePt t="105513" x="3308350" y="4902200"/>
          <p14:tracePt t="105529" x="3448050" y="4902200"/>
          <p14:tracePt t="105546" x="3524250" y="4902200"/>
          <p14:tracePt t="105563" x="3695700" y="4921250"/>
          <p14:tracePt t="105579" x="3854450" y="4972050"/>
          <p14:tracePt t="105596" x="3917950" y="4991100"/>
          <p14:tracePt t="105612" x="4051300" y="5041900"/>
          <p14:tracePt t="105629" x="4095750" y="5060950"/>
          <p14:tracePt t="105646" x="4140200" y="5080000"/>
          <p14:tracePt t="105662" x="4159250" y="5086350"/>
          <p14:tracePt t="105710" x="4152900" y="5073650"/>
          <p14:tracePt t="105717" x="4146550" y="5073650"/>
          <p14:tracePt t="105732" x="4133850" y="5067300"/>
          <p14:tracePt t="105745" x="4127500" y="5067300"/>
          <p14:tracePt t="105762" x="4102100" y="5060950"/>
          <p14:tracePt t="105778" x="4095750" y="5060950"/>
          <p14:tracePt t="105795" x="4070350" y="5060950"/>
          <p14:tracePt t="105812" x="4038600" y="5060950"/>
          <p14:tracePt t="105828" x="4025900" y="5060950"/>
          <p14:tracePt t="105845" x="3987800" y="5054600"/>
          <p14:tracePt t="105861" x="3949700" y="5054600"/>
          <p14:tracePt t="105878" x="3930650" y="5054600"/>
          <p14:tracePt t="105895" x="3911600" y="5048250"/>
          <p14:tracePt t="105911" x="3905250" y="5041900"/>
          <p14:tracePt t="105931" x="3911600" y="5035550"/>
          <p14:tracePt t="105944" x="3930650" y="5029200"/>
          <p14:tracePt t="105961" x="3943350" y="5029200"/>
          <p14:tracePt t="105978" x="4000500" y="5022850"/>
          <p14:tracePt t="105994" x="4146550" y="5003800"/>
          <p14:tracePt t="106012" x="4330700" y="5003800"/>
          <p14:tracePt t="106028" x="4470400" y="5003800"/>
          <p14:tracePt t="106044" x="4806950" y="5003800"/>
          <p14:tracePt t="106061" x="4991100" y="5003800"/>
          <p14:tracePt t="106077" x="5334000" y="5003800"/>
          <p14:tracePt t="106094" x="5651500" y="4997450"/>
          <p14:tracePt t="106111" x="5905500" y="4997450"/>
          <p14:tracePt t="106127" x="6019800" y="4997450"/>
          <p14:tracePt t="106144" x="6235700" y="4997450"/>
          <p14:tracePt t="106160" x="6464300" y="4997450"/>
          <p14:tracePt t="106177" x="6584950" y="4997450"/>
          <p14:tracePt t="106194" x="6813550" y="4997450"/>
          <p14:tracePt t="106210" x="7042150" y="4997450"/>
          <p14:tracePt t="106227" x="7181850" y="4997450"/>
          <p14:tracePt t="106244" x="7410450" y="4997450"/>
          <p14:tracePt t="106260" x="7524750" y="4997450"/>
          <p14:tracePt t="106277" x="7772400" y="4997450"/>
          <p14:tracePt t="106293" x="8064500" y="4997450"/>
          <p14:tracePt t="106310" x="8223250" y="4997450"/>
          <p14:tracePt t="106326" x="8540750" y="4997450"/>
          <p14:tracePt t="106343" x="8743950" y="5010150"/>
          <p14:tracePt t="106360" x="8813800" y="5003800"/>
          <p14:tracePt t="106378" x="8902700" y="4997450"/>
          <p14:tracePt t="106393" x="8921750" y="4997450"/>
          <p14:tracePt t="106409" x="8934450" y="4991100"/>
          <p14:tracePt t="106427" x="8947150" y="4991100"/>
          <p14:tracePt t="106459" x="8947150" y="4984750"/>
          <p14:tracePt t="106476" x="8940800" y="4978400"/>
          <p14:tracePt t="106511" x="8934450" y="4978400"/>
          <p14:tracePt t="106517" x="8928100" y="4978400"/>
          <p14:tracePt t="106532" x="8921750" y="4978400"/>
          <p14:tracePt t="106546" x="8915400" y="4978400"/>
          <p14:tracePt t="106559" x="8909050" y="4978400"/>
          <p14:tracePt t="106576" x="8902700" y="4978400"/>
          <p14:tracePt t="106592" x="8883650" y="4978400"/>
          <p14:tracePt t="106610" x="8858250" y="4978400"/>
          <p14:tracePt t="106625" x="8826500" y="4978400"/>
          <p14:tracePt t="106642" x="8807450" y="4978400"/>
          <p14:tracePt t="106659" x="8718550" y="4978400"/>
          <p14:tracePt t="106675" x="8566150" y="4978400"/>
          <p14:tracePt t="106692" x="8451850" y="4978400"/>
          <p14:tracePt t="106709" x="8153400" y="4978400"/>
          <p14:tracePt t="106725" x="7747000" y="4997450"/>
          <p14:tracePt t="106743" x="7194550" y="5016500"/>
          <p14:tracePt t="106758" x="6908800" y="5029200"/>
          <p14:tracePt t="106775" x="6280150" y="5048250"/>
          <p14:tracePt t="106792" x="5689600" y="5111750"/>
          <p14:tracePt t="106808" x="5454650" y="5111750"/>
          <p14:tracePt t="106824" x="5238750" y="5124450"/>
          <p14:tracePt t="106841" x="4686300" y="5187950"/>
          <p14:tracePt t="106858" x="4572000" y="5187950"/>
          <p14:tracePt t="106876" x="4406900" y="5187950"/>
          <p14:tracePt t="106891" x="4330700" y="5194300"/>
          <p14:tracePt t="106908" x="4191000" y="5207000"/>
          <p14:tracePt t="106926" x="4083050" y="5207000"/>
          <p14:tracePt t="106941" x="4044950" y="5207000"/>
          <p14:tracePt t="106958" x="3981450" y="5200650"/>
          <p14:tracePt t="106975" x="3924300" y="5200650"/>
          <p14:tracePt t="106991" x="3898900" y="5194300"/>
          <p14:tracePt t="107008" x="3848100" y="5187950"/>
          <p14:tracePt t="107024" x="3790950" y="5175250"/>
          <p14:tracePt t="107040" x="3759200" y="5168900"/>
          <p14:tracePt t="107058" x="3702050" y="5162550"/>
          <p14:tracePt t="107074" x="3651250" y="5156200"/>
          <p14:tracePt t="107091" x="3632200" y="5156200"/>
          <p14:tracePt t="107108" x="3613150" y="5149850"/>
          <p14:tracePt t="107123" x="3600450" y="5149850"/>
          <p14:tracePt t="107164" x="3594100" y="5149850"/>
          <p14:tracePt t="107255" x="3600450" y="5149850"/>
          <p14:tracePt t="107262" x="3606800" y="5149850"/>
          <p14:tracePt t="107276" x="3613150" y="5149850"/>
          <p14:tracePt t="107290" x="3619500" y="5149850"/>
          <p14:tracePt t="107306" x="3625850" y="5149850"/>
          <p14:tracePt t="107323" x="3638550" y="5143500"/>
          <p14:tracePt t="107340" x="3644900" y="5143500"/>
          <p14:tracePt t="107356" x="3663950" y="5137150"/>
          <p14:tracePt t="107373" x="3683000" y="5137150"/>
          <p14:tracePt t="107390" x="3721100" y="5130800"/>
          <p14:tracePt t="107406" x="3790950" y="5118100"/>
          <p14:tracePt t="107424" x="3917950" y="5111750"/>
          <p14:tracePt t="107439" x="4006850" y="5099050"/>
          <p14:tracePt t="107456" x="4114800" y="5092700"/>
          <p14:tracePt t="107473" x="4495800" y="5060950"/>
          <p14:tracePt t="107489" x="4622800" y="5035550"/>
          <p14:tracePt t="107506" x="4762500" y="5029200"/>
          <p14:tracePt t="107510" x="4876800" y="5016500"/>
          <p14:tracePt t="107523" x="4997450" y="5016500"/>
          <p14:tracePt t="107539" x="5213350" y="5022850"/>
          <p14:tracePt t="107556" x="5289550" y="5022850"/>
          <p14:tracePt t="107572" x="5461000" y="5029200"/>
          <p14:tracePt t="107588" x="5600700" y="5016500"/>
          <p14:tracePt t="107607" x="5708650" y="5010150"/>
          <p14:tracePt t="107622" x="5772150" y="4997450"/>
          <p14:tracePt t="107639" x="5861050" y="4997450"/>
          <p14:tracePt t="107656" x="5943600" y="4997450"/>
          <p14:tracePt t="107672" x="5981700" y="4991100"/>
          <p14:tracePt t="107688" x="6089650" y="4984750"/>
          <p14:tracePt t="107705" x="6197600" y="4953000"/>
          <p14:tracePt t="107722" x="6248400" y="4946650"/>
          <p14:tracePt t="107739" x="6305550" y="4940300"/>
          <p14:tracePt t="107755" x="6483350" y="4927600"/>
          <p14:tracePt t="107771" x="6534150" y="4927600"/>
          <p14:tracePt t="107790" x="6616700" y="4927600"/>
          <p14:tracePt t="107804" x="6642100" y="4927600"/>
          <p14:tracePt t="107821" x="6692900" y="4921250"/>
          <p14:tracePt t="107839" x="6737350" y="4921250"/>
          <p14:tracePt t="107855" x="6756400" y="4921250"/>
          <p14:tracePt t="107871" x="6762750" y="4914900"/>
          <p14:tracePt t="107888" x="6769100" y="4914900"/>
          <p14:tracePt t="107921" x="6762750" y="4914900"/>
          <p14:tracePt t="107938" x="6731000" y="4914900"/>
          <p14:tracePt t="107954" x="6711950" y="4914900"/>
          <p14:tracePt t="107971" x="6667500" y="4914900"/>
          <p14:tracePt t="107987" x="6553200" y="4921250"/>
          <p14:tracePt t="108004" x="6451600" y="4921250"/>
          <p14:tracePt t="108021" x="6115050" y="4914900"/>
          <p14:tracePt t="108037" x="5568950" y="4902200"/>
          <p14:tracePt t="108054" x="5257800" y="4902200"/>
          <p14:tracePt t="108071" x="4603750" y="4889500"/>
          <p14:tracePt t="108087" x="4337050" y="4870450"/>
          <p14:tracePt t="108103" x="3867150" y="4883150"/>
          <p14:tracePt t="108120" x="3613150" y="4889500"/>
          <p14:tracePt t="108137" x="3536950" y="4889500"/>
          <p14:tracePt t="108154" x="3435350" y="4889500"/>
          <p14:tracePt t="108170" x="3390900" y="4883150"/>
          <p14:tracePt t="108187" x="3384550" y="4883150"/>
          <p14:tracePt t="108204" x="3378200" y="4883150"/>
          <p14:tracePt t="108220" x="3384550" y="4883150"/>
          <p14:tracePt t="108236" x="3403600" y="4883150"/>
          <p14:tracePt t="108253" x="3429000" y="4883150"/>
          <p14:tracePt t="108270" x="3479800" y="4883150"/>
          <p14:tracePt t="108286" x="3505200" y="4876800"/>
          <p14:tracePt t="108303" x="3575050" y="4864100"/>
          <p14:tracePt t="108320" x="3721100" y="4845050"/>
          <p14:tracePt t="108337" x="3949700" y="4819650"/>
          <p14:tracePt t="108353" x="4089400" y="4813300"/>
          <p14:tracePt t="108369" x="4248150" y="4787900"/>
          <p14:tracePt t="108386" x="4876800" y="4737100"/>
          <p14:tracePt t="108402" x="5111750" y="4718050"/>
          <p14:tracePt t="108419" x="5353050" y="4705350"/>
          <p14:tracePt t="108436" x="5778500" y="4692650"/>
          <p14:tracePt t="108452" x="6127750" y="4667250"/>
          <p14:tracePt t="108469" x="6267450" y="4660900"/>
          <p14:tracePt t="108486" x="6521450" y="4635500"/>
          <p14:tracePt t="108502" x="6731000" y="4603750"/>
          <p14:tracePt t="108520" x="6889750" y="4552950"/>
          <p14:tracePt t="108535" x="6940550" y="4540250"/>
          <p14:tracePt t="108552" x="7029450" y="4502150"/>
          <p14:tracePt t="108569" x="7092950" y="4470400"/>
          <p14:tracePt t="108585" x="7112000" y="4457700"/>
          <p14:tracePt t="108602" x="7156450" y="4451350"/>
          <p14:tracePt t="108619" x="7188200" y="4438650"/>
          <p14:tracePt t="108635" x="7200900" y="4432300"/>
          <p14:tracePt t="108653" x="7213600" y="4432300"/>
          <p14:tracePt t="108668" x="7251700" y="4432300"/>
          <p14:tracePt t="108685" x="7258050" y="4425950"/>
          <p14:tracePt t="108705" x="7270750" y="4425950"/>
          <p14:tracePt t="108718" x="7277100" y="4425950"/>
          <p14:tracePt t="108735" x="7296150" y="4425950"/>
          <p14:tracePt t="108752" x="7302500" y="4419600"/>
          <p14:tracePt t="108768" x="7315200" y="4419600"/>
          <p14:tracePt t="108784" x="7327900" y="4419600"/>
          <p14:tracePt t="108801" x="7340600" y="4419600"/>
          <p14:tracePt t="108835" x="7353300" y="4419600"/>
          <p14:tracePt t="108851" x="7366000" y="4425950"/>
          <p14:tracePt t="108868" x="7378700" y="4438650"/>
          <p14:tracePt t="108885" x="7385050" y="4438650"/>
          <p14:tracePt t="108976" x="7385050" y="4445000"/>
          <p14:tracePt t="109026" x="7378700" y="4445000"/>
          <p14:tracePt t="109040" x="7372350" y="4445000"/>
          <p14:tracePt t="109054" x="7366000" y="4445000"/>
          <p14:tracePt t="109060" x="7353300" y="4445000"/>
          <p14:tracePt t="109075" x="7340600" y="4451350"/>
          <p14:tracePt t="109083" x="7315200" y="4451350"/>
          <p14:tracePt t="109100" x="7264400" y="4464050"/>
          <p14:tracePt t="109117" x="7112000" y="4483100"/>
          <p14:tracePt t="109133" x="6858000" y="4502150"/>
          <p14:tracePt t="109150" x="6699250" y="4514850"/>
          <p14:tracePt t="109167" x="6248400" y="4527550"/>
          <p14:tracePt t="109183" x="5721350" y="4533900"/>
          <p14:tracePt t="109200" x="5143500" y="4514850"/>
          <p14:tracePt t="109216" x="4857750" y="4514850"/>
          <p14:tracePt t="109233" x="4381500" y="4489450"/>
          <p14:tracePt t="109250" x="4025900" y="4464050"/>
          <p14:tracePt t="109266" x="3886200" y="4451350"/>
          <p14:tracePt t="109283" x="3759200" y="4451350"/>
          <p14:tracePt t="109300" x="3454400" y="4457700"/>
          <p14:tracePt t="109316" x="3365500" y="4457700"/>
          <p14:tracePt t="109333" x="3302000" y="4464050"/>
          <p14:tracePt t="109349" x="3181350" y="4483100"/>
          <p14:tracePt t="109366" x="3098800" y="4508500"/>
          <p14:tracePt t="109382" x="3067050" y="4521200"/>
          <p14:tracePt t="109399" x="2997200" y="4540250"/>
          <p14:tracePt t="109416" x="2914650" y="4559300"/>
          <p14:tracePt t="109433" x="2838450" y="4584700"/>
          <p14:tracePt t="109449" x="2813050" y="4591050"/>
          <p14:tracePt t="109466" x="2749550" y="4610100"/>
          <p14:tracePt t="109482" x="2717800" y="4622800"/>
          <p14:tracePt t="109499" x="2705100" y="4629150"/>
          <p14:tracePt t="109515" x="2692400" y="4641850"/>
          <p14:tracePt t="109532" x="2686050" y="4641850"/>
          <p14:tracePt t="109549" x="2686050" y="4648200"/>
          <p14:tracePt t="109552" x="2679700" y="4654550"/>
          <p14:tracePt t="109568" x="2679700" y="4660900"/>
          <p14:tracePt t="109582" x="2679700" y="4667250"/>
          <p14:tracePt t="109598" x="2679700" y="4673600"/>
          <p14:tracePt t="109618" x="2679700" y="4679950"/>
          <p14:tracePt t="109632" x="2686050" y="4679950"/>
          <p14:tracePt t="109648" x="2692400" y="4679950"/>
          <p14:tracePt t="109665" x="2705100" y="4686300"/>
          <p14:tracePt t="109698" x="2724150" y="4692650"/>
          <p14:tracePt t="109715" x="2730500" y="4705350"/>
          <p14:tracePt t="109731" x="2749550" y="4711700"/>
          <p14:tracePt t="109748" x="2787650" y="4724400"/>
          <p14:tracePt t="109765" x="2819400" y="4737100"/>
          <p14:tracePt t="109782" x="2838450" y="4749800"/>
          <p14:tracePt t="109798" x="2870200" y="4756150"/>
          <p14:tracePt t="109814" x="2908300" y="4775200"/>
          <p14:tracePt t="109831" x="2921000" y="4781550"/>
          <p14:tracePt t="109848" x="2952750" y="4794250"/>
          <p14:tracePt t="109864" x="2978150" y="4813300"/>
          <p14:tracePt t="109882" x="3016250" y="4832350"/>
          <p14:tracePt t="109897" x="3035300" y="4845050"/>
          <p14:tracePt t="109914" x="3060700" y="4864100"/>
          <p14:tracePt t="109932" x="3098800" y="4889500"/>
          <p14:tracePt t="109947" x="3105150" y="4889500"/>
          <p14:tracePt t="109964" x="3105150" y="4895850"/>
          <p14:tracePt t="109982" x="3111500" y="4902200"/>
          <p14:tracePt t="109997" x="3117850" y="4914900"/>
          <p14:tracePt t="110030" x="3124200" y="4921250"/>
          <p14:tracePt t="110047" x="3130550" y="4933950"/>
          <p14:tracePt t="110064" x="3136900" y="4940300"/>
          <p14:tracePt t="110080" x="3143250" y="4940300"/>
          <p14:tracePt t="110107" x="3149600" y="4946650"/>
          <p14:tracePt t="110135" x="3155950" y="4946650"/>
          <p14:tracePt t="110142" x="3162300" y="4953000"/>
          <p14:tracePt t="110165" x="3168650" y="4959350"/>
          <p14:tracePt t="110177" x="3175000" y="4959350"/>
          <p14:tracePt t="110184" x="3181350" y="4959350"/>
          <p14:tracePt t="110206" x="3187700" y="4959350"/>
          <p14:tracePt t="110213" x="3194050" y="4965700"/>
          <p14:tracePt t="110230" x="3213100" y="4965700"/>
          <p14:tracePt t="110247" x="3244850" y="4972050"/>
          <p14:tracePt t="110262" x="3270250" y="4978400"/>
          <p14:tracePt t="110280" x="3314700" y="4984750"/>
          <p14:tracePt t="110297" x="3371850" y="4984750"/>
          <p14:tracePt t="110312" x="3403600" y="4984750"/>
          <p14:tracePt t="110329" x="3460750" y="4984750"/>
          <p14:tracePt t="110346" x="3498850" y="4984750"/>
          <p14:tracePt t="110362" x="3511550" y="4984750"/>
          <p14:tracePt t="110379" x="3536950" y="4984750"/>
          <p14:tracePt t="110396" x="3549650" y="4984750"/>
          <p14:tracePt t="110429" x="3549650" y="4991100"/>
          <p14:tracePt t="110445" x="3543300" y="4997450"/>
          <p14:tracePt t="110845" x="3556000" y="4997450"/>
          <p14:tracePt t="110859" x="3562350" y="4997450"/>
          <p14:tracePt t="110866" x="3568700" y="4997450"/>
          <p14:tracePt t="110881" x="3581400" y="4997450"/>
          <p14:tracePt t="110894" x="3594100" y="4997450"/>
          <p14:tracePt t="110911" x="3600450" y="4997450"/>
          <p14:tracePt t="110971" x="3594100" y="4997450"/>
          <p14:tracePt t="110979" x="3587750" y="4997450"/>
          <p14:tracePt t="110985" x="3581400" y="4997450"/>
          <p14:tracePt t="110999" x="3575050" y="4997450"/>
          <p14:tracePt t="111010" x="3568700" y="4997450"/>
          <p14:tracePt t="111028" x="3556000" y="5003800"/>
          <p14:tracePt t="111060" x="3549650" y="5003800"/>
          <p14:tracePt t="111079" x="3543300" y="5003800"/>
          <p14:tracePt t="111119" x="3536950" y="5003800"/>
          <p14:tracePt t="111126" x="3530600" y="5010150"/>
          <p14:tracePt t="111168" x="3524250" y="5010150"/>
          <p14:tracePt t="111217" x="3517900" y="5010150"/>
          <p14:tracePt t="111252" x="3511550" y="5010150"/>
          <p14:tracePt t="111280" x="3505200" y="5010150"/>
          <p14:tracePt t="111308" x="3498850" y="5010150"/>
          <p14:tracePt t="111336" x="3492500" y="5010150"/>
          <p14:tracePt t="111709" x="3505200" y="5010150"/>
          <p14:tracePt t="111722" x="3511550" y="5010150"/>
          <p14:tracePt t="111729" x="3517900" y="5010150"/>
          <p14:tracePt t="111751" x="3530600" y="5010150"/>
          <p14:tracePt t="111772" x="3549650" y="5010150"/>
          <p14:tracePt t="111779" x="3581400" y="5010150"/>
          <p14:tracePt t="111794" x="3619500" y="5010150"/>
          <p14:tracePt t="111807" x="3670300" y="5016500"/>
          <p14:tracePt t="111824" x="3835400" y="5029200"/>
          <p14:tracePt t="111841" x="3949700" y="5041900"/>
          <p14:tracePt t="111857" x="4235450" y="5060950"/>
          <p14:tracePt t="111874" x="4622800" y="5099050"/>
          <p14:tracePt t="111892" x="5048250" y="5130800"/>
          <p14:tracePt t="111907" x="5295900" y="5156200"/>
          <p14:tracePt t="111924" x="5702300" y="5181600"/>
          <p14:tracePt t="111941" x="6038850" y="5181600"/>
          <p14:tracePt t="111957" x="6203950" y="5175250"/>
          <p14:tracePt t="111973" x="6457950" y="5175250"/>
          <p14:tracePt t="111990" x="6661150" y="5168900"/>
          <p14:tracePt t="112007" x="6750050" y="5168900"/>
          <p14:tracePt t="112024" x="6889750" y="5137150"/>
          <p14:tracePt t="112040" x="6978650" y="5111750"/>
          <p14:tracePt t="112057" x="7010400" y="5086350"/>
          <p14:tracePt t="112074" x="7029450" y="5080000"/>
          <p14:tracePt t="112090" x="7054850" y="5060950"/>
          <p14:tracePt t="112106" x="7067550" y="5048250"/>
          <p14:tracePt t="112123" x="7073900" y="5041900"/>
          <p14:tracePt t="112151" x="7080250" y="5029200"/>
          <p14:tracePt t="112172" x="7086600" y="5029200"/>
          <p14:tracePt t="112193" x="7086600" y="5022850"/>
          <p14:tracePt t="112235" x="7086600" y="5016500"/>
          <p14:tracePt t="112242" x="7080250" y="5016500"/>
          <p14:tracePt t="112256" x="7067550" y="5016500"/>
          <p14:tracePt t="112272" x="7054850" y="5016500"/>
          <p14:tracePt t="112289" x="7048500" y="5016500"/>
          <p14:tracePt t="112306" x="7023100" y="5016500"/>
          <p14:tracePt t="112323" x="6997700" y="5016500"/>
          <p14:tracePt t="112340" x="6940550" y="5016500"/>
          <p14:tracePt t="112357" x="6889750" y="5016500"/>
          <p14:tracePt t="112373" x="6807200" y="5016500"/>
          <p14:tracePt t="112390" x="6496050" y="5003800"/>
          <p14:tracePt t="112406" x="6369050" y="5003800"/>
          <p14:tracePt t="112422" x="6229350" y="4991100"/>
          <p14:tracePt t="112439" x="5962650" y="4991100"/>
          <p14:tracePt t="112455" x="5683250" y="4991100"/>
          <p14:tracePt t="112472" x="5543550" y="4991100"/>
          <p14:tracePt t="112488" x="5308600" y="4991100"/>
          <p14:tracePt t="112505" x="5092700" y="4997450"/>
          <p14:tracePt t="112523" x="5003800" y="4997450"/>
          <p14:tracePt t="112538" x="4826000" y="4997450"/>
          <p14:tracePt t="112555" x="4679950" y="5003800"/>
          <p14:tracePt t="112572" x="4565650" y="5016500"/>
          <p14:tracePt t="112588" x="4521200" y="5022850"/>
          <p14:tracePt t="112605" x="4419600" y="5022850"/>
          <p14:tracePt t="112622" x="4298950" y="5022850"/>
          <p14:tracePt t="112638" x="4248150" y="5022850"/>
          <p14:tracePt t="112655" x="4184650" y="5022850"/>
          <p14:tracePt t="112671" x="4032250" y="5010150"/>
          <p14:tracePt t="112688" x="4000500" y="5010150"/>
          <p14:tracePt t="112705" x="3975100" y="5010150"/>
          <p14:tracePt t="112721" x="3917950" y="5010150"/>
          <p14:tracePt t="112737" x="3854450" y="5010150"/>
          <p14:tracePt t="112756" x="3797300" y="5010150"/>
          <p14:tracePt t="112771" x="3771900" y="5010150"/>
          <p14:tracePt t="112787" x="3721100" y="5010150"/>
          <p14:tracePt t="112804" x="3683000" y="5022850"/>
          <p14:tracePt t="112821" x="3657600" y="5022850"/>
          <p14:tracePt t="112837" x="3613150" y="5022850"/>
          <p14:tracePt t="112854" x="3568700" y="5022850"/>
          <p14:tracePt t="112870" x="3549650" y="5016500"/>
          <p14:tracePt t="112888" x="3511550" y="5016500"/>
          <p14:tracePt t="112903" x="3460750" y="5010150"/>
          <p14:tracePt t="112920" x="3441700" y="5003800"/>
          <p14:tracePt t="112938" x="3384550" y="4997450"/>
          <p14:tracePt t="112953" x="3308350" y="4984750"/>
          <p14:tracePt t="112970" x="3270250" y="4984750"/>
          <p14:tracePt t="112987" x="3187700" y="4965700"/>
          <p14:tracePt t="113003" x="3162300" y="4965700"/>
          <p14:tracePt t="113020" x="3092450" y="4959350"/>
          <p14:tracePt t="113036" x="3035300" y="4959350"/>
          <p14:tracePt t="113053" x="3016250" y="4959350"/>
          <p14:tracePt t="113070" x="2984500" y="4959350"/>
          <p14:tracePt t="113086" x="2952750" y="4959350"/>
          <p14:tracePt t="113103" x="2940050" y="4959350"/>
          <p14:tracePt t="113120" x="2921000" y="4959350"/>
          <p14:tracePt t="113136" x="2908300" y="4965700"/>
          <p14:tracePt t="113153" x="2901950" y="4965700"/>
          <p14:tracePt t="113170" x="2889250" y="4965700"/>
          <p14:tracePt t="113186" x="2870200" y="4972050"/>
          <p14:tracePt t="113203" x="2863850" y="4972050"/>
          <p14:tracePt t="113220" x="2832100" y="4978400"/>
          <p14:tracePt t="113236" x="2781300" y="4997450"/>
          <p14:tracePt t="113253" x="2698750" y="5003800"/>
          <p14:tracePt t="113269" x="2647950" y="5022850"/>
          <p14:tracePt t="113286" x="2590800" y="5029200"/>
          <p14:tracePt t="113303" x="2432050" y="5048250"/>
          <p14:tracePt t="113319" x="2381250" y="5054600"/>
          <p14:tracePt t="113336" x="2343150" y="5054600"/>
          <p14:tracePt t="113352" x="2247900" y="5054600"/>
          <p14:tracePt t="113369" x="2190750" y="5054600"/>
          <p14:tracePt t="113387" x="2152650" y="5054600"/>
          <p14:tracePt t="113402" x="2108200" y="5054600"/>
          <p14:tracePt t="113419" x="2063750" y="5054600"/>
          <p14:tracePt t="113436" x="2038350" y="5054600"/>
          <p14:tracePt t="113452" x="2025650" y="5054600"/>
          <p14:tracePt t="113485" x="2019300" y="5054600"/>
          <p14:tracePt t="113502" x="2012950" y="5054600"/>
          <p14:tracePt t="113584" x="2019300" y="5054600"/>
          <p14:tracePt t="113605" x="2025650" y="5054600"/>
          <p14:tracePt t="113620" x="2032000" y="5054600"/>
          <p14:tracePt t="113626" x="2038350" y="5054600"/>
          <p14:tracePt t="113640" x="2051050" y="5054600"/>
          <p14:tracePt t="113651" x="2063750" y="5048250"/>
          <p14:tracePt t="113668" x="2139950" y="5041900"/>
          <p14:tracePt t="113685" x="2203450" y="5035550"/>
          <p14:tracePt t="113701" x="2413000" y="5010150"/>
          <p14:tracePt t="113718" x="2724150" y="4991100"/>
          <p14:tracePt t="113734" x="2965450" y="4978400"/>
          <p14:tracePt t="113751" x="3543300" y="4959350"/>
          <p14:tracePt t="113767" x="4216400" y="4946650"/>
          <p14:tracePt t="113784" x="4552950" y="4946650"/>
          <p14:tracePt t="113802" x="5251450" y="4946650"/>
          <p14:tracePt t="113817" x="5937250" y="4984750"/>
          <p14:tracePt t="113834" x="6286500" y="5022850"/>
          <p14:tracePt t="113851" x="6889750" y="5054600"/>
          <p14:tracePt t="113867" x="7366000" y="5067300"/>
          <p14:tracePt t="113884" x="7550150" y="5067300"/>
          <p14:tracePt t="113901" x="7835900" y="5080000"/>
          <p14:tracePt t="113917" x="7950200" y="5080000"/>
          <p14:tracePt t="113935" x="8172450" y="5073650"/>
          <p14:tracePt t="113950" x="8210550" y="5073650"/>
          <p14:tracePt t="113967" x="8235950" y="5073650"/>
          <p14:tracePt t="113984" x="8280400" y="5060950"/>
          <p14:tracePt t="114000" x="8312150" y="5054600"/>
          <p14:tracePt t="114017" x="8318500" y="5054600"/>
          <p14:tracePt t="114034" x="8337550" y="5048250"/>
          <p14:tracePt t="114050" x="8343900" y="5041900"/>
          <p14:tracePt t="114083" x="8350250" y="5022850"/>
          <p14:tracePt t="114100" x="8350250" y="5016500"/>
          <p14:tracePt t="114118" x="8331200" y="5010150"/>
          <p14:tracePt t="114134" x="8312150" y="4997450"/>
          <p14:tracePt t="114150" x="8274050" y="4978400"/>
          <p14:tracePt t="114167" x="8223250" y="4965700"/>
          <p14:tracePt t="114183" x="8204200" y="4959350"/>
          <p14:tracePt t="114199" x="8166100" y="4953000"/>
          <p14:tracePt t="114216" x="7988300" y="4902200"/>
          <p14:tracePt t="114233" x="7905750" y="4876800"/>
          <p14:tracePt t="114249" x="7842250" y="4845050"/>
          <p14:tracePt t="114266" x="7696200" y="4794250"/>
          <p14:tracePt t="114282" x="7543800" y="4749800"/>
          <p14:tracePt t="114301" x="7448550" y="4711700"/>
          <p14:tracePt t="114315" x="7416800" y="4705350"/>
          <p14:tracePt t="114332" x="7385050" y="4686300"/>
          <p14:tracePt t="114349" x="7385050" y="4667250"/>
          <p14:tracePt t="114365" x="7391400" y="4660900"/>
          <p14:tracePt t="114382" x="7416800" y="4648200"/>
          <p14:tracePt t="114399" x="7454900" y="4635500"/>
          <p14:tracePt t="114415" x="7473950" y="4635500"/>
          <p14:tracePt t="114432" x="7531100" y="4629150"/>
          <p14:tracePt t="114449" x="7594600" y="4616450"/>
          <p14:tracePt t="114465" x="7613650" y="4610100"/>
          <p14:tracePt t="114482" x="7664450" y="4597400"/>
          <p14:tracePt t="114498" x="7689850" y="4597400"/>
          <p14:tracePt t="114515" x="7696200" y="4597400"/>
          <p14:tracePt t="114532" x="7702550" y="4597400"/>
          <p14:tracePt t="114553" x="7696200" y="4603750"/>
          <p14:tracePt t="114564" x="7683500" y="4610100"/>
          <p14:tracePt t="114581" x="7651750" y="4622800"/>
          <p14:tracePt t="114598" x="7632700" y="4629150"/>
          <p14:tracePt t="114615" x="7581900" y="4654550"/>
          <p14:tracePt t="114631" x="7473950" y="4686300"/>
          <p14:tracePt t="114648" x="7416800" y="4718050"/>
          <p14:tracePt t="114665" x="7315200" y="4781550"/>
          <p14:tracePt t="114681" x="7245350" y="4832350"/>
          <p14:tracePt t="114698" x="7232650" y="4851400"/>
          <p14:tracePt t="114715" x="7219950" y="4876800"/>
          <p14:tracePt t="114731" x="7219950" y="4902200"/>
          <p14:tracePt t="114747" x="7232650" y="4914900"/>
          <p14:tracePt t="114764" x="7270750" y="4940300"/>
          <p14:tracePt t="114780" x="7334250" y="4978400"/>
          <p14:tracePt t="114797" x="7353300" y="4991100"/>
          <p14:tracePt t="114814" x="7397750" y="5016500"/>
          <p14:tracePt t="114830" x="7410450" y="5029200"/>
          <p14:tracePt t="114848" x="7416800" y="5041900"/>
          <p14:tracePt t="114911" x="7416800" y="5035550"/>
          <p14:tracePt t="114918" x="7410450" y="5029200"/>
          <p14:tracePt t="114933" x="7410450" y="5022850"/>
          <p14:tracePt t="114946" x="7404100" y="5010150"/>
          <p14:tracePt t="114963" x="7391400" y="4991100"/>
          <p14:tracePt t="114980" x="7385050" y="4978400"/>
          <p14:tracePt t="114997" x="7359650" y="4946650"/>
          <p14:tracePt t="115013" x="7315200" y="4876800"/>
          <p14:tracePt t="115030" x="7264400" y="4800600"/>
          <p14:tracePt t="115046" x="7251700" y="4768850"/>
          <p14:tracePt t="115063" x="7213600" y="4718050"/>
          <p14:tracePt t="115080" x="7181850" y="4692650"/>
          <p14:tracePt t="115096" x="7181850" y="4679950"/>
          <p14:tracePt t="115143" x="7175500" y="4679950"/>
          <p14:tracePt t="115150" x="7175500" y="4686300"/>
          <p14:tracePt t="115166" x="7181850" y="4699000"/>
          <p14:tracePt t="115179" x="7188200" y="4699000"/>
          <p14:tracePt t="115196" x="7207250" y="4730750"/>
          <p14:tracePt t="115214" x="7239000" y="4787900"/>
          <p14:tracePt t="115229" x="7277100" y="4819650"/>
          <p14:tracePt t="115246" x="7346950" y="4914900"/>
          <p14:tracePt t="115263" x="7410450" y="4991100"/>
          <p14:tracePt t="115279" x="7429500" y="5022850"/>
          <p14:tracePt t="115295" x="7473950" y="5067300"/>
          <p14:tracePt t="115312" x="7486650" y="5099050"/>
          <p14:tracePt t="115329" x="7493000" y="5099050"/>
          <p14:tracePt t="115346" x="7499350" y="5099050"/>
          <p14:tracePt t="115382" x="7493000" y="5099050"/>
          <p14:tracePt t="115398" x="7493000" y="5086350"/>
          <p14:tracePt t="115412" x="7480300" y="5060950"/>
          <p14:tracePt t="115428" x="7480300" y="5048250"/>
          <p14:tracePt t="115445" x="7461250" y="5022850"/>
          <p14:tracePt t="115461" x="7448550" y="4997450"/>
          <p14:tracePt t="115478" x="7423150" y="4946650"/>
          <p14:tracePt t="115495" x="7391400" y="4883150"/>
          <p14:tracePt t="115511" x="7372350" y="4851400"/>
          <p14:tracePt t="115529" x="7353300" y="4794250"/>
          <p14:tracePt t="115544" x="7340600" y="4743450"/>
          <p14:tracePt t="115561" x="7334250" y="4730750"/>
          <p14:tracePt t="115578" x="7334250" y="4699000"/>
          <p14:tracePt t="115594" x="7327900" y="4686300"/>
          <p14:tracePt t="115611" x="7327900" y="4679950"/>
          <p14:tracePt t="115644" x="7340600" y="4679950"/>
          <p14:tracePt t="115661" x="7346950" y="4686300"/>
          <p14:tracePt t="115678" x="7366000" y="4699000"/>
          <p14:tracePt t="115694" x="7391400" y="4718050"/>
          <p14:tracePt t="115711" x="7404100" y="4730750"/>
          <p14:tracePt t="115727" x="7448550" y="4762500"/>
          <p14:tracePt t="115743" x="7480300" y="4787900"/>
          <p14:tracePt t="115761" x="7543800" y="4838700"/>
          <p14:tracePt t="115777" x="7613650" y="4895850"/>
          <p14:tracePt t="115794" x="7632700" y="4921250"/>
          <p14:tracePt t="115810" x="7683500" y="4953000"/>
          <p14:tracePt t="115827" x="7702550" y="4972050"/>
          <p14:tracePt t="115844" x="7702550" y="4978400"/>
          <p14:tracePt t="115877" x="7689850" y="4978400"/>
          <p14:tracePt t="115895" x="7664450" y="4978400"/>
          <p14:tracePt t="115910" x="7645400" y="4978400"/>
          <p14:tracePt t="115927" x="7588250" y="4978400"/>
          <p14:tracePt t="115944" x="7524750" y="4978400"/>
          <p14:tracePt t="115960" x="7334250" y="4965700"/>
          <p14:tracePt t="115977" x="7092950" y="4946650"/>
          <p14:tracePt t="115993" x="6819900" y="4902200"/>
          <p14:tracePt t="116010" x="6680200" y="4902200"/>
          <p14:tracePt t="116026" x="6540500" y="4889500"/>
          <p14:tracePt t="116043" x="6197600" y="4857750"/>
          <p14:tracePt t="116060" x="6096000" y="4857750"/>
          <p14:tracePt t="116077" x="5918200" y="4870450"/>
          <p14:tracePt t="116093" x="5791200" y="4870450"/>
          <p14:tracePt t="116109" x="5727700" y="4870450"/>
          <p14:tracePt t="116126" x="5632450" y="4870450"/>
          <p14:tracePt t="116142" x="5594350" y="4870450"/>
          <p14:tracePt t="116159" x="5524500" y="4870450"/>
          <p14:tracePt t="116176" x="5467350" y="4870450"/>
          <p14:tracePt t="116193" x="5435600" y="4876800"/>
          <p14:tracePt t="116209" x="5384800" y="4895850"/>
          <p14:tracePt t="116226" x="5314950" y="4902200"/>
          <p14:tracePt t="116242" x="5289550" y="4908550"/>
          <p14:tracePt t="116259" x="5232400" y="4908550"/>
          <p14:tracePt t="116275" x="5187950" y="4914900"/>
          <p14:tracePt t="116292" x="5175250" y="4921250"/>
          <p14:tracePt t="116309" x="5162550" y="4921250"/>
          <p14:tracePt t="116325" x="5149850" y="4921250"/>
          <p14:tracePt t="116386" x="5162550" y="4921250"/>
          <p14:tracePt t="116728" x="5105400" y="4921250"/>
          <p14:tracePt t="116736" x="5041900" y="4921250"/>
          <p14:tracePt t="116750" x="4965700" y="4921250"/>
          <p14:tracePt t="116758" x="4889500" y="4921250"/>
          <p14:tracePt t="116773" x="4813300" y="4927600"/>
          <p14:tracePt t="116791" x="4686300" y="4933950"/>
          <p14:tracePt t="116807" x="4565650" y="4946650"/>
          <p14:tracePt t="116824" x="4502150" y="4953000"/>
          <p14:tracePt t="116841" x="4368800" y="4965700"/>
          <p14:tracePt t="116857" x="4241800" y="4984750"/>
          <p14:tracePt t="116873" x="4184650" y="4991100"/>
          <p14:tracePt t="116890" x="4102100" y="4997450"/>
          <p14:tracePt t="116907" x="4064000" y="4997450"/>
          <p14:tracePt t="116924" x="4006850" y="4997450"/>
          <p14:tracePt t="116940" x="3949700" y="4997450"/>
          <p14:tracePt t="116956" x="3930650" y="4997450"/>
          <p14:tracePt t="116974" x="3873500" y="4997450"/>
          <p14:tracePt t="116989" x="3829050" y="5003800"/>
          <p14:tracePt t="117006" x="3810000" y="5010150"/>
          <p14:tracePt t="117023" x="3771900" y="5010150"/>
          <p14:tracePt t="117040" x="3746500" y="5010150"/>
          <p14:tracePt t="117056" x="3733800" y="5010150"/>
          <p14:tracePt t="117073" x="3714750" y="5010150"/>
          <p14:tracePt t="117089" x="3708400" y="5016500"/>
          <p14:tracePt t="117106" x="3702050" y="5016500"/>
          <p14:tracePt t="117123" x="3689350" y="5022850"/>
          <p14:tracePt t="117140" x="3683000" y="5022850"/>
          <p14:tracePt t="117159" x="3676650" y="5029200"/>
          <p14:tracePt t="117178" x="3670300" y="5029200"/>
          <p14:tracePt t="117311" x="3670300" y="5022850"/>
          <p14:tracePt t="117339" x="3676650" y="5016500"/>
          <p14:tracePt t="117346" x="3683000" y="5016500"/>
          <p14:tracePt t="117360" x="3689350" y="5016500"/>
          <p14:tracePt t="117371" x="3695700" y="5016500"/>
          <p14:tracePt t="117389" x="3727450" y="5016500"/>
          <p14:tracePt t="117405" x="3746500" y="5016500"/>
          <p14:tracePt t="117421" x="3822700" y="5016500"/>
          <p14:tracePt t="117439" x="3962400" y="5016500"/>
          <p14:tracePt t="117455" x="4051300" y="5016500"/>
          <p14:tracePt t="117472" x="4152900" y="5016500"/>
          <p14:tracePt t="117488" x="4521200" y="5035550"/>
          <p14:tracePt t="117505" x="4648200" y="5041900"/>
          <p14:tracePt t="117522" x="4775200" y="5041900"/>
          <p14:tracePt t="117538" x="5029200" y="5054600"/>
          <p14:tracePt t="117555" x="5270500" y="5073650"/>
          <p14:tracePt t="117571" x="5473700" y="5105400"/>
          <p14:tracePt t="117587" x="5562600" y="5105400"/>
          <p14:tracePt t="117604" x="5721350" y="5124450"/>
          <p14:tracePt t="117621" x="5822950" y="5137150"/>
          <p14:tracePt t="117637" x="5867400" y="5143500"/>
          <p14:tracePt t="117641" x="5905500" y="5143500"/>
          <p14:tracePt t="117655" x="5930900" y="5143500"/>
          <p14:tracePt t="117671" x="5962650" y="5143500"/>
          <p14:tracePt t="117687" x="5969000" y="5143500"/>
          <p14:tracePt t="117704" x="5981700" y="5143500"/>
          <p14:tracePt t="117740" x="5975350" y="5137150"/>
          <p14:tracePt t="117761" x="5969000" y="5137150"/>
          <p14:tracePt t="117770" x="5962650" y="5130800"/>
          <p14:tracePt t="117790" x="5956300" y="5130800"/>
          <p14:tracePt t="117804" x="5949950" y="5124450"/>
          <p14:tracePt t="117820" x="5943600" y="5124450"/>
          <p14:tracePt t="117838" x="5918200" y="5111750"/>
          <p14:tracePt t="117853" x="5911850" y="5105400"/>
          <p14:tracePt t="117870" x="5905500" y="5105400"/>
          <p14:tracePt t="117887" x="5886450" y="5105400"/>
          <p14:tracePt t="117903" x="5873750" y="5099050"/>
          <p14:tracePt t="117920" x="5867400" y="5099050"/>
          <p14:tracePt t="117936" x="5861050" y="5092700"/>
          <p14:tracePt t="117953" x="5854700" y="5092700"/>
          <p14:tracePt t="117986" x="5848350" y="5086350"/>
          <p14:tracePt t="118021" x="5854700" y="5086350"/>
          <p14:tracePt t="118034" x="5861050" y="5080000"/>
          <p14:tracePt t="118049" x="5867400" y="5080000"/>
          <p14:tracePt t="118063" x="5873750" y="5073650"/>
          <p14:tracePt t="118073" x="5892800" y="5073650"/>
          <p14:tracePt t="118086" x="5924550" y="5067300"/>
          <p14:tracePt t="118102" x="5949950" y="5054600"/>
          <p14:tracePt t="118119" x="6134100" y="5048250"/>
          <p14:tracePt t="118136" x="6210300" y="5035550"/>
          <p14:tracePt t="118139" x="6299200" y="5035550"/>
          <p14:tracePt t="118156" x="6388100" y="5035550"/>
          <p14:tracePt t="118169" x="6477000" y="5029200"/>
          <p14:tracePt t="118185" x="6629400" y="5029200"/>
          <p14:tracePt t="118203" x="6750050" y="5022850"/>
          <p14:tracePt t="118219" x="6775450" y="5022850"/>
          <p14:tracePt t="118235" x="6807200" y="5022850"/>
          <p14:tracePt t="118252" x="6819900" y="5022850"/>
          <p14:tracePt t="118294" x="6813550" y="5022850"/>
          <p14:tracePt t="118303" x="6800850" y="5022850"/>
          <p14:tracePt t="118318" x="6788150" y="5022850"/>
          <p14:tracePt t="118336" x="6775450" y="5022850"/>
          <p14:tracePt t="118351" x="6762750" y="5022850"/>
          <p14:tracePt t="118369" x="6756400" y="5022850"/>
          <p14:tracePt t="118386" x="6737350" y="5022850"/>
          <p14:tracePt t="118401" x="6724650" y="5029200"/>
          <p14:tracePt t="118418" x="6718300" y="5029200"/>
          <p14:tracePt t="118435" x="6711950" y="5029200"/>
          <p14:tracePt t="118451" x="6705600" y="5029200"/>
          <p14:tracePt t="118468" x="6680200" y="5029200"/>
          <p14:tracePt t="118484" x="6623050" y="5035550"/>
          <p14:tracePt t="118501" x="6572250" y="5035550"/>
          <p14:tracePt t="118518" x="6432550" y="5035550"/>
          <p14:tracePt t="118534" x="6254750" y="5035550"/>
          <p14:tracePt t="118551" x="6153150" y="5035550"/>
          <p14:tracePt t="118568" x="5962650" y="5035550"/>
          <p14:tracePt t="118584" x="5810250" y="5022850"/>
          <p14:tracePt t="118601" x="5759450" y="5022850"/>
          <p14:tracePt t="118617" x="5664200" y="5022850"/>
          <p14:tracePt t="118634" x="5626100" y="5022850"/>
          <p14:tracePt t="118650" x="5613400" y="5016500"/>
          <p14:tracePt t="118668" x="5607050" y="5016500"/>
          <p14:tracePt t="118684" x="5600700" y="5016500"/>
          <p14:tracePt t="118933" x="5594350" y="5016500"/>
          <p14:tracePt t="118954" x="5581650" y="5016500"/>
          <p14:tracePt t="118961" x="5575300" y="5016500"/>
          <p14:tracePt t="118978" x="5562600" y="5016500"/>
          <p14:tracePt t="118985" x="5549900" y="5016500"/>
          <p14:tracePt t="118999" x="5530850" y="5016500"/>
          <p14:tracePt t="119016" x="5518150" y="5016500"/>
          <p14:tracePt t="119032" x="5480050" y="5016500"/>
          <p14:tracePt t="119049" x="5467350" y="5016500"/>
          <p14:tracePt t="119067" x="5441950" y="5016500"/>
          <p14:tracePt t="119082" x="5435600" y="5016500"/>
          <p14:tracePt t="119099" x="5410200" y="5022850"/>
          <p14:tracePt t="119116" x="5365750" y="5041900"/>
          <p14:tracePt t="119132" x="5346700" y="5048250"/>
          <p14:tracePt t="119149" x="5302250" y="5048250"/>
          <p14:tracePt t="119165" x="5276850" y="5054600"/>
          <p14:tracePt t="119182" x="5264150" y="5054600"/>
          <p14:tracePt t="119200" x="5257800" y="5054600"/>
          <p14:tracePt t="119263" x="5264150" y="5054600"/>
          <p14:tracePt t="119277" x="5270500" y="5054600"/>
          <p14:tracePt t="119285" x="5276850" y="5054600"/>
          <p14:tracePt t="119300" x="5289550" y="5054600"/>
          <p14:tracePt t="119315" x="5302250" y="5048250"/>
          <p14:tracePt t="119331" x="5308600" y="5041900"/>
          <p14:tracePt t="119348" x="5314950" y="5035550"/>
          <p14:tracePt t="119365" x="5321300" y="5035550"/>
          <p14:tracePt t="119382" x="5327650" y="5029200"/>
          <p14:tracePt t="119425" x="5327650" y="5022850"/>
          <p14:tracePt t="119509" x="5334000" y="5016500"/>
          <p14:tracePt t="119586" x="5340350" y="5016500"/>
          <p14:tracePt t="119797" x="5346700" y="5010150"/>
          <p14:tracePt t="119804" x="5353050" y="5010150"/>
          <p14:tracePt t="119825" x="5353050" y="5003800"/>
          <p14:tracePt t="119847" x="5359400" y="5003800"/>
          <p14:tracePt t="119860" x="5365750" y="4997450"/>
          <p14:tracePt t="119881" x="5378450" y="4991100"/>
          <p14:tracePt t="119895" x="5384800" y="4991100"/>
          <p14:tracePt t="119909" x="5397500" y="4991100"/>
          <p14:tracePt t="119916" x="5422900" y="4978400"/>
          <p14:tracePt t="119933" x="5467350" y="4965700"/>
          <p14:tracePt t="119946" x="5511800" y="4953000"/>
          <p14:tracePt t="119963" x="5575300" y="4940300"/>
          <p14:tracePt t="119980" x="5721350" y="4914900"/>
          <p14:tracePt t="119996" x="5822950" y="4902200"/>
          <p14:tracePt t="120013" x="5911850" y="4902200"/>
          <p14:tracePt t="120029" x="6115050" y="4889500"/>
          <p14:tracePt t="120046" x="6203950" y="4889500"/>
          <p14:tracePt t="120062" x="6292850" y="4889500"/>
          <p14:tracePt t="120079" x="6419850" y="4895850"/>
          <p14:tracePt t="120095" x="6477000" y="4902200"/>
          <p14:tracePt t="120113" x="6527800" y="4921250"/>
          <p14:tracePt t="120129" x="6540500" y="4927600"/>
          <p14:tracePt t="120146" x="6553200" y="4940300"/>
          <p14:tracePt t="120162" x="6559550" y="4946650"/>
          <p14:tracePt t="120219" x="6559550" y="4953000"/>
          <p14:tracePt t="120366" x="6553200" y="4953000"/>
          <p14:tracePt t="120373" x="6540500" y="4953000"/>
          <p14:tracePt t="120381" x="6534150" y="4953000"/>
          <p14:tracePt t="120395" x="6527800" y="4953000"/>
          <p14:tracePt t="120415" x="6515100" y="4953000"/>
          <p14:tracePt t="120428" x="6489700" y="4946650"/>
          <p14:tracePt t="120445" x="6464300" y="4946650"/>
          <p14:tracePt t="120461" x="6369050" y="4933950"/>
          <p14:tracePt t="120478" x="6318250" y="4933950"/>
          <p14:tracePt t="120494" x="6178550" y="4921250"/>
          <p14:tracePt t="120511" x="6102350" y="4921250"/>
          <p14:tracePt t="120527" x="5911850" y="4921250"/>
          <p14:tracePt t="120544" x="5854700" y="4921250"/>
          <p14:tracePt t="120561" x="5829300" y="4921250"/>
          <p14:tracePt t="120578" x="5753100" y="4940300"/>
          <p14:tracePt t="120594" x="5734050" y="4946650"/>
          <p14:tracePt t="120611" x="5727700" y="4946650"/>
          <p14:tracePt t="120627" x="5715000" y="4953000"/>
          <p14:tracePt t="120647" x="5715000" y="4959350"/>
          <p14:tracePt t="120664" x="5715000" y="4965700"/>
          <p14:tracePt t="120677" x="5715000" y="4972050"/>
          <p14:tracePt t="120693" x="5715000" y="4991100"/>
          <p14:tracePt t="120710" x="5734050" y="5010150"/>
          <p14:tracePt t="120727" x="5746750" y="5022850"/>
          <p14:tracePt t="120743" x="5791200" y="5048250"/>
          <p14:tracePt t="120760" x="5880100" y="5086350"/>
          <p14:tracePt t="120777" x="5930900" y="5099050"/>
          <p14:tracePt t="120794" x="6038850" y="5130800"/>
          <p14:tracePt t="120810" x="6146800" y="5130800"/>
          <p14:tracePt t="120826" x="6197600" y="5130800"/>
          <p14:tracePt t="120844" x="6280150" y="5118100"/>
          <p14:tracePt t="120860" x="6356350" y="5073650"/>
          <p14:tracePt t="120876" x="6375400" y="5054600"/>
          <p14:tracePt t="120893" x="6407150" y="5029200"/>
          <p14:tracePt t="120910" x="6413500" y="5016500"/>
          <p14:tracePt t="120926" x="6407150" y="4978400"/>
          <p14:tracePt t="120943" x="6400800" y="4965700"/>
          <p14:tracePt t="120959" x="6388100" y="4965700"/>
          <p14:tracePt t="120976" x="6350000" y="4946650"/>
          <p14:tracePt t="120992" x="6337300" y="4940300"/>
          <p14:tracePt t="121009" x="6292850" y="4933950"/>
          <p14:tracePt t="121026" x="6248400" y="4927600"/>
          <p14:tracePt t="121042" x="6210300" y="4927600"/>
          <p14:tracePt t="121059" x="6096000" y="4908550"/>
          <p14:tracePt t="121076" x="5962650" y="4908550"/>
          <p14:tracePt t="121092" x="5899150" y="4914900"/>
          <p14:tracePt t="121110" x="5727700" y="4927600"/>
          <p14:tracePt t="121125" x="5683250" y="4946650"/>
          <p14:tracePt t="121142" x="5600700" y="4965700"/>
          <p14:tracePt t="121159" x="5562600" y="4984750"/>
          <p14:tracePt t="121175" x="5537200" y="4997450"/>
          <p14:tracePt t="121192" x="5524500" y="5010150"/>
          <p14:tracePt t="121196" x="5518150" y="5029200"/>
          <p14:tracePt t="121209" x="5499100" y="5048250"/>
          <p14:tracePt t="121225" x="5499100" y="5054600"/>
          <p14:tracePt t="121241" x="5499100" y="5060950"/>
          <p14:tracePt t="121258" x="5499100" y="5073650"/>
          <p14:tracePt t="121275" x="5518150" y="5080000"/>
          <p14:tracePt t="121292" x="5518150" y="5086350"/>
          <p14:tracePt t="121308" x="5562600" y="5092700"/>
          <p14:tracePt t="121325" x="5638800" y="5092700"/>
          <p14:tracePt t="121342" x="5740400" y="5092700"/>
          <p14:tracePt t="121358" x="5791200" y="5092700"/>
          <p14:tracePt t="121374" x="5911850" y="5086350"/>
          <p14:tracePt t="121391" x="6032500" y="5060950"/>
          <p14:tracePt t="121408" x="6070600" y="5048250"/>
          <p14:tracePt t="121424" x="6121400" y="5022850"/>
          <p14:tracePt t="121441" x="6153150" y="4991100"/>
          <p14:tracePt t="121457" x="6159500" y="4978400"/>
          <p14:tracePt t="121474" x="6159500" y="4965700"/>
          <p14:tracePt t="121490" x="6153150" y="4953000"/>
          <p14:tracePt t="121507" x="6140450" y="4953000"/>
          <p14:tracePt t="121524" x="6121400" y="4953000"/>
          <p14:tracePt t="121540" x="6108700" y="4953000"/>
          <p14:tracePt t="121557" x="6083300" y="4953000"/>
          <p14:tracePt t="121574" x="6032500" y="4946650"/>
          <p14:tracePt t="121590" x="5994400" y="4946650"/>
          <p14:tracePt t="121607" x="5899150" y="4946650"/>
          <p14:tracePt t="121623" x="5772150" y="4946650"/>
          <p14:tracePt t="121640" x="5683250" y="4946650"/>
          <p14:tracePt t="121657" x="5530850" y="4965700"/>
          <p14:tracePt t="121673" x="5410200" y="5003800"/>
          <p14:tracePt t="121690" x="5378450" y="5010150"/>
          <p14:tracePt t="121694" x="5359400" y="5029200"/>
          <p14:tracePt t="121707" x="5334000" y="5035550"/>
          <p14:tracePt t="121723" x="5327650" y="5041900"/>
          <p14:tracePt t="121743" x="5327650" y="5048250"/>
          <p14:tracePt t="121759" x="5327650" y="5054600"/>
          <p14:tracePt t="121773" x="5327650" y="5067300"/>
          <p14:tracePt t="121806" x="5359400" y="5073650"/>
          <p14:tracePt t="121823" x="5372100" y="5073650"/>
          <p14:tracePt t="121840" x="5435600" y="5073650"/>
          <p14:tracePt t="121856" x="5473700" y="5073650"/>
          <p14:tracePt t="121873" x="5511800" y="5073650"/>
          <p14:tracePt t="121890" x="5632450" y="5067300"/>
          <p14:tracePt t="121906" x="5746750" y="5060950"/>
          <p14:tracePt t="121923" x="5797550" y="5048250"/>
          <p14:tracePt t="121939" x="5880100" y="5041900"/>
          <p14:tracePt t="121956" x="5962650" y="5029200"/>
          <p14:tracePt t="121973" x="5994400" y="5010150"/>
          <p14:tracePt t="121989" x="6026150" y="4997450"/>
          <p14:tracePt t="122005" x="6045200" y="4984750"/>
          <p14:tracePt t="122023" x="6057900" y="4972050"/>
          <p14:tracePt t="122066" x="6051550" y="4972050"/>
          <p14:tracePt t="122087" x="6045200" y="4972050"/>
          <p14:tracePt t="122108" x="6038850" y="4972050"/>
          <p14:tracePt t="122114" x="6026150" y="4978400"/>
          <p14:tracePt t="122136" x="6013450" y="4978400"/>
          <p14:tracePt t="122143" x="6013450" y="4984750"/>
          <p14:tracePt t="122158" x="6007100" y="4984750"/>
          <p14:tracePt t="122185" x="6000750" y="4984750"/>
          <p14:tracePt t="122227" x="5994400" y="4991100"/>
          <p14:tracePt t="122262" x="5994400" y="4997450"/>
          <p14:tracePt t="122304" x="6000750" y="4997450"/>
          <p14:tracePt t="122325" x="6013450" y="4997450"/>
          <p14:tracePt t="122347" x="6019800" y="4997450"/>
          <p14:tracePt t="122375" x="6026150" y="4997450"/>
          <p14:tracePt t="122396" x="6032500" y="4997450"/>
          <p14:tracePt t="122417" x="6038850" y="4997450"/>
          <p14:tracePt t="122423" x="6045200" y="4991100"/>
          <p14:tracePt t="122445" x="6051550" y="4991100"/>
          <p14:tracePt t="122466" x="6057900" y="4991100"/>
          <p14:tracePt t="122474" x="6064250" y="4991100"/>
          <p14:tracePt t="122529" x="6070600" y="4991100"/>
          <p14:tracePt t="122564" x="6076950" y="4991100"/>
          <p14:tracePt t="122600" x="6083300" y="4997450"/>
          <p14:tracePt t="122648" x="6083300" y="5003800"/>
          <p14:tracePt t="122726" x="6089650" y="5010150"/>
          <p14:tracePt t="122747" x="6096000" y="5010150"/>
          <p14:tracePt t="122768" x="6102350" y="5010150"/>
          <p14:tracePt t="122775" x="6108700" y="5010150"/>
          <p14:tracePt t="122790" x="6115050" y="5010150"/>
          <p14:tracePt t="122803" x="6121400" y="5010150"/>
          <p14:tracePt t="122819" x="6159500" y="5010150"/>
          <p14:tracePt t="122836" x="6197600" y="5010150"/>
          <p14:tracePt t="122852" x="6292850" y="5022850"/>
          <p14:tracePt t="122869" x="6400800" y="5035550"/>
          <p14:tracePt t="122886" x="6477000" y="5035550"/>
          <p14:tracePt t="122903" x="6616700" y="5035550"/>
          <p14:tracePt t="122920" x="6743700" y="5035550"/>
          <p14:tracePt t="122937" x="6845300" y="5035550"/>
          <p14:tracePt t="122952" x="6902450" y="5035550"/>
          <p14:tracePt t="122969" x="6959600" y="5022850"/>
          <p14:tracePt t="122986" x="6997700" y="5016500"/>
          <p14:tracePt t="123003" x="7010400" y="5016500"/>
          <p14:tracePt t="123021" x="7010400" y="5010150"/>
          <p14:tracePt t="123051" x="7004050" y="5010150"/>
          <p14:tracePt t="123069" x="6997700" y="5010150"/>
          <p14:tracePt t="123085" x="6972300" y="5010150"/>
          <p14:tracePt t="123102" x="6959600" y="5010150"/>
          <p14:tracePt t="123119" x="6921500" y="5003800"/>
          <p14:tracePt t="123135" x="6902450" y="5003800"/>
          <p14:tracePt t="123151" x="6813550" y="5003800"/>
          <p14:tracePt t="123169" x="6680200" y="4984750"/>
          <p14:tracePt t="123185" x="6604000" y="4984750"/>
          <p14:tracePt t="123202" x="6438900" y="4972050"/>
          <p14:tracePt t="123219" x="6286500" y="4965700"/>
          <p14:tracePt t="123235" x="6216650" y="4953000"/>
          <p14:tracePt t="123252" x="6127750" y="4959350"/>
          <p14:tracePt t="123268" x="6076950" y="4965700"/>
          <p14:tracePt t="123284" x="6064250" y="4972050"/>
          <p14:tracePt t="123302" x="6051550" y="4972050"/>
          <p14:tracePt t="123318" x="6045200" y="4972050"/>
          <p14:tracePt t="123351" x="6045200" y="4978400"/>
          <p14:tracePt t="123492" x="6051550" y="4984750"/>
          <p14:tracePt t="123569" x="6057900" y="4984750"/>
          <p14:tracePt t="123590" x="6070600" y="4984750"/>
          <p14:tracePt t="123611" x="6076950" y="4984750"/>
          <p14:tracePt t="123632" x="6083300" y="4984750"/>
          <p14:tracePt t="123639" x="6096000" y="4984750"/>
          <p14:tracePt t="123653" x="6108700" y="4984750"/>
          <p14:tracePt t="123667" x="6165850" y="4984750"/>
          <p14:tracePt t="123683" x="6203950" y="4984750"/>
          <p14:tracePt t="123700" x="6254750" y="4984750"/>
          <p14:tracePt t="123716" x="6394450" y="4984750"/>
          <p14:tracePt t="123733" x="6546850" y="4984750"/>
          <p14:tracePt t="123750" x="6616700" y="4997450"/>
          <p14:tracePt t="123766" x="6731000" y="4997450"/>
          <p14:tracePt t="123783" x="6800850" y="4997450"/>
          <p14:tracePt t="123801" x="6832600" y="4997450"/>
          <p14:tracePt t="123816" x="6838950" y="4997450"/>
          <p14:tracePt t="123852" x="6826250" y="4997450"/>
          <p14:tracePt t="123866" x="6819900" y="4997450"/>
          <p14:tracePt t="123883" x="6800850" y="4997450"/>
          <p14:tracePt t="123899" x="6788150" y="4997450"/>
          <p14:tracePt t="123916" x="6781800" y="4997450"/>
          <p14:tracePt t="123932" x="6769100" y="4997450"/>
          <p14:tracePt t="123949" x="6743700" y="4991100"/>
          <p14:tracePt t="123965" x="6724650" y="4991100"/>
          <p14:tracePt t="123983" x="6680200" y="4991100"/>
          <p14:tracePt t="123999" x="6642100" y="4991100"/>
          <p14:tracePt t="124015" x="6521450" y="5003800"/>
          <p14:tracePt t="124032" x="6375400" y="5029200"/>
          <p14:tracePt t="124049" x="6286500" y="5041900"/>
          <p14:tracePt t="124065" x="6108700" y="5067300"/>
          <p14:tracePt t="124082" x="5937250" y="5099050"/>
          <p14:tracePt t="124098" x="5873750" y="5099050"/>
          <p14:tracePt t="124115" x="5753100" y="5118100"/>
          <p14:tracePt t="124132" x="5670550" y="5137150"/>
          <p14:tracePt t="124148" x="5632450" y="5143500"/>
          <p14:tracePt t="124165" x="5600700" y="5143500"/>
          <p14:tracePt t="124181" x="5581650" y="5149850"/>
          <p14:tracePt t="124222" x="5575300" y="5149850"/>
          <p14:tracePt t="124231" x="5568950" y="5149850"/>
          <p14:tracePt t="124251" x="5568950" y="5143500"/>
          <p14:tracePt t="124271" x="5568950" y="5137150"/>
          <p14:tracePt t="124292" x="5568950" y="5130800"/>
          <p14:tracePt t="124320" x="5556250" y="5130800"/>
          <p14:tracePt t="124355" x="5549900" y="5130800"/>
          <p14:tracePt t="124362" x="5543550" y="5124450"/>
          <p14:tracePt t="124370" x="5537200" y="5124450"/>
          <p14:tracePt t="124384" x="5530850" y="5124450"/>
          <p14:tracePt t="124398" x="5524500" y="5124450"/>
          <p14:tracePt t="124414" x="5511800" y="5124450"/>
          <p14:tracePt t="124430" x="5511800" y="5118100"/>
          <p14:tracePt t="124447" x="5473700" y="5111750"/>
          <p14:tracePt t="124464" x="5435600" y="5099050"/>
          <p14:tracePt t="124480" x="5403850" y="5086350"/>
          <p14:tracePt t="124497" x="5365750" y="5073650"/>
          <p14:tracePt t="124514" x="5314950" y="5060950"/>
          <p14:tracePt t="124531" x="5302250" y="5054600"/>
          <p14:tracePt t="124547" x="5283200" y="5041900"/>
          <p14:tracePt t="124563" x="5276850" y="5035550"/>
          <p14:tracePt t="124580" x="5270500" y="5029200"/>
          <p14:tracePt t="124596" x="5270500" y="5022850"/>
          <p14:tracePt t="124613" x="5276850" y="5022850"/>
          <p14:tracePt t="124630" x="5289550" y="5016500"/>
          <p14:tracePt t="124646" x="5302250" y="5016500"/>
          <p14:tracePt t="124663" x="5308600" y="5016500"/>
          <p14:tracePt t="124680" x="5327650" y="5016500"/>
          <p14:tracePt t="124696" x="5359400" y="5016500"/>
          <p14:tracePt t="124714" x="5397500" y="5016500"/>
          <p14:tracePt t="124729" x="5429250" y="5016500"/>
          <p14:tracePt t="124733" x="5454650" y="5016500"/>
          <p14:tracePt t="124746" x="5486400" y="5016500"/>
          <p14:tracePt t="124763" x="5549900" y="5016500"/>
          <p14:tracePt t="124779" x="5575300" y="5016500"/>
          <p14:tracePt t="124796" x="5607050" y="5016500"/>
          <p14:tracePt t="124813" x="5638800" y="5016500"/>
          <p14:tracePt t="124845" x="5651500" y="5022850"/>
          <p14:tracePt t="124862" x="5664200" y="5022850"/>
          <p14:tracePt t="124896" x="5670550" y="5029200"/>
          <p14:tracePt t="124925" x="5676900" y="5029200"/>
          <p14:tracePt t="124995" x="5683250" y="5029200"/>
          <p14:tracePt t="125044" x="5683250" y="5035550"/>
          <p14:tracePt t="125093" x="5689600" y="5041900"/>
          <p14:tracePt t="125107" x="5695950" y="5048250"/>
          <p14:tracePt t="125115" x="5702300" y="5048250"/>
          <p14:tracePt t="125131" x="5708650" y="5054600"/>
          <p14:tracePt t="125145" x="5740400" y="5067300"/>
          <p14:tracePt t="125161" x="5778500" y="5073650"/>
          <p14:tracePt t="125178" x="5873750" y="5099050"/>
          <p14:tracePt t="125195" x="5943600" y="5118100"/>
          <p14:tracePt t="125212" x="6083300" y="5130800"/>
          <p14:tracePt t="125228" x="6210300" y="5130800"/>
          <p14:tracePt t="125244" x="6273800" y="5130800"/>
          <p14:tracePt t="125248" x="6330950" y="5118100"/>
          <p14:tracePt t="125261" x="6381750" y="5111750"/>
          <p14:tracePt t="125279" x="6445250" y="5086350"/>
          <p14:tracePt t="125296" x="6470650" y="5060950"/>
          <p14:tracePt t="125311" x="6470650" y="5048250"/>
          <p14:tracePt t="125327" x="6470650" y="5029200"/>
          <p14:tracePt t="125344" x="6464300" y="5029200"/>
          <p14:tracePt t="125361" x="6451600" y="5022850"/>
          <p14:tracePt t="125378" x="6445250" y="5022850"/>
          <p14:tracePt t="125395" x="6426200" y="5022850"/>
          <p14:tracePt t="125410" x="6394450" y="5029200"/>
          <p14:tracePt t="125427" x="6375400" y="5029200"/>
          <p14:tracePt t="125444" x="6337300" y="5029200"/>
          <p14:tracePt t="125460" x="6267450" y="5029200"/>
          <p14:tracePt t="125477" x="6216650" y="5029200"/>
          <p14:tracePt t="125494" x="5988050" y="5029200"/>
          <p14:tracePt t="125510" x="5911850" y="5029200"/>
          <p14:tracePt t="125527" x="5835650" y="5029200"/>
          <p14:tracePt t="125543" x="5651500" y="5048250"/>
          <p14:tracePt t="125560" x="5492750" y="5092700"/>
          <p14:tracePt t="125578" x="5346700" y="5130800"/>
          <p14:tracePt t="125593" x="5308600" y="5143500"/>
          <p14:tracePt t="125610" x="5232400" y="5168900"/>
          <p14:tracePt t="125627" x="5207000" y="5181600"/>
          <p14:tracePt t="125643" x="5200650" y="5187950"/>
          <p14:tracePt t="125660" x="5200650" y="5194300"/>
          <p14:tracePt t="125676" x="5200650" y="5207000"/>
          <p14:tracePt t="125693" x="5207000" y="5213350"/>
          <p14:tracePt t="125710" x="5238750" y="5226050"/>
          <p14:tracePt t="125726" x="5283200" y="5232400"/>
          <p14:tracePt t="125743" x="5321300" y="5238750"/>
          <p14:tracePt t="125761" x="5416550" y="5245100"/>
          <p14:tracePt t="125776" x="5530850" y="5257800"/>
          <p14:tracePt t="125793" x="5581650" y="5257800"/>
          <p14:tracePt t="125810" x="5702300" y="5251450"/>
          <p14:tracePt t="125826" x="5753100" y="5232400"/>
          <p14:tracePt t="125843" x="5854700" y="5207000"/>
          <p14:tracePt t="125860" x="5918200" y="5168900"/>
          <p14:tracePt t="125875" x="5937250" y="5162550"/>
          <p14:tracePt t="125892" x="5956300" y="5124450"/>
          <p14:tracePt t="125909" x="5962650" y="5111750"/>
          <p14:tracePt t="125925" x="5962650" y="5086350"/>
          <p14:tracePt t="125943" x="5949950" y="5067300"/>
          <p14:tracePt t="125958" x="5930900" y="5041900"/>
          <p14:tracePt t="125975" x="5911850" y="5035550"/>
          <p14:tracePt t="125992" x="5880100" y="5016500"/>
          <p14:tracePt t="126009" x="5854700" y="4997450"/>
          <p14:tracePt t="126025" x="5829300" y="4991100"/>
          <p14:tracePt t="126042" x="5784850" y="4978400"/>
          <p14:tracePt t="126058" x="5740400" y="4978400"/>
          <p14:tracePt t="126076" x="5715000" y="4978400"/>
          <p14:tracePt t="126092" x="5664200" y="4997450"/>
          <p14:tracePt t="126108" x="5638800" y="5003800"/>
          <p14:tracePt t="126126" x="5581650" y="5035550"/>
          <p14:tracePt t="126141" x="5568950" y="5060950"/>
          <p14:tracePt t="126158" x="5562600" y="5073650"/>
          <p14:tracePt t="126175" x="5562600" y="5099050"/>
          <p14:tracePt t="126191" x="5581650" y="5124450"/>
          <p14:tracePt t="126208" x="5594350" y="5137150"/>
          <p14:tracePt t="126225" x="5632450" y="5149850"/>
          <p14:tracePt t="126241" x="5689600" y="5162550"/>
          <p14:tracePt t="126258" x="5727700" y="5162550"/>
          <p14:tracePt t="126261" x="5759450" y="5162550"/>
          <p14:tracePt t="126274" x="5784850" y="5162550"/>
          <p14:tracePt t="126291" x="5848350" y="5149850"/>
          <p14:tracePt t="126308" x="5899150" y="5130800"/>
          <p14:tracePt t="126325" x="5911850" y="5111750"/>
          <p14:tracePt t="126340" x="5924550" y="5073650"/>
          <p14:tracePt t="126357" x="5924550" y="5041900"/>
          <p14:tracePt t="126374" x="5918200" y="5016500"/>
          <p14:tracePt t="126390" x="5905500" y="5003800"/>
          <p14:tracePt t="126407" x="5861050" y="4978400"/>
          <p14:tracePt t="126424" x="5842000" y="4972050"/>
          <p14:tracePt t="126442" x="5778500" y="4946650"/>
          <p14:tracePt t="126457" x="5753100" y="4940300"/>
          <p14:tracePt t="126474" x="5708650" y="4921250"/>
          <p14:tracePt t="126491" x="5638800" y="4914900"/>
          <p14:tracePt t="126507" x="5613400" y="4914900"/>
          <p14:tracePt t="126524" x="5581650" y="4914900"/>
          <p14:tracePt t="126540" x="5530850" y="4921250"/>
          <p14:tracePt t="126556" x="5492750" y="4946650"/>
          <p14:tracePt t="126573" x="5480050" y="4953000"/>
          <p14:tracePt t="126590" x="5461000" y="4978400"/>
          <p14:tracePt t="126606" x="5454650" y="4991100"/>
          <p14:tracePt t="126623" x="5454650" y="4997450"/>
          <p14:tracePt t="126640" x="5467350" y="5022850"/>
          <p14:tracePt t="126656" x="5467350" y="5029200"/>
          <p14:tracePt t="126674" x="5499100" y="5041900"/>
          <p14:tracePt t="126690" x="5575300" y="5067300"/>
          <p14:tracePt t="126706" x="5613400" y="5067300"/>
          <p14:tracePt t="126723" x="5695950" y="5073650"/>
          <p14:tracePt t="126740" x="5734050" y="5073650"/>
          <p14:tracePt t="126743" x="5772150" y="5073650"/>
          <p14:tracePt t="126756" x="5803900" y="5073650"/>
          <p14:tracePt t="126772" x="5854700" y="5054600"/>
          <p14:tracePt t="126789" x="5867400" y="5041900"/>
          <p14:tracePt t="126807" x="5880100" y="5003800"/>
          <p14:tracePt t="126822" x="5880100" y="4991100"/>
          <p14:tracePt t="126839" x="5873750" y="4978400"/>
          <p14:tracePt t="126856" x="5835650" y="4946650"/>
          <p14:tracePt t="126872" x="5816600" y="4927600"/>
          <p14:tracePt t="126889" x="5784850" y="4921250"/>
          <p14:tracePt t="126905" x="5715000" y="4895850"/>
          <p14:tracePt t="126922" x="5657850" y="4889500"/>
          <p14:tracePt t="126939" x="5556250" y="4883150"/>
          <p14:tracePt t="126955" x="5422900" y="4895850"/>
          <p14:tracePt t="126972" x="5359400" y="4921250"/>
          <p14:tracePt t="126989" x="5264150" y="4978400"/>
          <p14:tracePt t="127005" x="5219700" y="5029200"/>
          <p14:tracePt t="127022" x="5213350" y="5054600"/>
          <p14:tracePt t="127039" x="5213350" y="5124450"/>
          <p14:tracePt t="127055" x="5219700" y="5149850"/>
          <p14:tracePt t="127072" x="5245100" y="5175250"/>
          <p14:tracePt t="127088" x="5289550" y="5219700"/>
          <p14:tracePt t="127105" x="5372100" y="5251450"/>
          <p14:tracePt t="127122" x="5416550" y="5264150"/>
          <p14:tracePt t="127138" x="5480050" y="5264150"/>
          <p14:tracePt t="127154" x="5556250" y="5245100"/>
          <p14:tracePt t="127172" x="5600700" y="5200650"/>
          <p14:tracePt t="127188" x="5619750" y="5168900"/>
          <p14:tracePt t="127205" x="5645150" y="5124450"/>
          <p14:tracePt t="127221" x="5651500" y="5073650"/>
          <p14:tracePt t="127237" x="5651500" y="5054600"/>
          <p14:tracePt t="127254" x="5645150" y="5029200"/>
          <p14:tracePt t="127258" x="5638800" y="5016500"/>
          <p14:tracePt t="127272" x="5626100" y="5003800"/>
          <p14:tracePt t="127287" x="5600700" y="4991100"/>
          <p14:tracePt t="127305" x="5581650" y="4978400"/>
          <p14:tracePt t="127320" x="5549900" y="4959350"/>
          <p14:tracePt t="127337" x="5518150" y="4959350"/>
          <p14:tracePt t="127355" x="5448300" y="4965700"/>
          <p14:tracePt t="127370" x="5416550" y="4978400"/>
          <p14:tracePt t="127387" x="5378450" y="4997450"/>
          <p14:tracePt t="127404" x="5334000" y="5022850"/>
          <p14:tracePt t="127420" x="5321300" y="5035550"/>
          <p14:tracePt t="127437" x="5295900" y="5060950"/>
          <p14:tracePt t="127454" x="5289550" y="5086350"/>
          <p14:tracePt t="127470" x="5289550" y="5092700"/>
          <p14:tracePt t="127487" x="5289550" y="5111750"/>
          <p14:tracePt t="127503" x="5308600" y="5124450"/>
          <p14:tracePt t="127520" x="5321300" y="5124450"/>
          <p14:tracePt t="127537" x="5365750" y="5118100"/>
          <p14:tracePt t="127553" x="5410200" y="5092700"/>
          <p14:tracePt t="127570" x="5441950" y="5067300"/>
          <p14:tracePt t="127586" x="5486400" y="5029200"/>
          <p14:tracePt t="127603" x="5499100" y="5010150"/>
          <p14:tracePt t="127620" x="5511800" y="4978400"/>
          <p14:tracePt t="127636" x="5511800" y="4940300"/>
          <p14:tracePt t="127653" x="5511800" y="4914900"/>
          <p14:tracePt t="127670" x="5499100" y="4908550"/>
          <p14:tracePt t="127686" x="5467350" y="4895850"/>
          <p14:tracePt t="127703" x="5448300" y="4895850"/>
          <p14:tracePt t="127720" x="5403850" y="4895850"/>
          <p14:tracePt t="127736" x="5384800" y="4895850"/>
          <p14:tracePt t="127752" x="5365750" y="4908550"/>
          <p14:tracePt t="127769" x="5321300" y="4908550"/>
          <p14:tracePt t="127785" x="5308600" y="4914900"/>
          <p14:tracePt t="127802" x="5295900" y="4921250"/>
          <p14:tracePt t="127819" x="5276850" y="4927600"/>
          <p14:tracePt t="127852" x="5270500" y="4940300"/>
          <p14:tracePt t="127868" x="5264150" y="4946650"/>
          <p14:tracePt t="127885" x="5257800" y="4959350"/>
          <p14:tracePt t="127903" x="5238750" y="4965700"/>
          <p14:tracePt t="127919" x="5232400" y="4972050"/>
          <p14:tracePt t="127935" x="5219700" y="4972050"/>
          <p14:tracePt t="127952" x="5118100" y="4997450"/>
          <p14:tracePt t="127968" x="5048250" y="5016500"/>
          <p14:tracePt t="127985" x="4972050" y="5029200"/>
          <p14:tracePt t="128001" x="4800600" y="5067300"/>
          <p14:tracePt t="128018" x="4622800" y="5099050"/>
          <p14:tracePt t="128036" x="4451350" y="5118100"/>
          <p14:tracePt t="128051" x="4375150" y="5137150"/>
          <p14:tracePt t="128068" x="4254500" y="5156200"/>
          <p14:tracePt t="128085" x="4146550" y="5175250"/>
          <p14:tracePt t="128101" x="4108450" y="5175250"/>
          <p14:tracePt t="128118" x="4019550" y="5181600"/>
          <p14:tracePt t="128135" x="3937000" y="5187950"/>
          <p14:tracePt t="128151" x="3892550" y="5200650"/>
          <p14:tracePt t="128168" x="3810000" y="5213350"/>
          <p14:tracePt t="128185" x="3740150" y="5219700"/>
          <p14:tracePt t="128201" x="3702050" y="5232400"/>
          <p14:tracePt t="128218" x="3657600" y="5232400"/>
          <p14:tracePt t="128234" x="3613150" y="5232400"/>
          <p14:tracePt t="128251" x="3594100" y="5232400"/>
          <p14:tracePt t="128268" x="3556000" y="5232400"/>
          <p14:tracePt t="128284" x="3543300" y="5232400"/>
          <p14:tracePt t="128301" x="3524250" y="5226050"/>
          <p14:tracePt t="128304" x="3511550" y="5219700"/>
          <p14:tracePt t="128320" x="3505200" y="5213350"/>
          <p14:tracePt t="128334" x="3498850" y="5213350"/>
          <p14:tracePt t="128350" x="3486150" y="5200650"/>
          <p14:tracePt t="128367" x="3473450" y="5194300"/>
          <p14:tracePt t="128383" x="3473450" y="5187950"/>
          <p14:tracePt t="128401" x="3467100" y="5187950"/>
          <p14:tracePt t="128417" x="3467100" y="5181600"/>
          <p14:tracePt t="128450" x="3467100" y="5175250"/>
          <p14:tracePt t="128466" x="3467100" y="5168900"/>
          <p14:tracePt t="128487" x="3467100" y="5162550"/>
          <p14:tracePt t="128502" x="3473450" y="5162550"/>
          <p14:tracePt t="128516" x="3486150" y="5156200"/>
          <p14:tracePt t="128534" x="3505200" y="5156200"/>
          <p14:tracePt t="128550" x="3575050" y="5149850"/>
          <p14:tracePt t="128566" x="3625850" y="5149850"/>
          <p14:tracePt t="128584" x="3854450" y="5143500"/>
          <p14:tracePt t="128600" x="3943350" y="5143500"/>
          <p14:tracePt t="128616" x="4032250" y="5143500"/>
          <p14:tracePt t="128633" x="4210050" y="5143500"/>
          <p14:tracePt t="128649" x="4349750" y="5143500"/>
          <p14:tracePt t="128666" x="4413250" y="5143500"/>
          <p14:tracePt t="128683" x="4483100" y="5143500"/>
          <p14:tracePt t="128699" x="4527550" y="5143500"/>
          <p14:tracePt t="128716" x="4533900" y="5143500"/>
          <p14:tracePt t="128732" x="4552950" y="5143500"/>
          <p14:tracePt t="128749" x="4559300" y="5143500"/>
          <p14:tracePt t="128766" x="4578350" y="5143500"/>
          <p14:tracePt t="128782" x="4591050" y="5143500"/>
          <p14:tracePt t="128799" x="4622800" y="5156200"/>
          <p14:tracePt t="128815" x="4692650" y="5168900"/>
          <p14:tracePt t="128832" x="4743450" y="5175250"/>
          <p14:tracePt t="128848" x="4813300" y="5181600"/>
          <p14:tracePt t="128865" x="5080000" y="5181600"/>
          <p14:tracePt t="128882" x="5156200" y="5181600"/>
          <p14:tracePt t="128899" x="5276850" y="5162550"/>
          <p14:tracePt t="128915" x="5314950" y="5156200"/>
          <p14:tracePt t="128932" x="5346700" y="5143500"/>
          <p14:tracePt t="128949" x="5359400" y="5130800"/>
          <p14:tracePt t="128965" x="5365750" y="5130800"/>
          <p14:tracePt t="128981" x="5365750" y="5118100"/>
          <p14:tracePt t="128998" x="5378450" y="5118100"/>
          <p14:tracePt t="129015" x="5384800" y="5111750"/>
          <p14:tracePt t="129031" x="5391150" y="5105400"/>
          <p14:tracePt t="129048" x="5416550" y="5105400"/>
          <p14:tracePt t="129065" x="5429250" y="5099050"/>
          <p14:tracePt t="129082" x="5454650" y="5092700"/>
          <p14:tracePt t="129097" x="5499100" y="5080000"/>
          <p14:tracePt t="129115" x="5505450" y="5080000"/>
          <p14:tracePt t="129132" x="5537200" y="5080000"/>
          <p14:tracePt t="129164" x="5530850" y="5073650"/>
          <p14:tracePt t="129183" x="5518150" y="5073650"/>
          <p14:tracePt t="129197" x="5505450" y="5073650"/>
          <p14:tracePt t="129214" x="5473700" y="5073650"/>
          <p14:tracePt t="129231" x="5397500" y="5073650"/>
          <p14:tracePt t="129248" x="5327650" y="5067300"/>
          <p14:tracePt t="129265" x="5175250" y="5048250"/>
          <p14:tracePt t="129280" x="5099050" y="5035550"/>
          <p14:tracePt t="129297" x="5003800" y="5016500"/>
          <p14:tracePt t="129301" x="4902200" y="5010150"/>
          <p14:tracePt t="129314" x="4826000" y="4997450"/>
          <p14:tracePt t="129330" x="4737100" y="4991100"/>
          <p14:tracePt t="129347" x="4686300" y="4991100"/>
          <p14:tracePt t="129363" x="4603750" y="4991100"/>
          <p14:tracePt t="129380" x="4584700" y="4991100"/>
          <p14:tracePt t="129397" x="4565650" y="4991100"/>
          <p14:tracePt t="129413" x="4565650" y="4984750"/>
          <p14:tracePt t="129430" x="4565650" y="4978400"/>
          <p14:tracePt t="129447" x="4591050" y="4965700"/>
          <p14:tracePt t="129463" x="4610100" y="4965700"/>
          <p14:tracePt t="129479" x="4660900" y="4953000"/>
          <p14:tracePt t="129497" x="4692650" y="4940300"/>
          <p14:tracePt t="129513" x="4711700" y="4933950"/>
          <p14:tracePt t="129530" x="4730750" y="4927600"/>
          <p14:tracePt t="129563" x="4711700" y="4914900"/>
          <p14:tracePt t="129580" x="4686300" y="4914900"/>
          <p14:tracePt t="129596" x="4641850" y="4921250"/>
          <p14:tracePt t="129613" x="4489450" y="4927600"/>
          <p14:tracePt t="129630" x="4286250" y="4940300"/>
          <p14:tracePt t="129646" x="4171950" y="4946650"/>
          <p14:tracePt t="129663" x="3981450" y="4965700"/>
          <p14:tracePt t="129680" x="3860800" y="4984750"/>
          <p14:tracePt t="129696" x="3829050" y="4991100"/>
          <p14:tracePt t="129712" x="3790950" y="4997450"/>
          <p14:tracePt t="129729" x="3784600" y="5003800"/>
          <p14:tracePt t="129746" x="3778250" y="5003800"/>
          <p14:tracePt t="129762" x="3778250" y="5010150"/>
          <p14:tracePt t="129779" x="3803650" y="5010150"/>
          <p14:tracePt t="129795" x="3829050" y="5003800"/>
          <p14:tracePt t="129813" x="3937000" y="4997450"/>
          <p14:tracePt t="129828" x="4038600" y="4984750"/>
          <p14:tracePt t="129845" x="4165600" y="4972050"/>
          <p14:tracePt t="129863" x="4489450" y="4953000"/>
          <p14:tracePt t="129879" x="4648200" y="4953000"/>
          <p14:tracePt t="129895" x="4775200" y="4940300"/>
          <p14:tracePt t="129912" x="4953000" y="4933950"/>
          <p14:tracePt t="129928" x="4991100" y="4933950"/>
          <p14:tracePt t="129945" x="5010150" y="4933950"/>
          <p14:tracePt t="129961" x="5022850" y="4933950"/>
          <p14:tracePt t="129996" x="5016500" y="4940300"/>
          <p14:tracePt t="130010" x="5010150" y="4940300"/>
          <p14:tracePt t="130024" x="4997450" y="4940300"/>
          <p14:tracePt t="130031" x="4991100" y="4940300"/>
          <p14:tracePt t="130047" x="4978400" y="4940300"/>
          <p14:tracePt t="130061" x="4972050" y="4940300"/>
          <p14:tracePt t="130078" x="4959350" y="4940300"/>
          <p14:tracePt t="130094" x="4953000" y="4940300"/>
          <p14:tracePt t="130111" x="4946650" y="4940300"/>
          <p14:tracePt t="130143" x="4940300" y="4940300"/>
          <p14:tracePt t="130653" x="4984750" y="4940300"/>
          <p14:tracePt t="130661" x="5035550" y="4940300"/>
          <p14:tracePt t="130675" x="5111750" y="4946650"/>
          <p14:tracePt t="130682" x="5175250" y="4946650"/>
          <p14:tracePt t="130696" x="5257800" y="4953000"/>
          <p14:tracePt t="130709" x="5346700" y="4953000"/>
          <p14:tracePt t="130725" x="5537200" y="4953000"/>
          <p14:tracePt t="130742" x="5626100" y="4953000"/>
          <p14:tracePt t="130759" x="5791200" y="4953000"/>
          <p14:tracePt t="130775" x="5956300" y="4953000"/>
          <p14:tracePt t="130792" x="6032500" y="4965700"/>
          <p14:tracePt t="130808" x="6178550" y="4984750"/>
          <p14:tracePt t="130825" x="6292850" y="4991100"/>
          <p14:tracePt t="130842" x="6337300" y="5003800"/>
          <p14:tracePt t="130858" x="6375400" y="5010150"/>
          <p14:tracePt t="130875" x="6388100" y="5016500"/>
          <p14:tracePt t="130892" x="6394450" y="5016500"/>
          <p14:tracePt t="130925" x="6400800" y="5016500"/>
          <p14:tracePt t="130956" x="6407150" y="5016500"/>
          <p14:tracePt t="130998" x="6413500" y="5010150"/>
          <p14:tracePt t="131005" x="6413500" y="5003800"/>
          <p14:tracePt t="131033" x="6413500" y="4997450"/>
          <p14:tracePt t="131054" x="6413500" y="4991100"/>
          <p14:tracePt t="131083" x="6413500" y="4984750"/>
          <p14:tracePt t="131104" x="6407150" y="4978400"/>
          <p14:tracePt t="131118" x="6400800" y="4978400"/>
          <p14:tracePt t="131146" x="6394450" y="4972050"/>
          <p14:tracePt t="131152" x="6388100" y="4972050"/>
          <p14:tracePt t="131175" x="6381750" y="4972050"/>
          <p14:tracePt t="131188" x="6381750" y="4965700"/>
          <p14:tracePt t="131195" x="6381750" y="4959350"/>
          <p14:tracePt t="131216" x="6369050" y="4953000"/>
          <p14:tracePt t="131244" x="6362700" y="4946650"/>
          <p14:tracePt t="131265" x="6362700" y="4940300"/>
          <p14:tracePt t="131285" x="6356350" y="4933950"/>
          <p14:tracePt t="131328" x="6350000" y="4933950"/>
          <p14:tracePt t="131335" x="6350000" y="4927600"/>
          <p14:tracePt t="131405" x="6350000" y="4921250"/>
          <p14:tracePt t="131497" x="6356350" y="4927600"/>
          <p14:tracePt t="131518" x="6362700" y="4927600"/>
          <p14:tracePt t="131525" x="6362700" y="4933950"/>
          <p14:tracePt t="131560" x="6362700" y="4940300"/>
          <p14:tracePt t="131574" x="6369050" y="4946650"/>
          <p14:tracePt t="131595" x="6369050" y="4953000"/>
          <p14:tracePt t="131616" x="6369050" y="4965700"/>
          <p14:tracePt t="131638" x="6375400" y="4965700"/>
          <p14:tracePt t="131658" x="6375400" y="4972050"/>
          <p14:tracePt t="131665" x="6381750" y="4972050"/>
          <p14:tracePt t="131687" x="6388100" y="4978400"/>
          <p14:tracePt t="131708" x="6394450" y="4991100"/>
          <p14:tracePt t="131729" x="6400800" y="4997450"/>
          <p14:tracePt t="131757" x="6407150" y="5003800"/>
          <p14:tracePt t="131778" x="6413500" y="5010150"/>
          <p14:tracePt t="131827" x="6419850" y="5010150"/>
          <p14:tracePt t="131856" x="6426200" y="5010150"/>
          <p14:tracePt t="131897" x="6432550" y="5003800"/>
          <p14:tracePt t="131918" x="6432550" y="4997450"/>
          <p14:tracePt t="131925" x="6432550" y="4991100"/>
          <p14:tracePt t="131960" x="6432550" y="4984750"/>
          <p14:tracePt t="131989" x="6432550" y="4978400"/>
          <p14:tracePt t="132017" x="6432550" y="4972050"/>
          <p14:tracePt t="132066" x="6432550" y="4965700"/>
          <p14:tracePt t="132101" x="6432550" y="4959350"/>
          <p14:tracePt t="132129" x="6438900" y="4953000"/>
          <p14:tracePt t="132192" x="6445250" y="4946650"/>
          <p14:tracePt t="132206" x="6445250" y="4940300"/>
          <p14:tracePt t="132241" x="6451600" y="4933950"/>
          <p14:tracePt t="132276" x="6457950" y="4933950"/>
          <p14:tracePt t="132311" x="6464300" y="4933950"/>
          <p14:tracePt t="132368" x="6457950" y="4940300"/>
          <p14:tracePt t="132389" x="6451600" y="4953000"/>
          <p14:tracePt t="132438" x="6445250" y="4953000"/>
          <p14:tracePt t="132452" x="6438900" y="4953000"/>
          <p14:tracePt t="132459" x="6432550" y="4959350"/>
          <p14:tracePt t="132473" x="6426200" y="4959350"/>
          <p14:tracePt t="132487" x="6400800" y="4965700"/>
          <p14:tracePt t="132502" x="6381750" y="4972050"/>
          <p14:tracePt t="132519" x="6350000" y="4991100"/>
          <p14:tracePt t="132537" x="6280150" y="5010150"/>
          <p14:tracePt t="132553" x="6197600" y="5035550"/>
          <p14:tracePt t="132570" x="6153150" y="5054600"/>
          <p14:tracePt t="132586" x="6083300" y="5060950"/>
          <p14:tracePt t="132603" x="6026150" y="5060950"/>
          <p14:tracePt t="132619" x="6000750" y="5060950"/>
          <p14:tracePt t="132636" x="5981700" y="5060950"/>
          <p14:tracePt t="132669" x="5981700" y="5048250"/>
          <p14:tracePt t="132685" x="5994400" y="5041900"/>
          <p14:tracePt t="132702" x="6019800" y="5035550"/>
          <p14:tracePt t="132719" x="6064250" y="5029200"/>
          <p14:tracePt t="132735" x="6089650" y="5022850"/>
          <p14:tracePt t="132752" x="6140450" y="5022850"/>
          <p14:tracePt t="132769" x="6305550" y="4997450"/>
          <p14:tracePt t="132785" x="6356350" y="4984750"/>
          <p14:tracePt t="132801" x="6388100" y="4984750"/>
          <p14:tracePt t="132818" x="6432550" y="4984750"/>
          <p14:tracePt t="132835" x="6457950" y="5003800"/>
          <p14:tracePt t="132853" x="6470650" y="5003800"/>
          <p14:tracePt t="132868" x="6470650" y="5010150"/>
          <p14:tracePt t="132885" x="6470650" y="5016500"/>
          <p14:tracePt t="132902" x="6451600" y="5022850"/>
          <p14:tracePt t="132918" x="6445250" y="5022850"/>
          <p14:tracePt t="132934" x="6426200" y="5022850"/>
          <p14:tracePt t="132951" x="6407150" y="5022850"/>
          <p14:tracePt t="132968" x="6388100" y="5022850"/>
          <p14:tracePt t="132986" x="6330950" y="5022850"/>
          <p14:tracePt t="133002" x="6216650" y="5022850"/>
          <p14:tracePt t="133018" x="6153150" y="5022850"/>
          <p14:tracePt t="133035" x="6013450" y="5010150"/>
          <p14:tracePt t="133051" x="5867400" y="4984750"/>
          <p14:tracePt t="133068" x="5797550" y="4965700"/>
          <p14:tracePt t="133085" x="5683250" y="4946650"/>
          <p14:tracePt t="133101" x="5626100" y="4933950"/>
          <p14:tracePt t="133117" x="5530850" y="4921250"/>
          <p14:tracePt t="133134" x="5448300" y="4902200"/>
          <p14:tracePt t="133150" x="5422900" y="4902200"/>
          <p14:tracePt t="133167" x="5391150" y="4895850"/>
          <p14:tracePt t="133184" x="5378450" y="4895850"/>
          <p14:tracePt t="133201" x="5372100" y="4895850"/>
          <p14:tracePt t="133217" x="5365750" y="4895850"/>
          <p14:tracePt t="133253" x="5378450" y="4895850"/>
          <p14:tracePt t="133260" x="5384800" y="4895850"/>
          <p14:tracePt t="133274" x="5397500" y="4895850"/>
          <p14:tracePt t="133283" x="5416550" y="4895850"/>
          <p14:tracePt t="133300" x="5429250" y="4895850"/>
          <p14:tracePt t="133317" x="5499100" y="4883150"/>
          <p14:tracePt t="133333" x="5613400" y="4876800"/>
          <p14:tracePt t="133350" x="5689600" y="4864100"/>
          <p14:tracePt t="133353" x="5797550" y="4857750"/>
          <p14:tracePt t="133367" x="5905500" y="4857750"/>
          <p14:tracePt t="133383" x="6026150" y="4832350"/>
          <p14:tracePt t="133400" x="6254750" y="4826000"/>
          <p14:tracePt t="133416" x="6432550" y="4826000"/>
          <p14:tracePt t="133433" x="6483350" y="4826000"/>
          <p14:tracePt t="133450" x="6553200" y="4832350"/>
          <p14:tracePt t="133466" x="6565900" y="4838700"/>
          <p14:tracePt t="133499" x="6559550" y="4845050"/>
          <p14:tracePt t="133516" x="6540500" y="4845050"/>
          <p14:tracePt t="133533" x="6527800" y="4845050"/>
          <p14:tracePt t="133549" x="6502400" y="4845050"/>
          <p14:tracePt t="133566" x="6483350" y="4845050"/>
          <p14:tracePt t="133583" x="6470650" y="4845050"/>
          <p14:tracePt t="133599" x="6464300" y="4845050"/>
          <p14:tracePt t="133615" x="6445250" y="4845050"/>
          <p14:tracePt t="133633" x="6432550" y="4845050"/>
          <p14:tracePt t="133649" x="6426200" y="4845050"/>
          <p14:tracePt t="133665" x="6426200" y="4851400"/>
          <p14:tracePt t="133682" x="6388100" y="4857750"/>
          <p14:tracePt t="133699" x="6375400" y="4857750"/>
          <p14:tracePt t="133715" x="6356350" y="4864100"/>
          <p14:tracePt t="133731" x="6273800" y="4883150"/>
          <p14:tracePt t="133748" x="6165850" y="4908550"/>
          <p14:tracePt t="133765" x="6000750" y="4921250"/>
          <p14:tracePt t="133781" x="5899150" y="4921250"/>
          <p14:tracePt t="133798" x="5683250" y="4927600"/>
          <p14:tracePt t="133815" x="5480050" y="4927600"/>
          <p14:tracePt t="133831" x="5403850" y="4927600"/>
          <p14:tracePt t="133848" x="5276850" y="4927600"/>
          <p14:tracePt t="133865" x="5207000" y="4927600"/>
          <p14:tracePt t="133881" x="5181600" y="4927600"/>
          <p14:tracePt t="133898" x="5156200" y="4927600"/>
          <p14:tracePt t="133914" x="5156200" y="4921250"/>
          <p14:tracePt t="134124" x="5143500" y="4921250"/>
          <p14:tracePt t="134138" x="5137150" y="4921250"/>
          <p14:tracePt t="134145" x="5124450" y="4921250"/>
          <p14:tracePt t="134152" x="5111750" y="4921250"/>
          <p14:tracePt t="134167" x="5099050" y="4921250"/>
          <p14:tracePt t="134180" x="5073650" y="4921250"/>
          <p14:tracePt t="134197" x="5003800" y="4921250"/>
          <p14:tracePt t="134214" x="4953000" y="4921250"/>
          <p14:tracePt t="134230" x="4864100" y="4921250"/>
          <p14:tracePt t="134247" x="4756150" y="4921250"/>
          <p14:tracePt t="134264" x="4679950" y="4914900"/>
          <p14:tracePt t="134280" x="4648200" y="4902200"/>
          <p14:tracePt t="134296" x="4629150" y="4902200"/>
          <p14:tracePt t="134314" x="4565650" y="4895850"/>
          <p14:tracePt t="134330" x="4552950" y="4895850"/>
          <p14:tracePt t="134346" x="4546600" y="4895850"/>
          <p14:tracePt t="134363" x="4527550" y="4902200"/>
          <p14:tracePt t="134380" x="4514850" y="4902200"/>
          <p14:tracePt t="134396" x="4508500" y="4902200"/>
          <p14:tracePt t="134413" x="4502150" y="4908550"/>
          <p14:tracePt t="134429" x="4495800" y="4908550"/>
          <p14:tracePt t="134462" x="4489450" y="4914900"/>
          <p14:tracePt t="134489" x="4489450" y="4921250"/>
          <p14:tracePt t="134510" x="4495800" y="4921250"/>
          <p14:tracePt t="134524" x="4502150" y="4921250"/>
          <p14:tracePt t="134539" x="4508500" y="4921250"/>
          <p14:tracePt t="134548" x="4514850" y="4921250"/>
          <p14:tracePt t="134562" x="4521200" y="4921250"/>
          <p14:tracePt t="134579" x="4559300" y="4921250"/>
          <p14:tracePt t="134595" x="4622800" y="4921250"/>
          <p14:tracePt t="134612" x="4660900" y="4921250"/>
          <p14:tracePt t="134629" x="4724400" y="4921250"/>
          <p14:tracePt t="134645" x="4870450" y="4940300"/>
          <p14:tracePt t="134662" x="5010150" y="4959350"/>
          <p14:tracePt t="134679" x="5130800" y="4959350"/>
          <p14:tracePt t="134695" x="5181600" y="4965700"/>
          <p14:tracePt t="134712" x="5238750" y="4965700"/>
          <p14:tracePt t="134729" x="5276850" y="4965700"/>
          <p14:tracePt t="134745" x="5289550" y="4959350"/>
          <p14:tracePt t="134762" x="5295900" y="4953000"/>
          <p14:tracePt t="134778" x="5295900" y="4946650"/>
          <p14:tracePt t="134812" x="5302250" y="4940300"/>
          <p14:tracePt t="134840" x="5308600" y="4933950"/>
          <p14:tracePt t="134848" x="5308600" y="4927600"/>
          <p14:tracePt t="134864" x="5314950" y="4921250"/>
          <p14:tracePt t="134878" x="5321300" y="4908550"/>
          <p14:tracePt t="134911" x="5321300" y="4902200"/>
          <p14:tracePt t="135002" x="5321300" y="4908550"/>
          <p14:tracePt t="135016" x="5321300" y="4914900"/>
          <p14:tracePt t="135030" x="5321300" y="4921250"/>
          <p14:tracePt t="135058" x="5314950" y="4927600"/>
          <p14:tracePt t="135080" x="5308600" y="4933950"/>
          <p14:tracePt t="135108" x="5302250" y="4933950"/>
          <p14:tracePt t="135129" x="5302250" y="4940300"/>
          <p14:tracePt t="135142" x="5302250" y="4946650"/>
          <p14:tracePt t="135149" x="5295900" y="4946650"/>
          <p14:tracePt t="135160" x="5289550" y="4946650"/>
          <p14:tracePt t="135180" x="5283200" y="4953000"/>
          <p14:tracePt t="135193" x="5276850" y="4953000"/>
          <p14:tracePt t="135210" x="5270500" y="4953000"/>
          <p14:tracePt t="135227" x="5245100" y="4953000"/>
          <p14:tracePt t="135243" x="5219700" y="4940300"/>
          <p14:tracePt t="135260" x="5200650" y="4933950"/>
          <p14:tracePt t="135277" x="5137150" y="4889500"/>
          <p14:tracePt t="135293" x="5105400" y="4864100"/>
          <p14:tracePt t="135309" x="5080000" y="4845050"/>
          <p14:tracePt t="135326" x="5016500" y="4794250"/>
          <p14:tracePt t="135342" x="4984750" y="4768850"/>
          <p14:tracePt t="135361" x="4940300" y="4743450"/>
          <p14:tracePt t="135376" x="4927600" y="4730750"/>
          <p14:tracePt t="135393" x="4914900" y="4724400"/>
          <p14:tracePt t="135410" x="4895850" y="4724400"/>
          <p14:tracePt t="135426" x="4889500" y="4724400"/>
          <p14:tracePt t="135443" x="4883150" y="4724400"/>
          <p14:tracePt t="135459" x="4870450" y="4730750"/>
          <p14:tracePt t="135476" x="4832350" y="4749800"/>
          <p14:tracePt t="135493" x="4813300" y="4756150"/>
          <p14:tracePt t="135509" x="4699000" y="4806950"/>
          <p14:tracePt t="135526" x="4641850" y="4826000"/>
          <p14:tracePt t="135543" x="4521200" y="4851400"/>
          <p14:tracePt t="135559" x="4457700" y="4870450"/>
          <p14:tracePt t="135576" x="4337050" y="4889500"/>
          <p14:tracePt t="135592" x="4229100" y="4921250"/>
          <p14:tracePt t="135609" x="4171950" y="4927600"/>
          <p14:tracePt t="135625" x="4102100" y="4933950"/>
          <p14:tracePt t="135642" x="4044950" y="4940300"/>
          <p14:tracePt t="135659" x="4025900" y="4940300"/>
          <p14:tracePt t="135675" x="3987800" y="4940300"/>
          <p14:tracePt t="135691" x="3956050" y="4946650"/>
          <p14:tracePt t="135708" x="3949700" y="4946650"/>
          <p14:tracePt t="135725" x="3924300" y="4953000"/>
          <p14:tracePt t="135741" x="3917950" y="4953000"/>
          <p14:tracePt t="135759" x="3911600" y="4953000"/>
          <p14:tracePt t="135775" x="3905250" y="4953000"/>
          <p14:tracePt t="135810" x="3905250" y="4959350"/>
          <p14:tracePt t="135852" x="3911600" y="4959350"/>
          <p14:tracePt t="135859" x="3917950" y="4959350"/>
          <p14:tracePt t="135873" x="3924300" y="4959350"/>
          <p14:tracePt t="135880" x="3930650" y="4959350"/>
          <p14:tracePt t="135894" x="3937000" y="4959350"/>
          <p14:tracePt t="135908" x="3949700" y="4959350"/>
          <p14:tracePt t="135924" x="4006850" y="4959350"/>
          <p14:tracePt t="135941" x="4051300" y="4953000"/>
          <p14:tracePt t="135958" x="4178300" y="4953000"/>
          <p14:tracePt t="135974" x="4305300" y="4953000"/>
          <p14:tracePt t="135991" x="4381500" y="4953000"/>
          <p14:tracePt t="136008" x="4502150" y="4965700"/>
          <p14:tracePt t="136024" x="4565650" y="4972050"/>
          <p14:tracePt t="136041" x="4610100" y="4978400"/>
          <p14:tracePt t="136057" x="4622800" y="4978400"/>
          <p14:tracePt t="136074" x="4635500" y="4984750"/>
          <p14:tracePt t="136112" x="4635500" y="4991100"/>
          <p14:tracePt t="136175" x="4635500" y="4997450"/>
          <p14:tracePt t="136182" x="4641850" y="4997450"/>
          <p14:tracePt t="136196" x="4654550" y="4997450"/>
          <p14:tracePt t="136207" x="4667250" y="5003800"/>
          <p14:tracePt t="136224" x="4711700" y="5003800"/>
          <p14:tracePt t="136239" x="4730750" y="5010150"/>
          <p14:tracePt t="136256" x="4794250" y="5010150"/>
          <p14:tracePt t="136274" x="4864100" y="5010150"/>
          <p14:tracePt t="136290" x="4902200" y="4997450"/>
          <p14:tracePt t="136307" x="4953000" y="4978400"/>
          <p14:tracePt t="136323" x="4997450" y="4946650"/>
          <p14:tracePt t="136339" x="5010150" y="4940300"/>
          <p14:tracePt t="136356" x="5035550" y="4889500"/>
          <p14:tracePt t="136373" x="5048250" y="4864100"/>
          <p14:tracePt t="136390" x="5048250" y="4851400"/>
          <p14:tracePt t="136407" x="5048250" y="4845050"/>
          <p14:tracePt t="136435" x="5048250" y="4851400"/>
          <p14:tracePt t="136442" x="5054600" y="4857750"/>
          <p14:tracePt t="136459" x="5054600" y="4870450"/>
          <p14:tracePt t="136472" x="5054600" y="4876800"/>
          <p14:tracePt t="136489" x="5054600" y="4883150"/>
          <p14:tracePt t="136506" x="5067300" y="4902200"/>
          <p14:tracePt t="136522" x="5073650" y="4908550"/>
          <p14:tracePt t="136539" x="5111750" y="4927600"/>
          <p14:tracePt t="136555" x="5200650" y="4972050"/>
          <p14:tracePt t="136572" x="5232400" y="4984750"/>
          <p14:tracePt t="136590" x="5340350" y="5029200"/>
          <p14:tracePt t="136605" x="5429250" y="5054600"/>
          <p14:tracePt t="136622" x="5454650" y="5054600"/>
          <p14:tracePt t="136639" x="5480050" y="5054600"/>
          <p14:tracePt t="136675" x="5467350" y="5054600"/>
          <p14:tracePt t="136691" x="5448300" y="5054600"/>
          <p14:tracePt t="136705" x="5416550" y="5054600"/>
          <p14:tracePt t="136721" x="5384800" y="5054600"/>
          <p14:tracePt t="136738" x="5283200" y="5054600"/>
          <p14:tracePt t="136755" x="5130800" y="5035550"/>
          <p14:tracePt t="136772" x="4940300" y="5016500"/>
          <p14:tracePt t="136788" x="4845050" y="4997450"/>
          <p14:tracePt t="136804" x="4768850" y="4984750"/>
          <p14:tracePt t="136822" x="4597400" y="4959350"/>
          <p14:tracePt t="136838" x="4483100" y="4959350"/>
          <p14:tracePt t="136854" x="4445000" y="4959350"/>
          <p14:tracePt t="136858" x="4413250" y="4965700"/>
          <p14:tracePt t="136871" x="4400550" y="4972050"/>
          <p14:tracePt t="136888" x="4375150" y="4972050"/>
          <p14:tracePt t="136904" x="4362450" y="4972050"/>
          <p14:tracePt t="136969" x="4368800" y="4972050"/>
          <p14:tracePt t="136976" x="4387850" y="4972050"/>
          <p14:tracePt t="136986" x="4406900" y="4972050"/>
          <p14:tracePt t="137004" x="4457700" y="4959350"/>
          <p14:tracePt t="137020" x="4502150" y="4953000"/>
          <p14:tracePt t="137037" x="4622800" y="4933950"/>
          <p14:tracePt t="137054" x="4724400" y="4921250"/>
          <p14:tracePt t="137070" x="4775200" y="4914900"/>
          <p14:tracePt t="137087" x="4819650" y="4914900"/>
          <p14:tracePt t="137104" x="4870450" y="4902200"/>
          <p14:tracePt t="137120" x="4876800" y="4895850"/>
          <p14:tracePt t="137145" x="4864100" y="4895850"/>
          <p14:tracePt t="137159" x="4851400" y="4895850"/>
          <p14:tracePt t="137170" x="4838700" y="4895850"/>
          <p14:tracePt t="137187" x="4826000" y="4895850"/>
          <p14:tracePt t="137203" x="4775200" y="4895850"/>
          <p14:tracePt t="137220" x="4705350" y="4902200"/>
          <p14:tracePt t="137237" x="4591050" y="4908550"/>
          <p14:tracePt t="137253" x="4540250" y="4908550"/>
          <p14:tracePt t="137269" x="4432300" y="4921250"/>
          <p14:tracePt t="137286" x="4356100" y="4927600"/>
          <p14:tracePt t="137303" x="4330700" y="4927600"/>
          <p14:tracePt t="137321" x="4318000" y="4933950"/>
          <p14:tracePt t="137336" x="4305300" y="4940300"/>
          <p14:tracePt t="137377" x="4318000" y="4940300"/>
          <p14:tracePt t="137390" x="4330700" y="4940300"/>
          <p14:tracePt t="137402" x="4349750" y="4940300"/>
          <p14:tracePt t="137419" x="4381500" y="4933950"/>
          <p14:tracePt t="137436" x="4400550" y="4933950"/>
          <p14:tracePt t="137452" x="4419600" y="4927600"/>
          <p14:tracePt t="137469" x="4425950" y="4927600"/>
          <p14:tracePt t="137503" x="4413250" y="4921250"/>
          <p14:tracePt t="137519" x="4394200" y="4921250"/>
          <p14:tracePt t="137535" x="4381500" y="4921250"/>
          <p14:tracePt t="137552" x="4337050" y="4921250"/>
          <p14:tracePt t="137569" x="4279900" y="4927600"/>
          <p14:tracePt t="137585" x="4248150" y="4927600"/>
          <p14:tracePt t="137602" x="4171950" y="4927600"/>
          <p14:tracePt t="137618" x="4102100" y="4927600"/>
          <p14:tracePt t="137635" x="4076700" y="4933950"/>
          <p14:tracePt t="137652" x="4032250" y="4933950"/>
          <p14:tracePt t="137685" x="4013200" y="4940300"/>
          <p14:tracePt t="137718" x="4019550" y="4940300"/>
          <p14:tracePt t="137735" x="4032250" y="4940300"/>
          <p14:tracePt t="137751" x="4057650" y="4940300"/>
          <p14:tracePt t="137768" x="4076700" y="4940300"/>
          <p14:tracePt t="137784" x="4114800" y="4933950"/>
          <p14:tracePt t="137801" x="4178300" y="4933950"/>
          <p14:tracePt t="137818" x="4222750" y="4933950"/>
          <p14:tracePt t="137834" x="4375150" y="4933950"/>
          <p14:tracePt t="137851" x="4616450" y="4933950"/>
          <p14:tracePt t="137868" x="4876800" y="4933950"/>
          <p14:tracePt t="137884" x="5016500" y="4933950"/>
          <p14:tracePt t="137900" x="5295900" y="4933950"/>
          <p14:tracePt t="137918" x="5549900" y="4908550"/>
          <p14:tracePt t="137934" x="5657850" y="4908550"/>
          <p14:tracePt t="137950" x="5765800" y="4914900"/>
          <p14:tracePt t="137967" x="6045200" y="4921250"/>
          <p14:tracePt t="137984" x="6121400" y="4921250"/>
          <p14:tracePt t="138000" x="6159500" y="4933950"/>
          <p14:tracePt t="138016" x="6216650" y="4940300"/>
          <p14:tracePt t="138034" x="6254750" y="4946650"/>
          <p14:tracePt t="138051" x="6267450" y="4953000"/>
          <p14:tracePt t="138066" x="6292850" y="4959350"/>
          <p14:tracePt t="138083" x="6330950" y="4965700"/>
          <p14:tracePt t="138100" x="6369050" y="4965700"/>
          <p14:tracePt t="138117" x="6407150" y="4965700"/>
          <p14:tracePt t="138133" x="6527800" y="4965700"/>
          <p14:tracePt t="138150" x="6692900" y="4965700"/>
          <p14:tracePt t="138166" x="6794500" y="4965700"/>
          <p14:tracePt t="138184" x="6997700" y="4953000"/>
          <p14:tracePt t="138199" x="7200900" y="4933950"/>
          <p14:tracePt t="138216" x="7264400" y="4933950"/>
          <p14:tracePt t="138234" x="7346950" y="4921250"/>
          <p14:tracePt t="138249" x="7359650" y="4921250"/>
          <p14:tracePt t="138283" x="7334250" y="4921250"/>
          <p14:tracePt t="138299" x="7308850" y="4921250"/>
          <p14:tracePt t="138316" x="7226300" y="4921250"/>
          <p14:tracePt t="138333" x="7048500" y="4940300"/>
          <p14:tracePt t="138350" x="6908800" y="4946650"/>
          <p14:tracePt t="138367" x="6451600" y="4978400"/>
          <p14:tracePt t="138382" x="5892800" y="5022850"/>
          <p14:tracePt t="138399" x="5594350" y="5054600"/>
          <p14:tracePt t="138416" x="5092700" y="5080000"/>
          <p14:tracePt t="138432" x="4679950" y="5118100"/>
          <p14:tracePt t="138449" x="4495800" y="5130800"/>
          <p14:tracePt t="138466" x="4197350" y="5168900"/>
          <p14:tracePt t="138482" x="3968750" y="5187950"/>
          <p14:tracePt t="138499" x="3886200" y="5200650"/>
          <p14:tracePt t="138515" x="3746500" y="5200650"/>
          <p14:tracePt t="138532" x="3676650" y="5207000"/>
          <p14:tracePt t="138549" x="3657600" y="5207000"/>
          <p14:tracePt t="138566" x="3638550" y="5200650"/>
          <p14:tracePt t="138582" x="3632200" y="5200650"/>
          <p14:tracePt t="138599" x="3613150" y="5187950"/>
          <p14:tracePt t="138615" x="3606800" y="5187950"/>
          <p14:tracePt t="138648" x="3594100" y="5181600"/>
          <p14:tracePt t="138665" x="3587750" y="5175250"/>
          <p14:tracePt t="138698" x="3581400" y="5168900"/>
          <p14:tracePt t="138714" x="3581400" y="5156200"/>
          <p14:tracePt t="138732" x="3581400" y="5143500"/>
          <p14:tracePt t="138748" x="3581400" y="5137150"/>
          <p14:tracePt t="138765" x="3581400" y="5130800"/>
          <p14:tracePt t="138781" x="3594100" y="5118100"/>
          <p14:tracePt t="138798" x="3606800" y="5111750"/>
          <p14:tracePt t="138814" x="3638550" y="5105400"/>
          <p14:tracePt t="138831" x="3702050" y="5092700"/>
          <p14:tracePt t="138847" x="3740150" y="5092700"/>
          <p14:tracePt t="138864" x="3778250" y="5092700"/>
          <p14:tracePt t="138868" x="3841750" y="5092700"/>
          <p14:tracePt t="138881" x="4000500" y="5086350"/>
          <p14:tracePt t="138898" x="4064000" y="5086350"/>
          <p14:tracePt t="138913" x="4127500" y="5086350"/>
          <p14:tracePt t="138930" x="4254500" y="5092700"/>
          <p14:tracePt t="138947" x="4349750" y="5099050"/>
          <p14:tracePt t="138964" x="4406900" y="5111750"/>
          <p14:tracePt t="138981" x="4419600" y="5111750"/>
          <p14:tracePt t="138997" x="4451350" y="5111750"/>
          <p14:tracePt t="139014" x="4476750" y="5124450"/>
          <p14:tracePt t="139030" x="4489450" y="5124450"/>
          <p14:tracePt t="139047" x="4514850" y="5130800"/>
          <p14:tracePt t="139063" x="4540250" y="5137150"/>
          <p14:tracePt t="139080" x="4565650" y="5143500"/>
          <p14:tracePt t="139097" x="4578350" y="5149850"/>
          <p14:tracePt t="139113" x="4597400" y="5149850"/>
          <p14:tracePt t="139131" x="4610100" y="5149850"/>
          <p14:tracePt t="139147" x="4616450" y="5149850"/>
          <p14:tracePt t="139163" x="4622800" y="5149850"/>
          <p14:tracePt t="139323" x="4622800" y="5143500"/>
          <p14:tracePt t="139393" x="4622800" y="5137150"/>
          <p14:tracePt t="139428" x="4629150" y="5137150"/>
          <p14:tracePt t="139435" x="4635500" y="5137150"/>
          <p14:tracePt t="139445" x="4641850" y="5137150"/>
          <p14:tracePt t="139463" x="4679950" y="5124450"/>
          <p14:tracePt t="139478" x="4718050" y="5118100"/>
          <p14:tracePt t="139495" x="4775200" y="5118100"/>
          <p14:tracePt t="139512" x="5010150" y="5080000"/>
          <p14:tracePt t="139529" x="5111750" y="5067300"/>
          <p14:tracePt t="139545" x="5226050" y="5054600"/>
          <p14:tracePt t="139562" x="5480050" y="5035550"/>
          <p14:tracePt t="139578" x="5715000" y="5022850"/>
          <p14:tracePt t="139595" x="5822950" y="5016500"/>
          <p14:tracePt t="139611" x="6013450" y="5016500"/>
          <p14:tracePt t="139628" x="6127750" y="5003800"/>
          <p14:tracePt t="139645" x="6235700" y="4978400"/>
          <p14:tracePt t="139661" x="6267450" y="4978400"/>
          <p14:tracePt t="139678" x="6311900" y="4972050"/>
          <p14:tracePt t="139695" x="6343650" y="4972050"/>
          <p14:tracePt t="139711" x="6369050" y="4972050"/>
          <p14:tracePt t="139728" x="6388100" y="4972050"/>
          <p14:tracePt t="139744" x="6400800" y="4972050"/>
          <p14:tracePt t="139761" x="6407150" y="4972050"/>
          <p14:tracePt t="139794" x="6394450" y="4972050"/>
          <p14:tracePt t="139810" x="6375400" y="4972050"/>
          <p14:tracePt t="139828" x="6337300" y="4972050"/>
          <p14:tracePt t="139844" x="6286500" y="4972050"/>
          <p14:tracePt t="139860" x="6121400" y="4984750"/>
          <p14:tracePt t="139878" x="5835650" y="5003800"/>
          <p14:tracePt t="139894" x="5651500" y="5003800"/>
          <p14:tracePt t="139910" x="5257800" y="5016500"/>
          <p14:tracePt t="139927" x="4940300" y="5016500"/>
          <p14:tracePt t="139943" x="4775200" y="5029200"/>
          <p14:tracePt t="139961" x="4508500" y="5041900"/>
          <p14:tracePt t="139977" x="4343400" y="5041900"/>
          <p14:tracePt t="139993" x="4292600" y="5041900"/>
          <p14:tracePt t="140011" x="4248150" y="5048250"/>
          <p14:tracePt t="140027" x="4235450" y="5054600"/>
          <p14:tracePt t="140060" x="4235450" y="5060950"/>
          <p14:tracePt t="140076" x="4248150" y="5060950"/>
          <p14:tracePt t="140093" x="4260850" y="5060950"/>
          <p14:tracePt t="140110" x="4292600" y="5060950"/>
          <p14:tracePt t="140126" x="4324350" y="5060950"/>
          <p14:tracePt t="140144" x="4457700" y="5048250"/>
          <p14:tracePt t="140159" x="4559300" y="5048250"/>
          <p14:tracePt t="140176" x="4660900" y="5041900"/>
          <p14:tracePt t="140193" x="4927600" y="5048250"/>
          <p14:tracePt t="140209" x="5264150" y="5048250"/>
          <p14:tracePt t="140226" x="5467350" y="5048250"/>
          <p14:tracePt t="140243" x="5816600" y="5060950"/>
          <p14:tracePt t="140259" x="6165850" y="5067300"/>
          <p14:tracePt t="140276" x="6299200" y="5067300"/>
          <p14:tracePt t="140292" x="6540500" y="5080000"/>
          <p14:tracePt t="140309" x="6692900" y="5080000"/>
          <p14:tracePt t="140326" x="6838950" y="5080000"/>
          <p14:tracePt t="140342" x="6889750" y="5067300"/>
          <p14:tracePt t="140359" x="6985000" y="5035550"/>
          <p14:tracePt t="140376" x="7016750" y="5022850"/>
          <p14:tracePt t="140379" x="7035800" y="5010150"/>
          <p14:tracePt t="140392" x="7067550" y="4997450"/>
          <p14:tracePt t="140409" x="7092950" y="4991100"/>
          <p14:tracePt t="140425" x="7137400" y="4965700"/>
          <p14:tracePt t="140442" x="7143750" y="4965700"/>
          <p14:tracePt t="140459" x="7156450" y="4965700"/>
          <p14:tracePt t="140475" x="7181850" y="4959350"/>
          <p14:tracePt t="140492" x="7188200" y="4953000"/>
          <p14:tracePt t="140509" x="7207250" y="4953000"/>
          <p14:tracePt t="140525" x="7219950" y="4953000"/>
          <p14:tracePt t="140542" x="7245350" y="4953000"/>
          <p14:tracePt t="140559" x="7283450" y="4953000"/>
          <p14:tracePt t="140575" x="7308850" y="4959350"/>
          <p14:tracePt t="140592" x="7372350" y="4965700"/>
          <p14:tracePt t="140608" x="7467600" y="4972050"/>
          <p14:tracePt t="140624" x="7531100" y="4984750"/>
          <p14:tracePt t="140641" x="7664450" y="5003800"/>
          <p14:tracePt t="140658" x="7804150" y="5010150"/>
          <p14:tracePt t="140674" x="7886700" y="5022850"/>
          <p14:tracePt t="140693" x="8039100" y="5041900"/>
          <p14:tracePt t="140707" x="8178800" y="5048250"/>
          <p14:tracePt t="140724" x="8248650" y="5060950"/>
          <p14:tracePt t="140742" x="8337550" y="5060950"/>
          <p14:tracePt t="140757" x="8369300" y="5060950"/>
          <p14:tracePt t="140774" x="8407400" y="5067300"/>
          <p14:tracePt t="140791" x="8439150" y="5067300"/>
          <p14:tracePt t="140807" x="8451850" y="5067300"/>
          <p14:tracePt t="140824" x="8483600" y="5067300"/>
          <p14:tracePt t="140840" x="8509000" y="5067300"/>
          <p14:tracePt t="140857" x="8521700" y="5067300"/>
          <p14:tracePt t="140874" x="8540750" y="5067300"/>
          <p14:tracePt t="140890" x="8566150" y="5067300"/>
          <p14:tracePt t="140924" x="8578850" y="5073650"/>
          <p14:tracePt t="140940" x="8585200" y="5073650"/>
          <p14:tracePt t="140975" x="8591550" y="5073650"/>
          <p14:tracePt t="141022" x="8591550" y="5067300"/>
          <p14:tracePt t="141043" x="8585200" y="5067300"/>
          <p14:tracePt t="141050" x="8578850" y="5067300"/>
          <p14:tracePt t="141060" x="8572500" y="5067300"/>
          <p14:tracePt t="141092" x="8566150" y="5067300"/>
          <p14:tracePt t="141114" x="8559800" y="5067300"/>
          <p14:tracePt t="141120" x="8547100" y="5067300"/>
          <p14:tracePt t="141128" x="8540750" y="5067300"/>
          <p14:tracePt t="141143" x="8521700" y="5067300"/>
          <p14:tracePt t="141156" x="8502650" y="5067300"/>
          <p14:tracePt t="141173" x="8413750" y="5067300"/>
          <p14:tracePt t="141189" x="8350250" y="5067300"/>
          <p14:tracePt t="141206" x="8178800" y="5080000"/>
          <p14:tracePt t="141223" x="7956550" y="5086350"/>
          <p14:tracePt t="141240" x="7702550" y="5099050"/>
          <p14:tracePt t="141256" x="7543800" y="5111750"/>
          <p14:tracePt t="141273" x="7194550" y="5124450"/>
          <p14:tracePt t="141289" x="6889750" y="5143500"/>
          <p14:tracePt t="141305" x="6737350" y="5156200"/>
          <p14:tracePt t="141322" x="6591300" y="5181600"/>
          <p14:tracePt t="141339" x="6140450" y="5213350"/>
          <p14:tracePt t="141355" x="6007100" y="5213350"/>
          <p14:tracePt t="141373" x="5721350" y="5245100"/>
          <p14:tracePt t="141389" x="5581650" y="5257800"/>
          <p14:tracePt t="141405" x="5365750" y="5276850"/>
          <p14:tracePt t="141423" x="5149850" y="5321300"/>
          <p14:tracePt t="141438" x="5048250" y="5340350"/>
          <p14:tracePt t="141455" x="4838700" y="5372100"/>
          <p14:tracePt t="141472" x="4622800" y="5391150"/>
          <p14:tracePt t="141488" x="4521200" y="5403850"/>
          <p14:tracePt t="141505" x="4337050" y="5429250"/>
          <p14:tracePt t="141522" x="4184650" y="5448300"/>
          <p14:tracePt t="141538" x="4108450" y="5461000"/>
          <p14:tracePt t="141555" x="3975100" y="5467350"/>
          <p14:tracePt t="141572" x="3898900" y="5467350"/>
          <p14:tracePt t="141588" x="3841750" y="5480050"/>
          <p14:tracePt t="141605" x="3765550" y="5480050"/>
          <p14:tracePt t="141621" x="3683000" y="5480050"/>
          <p14:tracePt t="141638" x="3644900" y="5480050"/>
          <p14:tracePt t="141655" x="3562350" y="5467350"/>
          <p14:tracePt t="141671" x="3498850" y="5461000"/>
          <p14:tracePt t="141688" x="3473450" y="5454650"/>
          <p14:tracePt t="141705" x="3422650" y="5435600"/>
          <p14:tracePt t="141720" x="3390900" y="5416550"/>
          <p14:tracePt t="141738" x="3340100" y="5384800"/>
          <p14:tracePt t="141754" x="3282950" y="5365750"/>
          <p14:tracePt t="141771" x="3257550" y="5353050"/>
          <p14:tracePt t="141788" x="3219450" y="5327650"/>
          <p14:tracePt t="141804" x="3187700" y="5314950"/>
          <p14:tracePt t="141820" x="3181350" y="5302250"/>
          <p14:tracePt t="141837" x="3168650" y="5289550"/>
          <p14:tracePt t="141854" x="3168650" y="5270500"/>
          <p14:tracePt t="141870" x="3168650" y="5257800"/>
          <p14:tracePt t="141887" x="3175000" y="5232400"/>
          <p14:tracePt t="141904" x="3187700" y="5219700"/>
          <p14:tracePt t="141921" x="3213100" y="5194300"/>
          <p14:tracePt t="141936" x="3225800" y="5168900"/>
          <p14:tracePt t="141953" x="3238500" y="5156200"/>
          <p14:tracePt t="141970" x="3295650" y="5111750"/>
          <p14:tracePt t="141987" x="3321050" y="5086350"/>
          <p14:tracePt t="142003" x="3384550" y="5048250"/>
          <p14:tracePt t="142020" x="3467100" y="5003800"/>
          <p14:tracePt t="142036" x="3543300" y="4972050"/>
          <p14:tracePt t="142053" x="3587750" y="4965700"/>
          <p14:tracePt t="142069" x="3651250" y="4953000"/>
          <p14:tracePt t="142086" x="3721100" y="4946650"/>
          <p14:tracePt t="142104" x="3778250" y="4940300"/>
          <p14:tracePt t="142120" x="3810000" y="4940300"/>
          <p14:tracePt t="142136" x="3879850" y="4933950"/>
          <p14:tracePt t="142153" x="3917950" y="4933950"/>
          <p14:tracePt t="142169" x="4013200" y="4927600"/>
          <p14:tracePt t="142186" x="4089400" y="4927600"/>
          <p14:tracePt t="142203" x="4279900" y="4959350"/>
          <p14:tracePt t="142220" x="4419600" y="4965700"/>
          <p14:tracePt t="142236" x="4591050" y="4965700"/>
          <p14:tracePt t="142252" x="5048250" y="4997450"/>
          <p14:tracePt t="142269" x="5289550" y="5010150"/>
          <p14:tracePt t="142286" x="5499100" y="5022850"/>
          <p14:tracePt t="142302" x="5969000" y="5022850"/>
          <p14:tracePt t="142319" x="6153150" y="5022850"/>
          <p14:tracePt t="142336" x="6572250" y="5016500"/>
          <p14:tracePt t="142352" x="6813550" y="5022850"/>
          <p14:tracePt t="142369" x="7023100" y="5022850"/>
          <p14:tracePt t="142385" x="7315200" y="5022850"/>
          <p14:tracePt t="142402" x="7429500" y="5010150"/>
          <p14:tracePt t="142418" x="7543800" y="4997450"/>
          <p14:tracePt t="142435" x="7727950" y="4965700"/>
          <p14:tracePt t="142451" x="7804150" y="4959350"/>
          <p14:tracePt t="142468" x="7867650" y="4946650"/>
          <p14:tracePt t="142484" x="8001000" y="4940300"/>
          <p14:tracePt t="142501" x="8064500" y="4933950"/>
          <p14:tracePt t="142520" x="8172450" y="4921250"/>
          <p14:tracePt t="142534" x="8235950" y="4921250"/>
          <p14:tracePt t="142551" x="8299450" y="4921250"/>
          <p14:tracePt t="142568" x="8413750" y="4921250"/>
          <p14:tracePt t="142584" x="8464550" y="4921250"/>
          <p14:tracePt t="142601" x="8515350" y="4921250"/>
          <p14:tracePt t="142618" x="8623300" y="4927600"/>
          <p14:tracePt t="142634" x="8661400" y="4927600"/>
          <p14:tracePt t="142652" x="8756650" y="4933950"/>
          <p14:tracePt t="142668" x="8794750" y="4933950"/>
          <p14:tracePt t="142684" x="8826500" y="4946650"/>
          <p14:tracePt t="142701" x="8883650" y="4959350"/>
          <p14:tracePt t="142717" x="8902700" y="4965700"/>
          <p14:tracePt t="142734" x="8915400" y="4965700"/>
          <p14:tracePt t="142751" x="8921750" y="4965700"/>
          <p14:tracePt t="142771" x="8921750" y="4972050"/>
          <p14:tracePt t="142787" x="8909050" y="4972050"/>
          <p14:tracePt t="142800" x="8890000" y="4972050"/>
          <p14:tracePt t="142817" x="8877300" y="4972050"/>
          <p14:tracePt t="142834" x="8826500" y="4972050"/>
          <p14:tracePt t="142850" x="8801100" y="4972050"/>
          <p14:tracePt t="142867" x="8743950" y="4965700"/>
          <p14:tracePt t="142884" x="8547100" y="4953000"/>
          <p14:tracePt t="142900" x="8394700" y="4946650"/>
          <p14:tracePt t="142904" x="8147050" y="4914900"/>
          <p14:tracePt t="142917" x="7905750" y="4902200"/>
          <p14:tracePt t="142933" x="7346950" y="4857750"/>
          <p14:tracePt t="142950" x="6826250" y="4857750"/>
          <p14:tracePt t="142966" x="6591300" y="4857750"/>
          <p14:tracePt t="142983" x="6172200" y="4864100"/>
          <p14:tracePt t="143000" x="5753100" y="4864100"/>
          <p14:tracePt t="143017" x="5391150" y="4864100"/>
          <p14:tracePt t="143033" x="5219700" y="4889500"/>
          <p14:tracePt t="143050" x="5080000" y="4895850"/>
          <p14:tracePt t="143067" x="4838700" y="4921250"/>
          <p14:tracePt t="143083" x="4692650" y="4940300"/>
          <p14:tracePt t="143100" x="4565650" y="4959350"/>
          <p14:tracePt t="143116" x="4311650" y="5016500"/>
          <p14:tracePt t="143133" x="4197350" y="5035550"/>
          <p14:tracePt t="143151" x="3797300" y="5092700"/>
          <p14:tracePt t="143166" x="3683000" y="5099050"/>
          <p14:tracePt t="143182" x="3511550" y="5130800"/>
          <p14:tracePt t="143200" x="3409950" y="5149850"/>
          <p14:tracePt t="143215" x="3365500" y="5156200"/>
          <p14:tracePt t="143232" x="3295650" y="5162550"/>
          <p14:tracePt t="143249" x="3238500" y="5156200"/>
          <p14:tracePt t="143265" x="3206750" y="5156200"/>
          <p14:tracePt t="143282" x="3162300" y="5149850"/>
          <p14:tracePt t="143299" x="3136900" y="5143500"/>
          <p14:tracePt t="143315" x="3130550" y="5143500"/>
          <p14:tracePt t="143332" x="3124200" y="5137150"/>
          <p14:tracePt t="143467" x="3136900" y="5137150"/>
          <p14:tracePt t="143480" x="3143250" y="5137150"/>
          <p14:tracePt t="143488" x="3149600" y="5137150"/>
          <p14:tracePt t="143502" x="3175000" y="5130800"/>
          <p14:tracePt t="143518" x="3200400" y="5130800"/>
          <p14:tracePt t="143531" x="3232150" y="5124450"/>
          <p14:tracePt t="143548" x="3282950" y="5111750"/>
          <p14:tracePt t="143565" x="3460750" y="5092700"/>
          <p14:tracePt t="143581" x="3625850" y="5073650"/>
          <p14:tracePt t="143597" x="3790950" y="5060950"/>
          <p14:tracePt t="143614" x="4203700" y="5003800"/>
          <p14:tracePt t="143631" x="4419600" y="4991100"/>
          <p14:tracePt t="143648" x="4610100" y="4978400"/>
          <p14:tracePt t="143664" x="4959350" y="4953000"/>
          <p14:tracePt t="143681" x="5124450" y="4940300"/>
          <p14:tracePt t="143699" x="5365750" y="4921250"/>
          <p14:tracePt t="143714" x="5492750" y="4908550"/>
          <p14:tracePt t="143730" x="5607050" y="4908550"/>
          <p14:tracePt t="143748" x="5835650" y="4908550"/>
          <p14:tracePt t="143764" x="5962650" y="4908550"/>
          <p14:tracePt t="143780" x="6089650" y="4914900"/>
          <p14:tracePt t="143797" x="6381750" y="4914900"/>
          <p14:tracePt t="143814" x="6534150" y="4914900"/>
          <p14:tracePt t="143830" x="6908800" y="4927600"/>
          <p14:tracePt t="143847" x="7092950" y="4940300"/>
          <p14:tracePt t="143863" x="7258050" y="4953000"/>
          <p14:tracePt t="143881" x="7543800" y="4953000"/>
          <p14:tracePt t="143896" x="7670800" y="4953000"/>
          <p14:tracePt t="143913" x="7880350" y="4953000"/>
          <p14:tracePt t="143930" x="7969250" y="4953000"/>
          <p14:tracePt t="143946" x="8051800" y="4946650"/>
          <p14:tracePt t="143963" x="8178800" y="4940300"/>
          <p14:tracePt t="143979" x="8216900" y="4940300"/>
          <p14:tracePt t="143996" x="8299450" y="4940300"/>
          <p14:tracePt t="144013" x="8337550" y="4953000"/>
          <p14:tracePt t="144030" x="8369300" y="4953000"/>
          <p14:tracePt t="144046" x="8420100" y="4959350"/>
          <p14:tracePt t="144064" x="8432800" y="4959350"/>
          <p14:tracePt t="144079" x="8445500" y="4959350"/>
          <p14:tracePt t="144096" x="8458200" y="4953000"/>
          <p14:tracePt t="144113" x="8464550" y="4953000"/>
          <p14:tracePt t="144129" x="8483600" y="4953000"/>
          <p14:tracePt t="144146" x="8489950" y="4946650"/>
          <p14:tracePt t="144162" x="8502650" y="4946650"/>
          <p14:tracePt t="144179" x="8528050" y="4940300"/>
          <p14:tracePt t="144196" x="8534400" y="4940300"/>
          <p14:tracePt t="144212" x="8553450" y="4933950"/>
          <p14:tracePt t="144229" x="8566150" y="4933950"/>
          <p14:tracePt t="144246" x="8578850" y="4933950"/>
          <p14:tracePt t="144262" x="8591550" y="4933950"/>
          <p14:tracePt t="144278" x="8610600" y="4933950"/>
          <p14:tracePt t="144296" x="8636000" y="4933950"/>
          <p14:tracePt t="144329" x="8655050" y="4927600"/>
          <p14:tracePt t="144345" x="8674100" y="4927600"/>
          <p14:tracePt t="144378" x="8686800" y="4927600"/>
          <p14:tracePt t="144395" x="8686800" y="4914900"/>
          <p14:tracePt t="144411" x="8680450" y="4914900"/>
          <p14:tracePt t="144429" x="8667750" y="4908550"/>
          <p14:tracePt t="144432" x="8642350" y="4908550"/>
          <p14:tracePt t="144445" x="8585200" y="4908550"/>
          <p14:tracePt t="144461" x="8369300" y="4902200"/>
          <p14:tracePt t="144478" x="8051800" y="4889500"/>
          <p14:tracePt t="144494" x="7600950" y="4876800"/>
          <p14:tracePt t="144511" x="7372350" y="4876800"/>
          <p14:tracePt t="144528" x="6902450" y="4876800"/>
          <p14:tracePt t="144545" x="6451600" y="4883150"/>
          <p14:tracePt t="144562" x="6210300" y="4895850"/>
          <p14:tracePt t="144577" x="5784850" y="4921250"/>
          <p14:tracePt t="144594" x="5619750" y="4933950"/>
          <p14:tracePt t="144611" x="5454650" y="4946650"/>
          <p14:tracePt t="144627" x="5187950" y="4965700"/>
          <p14:tracePt t="144644" x="5029200" y="4978400"/>
          <p14:tracePt t="144661" x="4692650" y="5029200"/>
          <p14:tracePt t="144677" x="4546600" y="5048250"/>
          <p14:tracePt t="144694" x="4381500" y="5060950"/>
          <p14:tracePt t="144710" x="3981450" y="5118100"/>
          <p14:tracePt t="144727" x="3879850" y="5124450"/>
          <p14:tracePt t="144745" x="3746500" y="5137150"/>
          <p14:tracePt t="144761" x="3695700" y="5143500"/>
          <p14:tracePt t="144777" x="3638550" y="5143500"/>
          <p14:tracePt t="144794" x="3581400" y="5143500"/>
          <p14:tracePt t="144810" x="3568700" y="5143500"/>
          <p14:tracePt t="144827" x="3536950" y="5143500"/>
          <p14:tracePt t="144844" x="3517900" y="5143500"/>
          <p14:tracePt t="144860" x="3511550" y="5143500"/>
          <p14:tracePt t="144877" x="3505200" y="5143500"/>
          <p14:tracePt t="144910" x="3505200" y="5137150"/>
          <p14:tracePt t="144930" x="3498850" y="5130800"/>
          <p14:tracePt t="144943" x="3498850" y="5118100"/>
          <p14:tracePt t="144960" x="3498850" y="5111750"/>
          <p14:tracePt t="145348" x="3479800" y="5105400"/>
          <p14:tracePt t="145355" x="3448050" y="5080000"/>
          <p14:tracePt t="145369" x="3422650" y="5067300"/>
          <p14:tracePt t="145378" x="3390900" y="5048250"/>
          <p14:tracePt t="145392" x="3371850" y="5035550"/>
          <p14:tracePt t="145408" x="3321050" y="4997450"/>
          <p14:tracePt t="145425" x="3238500" y="4953000"/>
          <p14:tracePt t="145441" x="3181350" y="4927600"/>
          <p14:tracePt t="145458" x="3136900" y="4908550"/>
          <p14:tracePt t="145475" x="2997200" y="4838700"/>
          <p14:tracePt t="145491" x="2933700" y="4813300"/>
          <p14:tracePt t="145507" x="2851150" y="4794250"/>
          <p14:tracePt t="145524" x="2717800" y="4737100"/>
          <p14:tracePt t="145541" x="2641600" y="4724400"/>
          <p14:tracePt t="145558" x="2520950" y="4718050"/>
          <p14:tracePt t="145574" x="2470150" y="4705350"/>
          <p14:tracePt t="145591" x="2413000" y="4705350"/>
          <p14:tracePt t="145608" x="2349500" y="4705350"/>
          <p14:tracePt t="145624" x="2324100" y="4699000"/>
          <p14:tracePt t="145640" x="2305050" y="4699000"/>
          <p14:tracePt t="145657" x="2292350" y="4705350"/>
          <p14:tracePt t="145677" x="2292350" y="4711700"/>
          <p14:tracePt t="145706" x="2292350" y="4718050"/>
          <p14:tracePt t="145720" x="2292350" y="4724400"/>
          <p14:tracePt t="145742" x="2292350" y="4730750"/>
          <p14:tracePt t="145755" x="2292350" y="4737100"/>
          <p14:tracePt t="145761" x="2292350" y="4743450"/>
          <p14:tracePt t="145777" x="2292350" y="4749800"/>
          <p14:tracePt t="145791" x="2292350" y="4762500"/>
          <p14:tracePt t="145824" x="2292350" y="4775200"/>
          <p14:tracePt t="145840" x="2292350" y="4781550"/>
          <p14:tracePt t="145856" x="2292350" y="4787900"/>
          <p14:tracePt t="145873" x="2298700" y="4794250"/>
          <p14:tracePt t="145890" x="2311400" y="4800600"/>
          <p14:tracePt t="145906" x="2324100" y="4800600"/>
          <p14:tracePt t="145924" x="2343150" y="4800600"/>
          <p14:tracePt t="145940" x="2368550" y="4794250"/>
          <p14:tracePt t="145956" x="2400300" y="4775200"/>
          <p14:tracePt t="145973" x="2482850" y="4730750"/>
          <p14:tracePt t="145989" x="2540000" y="4705350"/>
          <p14:tracePt t="146006" x="2654300" y="4629150"/>
          <p14:tracePt t="146023" x="2743200" y="4565650"/>
          <p14:tracePt t="146039" x="2800350" y="4514850"/>
          <p14:tracePt t="146056" x="2819400" y="4508500"/>
          <p14:tracePt t="146072" x="2825750" y="4508500"/>
          <p14:tracePt t="146120" x="2819400" y="4508500"/>
          <p14:tracePt t="146134" x="2806700" y="4508500"/>
          <p14:tracePt t="146142" x="2800350" y="4514850"/>
          <p14:tracePt t="146158" x="2800350" y="4521200"/>
          <p14:tracePt t="146172" x="2787650" y="4533900"/>
          <p14:tracePt t="146189" x="2781300" y="4552950"/>
          <p14:tracePt t="146205" x="2755900" y="4597400"/>
          <p14:tracePt t="146222" x="2749550" y="4654550"/>
          <p14:tracePt t="146239" x="2749550" y="4705350"/>
          <p14:tracePt t="146255" x="2749550" y="4724400"/>
          <p14:tracePt t="146272" x="2755900" y="4749800"/>
          <p14:tracePt t="146289" x="2787650" y="4756150"/>
          <p14:tracePt t="146305" x="2813050" y="4756150"/>
          <p14:tracePt t="146321" x="2889250" y="4756150"/>
          <p14:tracePt t="146338" x="2940050" y="4756150"/>
          <p14:tracePt t="146355" x="3060700" y="4743450"/>
          <p14:tracePt t="146371" x="3136900" y="4743450"/>
          <p14:tracePt t="146388" x="3200400" y="4737100"/>
          <p14:tracePt t="146405" x="3263900" y="4724400"/>
          <p14:tracePt t="146422" x="3397250" y="4705350"/>
          <p14:tracePt t="146438" x="3441700" y="4699000"/>
          <p14:tracePt t="146454" x="3467100" y="4692650"/>
          <p14:tracePt t="146471" x="3473450" y="4692650"/>
          <p14:tracePt t="146507" x="3473450" y="4686300"/>
          <p14:tracePt t="146521" x="3467100" y="4686300"/>
          <p14:tracePt t="146535" x="3454400" y="4679950"/>
          <p14:tracePt t="146548" x="3435350" y="4679950"/>
          <p14:tracePt t="146557" x="3416300" y="4679950"/>
          <p14:tracePt t="146571" x="3384550" y="4679950"/>
          <p14:tracePt t="146587" x="3340100" y="4679950"/>
          <p14:tracePt t="146605" x="3213100" y="4679950"/>
          <p14:tracePt t="146620" x="3143250" y="4686300"/>
          <p14:tracePt t="146637" x="3067050" y="4686300"/>
          <p14:tracePt t="146654" x="2940050" y="4692650"/>
          <p14:tracePt t="146670" x="2882900" y="4699000"/>
          <p14:tracePt t="146687" x="2844800" y="4699000"/>
          <p14:tracePt t="146704" x="2806700" y="4699000"/>
          <p14:tracePt t="146720" x="2794000" y="4699000"/>
          <p14:tracePt t="146753" x="2787650" y="4699000"/>
          <p14:tracePt t="146801" x="2794000" y="4699000"/>
          <p14:tracePt t="146900" x="2787650" y="4699000"/>
          <p14:tracePt t="146906" x="2774950" y="4699000"/>
          <p14:tracePt t="146923" x="2762250" y="4699000"/>
          <p14:tracePt t="146936" x="2749550" y="4692650"/>
          <p14:tracePt t="146952" x="2730500" y="4692650"/>
          <p14:tracePt t="146970" x="2679700" y="4686300"/>
          <p14:tracePt t="146986" x="2654300" y="4673600"/>
          <p14:tracePt t="146990" x="2622550" y="4673600"/>
          <p14:tracePt t="147019" x="2571750" y="4660900"/>
          <p14:tracePt t="147036" x="2559050" y="4660900"/>
          <p14:tracePt t="147052" x="2546350" y="4654550"/>
          <p14:tracePt t="147069" x="2533650" y="4654550"/>
          <p14:tracePt t="147086" x="2527300" y="4654550"/>
          <p14:tracePt t="147103" x="2520950" y="4654550"/>
          <p14:tracePt t="147119" x="2514600" y="4654550"/>
          <p14:tracePt t="147135" x="2508250" y="4654550"/>
          <p14:tracePt t="147153" x="2495550" y="4654550"/>
          <p14:tracePt t="147169" x="2489200" y="4654550"/>
          <p14:tracePt t="147185" x="2476500" y="4654550"/>
          <p14:tracePt t="147202" x="2451100" y="4654550"/>
          <p14:tracePt t="147218" x="2425700" y="4660900"/>
          <p14:tracePt t="147235" x="2406650" y="4660900"/>
          <p14:tracePt t="147252" x="2368550" y="4667250"/>
          <p14:tracePt t="147268" x="2355850" y="4667250"/>
          <p14:tracePt t="147286" x="2330450" y="4679950"/>
          <p14:tracePt t="147301" x="2324100" y="4679950"/>
          <p14:tracePt t="147336" x="2324100" y="4686300"/>
          <p14:tracePt t="147351" x="2330450" y="4686300"/>
          <p14:tracePt t="147368" x="2343150" y="4686300"/>
          <p14:tracePt t="147385" x="2381250" y="4686300"/>
          <p14:tracePt t="147401" x="2406650" y="4686300"/>
          <p14:tracePt t="147418" x="2444750" y="4679950"/>
          <p14:tracePt t="147434" x="2552700" y="4673600"/>
          <p14:tracePt t="147451" x="2603500" y="4660900"/>
          <p14:tracePt t="147468" x="2698750" y="4648200"/>
          <p14:tracePt t="147484" x="2736850" y="4648200"/>
          <p14:tracePt t="147501" x="2762250" y="4635500"/>
          <p14:tracePt t="147518" x="2794000" y="4635500"/>
          <p14:tracePt t="147534" x="2806700" y="4635500"/>
          <p14:tracePt t="147551" x="2819400" y="4635500"/>
          <p14:tracePt t="147567" x="2832100" y="4635500"/>
          <p14:tracePt t="147584" x="2857500" y="4641850"/>
          <p14:tracePt t="147601" x="2889250" y="4641850"/>
          <p14:tracePt t="147617" x="2914650" y="4641850"/>
          <p14:tracePt t="147634" x="2946400" y="4648200"/>
          <p14:tracePt t="147651" x="3041650" y="4660900"/>
          <p14:tracePt t="147667" x="3092450" y="4673600"/>
          <p14:tracePt t="147683" x="3130550" y="4673600"/>
          <p14:tracePt t="147700" x="3213100" y="4679950"/>
          <p14:tracePt t="147717" x="3251200" y="4679950"/>
          <p14:tracePt t="147733" x="3302000" y="4679950"/>
          <p14:tracePt t="147750" x="3327400" y="4679950"/>
          <p14:tracePt t="147767" x="3352800" y="4679950"/>
          <p14:tracePt t="147783" x="3371850" y="4686300"/>
          <p14:tracePt t="147800" x="3422650" y="4686300"/>
          <p14:tracePt t="147816" x="3448050" y="4686300"/>
          <p14:tracePt t="147834" x="3505200" y="4686300"/>
          <p14:tracePt t="147851" x="3543300" y="4692650"/>
          <p14:tracePt t="147866" x="3594100" y="4692650"/>
          <p14:tracePt t="147884" x="3676650" y="4705350"/>
          <p14:tracePt t="147899" x="3708400" y="4705350"/>
          <p14:tracePt t="147916" x="3727450" y="4705350"/>
          <p14:tracePt t="147933" x="3759200" y="4705350"/>
          <p14:tracePt t="147950" x="3765550" y="4705350"/>
          <p14:tracePt t="148003" x="3759200" y="4705350"/>
          <p14:tracePt t="148017" x="3752850" y="4711700"/>
          <p14:tracePt t="148023" x="3746500" y="4711700"/>
          <p14:tracePt t="148143" x="3759200" y="4711700"/>
          <p14:tracePt t="148171" x="3765550" y="4711700"/>
          <p14:tracePt t="148185" x="3771900" y="4711700"/>
          <p14:tracePt t="148192" x="3778250" y="4711700"/>
          <p14:tracePt t="148206" x="3784600" y="4711700"/>
          <p14:tracePt t="148220" x="3797300" y="4711700"/>
          <p14:tracePt t="148231" x="3829050" y="4711700"/>
          <p14:tracePt t="148249" x="3848100" y="4711700"/>
          <p14:tracePt t="148265" x="3886200" y="4711700"/>
          <p14:tracePt t="148282" x="3981450" y="4699000"/>
          <p14:tracePt t="148298" x="4032250" y="4686300"/>
          <p14:tracePt t="148315" x="4089400" y="4679950"/>
          <p14:tracePt t="148332" x="4159250" y="4660900"/>
          <p14:tracePt t="148348" x="4178300" y="4660900"/>
          <p14:tracePt t="148365" x="4203700" y="4654550"/>
          <p14:tracePt t="148382" x="4210050" y="4648200"/>
          <p14:tracePt t="148459" x="4216400" y="4648200"/>
          <p14:tracePt t="148486" x="4222750" y="4648200"/>
          <p14:tracePt t="148508" x="4229100" y="4648200"/>
          <p14:tracePt t="148529" x="4235450" y="4648200"/>
          <p14:tracePt t="148543" x="4241800" y="4648200"/>
          <p14:tracePt t="148557" x="4248150" y="4648200"/>
          <p14:tracePt t="148571" x="4267200" y="4648200"/>
          <p14:tracePt t="148581" x="4279900" y="4648200"/>
          <p14:tracePt t="148597" x="4305300" y="4654550"/>
          <p14:tracePt t="148614" x="4349750" y="4654550"/>
          <p14:tracePt t="148631" x="4438650" y="4654550"/>
          <p14:tracePt t="148647" x="4489450" y="4654550"/>
          <p14:tracePt t="148664" x="4597400" y="4667250"/>
          <p14:tracePt t="148680" x="4635500" y="4667250"/>
          <p14:tracePt t="148697" x="4660900" y="4667250"/>
          <p14:tracePt t="148713" x="4705350" y="4667250"/>
          <p14:tracePt t="148731" x="4718050" y="4667250"/>
          <p14:tracePt t="148831" x="4724400" y="4667250"/>
          <p14:tracePt t="148992" x="4724400" y="4660900"/>
          <p14:tracePt t="149006" x="4718050" y="4660900"/>
          <p14:tracePt t="149350" x="4679950" y="4660900"/>
          <p14:tracePt t="149357" x="4629150" y="4660900"/>
          <p14:tracePt t="149371" x="4565650" y="4660900"/>
          <p14:tracePt t="149381" x="4514850" y="4660900"/>
          <p14:tracePt t="149395" x="4451350" y="4667250"/>
          <p14:tracePt t="149411" x="4337050" y="4667250"/>
          <p14:tracePt t="149429" x="4229100" y="4660900"/>
          <p14:tracePt t="149444" x="4191000" y="4660900"/>
          <p14:tracePt t="149461" x="4121150" y="4660900"/>
          <p14:tracePt t="149478" x="4070350" y="4660900"/>
          <p14:tracePt t="149494" x="4051300" y="4660900"/>
          <p14:tracePt t="149497" x="4038600" y="4660900"/>
          <p14:tracePt t="149527" x="4000500" y="4654550"/>
          <p14:tracePt t="149544" x="3981450" y="4648200"/>
          <p14:tracePt t="149561" x="3956050" y="4648200"/>
          <p14:tracePt t="149577" x="3937000" y="4648200"/>
          <p14:tracePt t="149594" x="3905250" y="4641850"/>
          <p14:tracePt t="149611" x="3892550" y="4641850"/>
          <p14:tracePt t="149627" x="3867150" y="4641850"/>
          <p14:tracePt t="149644" x="3854450" y="4635500"/>
          <p14:tracePt t="149677" x="3848100" y="4635500"/>
          <p14:tracePt t="150793" x="3860800" y="4635500"/>
          <p14:tracePt t="150808" x="3898900" y="4654550"/>
          <p14:tracePt t="150814" x="3943350" y="4679950"/>
          <p14:tracePt t="150828" x="4000500" y="4699000"/>
          <p14:tracePt t="150839" x="4064000" y="4724400"/>
          <p14:tracePt t="150857" x="4184650" y="4762500"/>
          <p14:tracePt t="150873" x="4311650" y="4800600"/>
          <p14:tracePt t="150889" x="4375150" y="4819650"/>
          <p14:tracePt t="150907" x="4508500" y="4851400"/>
          <p14:tracePt t="150922" x="4559300" y="4857750"/>
          <p14:tracePt t="150940" x="4654550" y="4857750"/>
          <p14:tracePt t="150957" x="4711700" y="4857750"/>
          <p14:tracePt t="150972" x="4730750" y="4857750"/>
          <p14:tracePt t="150989" x="4749800" y="4857750"/>
          <p14:tracePt t="151025" x="4749800" y="4864100"/>
          <p14:tracePt t="151040" x="4743450" y="4864100"/>
          <p14:tracePt t="151056" x="4737100" y="4864100"/>
          <p14:tracePt t="151073" x="4730750" y="4864100"/>
          <p14:tracePt t="151089" x="4718050" y="4857750"/>
          <p14:tracePt t="151105" x="4711700" y="4857750"/>
          <p14:tracePt t="151122" x="4705350" y="4857750"/>
          <p14:tracePt t="151243" x="4705350" y="4851400"/>
          <p14:tracePt t="151278" x="4705350" y="4845050"/>
          <p14:tracePt t="151489" x="4692650" y="4838700"/>
          <p14:tracePt t="151504" x="4673600" y="4832350"/>
          <p14:tracePt t="151510" x="4648200" y="4832350"/>
          <p14:tracePt t="151524" x="4603750" y="4819650"/>
          <p14:tracePt t="151537" x="4552950" y="4819650"/>
          <p14:tracePt t="151554" x="4445000" y="4800600"/>
          <p14:tracePt t="151570" x="4381500" y="4800600"/>
          <p14:tracePt t="151587" x="4330700" y="4800600"/>
          <p14:tracePt t="151603" x="4216400" y="4794250"/>
          <p14:tracePt t="151620" x="4171950" y="4794250"/>
          <p14:tracePt t="151637" x="4133850" y="4781550"/>
          <p14:tracePt t="151653" x="4089400" y="4775200"/>
          <p14:tracePt t="151670" x="4070350" y="4775200"/>
          <p14:tracePt t="151687" x="4057650" y="4775200"/>
          <p14:tracePt t="151703" x="4051300" y="4775200"/>
          <p14:tracePt t="151736" x="4044950" y="4775200"/>
          <p14:tracePt t="151868" x="4051300" y="4775200"/>
          <p14:tracePt t="151945" x="4051300" y="4768850"/>
          <p14:tracePt t="152030" x="4057650" y="4768850"/>
          <p14:tracePt t="152037" x="4064000" y="4762500"/>
          <p14:tracePt t="152050" x="4070350" y="4762500"/>
          <p14:tracePt t="152065" x="4076700" y="4762500"/>
          <p14:tracePt t="152087" x="4089400" y="4762500"/>
          <p14:tracePt t="152100" x="4114800" y="4756150"/>
          <p14:tracePt t="152114" x="4133850" y="4756150"/>
          <p14:tracePt t="152121" x="4171950" y="4756150"/>
          <p14:tracePt t="152138" x="4210050" y="4743450"/>
          <p14:tracePt t="152152" x="4260850" y="4743450"/>
          <p14:tracePt t="152168" x="4330700" y="4737100"/>
          <p14:tracePt t="152186" x="4470400" y="4724400"/>
          <p14:tracePt t="152201" x="4546600" y="4718050"/>
          <p14:tracePt t="152218" x="4610100" y="4718050"/>
          <p14:tracePt t="152235" x="4743450" y="4699000"/>
          <p14:tracePt t="152251" x="4794250" y="4692650"/>
          <p14:tracePt t="152268" x="4851400" y="4692650"/>
          <p14:tracePt t="152284" x="4927600" y="4692650"/>
          <p14:tracePt t="152301" x="4953000" y="4692650"/>
          <p14:tracePt t="152318" x="5003800" y="4679950"/>
          <p14:tracePt t="152334" x="5029200" y="4673600"/>
          <p14:tracePt t="152351" x="5035550" y="4673600"/>
          <p14:tracePt t="152368" x="5060950" y="4673600"/>
          <p14:tracePt t="152384" x="5073650" y="4673600"/>
          <p14:tracePt t="152401" x="5086350" y="4673600"/>
          <p14:tracePt t="152418" x="5118100" y="4673600"/>
          <p14:tracePt t="152434" x="5130800" y="4673600"/>
          <p14:tracePt t="152452" x="5156200" y="4673600"/>
          <p14:tracePt t="152468" x="5162550" y="4673600"/>
          <p14:tracePt t="152484" x="5168900" y="4673600"/>
          <p14:tracePt t="152501" x="5175250" y="4673600"/>
          <p14:tracePt t="152591" x="5168900" y="4667250"/>
          <p14:tracePt t="152612" x="5162550" y="4660900"/>
          <p14:tracePt t="152634" x="5162550" y="4648200"/>
          <p14:tracePt t="152641" x="5162550" y="4641850"/>
          <p14:tracePt t="152662" x="5162550" y="4629150"/>
          <p14:tracePt t="152670" x="5162550" y="4610100"/>
          <p14:tracePt t="152686" x="5162550" y="4591050"/>
          <p14:tracePt t="152700" x="5162550" y="4495800"/>
          <p14:tracePt t="152716" x="5175250" y="4432300"/>
          <p14:tracePt t="152733" x="5207000" y="4273550"/>
          <p14:tracePt t="152750" x="5226050" y="4171950"/>
          <p14:tracePt t="152766" x="5264150" y="3943350"/>
          <p14:tracePt t="152784" x="5308600" y="3695700"/>
          <p14:tracePt t="152799" x="5334000" y="3556000"/>
          <p14:tracePt t="152816" x="5384800" y="3282950"/>
          <p14:tracePt t="152832" x="5416550" y="3016250"/>
          <p14:tracePt t="152849" x="5429250" y="2901950"/>
          <p14:tracePt t="152866" x="5435600" y="2686050"/>
          <p14:tracePt t="152882" x="5435600" y="2495550"/>
          <p14:tracePt t="152900" x="5435600" y="2393950"/>
          <p14:tracePt t="152916" x="5416550" y="2247900"/>
          <p14:tracePt t="152932" x="5403850" y="2184400"/>
          <p14:tracePt t="152949" x="5397500" y="2139950"/>
          <p14:tracePt t="152966" x="5391150" y="2082800"/>
          <p14:tracePt t="152982" x="5384800" y="2070100"/>
          <p14:tracePt t="152999" x="5378450" y="2057400"/>
          <p14:tracePt t="153016" x="5372100" y="2051050"/>
          <p14:tracePt t="153033" x="5365750" y="2051050"/>
          <p14:tracePt t="153052" x="5359400" y="2051050"/>
          <p14:tracePt t="153076" x="5359400" y="2057400"/>
          <p14:tracePt t="153085" x="5353050" y="2063750"/>
          <p14:tracePt t="153111" x="5346700" y="2070100"/>
          <p14:tracePt t="153118" x="5346700" y="2076450"/>
          <p14:tracePt t="153146" x="5340350" y="2076450"/>
          <p14:tracePt t="153167" x="5334000" y="2082800"/>
          <p14:tracePt t="153196" x="5334000" y="2089150"/>
          <p14:tracePt t="153217" x="5327650" y="2095500"/>
          <p14:tracePt t="153232" x="5321300" y="2095500"/>
          <p14:tracePt t="153245" x="5321300" y="2101850"/>
          <p14:tracePt t="153266" x="5314950" y="2108200"/>
          <p14:tracePt t="153280" x="5308600" y="2108200"/>
          <p14:tracePt t="153287" x="5295900" y="2114550"/>
          <p14:tracePt t="153301" x="5283200" y="2120900"/>
          <p14:tracePt t="153315" x="5238750" y="2133600"/>
          <p14:tracePt t="153332" x="5200650" y="2133600"/>
          <p14:tracePt t="153347" x="5105400" y="2152650"/>
          <p14:tracePt t="153364" x="4984750" y="2171700"/>
          <p14:tracePt t="153381" x="4933950" y="2178050"/>
          <p14:tracePt t="153398" x="4813300" y="2197100"/>
          <p14:tracePt t="153415" x="4705350" y="2216150"/>
          <p14:tracePt t="153431" x="4667250" y="2222500"/>
          <p14:tracePt t="153447" x="4603750" y="2228850"/>
          <p14:tracePt t="153464" x="4572000" y="2241550"/>
          <p14:tracePt t="153481" x="4559300" y="2241550"/>
          <p14:tracePt t="153498" x="4552950" y="2247900"/>
          <p14:tracePt t="153514" x="4546600" y="2247900"/>
          <p14:tracePt t="153539" x="4540250" y="2247900"/>
          <p14:tracePt t="153561" x="4540250" y="2254250"/>
          <p14:tracePt t="153575" x="4546600" y="2254250"/>
          <p14:tracePt t="153583" x="4559300" y="2254250"/>
          <p14:tracePt t="153599" x="4565650" y="2254250"/>
          <p14:tracePt t="153614" x="4597400" y="2254250"/>
          <p14:tracePt t="153630" x="4622800" y="2254250"/>
          <p14:tracePt t="153647" x="4705350" y="2254250"/>
          <p14:tracePt t="153663" x="4781550" y="2254250"/>
          <p14:tracePt t="153680" x="4933950" y="2260600"/>
          <p14:tracePt t="153697" x="5111750" y="2266950"/>
          <p14:tracePt t="153713" x="5187950" y="2266950"/>
          <p14:tracePt t="153730" x="5334000" y="2279650"/>
          <p14:tracePt t="153746" x="5422900" y="2279650"/>
          <p14:tracePt t="153763" x="5454650" y="2279650"/>
          <p14:tracePt t="153779" x="5467350" y="2279650"/>
          <p14:tracePt t="153796" x="5473700" y="2279650"/>
          <p14:tracePt t="153835" x="5461000" y="2273300"/>
          <p14:tracePt t="153842" x="5454650" y="2273300"/>
          <p14:tracePt t="153856" x="5448300" y="2273300"/>
          <p14:tracePt t="153865" x="5441950" y="2273300"/>
          <p14:tracePt t="153880" x="5429250" y="2266950"/>
          <p14:tracePt t="153895" x="5422900" y="2266950"/>
          <p14:tracePt t="153913" x="5410200" y="2266950"/>
          <p14:tracePt t="153929" x="5403850" y="2266950"/>
          <p14:tracePt t="153947" x="5397500" y="2266950"/>
          <p14:tracePt t="153962" x="5359400" y="2266950"/>
          <p14:tracePt t="153979" x="5340350" y="2266950"/>
          <p14:tracePt t="153995" x="5321300" y="2266950"/>
          <p14:tracePt t="154012" x="5251450" y="2273300"/>
          <p14:tracePt t="154028" x="5181600" y="2286000"/>
          <p14:tracePt t="154047" x="5092700" y="2298700"/>
          <p14:tracePt t="154062" x="5035550" y="2305050"/>
          <p14:tracePt t="154078" x="4959350" y="2305050"/>
          <p14:tracePt t="154096" x="4876800" y="2305050"/>
          <p14:tracePt t="154112" x="4851400" y="2311400"/>
          <p14:tracePt t="154130" x="4794250" y="2311400"/>
          <p14:tracePt t="154145" x="4749800" y="2311400"/>
          <p14:tracePt t="154161" x="4730750" y="2317750"/>
          <p14:tracePt t="154178" x="4699000" y="2317750"/>
          <p14:tracePt t="154195" x="4667250" y="2317750"/>
          <p14:tracePt t="154211" x="4654550" y="2317750"/>
          <p14:tracePt t="154228" x="4622800" y="2324100"/>
          <p14:tracePt t="154244" x="4603750" y="2324100"/>
          <p14:tracePt t="154261" x="4591050" y="2324100"/>
          <p14:tracePt t="154279" x="4572000" y="2324100"/>
          <p14:tracePt t="154311" x="4559300" y="2324100"/>
          <p14:tracePt t="154328" x="4552950" y="2324100"/>
          <p14:tracePt t="154344" x="4546600" y="2324100"/>
          <p14:tracePt t="154361" x="4540250" y="2324100"/>
          <p14:tracePt t="154378" x="4533900" y="2324100"/>
          <p14:tracePt t="154404" x="4527550" y="2324100"/>
          <p14:tracePt t="154446" x="4521200" y="2317750"/>
          <p14:tracePt t="154495" x="4514850" y="2317750"/>
          <p14:tracePt t="154544" x="4514850" y="2311400"/>
          <p14:tracePt t="154587" x="4521200" y="2305050"/>
          <p14:tracePt t="154594" x="4527550" y="2305050"/>
          <p14:tracePt t="154608" x="4533900" y="2305050"/>
          <p14:tracePt t="154615" x="4540250" y="2298700"/>
          <p14:tracePt t="154630" x="4552950" y="2298700"/>
          <p14:tracePt t="154643" x="4572000" y="2292350"/>
          <p14:tracePt t="154660" x="4622800" y="2279650"/>
          <p14:tracePt t="154676" x="4660900" y="2266950"/>
          <p14:tracePt t="154693" x="4768850" y="2241550"/>
          <p14:tracePt t="154710" x="4838700" y="2235200"/>
          <p14:tracePt t="154726" x="4914900" y="2222500"/>
          <p14:tracePt t="154743" x="5003800" y="2203450"/>
          <p14:tracePt t="154759" x="5175250" y="2184400"/>
          <p14:tracePt t="154777" x="5264150" y="2171700"/>
          <p14:tracePt t="154792" x="5340350" y="2165350"/>
          <p14:tracePt t="154809" x="5454650" y="2165350"/>
          <p14:tracePt t="154827" x="5499100" y="2165350"/>
          <p14:tracePt t="154842" x="5556250" y="2171700"/>
          <p14:tracePt t="154859" x="5568950" y="2171700"/>
          <p14:tracePt t="154876" x="5581650" y="2178050"/>
          <p14:tracePt t="154892" x="5588000" y="2178050"/>
          <p14:tracePt t="154909" x="5588000" y="2184400"/>
          <p14:tracePt t="154952" x="5588000" y="2190750"/>
          <p14:tracePt t="155289" x="5581650" y="2197100"/>
          <p14:tracePt t="155303" x="5581650" y="2203450"/>
          <p14:tracePt t="155311" x="5575300" y="2203450"/>
          <p14:tracePt t="155324" x="5568950" y="2216150"/>
          <p14:tracePt t="155341" x="5549900" y="2286000"/>
          <p14:tracePt t="155357" x="5530850" y="2355850"/>
          <p14:tracePt t="155374" x="5467350" y="2578100"/>
          <p14:tracePt t="155390" x="5403850" y="2889250"/>
          <p14:tracePt t="155407" x="5346700" y="3092450"/>
          <p14:tracePt t="155424" x="5232400" y="3556000"/>
          <p14:tracePt t="155440" x="5156200" y="3930650"/>
          <p14:tracePt t="155458" x="5118100" y="4083050"/>
          <p14:tracePt t="155473" x="5067300" y="4305300"/>
          <p14:tracePt t="155490" x="5054600" y="4381500"/>
          <p14:tracePt t="155508" x="5029200" y="4552950"/>
          <p14:tracePt t="155523" x="5029200" y="4603750"/>
          <p14:tracePt t="155540" x="5029200" y="4648200"/>
          <p14:tracePt t="155557" x="5029200" y="4705350"/>
          <p14:tracePt t="155573" x="5029200" y="4730750"/>
          <p14:tracePt t="155590" x="5029200" y="4737100"/>
          <p14:tracePt t="155607" x="5029200" y="4743450"/>
          <p14:tracePt t="156251" x="5029200" y="4737100"/>
          <p14:tracePt t="156272" x="5029200" y="4730750"/>
          <p14:tracePt t="156301" x="5022850" y="4724400"/>
          <p14:tracePt t="156314" x="5016500" y="4718050"/>
          <p14:tracePt t="156336" x="5010150" y="4711700"/>
          <p14:tracePt t="156364" x="5003800" y="4711700"/>
          <p14:tracePt t="156371" x="4997450" y="4705350"/>
          <p14:tracePt t="156385" x="4991100" y="4705350"/>
          <p14:tracePt t="156406" x="4978400" y="4705350"/>
          <p14:tracePt t="156413" x="4959350" y="4705350"/>
          <p14:tracePt t="156423" x="4940300" y="4692650"/>
          <p14:tracePt t="156437" x="4908550" y="4686300"/>
          <p14:tracePt t="156453" x="4864100" y="4679950"/>
          <p14:tracePt t="156470" x="4775200" y="4673600"/>
          <p14:tracePt t="156486" x="4641850" y="4654550"/>
          <p14:tracePt t="156504" x="4578350" y="4654550"/>
          <p14:tracePt t="156520" x="4438650" y="4654550"/>
          <p14:tracePt t="156536" x="4311650" y="4654550"/>
          <p14:tracePt t="156554" x="4203700" y="4654550"/>
          <p14:tracePt t="156569" x="4178300" y="4660900"/>
          <p14:tracePt t="156586" x="4108450" y="4667250"/>
          <p14:tracePt t="156603" x="4064000" y="4686300"/>
          <p14:tracePt t="156619" x="4051300" y="4692650"/>
          <p14:tracePt t="156636" x="4025900" y="4711700"/>
          <p14:tracePt t="156652" x="4006850" y="4724400"/>
          <p14:tracePt t="156669" x="4000500" y="4737100"/>
          <p14:tracePt t="156686" x="3994150" y="4737100"/>
          <p14:tracePt t="156702" x="3981450" y="4749800"/>
          <p14:tracePt t="156719" x="3975100" y="4749800"/>
          <p14:tracePt t="156736" x="3968750" y="4756150"/>
          <p14:tracePt t="156752" x="3962400" y="4762500"/>
          <p14:tracePt t="156842" x="3956050" y="4768850"/>
          <p14:tracePt t="159460" x="3949700" y="4768850"/>
          <p14:tracePt t="159468" x="3937000" y="4768850"/>
          <p14:tracePt t="159477" x="3930650" y="4768850"/>
          <p14:tracePt t="159492" x="3917950" y="4775200"/>
          <p14:tracePt t="159511" x="3905250" y="4781550"/>
          <p14:tracePt t="159526" x="3886200" y="4781550"/>
          <p14:tracePt t="159543" x="3854450" y="4787900"/>
          <p14:tracePt t="159559" x="3810000" y="4787900"/>
          <p14:tracePt t="159577" x="3771900" y="4787900"/>
          <p14:tracePt t="159593" x="3651250" y="4781550"/>
          <p14:tracePt t="159609" x="3556000" y="4756150"/>
          <p14:tracePt t="159626" x="3505200" y="4756150"/>
          <p14:tracePt t="159643" x="3409950" y="4737100"/>
          <p14:tracePt t="159659" x="3340100" y="4724400"/>
          <p14:tracePt t="159676" x="3314700" y="4718050"/>
          <p14:tracePt t="159692" x="3282950" y="4705350"/>
          <p14:tracePt t="159709" x="3263900" y="4692650"/>
          <p14:tracePt t="159725" x="3257550" y="4686300"/>
          <p14:tracePt t="159742" x="3251200" y="4686300"/>
          <p14:tracePt t="159770" x="3257550" y="4686300"/>
          <p14:tracePt t="159778" x="3263900" y="4686300"/>
          <p14:tracePt t="159792" x="3270250" y="4692650"/>
          <p14:tracePt t="159808" x="3282950" y="4692650"/>
          <p14:tracePt t="159826" x="3333750" y="4692650"/>
          <p14:tracePt t="159841" x="3352800" y="4699000"/>
          <p14:tracePt t="159858" x="3390900" y="4699000"/>
          <p14:tracePt t="159875" x="3524250" y="4705350"/>
          <p14:tracePt t="159891" x="3740150" y="4718050"/>
          <p14:tracePt t="159908" x="3854450" y="4718050"/>
          <p14:tracePt t="159924" x="4057650" y="4718050"/>
          <p14:tracePt t="159941" x="4184650" y="4718050"/>
          <p14:tracePt t="159959" x="4222750" y="4718050"/>
          <p14:tracePt t="159975" x="4279900" y="4718050"/>
          <p14:tracePt t="159991" x="4298950" y="4718050"/>
          <p14:tracePt t="160030" x="4292600" y="4718050"/>
          <p14:tracePt t="160051" x="4286250" y="4718050"/>
          <p14:tracePt t="160060" x="4279900" y="4718050"/>
          <p14:tracePt t="160074" x="4273550" y="4718050"/>
          <p14:tracePt t="160091" x="4260850" y="4718050"/>
          <p14:tracePt t="160107" x="4254500" y="4718050"/>
          <p14:tracePt t="160170" x="4260850" y="4718050"/>
          <p14:tracePt t="160177" x="4273550" y="4718050"/>
          <p14:tracePt t="160194" x="4286250" y="4711700"/>
          <p14:tracePt t="160207" x="4305300" y="4711700"/>
          <p14:tracePt t="160224" x="4387850" y="4711700"/>
          <p14:tracePt t="160241" x="4489450" y="4705350"/>
          <p14:tracePt t="160257" x="4540250" y="4705350"/>
          <p14:tracePt t="160273" x="4654550" y="4705350"/>
          <p14:tracePt t="160290" x="4749800" y="4705350"/>
          <p14:tracePt t="160307" x="4800600" y="4705350"/>
          <p14:tracePt t="160324" x="4889500" y="4705350"/>
          <p14:tracePt t="160340" x="4972050" y="4705350"/>
          <p14:tracePt t="160356" x="5022850" y="4705350"/>
          <p14:tracePt t="160374" x="5099050" y="4705350"/>
          <p14:tracePt t="160390" x="5181600" y="4686300"/>
          <p14:tracePt t="160406" x="5213350" y="4686300"/>
          <p14:tracePt t="160423" x="5251450" y="4673600"/>
          <p14:tracePt t="160440" x="5264150" y="4667250"/>
          <p14:tracePt t="160456" x="5276850" y="4660900"/>
          <p14:tracePt t="160473" x="5283200" y="4660900"/>
          <p14:tracePt t="160500" x="5270500" y="4660900"/>
          <p14:tracePt t="160514" x="5257800" y="4660900"/>
          <p14:tracePt t="160523" x="5251450" y="4660900"/>
          <p14:tracePt t="160543" x="5238750" y="4660900"/>
          <p14:tracePt t="160556" x="5226050" y="4660900"/>
          <p14:tracePt t="160572" x="5200650" y="4660900"/>
          <p14:tracePt t="160589" x="5187950" y="4660900"/>
          <p14:tracePt t="160606" x="5130800" y="4667250"/>
          <p14:tracePt t="160622" x="5035550" y="4686300"/>
          <p14:tracePt t="160639" x="4972050" y="4692650"/>
          <p14:tracePt t="160642" x="4902200" y="4705350"/>
          <p14:tracePt t="160656" x="4826000" y="4711700"/>
          <p14:tracePt t="160672" x="4641850" y="4756150"/>
          <p14:tracePt t="160689" x="4464050" y="4787900"/>
          <p14:tracePt t="160705" x="4375150" y="4787900"/>
          <p14:tracePt t="160722" x="4298950" y="4794250"/>
          <p14:tracePt t="160739" x="4127500" y="4813300"/>
          <p14:tracePt t="160755" x="4095750" y="4819650"/>
          <p14:tracePt t="160772" x="4076700" y="4819650"/>
          <p14:tracePt t="160788" x="4051300" y="4819650"/>
          <p14:tracePt t="160805" x="4038600" y="4819650"/>
          <p14:tracePt t="160822" x="4032250" y="4813300"/>
          <p14:tracePt t="160838" x="4025900" y="4806950"/>
          <p14:tracePt t="160874" x="4019550" y="4806950"/>
          <p14:tracePt t="160888" x="4019550" y="4800600"/>
          <p14:tracePt t="160904" x="4019550" y="4794250"/>
          <p14:tracePt t="160935" x="4019550" y="4787900"/>
          <p14:tracePt t="161020" x="4032250" y="4787900"/>
          <p14:tracePt t="161034" x="4038600" y="4787900"/>
          <p14:tracePt t="161041" x="4044950" y="4787900"/>
          <p14:tracePt t="161057" x="4057650" y="4787900"/>
          <p14:tracePt t="161070" x="4083050" y="4787900"/>
          <p14:tracePt t="161087" x="4159250" y="4787900"/>
          <p14:tracePt t="161104" x="4273550" y="4787900"/>
          <p14:tracePt t="161120" x="4356100" y="4781550"/>
          <p14:tracePt t="161137" x="4508500" y="4762500"/>
          <p14:tracePt t="161154" x="4654550" y="4743450"/>
          <p14:tracePt t="161170" x="4705350" y="4737100"/>
          <p14:tracePt t="161187" x="4787900" y="4711700"/>
          <p14:tracePt t="161203" x="4832350" y="4692650"/>
          <p14:tracePt t="161220" x="4845050" y="4673600"/>
          <p14:tracePt t="161237" x="4851400" y="4667250"/>
          <p14:tracePt t="161253" x="4851400" y="4660900"/>
          <p14:tracePt t="161270" x="4845050" y="4660900"/>
          <p14:tracePt t="161287" x="4832350" y="4660900"/>
          <p14:tracePt t="161303" x="4806950" y="4660900"/>
          <p14:tracePt t="161320" x="4800600" y="4667250"/>
          <p14:tracePt t="161336" x="4768850" y="4667250"/>
          <p14:tracePt t="161353" x="4749800" y="4667250"/>
          <p14:tracePt t="161371" x="4584700" y="4679950"/>
          <p14:tracePt t="161386" x="4502150" y="4679950"/>
          <p14:tracePt t="161403" x="4413250" y="4679950"/>
          <p14:tracePt t="161420" x="4248150" y="4679950"/>
          <p14:tracePt t="161436" x="4095750" y="4673600"/>
          <p14:tracePt t="161454" x="4019550" y="4654550"/>
          <p14:tracePt t="161469" x="3911600" y="4648200"/>
          <p14:tracePt t="161486" x="3835400" y="4648200"/>
          <p14:tracePt t="161503" x="3803650" y="4648200"/>
          <p14:tracePt t="161519" x="3771900" y="4648200"/>
          <p14:tracePt t="161536" x="3765550" y="4648200"/>
          <p14:tracePt t="161581" x="3771900" y="4648200"/>
          <p14:tracePt t="161595" x="3778250" y="4648200"/>
          <p14:tracePt t="161605" x="3797300" y="4648200"/>
          <p14:tracePt t="161618" x="3816350" y="4648200"/>
          <p14:tracePt t="161635" x="3835400" y="4635500"/>
          <p14:tracePt t="161652" x="3924300" y="4622800"/>
          <p14:tracePt t="161668" x="3981450" y="4622800"/>
          <p14:tracePt t="161685" x="4044950" y="4616450"/>
          <p14:tracePt t="161702" x="4210050" y="4616450"/>
          <p14:tracePt t="161719" x="4413250" y="4616450"/>
          <p14:tracePt t="161736" x="4578350" y="4616450"/>
          <p14:tracePt t="161751" x="4654550" y="4616450"/>
          <p14:tracePt t="161768" x="4768850" y="4616450"/>
          <p14:tracePt t="161785" x="4857750" y="4616450"/>
          <p14:tracePt t="161801" x="4889500" y="4603750"/>
          <p14:tracePt t="161818" x="4940300" y="4610100"/>
          <p14:tracePt t="161834" x="4959350" y="4610100"/>
          <p14:tracePt t="161883" x="4953000" y="4610100"/>
          <p14:tracePt t="161897" x="4940300" y="4610100"/>
          <p14:tracePt t="161904" x="4927600" y="4610100"/>
          <p14:tracePt t="161921" x="4914900" y="4610100"/>
          <p14:tracePt t="161934" x="4883150" y="4610100"/>
          <p14:tracePt t="161951" x="4870450" y="4610100"/>
          <p14:tracePt t="161968" x="4819650" y="4610100"/>
          <p14:tracePt t="161984" x="4781550" y="4610100"/>
          <p14:tracePt t="162000" x="4654550" y="4610100"/>
          <p14:tracePt t="162017" x="4489450" y="4616450"/>
          <p14:tracePt t="162034" x="4387850" y="4629150"/>
          <p14:tracePt t="162051" x="4216400" y="4648200"/>
          <p14:tracePt t="162067" x="4089400" y="4648200"/>
          <p14:tracePt t="162084" x="4051300" y="4648200"/>
          <p14:tracePt t="162101" x="4013200" y="4648200"/>
          <p14:tracePt t="162117" x="3994150" y="4648200"/>
          <p14:tracePt t="162134" x="3987800" y="4648200"/>
          <p14:tracePt t="162167" x="3994150" y="4654550"/>
          <p14:tracePt t="162183" x="4013200" y="4660900"/>
          <p14:tracePt t="162200" x="4038600" y="4660900"/>
          <p14:tracePt t="162217" x="4076700" y="4660900"/>
          <p14:tracePt t="162234" x="4152900" y="4654550"/>
          <p14:tracePt t="162250" x="4210050" y="4654550"/>
          <p14:tracePt t="162267" x="4260850" y="4654550"/>
          <p14:tracePt t="162285" x="4419600" y="4635500"/>
          <p14:tracePt t="162300" x="4470400" y="4629150"/>
          <p14:tracePt t="162317" x="4521200" y="4616450"/>
          <p14:tracePt t="162334" x="4610100" y="4591050"/>
          <p14:tracePt t="162350" x="4667250" y="4578350"/>
          <p14:tracePt t="162368" x="4699000" y="4565650"/>
          <p14:tracePt t="162384" x="4718050" y="4565650"/>
          <p14:tracePt t="162400" x="4730750" y="4552950"/>
          <p14:tracePt t="162416" x="4737100" y="4552950"/>
          <p14:tracePt t="162433" x="4743450" y="4546600"/>
          <p14:tracePt t="162449" x="4737100" y="4546600"/>
          <p14:tracePt t="162466" x="4730750" y="4546600"/>
          <p14:tracePt t="162483" x="4718050" y="4546600"/>
          <p14:tracePt t="162499" x="4686300" y="4559300"/>
          <p14:tracePt t="162516" x="4648200" y="4565650"/>
          <p14:tracePt t="162532" x="4610100" y="4572000"/>
          <p14:tracePt t="162549" x="4540250" y="4584700"/>
          <p14:tracePt t="162566" x="4273550" y="4622800"/>
          <p14:tracePt t="162582" x="4171950" y="4635500"/>
          <p14:tracePt t="162600" x="4000500" y="4660900"/>
          <p14:tracePt t="162615" x="3924300" y="4660900"/>
          <p14:tracePt t="162632" x="3854450" y="4686300"/>
          <p14:tracePt t="162649" x="3810000" y="4692650"/>
          <p14:tracePt t="162665" x="3803650" y="4699000"/>
          <p14:tracePt t="162699" x="3835400" y="4705350"/>
          <p14:tracePt t="162715" x="3854450" y="4705350"/>
          <p14:tracePt t="162731" x="3949700" y="4686300"/>
          <p14:tracePt t="162748" x="4127500" y="4679950"/>
          <p14:tracePt t="162765" x="4241800" y="4667250"/>
          <p14:tracePt t="162782" x="4445000" y="4648200"/>
          <p14:tracePt t="162798" x="4578350" y="4629150"/>
          <p14:tracePt t="162815" x="4635500" y="4610100"/>
          <p14:tracePt t="162832" x="4686300" y="4591050"/>
          <p14:tracePt t="162848" x="4699000" y="4591050"/>
          <p14:tracePt t="162883" x="4699000" y="4584700"/>
          <p14:tracePt t="162902" x="4686300" y="4584700"/>
          <p14:tracePt t="162915" x="4654550" y="4584700"/>
          <p14:tracePt t="162931" x="4641850" y="4584700"/>
          <p14:tracePt t="162947" x="4622800" y="4584700"/>
          <p14:tracePt t="162965" x="4552950" y="4584700"/>
          <p14:tracePt t="162980" x="4387850" y="4603750"/>
          <p14:tracePt t="162997" x="4286250" y="4610100"/>
          <p14:tracePt t="163014" x="4095750" y="4610100"/>
          <p14:tracePt t="163031" x="3943350" y="4610100"/>
          <p14:tracePt t="163047" x="3873500" y="4610100"/>
          <p14:tracePt t="163064" x="3797300" y="4622800"/>
          <p14:tracePt t="163080" x="3771900" y="4635500"/>
          <p14:tracePt t="163114" x="3803650" y="4641850"/>
          <p14:tracePt t="163131" x="3879850" y="4641850"/>
          <p14:tracePt t="163147" x="4006850" y="4641850"/>
          <p14:tracePt t="163163" x="4121150" y="4648200"/>
          <p14:tracePt t="163180" x="4248150" y="4648200"/>
          <p14:tracePt t="163197" x="4660900" y="4667250"/>
          <p14:tracePt t="163213" x="4762500" y="4667250"/>
          <p14:tracePt t="163230" x="4851400" y="4679950"/>
          <p14:tracePt t="163246" x="4965700" y="4679950"/>
          <p14:tracePt t="163263" x="5016500" y="4679950"/>
          <p14:tracePt t="163280" x="5022850" y="4673600"/>
          <p14:tracePt t="163296" x="5029200" y="4667250"/>
          <p14:tracePt t="163324" x="5022850" y="4667250"/>
          <p14:tracePt t="163332" x="5010150" y="4667250"/>
          <p14:tracePt t="163346" x="4997450" y="4667250"/>
          <p14:tracePt t="163363" x="4959350" y="4673600"/>
          <p14:tracePt t="163380" x="4914900" y="4679950"/>
          <p14:tracePt t="163396" x="4895850" y="4679950"/>
          <p14:tracePt t="163413" x="4813300" y="4692650"/>
          <p14:tracePt t="163430" x="4743450" y="4718050"/>
          <p14:tracePt t="163446" x="4699000" y="4730750"/>
          <p14:tracePt t="163464" x="4616450" y="4743450"/>
          <p14:tracePt t="163480" x="4559300" y="4749800"/>
          <p14:tracePt t="163495" x="4527550" y="4762500"/>
          <p14:tracePt t="163512" x="4514850" y="4762500"/>
          <p14:tracePt t="163530" x="4502150" y="4768850"/>
          <p14:tracePt t="163545" x="4495800" y="4768850"/>
          <p14:tracePt t="163579" x="4495800" y="4775200"/>
          <p14:tracePt t="163595" x="4495800" y="4781550"/>
          <p14:tracePt t="163612" x="4521200" y="4781550"/>
          <p14:tracePt t="163629" x="4546600" y="4781550"/>
          <p14:tracePt t="163645" x="4565650" y="4781550"/>
          <p14:tracePt t="163662" x="4622800" y="4768850"/>
          <p14:tracePt t="163678" x="4705350" y="4749800"/>
          <p14:tracePt t="163695" x="4768850" y="4737100"/>
          <p14:tracePt t="163699" x="4851400" y="4737100"/>
          <p14:tracePt t="163712" x="4927600" y="4730750"/>
          <p14:tracePt t="163728" x="5118100" y="4718050"/>
          <p14:tracePt t="163745" x="5207000" y="4699000"/>
          <p14:tracePt t="163762" x="5391150" y="4679950"/>
          <p14:tracePt t="163778" x="5518150" y="4679950"/>
          <p14:tracePt t="163796" x="5568950" y="4679950"/>
          <p14:tracePt t="163811" x="5638800" y="4699000"/>
          <p14:tracePt t="163828" x="5664200" y="4705350"/>
          <p14:tracePt t="163845" x="5676900" y="4705350"/>
          <p14:tracePt t="163902" x="5670550" y="4705350"/>
          <p14:tracePt t="163908" x="5664200" y="4711700"/>
          <p14:tracePt t="163915" x="5657850" y="4711700"/>
          <p14:tracePt t="163930" x="5651500" y="4711700"/>
          <p14:tracePt t="163944" x="5645150" y="4711700"/>
          <p14:tracePt t="163972" x="5638800" y="4711700"/>
          <p14:tracePt t="163980" x="5632450" y="4711700"/>
          <p14:tracePt t="163994" x="5626100" y="4711700"/>
          <p14:tracePt t="164010" x="5613400" y="4711700"/>
          <p14:tracePt t="164027" x="5607050" y="4711700"/>
          <p14:tracePt t="164060" x="5600700" y="4711700"/>
          <p14:tracePt t="164080" x="5594350" y="4711700"/>
          <p14:tracePt t="164112" x="5588000" y="4705350"/>
          <p14:tracePt t="164148" x="5581650" y="4705350"/>
          <p14:tracePt t="164169" x="5575300" y="4705350"/>
          <p14:tracePt t="164190" x="5568950" y="4705350"/>
          <p14:tracePt t="164218" x="5562600" y="4705350"/>
          <p14:tracePt t="164239" x="5556250" y="4705350"/>
          <p14:tracePt t="164512" x="5556250" y="4660900"/>
          <p14:tracePt t="164519" x="5543550" y="4572000"/>
          <p14:tracePt t="164533" x="5524500" y="4464050"/>
          <p14:tracePt t="164542" x="5511800" y="4349750"/>
          <p14:tracePt t="164558" x="5492750" y="4210050"/>
          <p14:tracePt t="164575" x="5448300" y="3937000"/>
          <p14:tracePt t="164592" x="5397500" y="3689350"/>
          <p14:tracePt t="164608" x="5353050" y="3575050"/>
          <p14:tracePt t="164625" x="5276850" y="3340100"/>
          <p14:tracePt t="164641" x="5207000" y="3130550"/>
          <p14:tracePt t="164659" x="5175250" y="3016250"/>
          <p14:tracePt t="164674" x="5130800" y="2832100"/>
          <p14:tracePt t="164691" x="5111750" y="2743200"/>
          <p14:tracePt t="164708" x="5105400" y="2622550"/>
          <p14:tracePt t="164724" x="5092700" y="2571750"/>
          <p14:tracePt t="164741" x="5086350" y="2540000"/>
          <p14:tracePt t="164758" x="5073650" y="2495550"/>
          <p14:tracePt t="164774" x="5073650" y="2470150"/>
          <p14:tracePt t="164791" x="5073650" y="2444750"/>
          <p14:tracePt t="164808" x="5067300" y="2444750"/>
          <p14:tracePt t="164849" x="5073650" y="2438400"/>
          <p14:tracePt t="164870" x="5080000" y="2438400"/>
          <p14:tracePt t="164899" x="5080000" y="2432050"/>
          <p14:tracePt t="164912" x="5092700" y="2432050"/>
          <p14:tracePt t="164920" x="5099050" y="2432050"/>
          <p14:tracePt t="164933" x="5111750" y="2425700"/>
          <p14:tracePt t="164948" x="5124450" y="2419350"/>
          <p14:tracePt t="164957" x="5130800" y="2413000"/>
          <p14:tracePt t="164973" x="5149850" y="2400300"/>
          <p14:tracePt t="164990" x="5162550" y="2387600"/>
          <p14:tracePt t="165007" x="5187950" y="2349500"/>
          <p14:tracePt t="165024" x="5200650" y="2343150"/>
          <p14:tracePt t="165040" x="5207000" y="2330450"/>
          <p14:tracePt t="165057" x="5232400" y="2305050"/>
          <p14:tracePt t="165074" x="5238750" y="2292350"/>
          <p14:tracePt t="165090" x="5238750" y="2279650"/>
          <p14:tracePt t="165107" x="5245100" y="2279650"/>
          <p14:tracePt t="165123" x="5251450" y="2273300"/>
          <p14:tracePt t="165140" x="5251450" y="2266950"/>
          <p14:tracePt t="165173" x="5257800" y="2266950"/>
          <p14:tracePt t="165285" x="5251450" y="2266950"/>
          <p14:tracePt t="165307" x="5245100" y="2266950"/>
          <p14:tracePt t="165348" x="5238750" y="2266950"/>
          <p14:tracePt t="165355" x="5232400" y="2266950"/>
          <p14:tracePt t="165383" x="5226050" y="2266950"/>
          <p14:tracePt t="165391" x="5219700" y="2266950"/>
          <p14:tracePt t="165404" x="5213350" y="2266950"/>
          <p14:tracePt t="165419" x="5207000" y="2273300"/>
          <p14:tracePt t="165440" x="5200650" y="2273300"/>
          <p14:tracePt t="165468" x="5194300" y="2273300"/>
          <p14:tracePt t="165475" x="5187950" y="2273300"/>
          <p14:tracePt t="165524" x="5175250" y="2273300"/>
          <p14:tracePt t="165552" x="5168900" y="2273300"/>
          <p14:tracePt t="165608" x="5162550" y="2279650"/>
          <p14:tracePt t="165657" x="5156200" y="2286000"/>
          <p14:tracePt t="165685" x="5149850" y="2286000"/>
          <p14:tracePt t="165692" x="5143500" y="2292350"/>
          <p14:tracePt t="165708" x="5130800" y="2292350"/>
          <p14:tracePt t="165721" x="5118100" y="2292350"/>
          <p14:tracePt t="165738" x="5099050" y="2298700"/>
          <p14:tracePt t="165755" x="5041900" y="2311400"/>
          <p14:tracePt t="165771" x="5003800" y="2311400"/>
          <p14:tracePt t="165788" x="4959350" y="2324100"/>
          <p14:tracePt t="165805" x="4870450" y="2330450"/>
          <p14:tracePt t="165820" x="4826000" y="2330450"/>
          <p14:tracePt t="165837" x="4787900" y="2330450"/>
          <p14:tracePt t="165854" x="4730750" y="2330450"/>
          <p14:tracePt t="165871" x="4705350" y="2330450"/>
          <p14:tracePt t="165888" x="4679950" y="2330450"/>
          <p14:tracePt t="165904" x="4660900" y="2330450"/>
          <p14:tracePt t="165920" x="4648200" y="2330450"/>
          <p14:tracePt t="165938" x="4629150" y="2330450"/>
          <p14:tracePt t="165953" x="4622800" y="2330450"/>
          <p14:tracePt t="165970" x="4616450" y="2330450"/>
          <p14:tracePt t="165988" x="4610100" y="2330450"/>
          <p14:tracePt t="166004" x="4603750" y="2330450"/>
          <p14:tracePt t="166024" x="4597400" y="2330450"/>
          <p14:tracePt t="166044" x="4591050" y="2330450"/>
          <p14:tracePt t="166107" x="4584700" y="2330450"/>
          <p14:tracePt t="166211" x="4584700" y="2336800"/>
          <p14:tracePt t="166239" x="4584700" y="2343150"/>
          <p14:tracePt t="166246" x="4584700" y="2349500"/>
          <p14:tracePt t="166256" x="4584700" y="2362200"/>
          <p14:tracePt t="166270" x="4584700" y="2381250"/>
          <p14:tracePt t="166286" x="4584700" y="2406650"/>
          <p14:tracePt t="166303" x="4578350" y="2520950"/>
          <p14:tracePt t="166320" x="4578350" y="2736850"/>
          <p14:tracePt t="166337" x="4578350" y="2876550"/>
          <p14:tracePt t="166353" x="4572000" y="3219450"/>
          <p14:tracePt t="166369" x="4559300" y="3587750"/>
          <p14:tracePt t="166386" x="4559300" y="3771900"/>
          <p14:tracePt t="166403" x="4546600" y="4051300"/>
          <p14:tracePt t="166419" x="4533900" y="4267200"/>
          <p14:tracePt t="166438" x="4527550" y="4445000"/>
          <p14:tracePt t="166452" x="4527550" y="4508500"/>
          <p14:tracePt t="166469" x="4514850" y="4616450"/>
          <p14:tracePt t="166486" x="4502150" y="4699000"/>
          <p14:tracePt t="166502" x="4502150" y="4724400"/>
          <p14:tracePt t="166519" x="4495800" y="4743450"/>
          <p14:tracePt t="166536" x="4489450" y="4781550"/>
          <p14:tracePt t="166552" x="4483100" y="4787900"/>
          <p14:tracePt t="166569" x="4483100" y="4794250"/>
          <p14:tracePt t="166585" x="4476750" y="4794250"/>
          <p14:tracePt t="166619" x="4476750" y="4806950"/>
          <p14:tracePt t="166676" x="4476750" y="4813300"/>
          <p14:tracePt t="166697" x="4483100" y="4813300"/>
          <p14:tracePt t="166711" x="4489450" y="4813300"/>
          <p14:tracePt t="166732" x="4495800" y="4813300"/>
          <p14:tracePt t="166739" x="4502150" y="4813300"/>
          <p14:tracePt t="166751" x="4514850" y="4813300"/>
          <p14:tracePt t="166768" x="4540250" y="4813300"/>
          <p14:tracePt t="166784" x="4565650" y="4813300"/>
          <p14:tracePt t="166801" x="4603750" y="4806950"/>
          <p14:tracePt t="166817" x="4737100" y="4806950"/>
          <p14:tracePt t="166834" x="4794250" y="4787900"/>
          <p14:tracePt t="166851" x="4883150" y="4775200"/>
          <p14:tracePt t="166867" x="4914900" y="4762500"/>
          <p14:tracePt t="166884" x="4959350" y="4756150"/>
          <p14:tracePt t="166901" x="4965700" y="4756150"/>
          <p14:tracePt t="166917" x="4972050" y="4756150"/>
          <p14:tracePt t="166951" x="4965700" y="4756150"/>
          <p14:tracePt t="166967" x="4959350" y="4756150"/>
          <p14:tracePt t="166984" x="4953000" y="4756150"/>
          <p14:tracePt t="167000" x="4940300" y="4756150"/>
          <p14:tracePt t="167017" x="4927600" y="4756150"/>
          <p14:tracePt t="167034" x="4914900" y="4756150"/>
          <p14:tracePt t="167050" x="4908550" y="4756150"/>
          <p14:tracePt t="167067" x="4895850" y="4756150"/>
          <p14:tracePt t="167083" x="4864100" y="4737100"/>
          <p14:tracePt t="167100" x="4794250" y="4724400"/>
          <p14:tracePt t="167116" x="4749800" y="4718050"/>
          <p14:tracePt t="167133" x="4641850" y="4699000"/>
          <p14:tracePt t="167150" x="4565650" y="4686300"/>
          <p14:tracePt t="167168" x="4330700" y="4660900"/>
          <p14:tracePt t="167183" x="4254500" y="4648200"/>
          <p14:tracePt t="167200" x="4191000" y="4648200"/>
          <p14:tracePt t="167217" x="4070350" y="4641850"/>
          <p14:tracePt t="167232" x="4006850" y="4641850"/>
          <p14:tracePt t="167249" x="3975100" y="4641850"/>
          <p14:tracePt t="167266" x="3924300" y="4641850"/>
          <p14:tracePt t="167282" x="3898900" y="4648200"/>
          <p14:tracePt t="167300" x="3892550" y="4648200"/>
          <p14:tracePt t="167316" x="3867150" y="4654550"/>
          <p14:tracePt t="167332" x="3854450" y="4660900"/>
          <p14:tracePt t="167351" x="3841750" y="4660900"/>
          <p14:tracePt t="167365" x="3835400" y="4660900"/>
          <p14:tracePt t="167382" x="3829050" y="4660900"/>
          <p14:tracePt t="167512" x="3822700" y="4660900"/>
          <p14:tracePt t="167575" x="3816350" y="4660900"/>
          <p14:tracePt t="167589" x="3803650" y="4660900"/>
          <p14:tracePt t="167603" x="3790950" y="4660900"/>
          <p14:tracePt t="167610" x="3778250" y="4654550"/>
          <p14:tracePt t="167623" x="3752850" y="4648200"/>
          <p14:tracePt t="167634" x="3721100" y="4648200"/>
          <p14:tracePt t="167648" x="3670300" y="4635500"/>
          <p14:tracePt t="167664" x="3517900" y="4616450"/>
          <p14:tracePt t="167681" x="3314700" y="4610100"/>
          <p14:tracePt t="167698" x="3213100" y="4597400"/>
          <p14:tracePt t="167715" x="2997200" y="4584700"/>
          <p14:tracePt t="167731" x="2813050" y="4591050"/>
          <p14:tracePt t="167747" x="2749550" y="4591050"/>
          <p14:tracePt t="167765" x="2647950" y="4610100"/>
          <p14:tracePt t="167781" x="2590800" y="4610100"/>
          <p14:tracePt t="167797" x="2520950" y="4622800"/>
          <p14:tracePt t="167814" x="2470150" y="4629150"/>
          <p14:tracePt t="167830" x="2432050" y="4641850"/>
          <p14:tracePt t="167847" x="2381250" y="4654550"/>
          <p14:tracePt t="167864" x="2324100" y="4667250"/>
          <p14:tracePt t="167880" x="2298700" y="4667250"/>
          <p14:tracePt t="167897" x="2247900" y="4692650"/>
          <p14:tracePt t="167914" x="2203450" y="4699000"/>
          <p14:tracePt t="167930" x="2178050" y="4705350"/>
          <p14:tracePt t="167947" x="2127250" y="4711700"/>
          <p14:tracePt t="167963" x="2076450" y="4724400"/>
          <p14:tracePt t="167980" x="2057400" y="4730750"/>
          <p14:tracePt t="167997" x="2012950" y="4737100"/>
          <p14:tracePt t="168013" x="1981200" y="4737100"/>
          <p14:tracePt t="168030" x="1968500" y="4743450"/>
          <p14:tracePt t="168046" x="1955800" y="4743450"/>
          <p14:tracePt t="168063" x="1949450" y="4743450"/>
          <p14:tracePt t="168080" x="1943100" y="4743450"/>
          <p14:tracePt t="171685" x="1949450" y="4756150"/>
          <p14:tracePt t="171698" x="1968500" y="4806950"/>
          <p14:tracePt t="171706" x="1993900" y="4857750"/>
          <p14:tracePt t="171717" x="2012950" y="4902200"/>
          <p14:tracePt t="171734" x="2038350" y="5010150"/>
          <p14:tracePt t="171750" x="2057400" y="5041900"/>
          <p14:tracePt t="171754" x="2063750" y="5086350"/>
          <p14:tracePt t="171784" x="2095500" y="5168900"/>
          <p14:tracePt t="171800" x="2108200" y="5187950"/>
          <p14:tracePt t="171817" x="2108200" y="5207000"/>
          <p14:tracePt t="171833" x="2120900" y="5251450"/>
          <p14:tracePt t="171850" x="2133600" y="5289550"/>
          <p14:tracePt t="171868" x="2152650" y="5327650"/>
          <p14:tracePt t="171883" x="2165350" y="5346700"/>
          <p14:tracePt t="171900" x="2178050" y="5378450"/>
          <p14:tracePt t="171917" x="2203450" y="5416550"/>
          <p14:tracePt t="171933" x="2209800" y="5429250"/>
          <p14:tracePt t="171950" x="2228850" y="5448300"/>
          <p14:tracePt t="171966" x="2235200" y="5467350"/>
          <p14:tracePt t="171983" x="2241550" y="5467350"/>
          <p14:tracePt t="171999" x="2254250" y="5473700"/>
          <p14:tracePt t="172057" x="2260600" y="5473700"/>
          <p14:tracePt t="172099" x="2260600" y="5467350"/>
          <p14:tracePt t="172106" x="2260600" y="5461000"/>
          <p14:tracePt t="172169" x="2260600" y="5454650"/>
          <p14:tracePt t="172176" x="2260600" y="5448300"/>
          <p14:tracePt t="172226" x="2254250" y="5448300"/>
          <p14:tracePt t="172611" x="2260600" y="5448300"/>
          <p14:tracePt t="172617" x="2279650" y="5441950"/>
          <p14:tracePt t="172634" x="2317750" y="5435600"/>
          <p14:tracePt t="172647" x="2413000" y="5429250"/>
          <p14:tracePt t="172664" x="2457450" y="5416550"/>
          <p14:tracePt t="172681" x="2546350" y="5403850"/>
          <p14:tracePt t="172698" x="2590800" y="5391150"/>
          <p14:tracePt t="172714" x="2660650" y="5384800"/>
          <p14:tracePt t="172731" x="2730500" y="5359400"/>
          <p14:tracePt t="172747" x="2768600" y="5359400"/>
          <p14:tracePt t="172764" x="2863850" y="5346700"/>
          <p14:tracePt t="172780" x="2965450" y="5321300"/>
          <p14:tracePt t="172797" x="3016250" y="5321300"/>
          <p14:tracePt t="172814" x="3105150" y="5308600"/>
          <p14:tracePt t="172830" x="3187700" y="5302250"/>
          <p14:tracePt t="172846" x="3219450" y="5302250"/>
          <p14:tracePt t="172864" x="3276600" y="5302250"/>
          <p14:tracePt t="172880" x="3340100" y="5302250"/>
          <p14:tracePt t="172897" x="3384550" y="5314950"/>
          <p14:tracePt t="172913" x="3448050" y="5314950"/>
          <p14:tracePt t="172930" x="3505200" y="5321300"/>
          <p14:tracePt t="172946" x="3543300" y="5321300"/>
          <p14:tracePt t="172963" x="3613150" y="5321300"/>
          <p14:tracePt t="172979" x="3651250" y="5321300"/>
          <p14:tracePt t="172998" x="3759200" y="5314950"/>
          <p14:tracePt t="173013" x="3797300" y="5314950"/>
          <p14:tracePt t="173029" x="3829050" y="5314950"/>
          <p14:tracePt t="173046" x="3886200" y="5308600"/>
          <p14:tracePt t="173062" x="3937000" y="5308600"/>
          <p14:tracePt t="173079" x="3956050" y="5308600"/>
          <p14:tracePt t="173096" x="3987800" y="5308600"/>
          <p14:tracePt t="173112" x="4013200" y="5308600"/>
          <p14:tracePt t="173129" x="4025900" y="5308600"/>
          <p14:tracePt t="173146" x="4057650" y="5308600"/>
          <p14:tracePt t="173162" x="4083050" y="5302250"/>
          <p14:tracePt t="173181" x="4114800" y="5295900"/>
          <p14:tracePt t="173195" x="4140200" y="5289550"/>
          <p14:tracePt t="173212" x="4171950" y="5283200"/>
          <p14:tracePt t="173229" x="4210050" y="5276850"/>
          <p14:tracePt t="173245" x="4222750" y="5276850"/>
          <p14:tracePt t="173262" x="4254500" y="5270500"/>
          <p14:tracePt t="173279" x="4349750" y="5264150"/>
          <p14:tracePt t="173295" x="4406900" y="5251450"/>
          <p14:tracePt t="173312" x="4470400" y="5251450"/>
          <p14:tracePt t="173329" x="4584700" y="5232400"/>
          <p14:tracePt t="173346" x="4718050" y="5232400"/>
          <p14:tracePt t="173362" x="4819650" y="5232400"/>
          <p14:tracePt t="173378" x="4845050" y="5232400"/>
          <p14:tracePt t="173395" x="4883150" y="5232400"/>
          <p14:tracePt t="173412" x="4889500" y="5245100"/>
          <p14:tracePt t="173428" x="4889500" y="5264150"/>
          <p14:tracePt t="173445" x="4883150" y="5264150"/>
          <p14:tracePt t="173855" x="4889500" y="5264150"/>
          <p14:tracePt t="173862" x="4902200" y="5264150"/>
          <p14:tracePt t="173879" x="4914900" y="5264150"/>
          <p14:tracePt t="173893" x="4933950" y="5270500"/>
          <p14:tracePt t="173910" x="4946650" y="5270500"/>
          <p14:tracePt t="173926" x="4965700" y="5276850"/>
          <p14:tracePt t="173943" x="4978400" y="5276850"/>
          <p14:tracePt t="173960" x="5029200" y="5295900"/>
          <p14:tracePt t="173976" x="5048250" y="5295900"/>
          <p14:tracePt t="173993" x="5073650" y="5302250"/>
          <p14:tracePt t="174010" x="5105400" y="5308600"/>
          <p14:tracePt t="174026" x="5143500" y="5314950"/>
          <p14:tracePt t="174042" x="5168900" y="5314950"/>
          <p14:tracePt t="174059" x="5194300" y="5327650"/>
          <p14:tracePt t="174076" x="5207000" y="5327650"/>
          <p14:tracePt t="174092" x="5213350" y="5334000"/>
          <p14:tracePt t="174109" x="5226050" y="5340350"/>
          <p14:tracePt t="174125" x="5232400" y="5346700"/>
          <p14:tracePt t="174158" x="5245100" y="5353050"/>
          <p14:tracePt t="174175" x="5251450" y="5359400"/>
          <p14:tracePt t="174192" x="5257800" y="5365750"/>
          <p14:tracePt t="174208" x="5264150" y="5365750"/>
          <p14:tracePt t="174225" x="5270500" y="5365750"/>
          <p14:tracePt t="174242" x="5295900" y="5365750"/>
          <p14:tracePt t="174258" x="5314950" y="5365750"/>
          <p14:tracePt t="174275" x="5334000" y="5372100"/>
          <p14:tracePt t="174292" x="5397500" y="5372100"/>
          <p14:tracePt t="174308" x="5480050" y="5372100"/>
          <p14:tracePt t="174326" x="5568950" y="5372100"/>
          <p14:tracePt t="174341" x="5600700" y="5384800"/>
          <p14:tracePt t="174358" x="5645150" y="5384800"/>
          <p14:tracePt t="174375" x="5683250" y="5384800"/>
          <p14:tracePt t="174408" x="5689600" y="5384800"/>
          <p14:tracePt t="174849" x="5708650" y="5384800"/>
          <p14:tracePt t="174858" x="5727700" y="5384800"/>
          <p14:tracePt t="174863" x="5740400" y="5391150"/>
          <p14:tracePt t="174878" x="5759450" y="5397500"/>
          <p14:tracePt t="174899" x="5772150" y="5403850"/>
          <p14:tracePt t="174908" x="5778500" y="5403850"/>
          <p14:tracePt t="174927" x="5791200" y="5410200"/>
          <p14:tracePt t="174939" x="5803900" y="5416550"/>
          <p14:tracePt t="174956" x="5829300" y="5422900"/>
          <p14:tracePt t="174973" x="5842000" y="5422900"/>
          <p14:tracePt t="174990" x="5873750" y="5429250"/>
          <p14:tracePt t="175005" x="5918200" y="5435600"/>
          <p14:tracePt t="175022" x="5937250" y="5441950"/>
          <p14:tracePt t="175040" x="5994400" y="5461000"/>
          <p14:tracePt t="175056" x="6038850" y="5473700"/>
          <p14:tracePt t="175072" x="6121400" y="5499100"/>
          <p14:tracePt t="175089" x="6216650" y="5524500"/>
          <p14:tracePt t="175105" x="6261100" y="5543550"/>
          <p14:tracePt t="175122" x="6330950" y="5568950"/>
          <p14:tracePt t="175139" x="6381750" y="5581650"/>
          <p14:tracePt t="175155" x="6400800" y="5594350"/>
          <p14:tracePt t="175172" x="6419850" y="5600700"/>
          <p14:tracePt t="175188" x="6438900" y="5613400"/>
          <p14:tracePt t="175243" x="6445250" y="5626100"/>
          <p14:tracePt t="183003" x="6432550" y="5626100"/>
          <p14:tracePt t="183009" x="6413500" y="5619750"/>
          <p14:tracePt t="183017" x="6388100" y="5607050"/>
          <p14:tracePt t="183028" x="6369050" y="5600700"/>
          <p14:tracePt t="183045" x="6299200" y="5568950"/>
          <p14:tracePt t="183061" x="6235700" y="5543550"/>
          <p14:tracePt t="183078" x="6172200" y="5511800"/>
          <p14:tracePt t="183095" x="6019800" y="5429250"/>
          <p14:tracePt t="183111" x="5930900" y="5378450"/>
          <p14:tracePt t="183128" x="5854700" y="5334000"/>
          <p14:tracePt t="183144" x="5778500" y="5276850"/>
          <p14:tracePt t="183161" x="5734050" y="5245100"/>
          <p14:tracePt t="183179" x="5695950" y="5219700"/>
          <p14:tracePt t="183194" x="5689600" y="5213350"/>
          <p14:tracePt t="183210" x="5683250" y="5213350"/>
          <p14:tracePt t="183228" x="5683250" y="5207000"/>
          <p14:tracePt t="183244" x="5689600" y="5207000"/>
          <p14:tracePt t="183260" x="5695950" y="5207000"/>
          <p14:tracePt t="183277" x="5702300" y="5207000"/>
          <p14:tracePt t="183294" x="5708650" y="5207000"/>
          <p14:tracePt t="183310" x="5715000" y="5207000"/>
          <p14:tracePt t="183327" x="5721350" y="5213350"/>
          <p14:tracePt t="183347" x="5727700" y="5213350"/>
          <p14:tracePt t="183396" x="5734050" y="5219700"/>
          <p14:tracePt t="183424" x="5734050" y="5226050"/>
          <p14:tracePt t="183452" x="5740400" y="5226050"/>
          <p14:tracePt t="183473" x="5740400" y="5232400"/>
          <p14:tracePt t="183495" x="5746750" y="5238750"/>
          <p14:tracePt t="183508" x="5753100" y="5238750"/>
          <p14:tracePt t="183516" x="5759450" y="5238750"/>
          <p14:tracePt t="183526" x="5765800" y="5245100"/>
          <p14:tracePt t="183544" x="5772150" y="5257800"/>
          <p14:tracePt t="183559" x="5784850" y="5257800"/>
          <p14:tracePt t="183576" x="5803900" y="5270500"/>
          <p14:tracePt t="183593" x="5816600" y="5283200"/>
          <p14:tracePt t="183609" x="5848350" y="5302250"/>
          <p14:tracePt t="183626" x="5861050" y="5321300"/>
          <p14:tracePt t="183643" x="5899150" y="5359400"/>
          <p14:tracePt t="183659" x="5911850" y="5384800"/>
          <p14:tracePt t="183676" x="5930900" y="5416550"/>
          <p14:tracePt t="183692" x="5962650" y="5461000"/>
          <p14:tracePt t="183709" x="5981700" y="5486400"/>
          <p14:tracePt t="183726" x="6013450" y="5537200"/>
          <p14:tracePt t="183742" x="6038850" y="5556250"/>
          <p14:tracePt t="183759" x="6057900" y="5581650"/>
          <p14:tracePt t="183776" x="6076950" y="5607050"/>
          <p14:tracePt t="183792" x="6089650" y="5626100"/>
          <p14:tracePt t="183825" x="6102350" y="5645150"/>
          <p14:tracePt t="183842" x="6102350" y="5651500"/>
          <p14:tracePt t="183859" x="6108700" y="5657850"/>
          <p14:tracePt t="183951" x="6102350" y="5657850"/>
          <p14:tracePt t="183965" x="6096000" y="5657850"/>
          <p14:tracePt t="186255" x="6038850" y="5651500"/>
          <p14:tracePt t="186262" x="5975350" y="5651500"/>
          <p14:tracePt t="186270" x="5911850" y="5651500"/>
          <p14:tracePt t="186283" x="5784850" y="5651500"/>
          <p14:tracePt t="186300" x="5651500" y="5645150"/>
          <p14:tracePt t="186318" x="5461000" y="5645150"/>
          <p14:tracePt t="186333" x="5168900" y="5657850"/>
          <p14:tracePt t="186350" x="5035550" y="5670550"/>
          <p14:tracePt t="186367" x="4832350" y="5676900"/>
          <p14:tracePt t="186383" x="4540250" y="5689600"/>
          <p14:tracePt t="186400" x="4413250" y="5695950"/>
          <p14:tracePt t="186417" x="4216400" y="5734050"/>
          <p14:tracePt t="186433" x="4095750" y="5753100"/>
          <p14:tracePt t="186450" x="4000500" y="5778500"/>
          <p14:tracePt t="186466" x="3886200" y="5791200"/>
          <p14:tracePt t="186483" x="3816350" y="5791200"/>
          <p14:tracePt t="186499" x="3759200" y="5810250"/>
          <p14:tracePt t="186503" x="3727450" y="5816600"/>
          <p14:tracePt t="186516" x="3670300" y="5829300"/>
          <p14:tracePt t="186532" x="3613150" y="5842000"/>
          <p14:tracePt t="186550" x="3543300" y="5848350"/>
          <p14:tracePt t="186566" x="3416300" y="5892800"/>
          <p14:tracePt t="186582" x="3365500" y="5924550"/>
          <p14:tracePt t="186599" x="3238500" y="5969000"/>
          <p14:tracePt t="186616" x="3124200" y="6026150"/>
          <p14:tracePt t="186632" x="3067050" y="6064250"/>
          <p14:tracePt t="186649" x="2933700" y="6121400"/>
          <p14:tracePt t="186665" x="2857500" y="6146800"/>
          <p14:tracePt t="186683" x="2762250" y="6159500"/>
          <p14:tracePt t="186699" x="2692400" y="6165850"/>
          <p14:tracePt t="186715" x="2609850" y="6153150"/>
          <p14:tracePt t="186733" x="2603500" y="6121400"/>
          <p14:tracePt t="187125" x="2578100" y="6121400"/>
          <p14:tracePt t="187139" x="2552700" y="6115050"/>
          <p14:tracePt t="187146" x="2520950" y="6108700"/>
          <p14:tracePt t="187160" x="2495550" y="6108700"/>
          <p14:tracePt t="187167" x="2463800" y="6102350"/>
          <p14:tracePt t="187183" x="2438400" y="6102350"/>
          <p14:tracePt t="187197" x="2368550" y="6089650"/>
          <p14:tracePt t="187214" x="2336800" y="6083300"/>
          <p14:tracePt t="187231" x="2279650" y="6083300"/>
          <p14:tracePt t="187247" x="2260600" y="6083300"/>
          <p14:tracePt t="187263" x="2209800" y="6083300"/>
          <p14:tracePt t="187280" x="2178050" y="6083300"/>
          <p14:tracePt t="187297" x="2159000" y="6083300"/>
          <p14:tracePt t="187314" x="2133600" y="6083300"/>
          <p14:tracePt t="187330" x="2114550" y="6083300"/>
          <p14:tracePt t="187363" x="2108200" y="6083300"/>
          <p14:tracePt t="187399" x="2108200" y="6076950"/>
          <p14:tracePt t="187476" x="2108200" y="6070600"/>
          <p14:tracePt t="187588" x="2108200" y="6064250"/>
          <p14:tracePt t="187609" x="2114550" y="6057900"/>
          <p14:tracePt t="187617" x="2120900" y="6057900"/>
          <p14:tracePt t="187638" x="2127250" y="6051550"/>
          <p14:tracePt t="187659" x="2133600" y="6051550"/>
          <p14:tracePt t="187672" x="2139950" y="6051550"/>
          <p14:tracePt t="187687" x="2152650" y="6051550"/>
          <p14:tracePt t="187708" x="2165350" y="6045200"/>
          <p14:tracePt t="187722" x="2184400" y="6045200"/>
          <p14:tracePt t="187732" x="2216150" y="6038850"/>
          <p14:tracePt t="187745" x="2254250" y="6038850"/>
          <p14:tracePt t="187761" x="2362200" y="6032500"/>
          <p14:tracePt t="187779" x="2501900" y="6019800"/>
          <p14:tracePt t="187795" x="2578100" y="6019800"/>
          <p14:tracePt t="187812" x="2667000" y="6019800"/>
          <p14:tracePt t="187828" x="2908300" y="6019800"/>
          <p14:tracePt t="187845" x="2997200" y="6019800"/>
          <p14:tracePt t="187862" x="3149600" y="6019800"/>
          <p14:tracePt t="187878" x="3219450" y="6019800"/>
          <p14:tracePt t="187895" x="3295650" y="6019800"/>
          <p14:tracePt t="187912" x="3346450" y="6032500"/>
          <p14:tracePt t="187928" x="3365500" y="6032500"/>
          <p14:tracePt t="187944" x="3378200" y="6032500"/>
          <p14:tracePt t="187961" x="3384550" y="6032500"/>
          <p14:tracePt t="188312" x="3384550" y="6038850"/>
          <p14:tracePt t="188333" x="3390900" y="6038850"/>
          <p14:tracePt t="188340" x="3397250" y="6045200"/>
          <p14:tracePt t="188361" x="3403600" y="6045200"/>
          <p14:tracePt t="188375" x="3409950" y="6045200"/>
          <p14:tracePt t="188382" x="3422650" y="6045200"/>
          <p14:tracePt t="188392" x="3429000" y="6045200"/>
          <p14:tracePt t="188410" x="3473450" y="6045200"/>
          <p14:tracePt t="188427" x="3505200" y="6045200"/>
          <p14:tracePt t="188443" x="3543300" y="6045200"/>
          <p14:tracePt t="188460" x="3683000" y="6057900"/>
          <p14:tracePt t="188476" x="3721100" y="6057900"/>
          <p14:tracePt t="188492" x="3778250" y="6057900"/>
          <p14:tracePt t="188509" x="3854450" y="6057900"/>
          <p14:tracePt t="188526" x="3911600" y="6057900"/>
          <p14:tracePt t="188543" x="3937000" y="6057900"/>
          <p14:tracePt t="188559" x="3987800" y="6057900"/>
          <p14:tracePt t="188575" x="4019550" y="6057900"/>
          <p14:tracePt t="188593" x="4038600" y="6057900"/>
          <p14:tracePt t="188609" x="4064000" y="6057900"/>
          <p14:tracePt t="188626" x="4089400" y="6057900"/>
          <p14:tracePt t="188642" x="4102100" y="6057900"/>
          <p14:tracePt t="188659" x="4114800" y="6057900"/>
          <p14:tracePt t="188675" x="4127500" y="6051550"/>
          <p14:tracePt t="188692" x="4146550" y="6045200"/>
          <p14:tracePt t="188725" x="4159250" y="6038850"/>
          <p14:tracePt t="188742" x="4178300" y="6038850"/>
          <p14:tracePt t="188758" x="4184650" y="6032500"/>
          <p14:tracePt t="188776" x="4197350" y="6026150"/>
          <p14:tracePt t="188860" x="4191000" y="6026150"/>
          <p14:tracePt t="188888" x="4184650" y="6026150"/>
          <p14:tracePt t="188909" x="4178300" y="6026150"/>
          <p14:tracePt t="188937" x="4171950" y="6026150"/>
          <p14:tracePt t="188944" x="4165600" y="6026150"/>
          <p14:tracePt t="188993" x="4159250" y="6026150"/>
          <p14:tracePt t="189015" x="4152900" y="6026150"/>
          <p14:tracePt t="189029" x="4146550" y="6026150"/>
          <p14:tracePt t="189043" x="4133850" y="6026150"/>
          <p14:tracePt t="189056" x="4121150" y="6026150"/>
          <p14:tracePt t="189064" x="4102100" y="6026150"/>
          <p14:tracePt t="189078" x="4076700" y="6026150"/>
          <p14:tracePt t="189091" x="4032250" y="6026150"/>
          <p14:tracePt t="189107" x="3930650" y="6038850"/>
          <p14:tracePt t="189124" x="3867150" y="6038850"/>
          <p14:tracePt t="189141" x="3746500" y="6045200"/>
          <p14:tracePt t="189157" x="3657600" y="6057900"/>
          <p14:tracePt t="189174" x="3613150" y="6057900"/>
          <p14:tracePt t="189190" x="3575050" y="6064250"/>
          <p14:tracePt t="189207" x="3556000" y="6064250"/>
          <p14:tracePt t="189240" x="3562350" y="6064250"/>
          <p14:tracePt t="189257" x="3587750" y="6057900"/>
          <p14:tracePt t="189275" x="3606800" y="6057900"/>
          <p14:tracePt t="189291" x="3663950" y="6051550"/>
          <p14:tracePt t="189306" x="3702050" y="6051550"/>
          <p14:tracePt t="189323" x="3810000" y="6032500"/>
          <p14:tracePt t="189340" x="3860800" y="6032500"/>
          <p14:tracePt t="189356" x="3930650" y="6019800"/>
          <p14:tracePt t="189373" x="4032250" y="6000750"/>
          <p14:tracePt t="189389" x="4064000" y="5994400"/>
          <p14:tracePt t="189406" x="4095750" y="5988050"/>
          <p14:tracePt t="189422" x="4121150" y="5981700"/>
          <p14:tracePt t="189439" x="4121150" y="5975350"/>
          <p14:tracePt t="189456" x="4127500" y="5969000"/>
          <p14:tracePt t="189489" x="4127500" y="5962650"/>
          <p14:tracePt t="189506" x="4102100" y="5962650"/>
          <p14:tracePt t="189522" x="4083050" y="5956300"/>
          <p14:tracePt t="189777" x="4102100" y="5943600"/>
          <p14:tracePt t="189784" x="4159250" y="5905500"/>
          <p14:tracePt t="189798" x="4254500" y="5842000"/>
          <p14:tracePt t="189808" x="4381500" y="5765800"/>
          <p14:tracePt t="189821" x="4533900" y="5664200"/>
          <p14:tracePt t="189838" x="4724400" y="5499100"/>
          <p14:tracePt t="189854" x="5073650" y="5232400"/>
          <p14:tracePt t="189871" x="5397500" y="4991100"/>
          <p14:tracePt t="189888" x="5575300" y="4883150"/>
          <p14:tracePt t="189904" x="5867400" y="4679950"/>
          <p14:tracePt t="189920" x="6134100" y="4489450"/>
          <p14:tracePt t="189939" x="6445250" y="4279900"/>
          <p14:tracePt t="189954" x="6604000" y="4171950"/>
          <p14:tracePt t="189971" x="6864350" y="3994150"/>
          <p14:tracePt t="189988" x="7131050" y="3797300"/>
          <p14:tracePt t="190004" x="7258050" y="3676650"/>
          <p14:tracePt t="190021" x="7435850" y="3505200"/>
          <p14:tracePt t="190037" x="7594600" y="3352800"/>
          <p14:tracePt t="190054" x="7664450" y="3282950"/>
          <p14:tracePt t="190070" x="7785100" y="3149600"/>
          <p14:tracePt t="190087" x="7899400" y="3041650"/>
          <p14:tracePt t="190104" x="7950200" y="2984500"/>
          <p14:tracePt t="190121" x="8020050" y="2901950"/>
          <p14:tracePt t="190136" x="8077200" y="2844800"/>
          <p14:tracePt t="190153" x="8089900" y="2825750"/>
          <p14:tracePt t="190171" x="8128000" y="2794000"/>
          <p14:tracePt t="190187" x="8140700" y="2774950"/>
          <p14:tracePt t="190203" x="8153400" y="2768600"/>
          <p14:tracePt t="190220" x="8159750" y="2755900"/>
          <p14:tracePt t="190262" x="8159750" y="2749550"/>
          <p14:tracePt t="190289" x="8159750" y="2743200"/>
          <p14:tracePt t="190318" x="8159750" y="2736850"/>
          <p14:tracePt t="190332" x="8153400" y="2736850"/>
          <p14:tracePt t="190346" x="8147050" y="2736850"/>
          <p14:tracePt t="190360" x="8140700" y="2730500"/>
          <p14:tracePt t="190369" x="8134350" y="2730500"/>
          <p14:tracePt t="190385" x="8121650" y="2730500"/>
          <p14:tracePt t="190403" x="8108950" y="2730500"/>
          <p14:tracePt t="190419" x="8077200" y="2736850"/>
          <p14:tracePt t="190436" x="8026400" y="2749550"/>
          <p14:tracePt t="190452" x="7835900" y="2832100"/>
          <p14:tracePt t="190469" x="7702550" y="2901950"/>
          <p14:tracePt t="190487" x="7010400" y="3333750"/>
          <p14:tracePt t="190502" x="6750050" y="3511550"/>
          <p14:tracePt t="190519" x="6496050" y="3676650"/>
          <p14:tracePt t="190523" x="6203950" y="3873500"/>
          <p14:tracePt t="190536" x="5918200" y="4095750"/>
          <p14:tracePt t="190552" x="5397500" y="4457700"/>
          <p14:tracePt t="190569" x="5162550" y="4610100"/>
          <p14:tracePt t="190585" x="4800600" y="4845050"/>
          <p14:tracePt t="190602" x="4533900" y="5029200"/>
          <p14:tracePt t="190619" x="4451350" y="5092700"/>
          <p14:tracePt t="190635" x="4349750" y="5187950"/>
          <p14:tracePt t="190652" x="4279900" y="5257800"/>
          <p14:tracePt t="190669" x="4216400" y="5327650"/>
          <p14:tracePt t="190685" x="4191000" y="5359400"/>
          <p14:tracePt t="190701" x="4140200" y="5435600"/>
          <p14:tracePt t="190719" x="4095750" y="5505450"/>
          <p14:tracePt t="190735" x="4057650" y="5537200"/>
          <p14:tracePt t="190751" x="4025900" y="5568950"/>
          <p14:tracePt t="190768" x="3930650" y="5651500"/>
          <p14:tracePt t="190784" x="3905250" y="5689600"/>
          <p14:tracePt t="190801" x="3886200" y="5708650"/>
          <p14:tracePt t="190818" x="3867150" y="5746750"/>
          <p14:tracePt t="190834" x="3848100" y="5765800"/>
          <p14:tracePt t="190851" x="3841750" y="5765800"/>
          <p14:tracePt t="190894" x="3835400" y="5772150"/>
          <p14:tracePt t="190904" x="3835400" y="5778500"/>
          <p14:tracePt t="190971" x="3835400" y="5784850"/>
          <p14:tracePt t="191000" x="3841750" y="5791200"/>
          <p14:tracePt t="191013" x="3841750" y="5797550"/>
          <p14:tracePt t="191020" x="3848100" y="5803900"/>
          <p14:tracePt t="191042" x="3854450" y="5810250"/>
          <p14:tracePt t="191050" x="3867150" y="5822950"/>
          <p14:tracePt t="191067" x="3879850" y="5835650"/>
          <p14:tracePt t="191084" x="3917950" y="5873750"/>
          <p14:tracePt t="191100" x="3930650" y="5892800"/>
          <p14:tracePt t="191117" x="3975100" y="5930900"/>
          <p14:tracePt t="191133" x="4000500" y="5975350"/>
          <p14:tracePt t="191150" x="4019550" y="5988050"/>
          <p14:tracePt t="191168" x="4032250" y="6013450"/>
          <p14:tracePt t="191183" x="4032250" y="6032500"/>
          <p14:tracePt t="191245" x="4025900" y="6032500"/>
          <p14:tracePt t="191252" x="4019550" y="6032500"/>
          <p14:tracePt t="191266" x="4006850" y="6032500"/>
          <p14:tracePt t="191283" x="3987800" y="6032500"/>
          <p14:tracePt t="191299" x="3968750" y="6026150"/>
          <p14:tracePt t="191317" x="3911600" y="6019800"/>
          <p14:tracePt t="191333" x="3829050" y="6000750"/>
          <p14:tracePt t="191350" x="3733800" y="5975350"/>
          <p14:tracePt t="191365" x="3676650" y="5962650"/>
          <p14:tracePt t="191382" x="3613150" y="5956300"/>
          <p14:tracePt t="191400" x="3492500" y="5937250"/>
          <p14:tracePt t="191415" x="3397250" y="5918200"/>
          <p14:tracePt t="191432" x="3371850" y="5918200"/>
          <p14:tracePt t="191449" x="3346450" y="5911850"/>
          <p14:tracePt t="191465" x="3333750" y="5911850"/>
          <p14:tracePt t="191505" x="3340100" y="5911850"/>
          <p14:tracePt t="191515" x="3346450" y="5911850"/>
          <p14:tracePt t="191533" x="3352800" y="5905500"/>
          <p14:tracePt t="191548" x="3365500" y="5905500"/>
          <p14:tracePt t="191565" x="3390900" y="5905500"/>
          <p14:tracePt t="191582" x="3441700" y="5905500"/>
          <p14:tracePt t="191599" x="3467100" y="5899150"/>
          <p14:tracePt t="191615" x="3575050" y="5899150"/>
          <p14:tracePt t="191632" x="3714750" y="5899150"/>
          <p14:tracePt t="191648" x="3803650" y="5899150"/>
          <p14:tracePt t="191665" x="3892550" y="5905500"/>
          <p14:tracePt t="191681" x="4102100" y="5930900"/>
          <p14:tracePt t="191698" x="4152900" y="5930900"/>
          <p14:tracePt t="191716" x="4210050" y="5956300"/>
          <p14:tracePt t="191732" x="4229100" y="5962650"/>
          <p14:tracePt t="191748" x="4235450" y="5969000"/>
          <p14:tracePt t="191793" x="4229100" y="5969000"/>
          <p14:tracePt t="191807" x="4222750" y="5969000"/>
          <p14:tracePt t="191816" x="4210050" y="5969000"/>
          <p14:tracePt t="191831" x="4203700" y="5969000"/>
          <p14:tracePt t="191848" x="4178300" y="5962650"/>
          <p14:tracePt t="191864" x="4152900" y="5956300"/>
          <p14:tracePt t="191881" x="4140200" y="5949950"/>
          <p14:tracePt t="191898" x="4083050" y="5937250"/>
          <p14:tracePt t="191914" x="4006850" y="5911850"/>
          <p14:tracePt t="191931" x="3956050" y="5892800"/>
          <p14:tracePt t="191948" x="3860800" y="5867400"/>
          <p14:tracePt t="191964" x="3765550" y="5848350"/>
          <p14:tracePt t="191980" x="3714750" y="5848350"/>
          <p14:tracePt t="191997" x="3619500" y="5848350"/>
          <p14:tracePt t="192013" x="3581400" y="5848350"/>
          <p14:tracePt t="192018" x="3549650" y="5848350"/>
          <p14:tracePt t="192032" x="3492500" y="5861050"/>
          <p14:tracePt t="192047" x="3460750" y="5867400"/>
          <p14:tracePt t="192063" x="3448050" y="5867400"/>
          <p14:tracePt t="192081" x="3416300" y="5880100"/>
          <p14:tracePt t="192097" x="3397250" y="5886450"/>
          <p14:tracePt t="192113" x="3390900" y="5886450"/>
          <p14:tracePt t="192130" x="3384550" y="5892800"/>
          <p14:tracePt t="192158" x="3378200" y="5892800"/>
          <p14:tracePt t="192186" x="3378200" y="5886450"/>
          <p14:tracePt t="192193" x="3371850" y="5886450"/>
          <p14:tracePt t="192207" x="3371850" y="5880100"/>
          <p14:tracePt t="192216" x="3365500" y="5873750"/>
          <p14:tracePt t="192231" x="3365500" y="5867400"/>
          <p14:tracePt t="192246" x="3346450" y="5842000"/>
          <p14:tracePt t="192264" x="3289300" y="5765800"/>
          <p14:tracePt t="192279" x="3238500" y="5708650"/>
          <p14:tracePt t="192296" x="3181350" y="5651500"/>
          <p14:tracePt t="192313" x="2952750" y="5435600"/>
          <p14:tracePt t="192329" x="2882900" y="5359400"/>
          <p14:tracePt t="192346" x="2806700" y="5289550"/>
          <p14:tracePt t="192363" x="2679700" y="5156200"/>
          <p14:tracePt t="192379" x="2571750" y="5054600"/>
          <p14:tracePt t="192396" x="2533650" y="5010150"/>
          <p14:tracePt t="192412" x="2495550" y="4953000"/>
          <p14:tracePt t="192429" x="2470150" y="4908550"/>
          <p14:tracePt t="192447" x="2457450" y="4889500"/>
          <p14:tracePt t="192462" x="2457450" y="4883150"/>
          <p14:tracePt t="192516" x="2457450" y="4889500"/>
          <p14:tracePt t="192523" x="2457450" y="4902200"/>
          <p14:tracePt t="192538" x="2457450" y="4914900"/>
          <p14:tracePt t="192545" x="2457450" y="4921250"/>
          <p14:tracePt t="192562" x="2457450" y="4933950"/>
          <p14:tracePt t="192579" x="2463800" y="4965700"/>
          <p14:tracePt t="192595" x="2476500" y="5016500"/>
          <p14:tracePt t="192611" x="2482850" y="5054600"/>
          <p14:tracePt t="192629" x="2514600" y="5162550"/>
          <p14:tracePt t="192645" x="2540000" y="5232400"/>
          <p14:tracePt t="192662" x="2616200" y="5359400"/>
          <p14:tracePt t="192679" x="2724150" y="5480050"/>
          <p14:tracePt t="192694" x="2787650" y="5537200"/>
          <p14:tracePt t="192711" x="2851150" y="5588000"/>
          <p14:tracePt t="192728" x="2895600" y="5600700"/>
          <p14:tracePt t="192744" x="2908300" y="5600700"/>
          <p14:tracePt t="192762" x="2921000" y="5588000"/>
          <p14:tracePt t="192778" x="2921000" y="5556250"/>
          <p14:tracePt t="192794" x="2921000" y="5530850"/>
          <p14:tracePt t="192811" x="2908300" y="5473700"/>
          <p14:tracePt t="192827" x="2876550" y="5384800"/>
          <p14:tracePt t="192844" x="2844800" y="5327650"/>
          <p14:tracePt t="192861" x="2781300" y="5194300"/>
          <p14:tracePt t="192878" x="2698750" y="5054600"/>
          <p14:tracePt t="192894" x="2660650" y="4997450"/>
          <p14:tracePt t="192911" x="2603500" y="4927600"/>
          <p14:tracePt t="192927" x="2578100" y="4908550"/>
          <p14:tracePt t="192945" x="2546350" y="4876800"/>
          <p14:tracePt t="192977" x="2540000" y="4883150"/>
          <p14:tracePt t="192995" x="2540000" y="4902200"/>
          <p14:tracePt t="193010" x="2565400" y="4965700"/>
          <p14:tracePt t="193027" x="2628900" y="5048250"/>
          <p14:tracePt t="193043" x="2838450" y="5251450"/>
          <p14:tracePt t="193060" x="3232150" y="5524500"/>
          <p14:tracePt t="193077" x="3390900" y="5632450"/>
          <p14:tracePt t="193094" x="3663950" y="5759450"/>
          <p14:tracePt t="193110" x="3810000" y="5797550"/>
          <p14:tracePt t="193127" x="3860800" y="5803900"/>
          <p14:tracePt t="193143" x="3867150" y="5803900"/>
          <p14:tracePt t="193160" x="3873500" y="5772150"/>
          <p14:tracePt t="193177" x="3873500" y="5753100"/>
          <p14:tracePt t="193193" x="3873500" y="5740400"/>
          <p14:tracePt t="193210" x="3873500" y="5734050"/>
          <p14:tracePt t="193226" x="3860800" y="5721350"/>
          <p14:tracePt t="193282" x="3854450" y="5721350"/>
          <p14:tracePt t="193296" x="3848100" y="5721350"/>
          <p14:tracePt t="193311" x="3841750" y="5727700"/>
          <p14:tracePt t="193331" x="3841750" y="5734050"/>
          <p14:tracePt t="193338" x="3835400" y="5740400"/>
          <p14:tracePt t="193352" x="3835400" y="5746750"/>
          <p14:tracePt t="193362" x="3829050" y="5746750"/>
          <p14:tracePt t="193375" x="3829050" y="5753100"/>
          <p14:tracePt t="193392" x="3822700" y="5765800"/>
          <p14:tracePt t="193409" x="3810000" y="5772150"/>
          <p14:tracePt t="193425" x="3797300" y="5778500"/>
          <p14:tracePt t="193443" x="3752850" y="5803900"/>
          <p14:tracePt t="193458" x="3689350" y="5835650"/>
          <p14:tracePt t="193475" x="3644900" y="5861050"/>
          <p14:tracePt t="193493" x="3549650" y="5892800"/>
          <p14:tracePt t="193509" x="3448050" y="5937250"/>
          <p14:tracePt t="193525" x="3397250" y="5949950"/>
          <p14:tracePt t="193542" x="3333750" y="5981700"/>
          <p14:tracePt t="193558" x="3308350" y="5988050"/>
          <p14:tracePt t="193575" x="3270250" y="6000750"/>
          <p14:tracePt t="193591" x="3251200" y="6007100"/>
          <p14:tracePt t="193608" x="3244850" y="6007100"/>
          <p14:tracePt t="193625" x="3244850" y="6013450"/>
          <p14:tracePt t="193662" x="3251200" y="6013450"/>
          <p14:tracePt t="193675" x="3263900" y="6007100"/>
          <p14:tracePt t="193691" x="3295650" y="6007100"/>
          <p14:tracePt t="193708" x="3327400" y="6000750"/>
          <p14:tracePt t="193724" x="3467100" y="6000750"/>
          <p14:tracePt t="193741" x="3683000" y="6007100"/>
          <p14:tracePt t="193758" x="3797300" y="6007100"/>
          <p14:tracePt t="193774" x="4057650" y="6026150"/>
          <p14:tracePt t="193790" x="4292600" y="6057900"/>
          <p14:tracePt t="193808" x="4470400" y="6076950"/>
          <p14:tracePt t="193824" x="4521200" y="6083300"/>
          <p14:tracePt t="193841" x="4565650" y="6083300"/>
          <p14:tracePt t="193858" x="4597400" y="6089650"/>
          <p14:tracePt t="193890" x="4597400" y="6096000"/>
          <p14:tracePt t="193907" x="4610100" y="6121400"/>
          <p14:tracePt t="196175" x="4546600" y="6089650"/>
          <p14:tracePt t="196181" x="4445000" y="6038850"/>
          <p14:tracePt t="196196" x="4298950" y="5956300"/>
          <p14:tracePt t="196203" x="4102100" y="5842000"/>
          <p14:tracePt t="196219" x="3867150" y="5683250"/>
          <p14:tracePt t="196232" x="3460750" y="5454650"/>
          <p14:tracePt t="196249" x="3257550" y="5340350"/>
          <p14:tracePt t="196267" x="2781300" y="5067300"/>
          <p14:tracePt t="196283" x="2654300" y="4984750"/>
          <p14:tracePt t="196299" x="2527300" y="4902200"/>
          <p14:tracePt t="196316" x="2266950" y="4749800"/>
          <p14:tracePt t="196332" x="2197100" y="4718050"/>
          <p14:tracePt t="196349" x="2152650" y="4692650"/>
          <p14:tracePt t="196365" x="2082800" y="4648200"/>
          <p14:tracePt t="196382" x="2044700" y="4629150"/>
          <p14:tracePt t="196400" x="2025650" y="4629150"/>
          <p14:tracePt t="196415" x="2006600" y="4622800"/>
          <p14:tracePt t="196432" x="1987550" y="4616450"/>
          <p14:tracePt t="196449" x="1974850" y="4616450"/>
          <p14:tracePt t="196465" x="1962150" y="4616450"/>
          <p14:tracePt t="196482" x="1930400" y="4616450"/>
          <p14:tracePt t="196499" x="1822450" y="4597400"/>
          <p14:tracePt t="196514" x="1758950" y="4578350"/>
          <p14:tracePt t="196531" x="1625600" y="4559300"/>
          <p14:tracePt t="196548" x="1492250" y="4533900"/>
          <p14:tracePt t="196565" x="1441450" y="4521200"/>
          <p14:tracePt t="196568" x="1397000" y="4508500"/>
          <p14:tracePt t="196584" x="1346200" y="4508500"/>
          <p14:tracePt t="196598" x="1238250" y="4489450"/>
          <p14:tracePt t="196614" x="1206500" y="4489450"/>
          <p14:tracePt t="196631" x="1149350" y="4489450"/>
          <p14:tracePt t="196648" x="1130300" y="4489450"/>
          <p14:tracePt t="196664" x="1111250" y="4489450"/>
          <p14:tracePt t="196681" x="1104900" y="4489450"/>
          <p14:tracePt t="196697" x="1098550" y="4489450"/>
          <p14:tracePt t="196714" x="1098550" y="4502150"/>
          <p14:tracePt t="196731" x="1098550" y="4508500"/>
          <p14:tracePt t="196747" x="1098550" y="4514850"/>
          <p14:tracePt t="196764" x="1098550" y="4527550"/>
          <p14:tracePt t="196842" x="1098550" y="4533900"/>
          <p14:tracePt t="196877" x="1098550" y="4540250"/>
          <p14:tracePt t="196898" x="1098550" y="4546600"/>
          <p14:tracePt t="196912" x="1104900" y="4552950"/>
          <p14:tracePt t="196940" x="1111250" y="4559300"/>
          <p14:tracePt t="196948" x="1117600" y="4559300"/>
          <p14:tracePt t="196968" x="1123950" y="4565650"/>
          <p14:tracePt t="196982" x="1130300" y="4565650"/>
          <p14:tracePt t="196990" x="1136650" y="4565650"/>
          <p14:tracePt t="197011" x="1149350" y="4565650"/>
          <p14:tracePt t="197018" x="1174750" y="4578350"/>
          <p14:tracePt t="197033" x="1200150" y="4584700"/>
          <p14:tracePt t="197046" x="1231900" y="4591050"/>
          <p14:tracePt t="197063" x="1339850" y="4616450"/>
          <p14:tracePt t="197080" x="1416050" y="4648200"/>
          <p14:tracePt t="197096" x="1612900" y="4711700"/>
          <p14:tracePt t="197113" x="1828800" y="4813300"/>
          <p14:tracePt t="197130" x="2051050" y="4921250"/>
          <p14:tracePt t="197146" x="2171700" y="4984750"/>
          <p14:tracePt t="197162" x="2368550" y="5105400"/>
          <p14:tracePt t="197179" x="2533650" y="5213350"/>
          <p14:tracePt t="197196" x="2603500" y="5257800"/>
          <p14:tracePt t="197212" x="2647950" y="5289550"/>
          <p14:tracePt t="197229" x="2717800" y="5353050"/>
          <p14:tracePt t="197245" x="2736850" y="5365750"/>
          <p14:tracePt t="197263" x="2762250" y="5391150"/>
          <p14:tracePt t="197279" x="2768600" y="5403850"/>
          <p14:tracePt t="197295" x="2794000" y="5448300"/>
          <p14:tracePt t="197313" x="2832100" y="5480050"/>
          <p14:tracePt t="197329" x="2851150" y="5499100"/>
          <p14:tracePt t="197345" x="2901950" y="5537200"/>
          <p14:tracePt t="197362" x="2952750" y="5562600"/>
          <p14:tracePt t="197378" x="2978150" y="5588000"/>
          <p14:tracePt t="197395" x="3009900" y="5607050"/>
          <p14:tracePt t="197412" x="3041650" y="5626100"/>
          <p14:tracePt t="197428" x="3060700" y="5638800"/>
          <p14:tracePt t="197446" x="3079750" y="5657850"/>
          <p14:tracePt t="197461" x="3098800" y="5670550"/>
          <p14:tracePt t="197478" x="3111500" y="5683250"/>
          <p14:tracePt t="197496" x="3124200" y="5702300"/>
          <p14:tracePt t="197511" x="3143250" y="5727700"/>
          <p14:tracePt t="197528" x="3143250" y="5740400"/>
          <p14:tracePt t="197545" x="3162300" y="5765800"/>
          <p14:tracePt t="197561" x="3168650" y="5778500"/>
          <p14:tracePt t="197565" x="3175000" y="5791200"/>
          <p14:tracePt t="197577" x="3187700" y="5803900"/>
          <p14:tracePt t="197594" x="3200400" y="5835650"/>
          <p14:tracePt t="197611" x="3213100" y="5842000"/>
          <p14:tracePt t="197628" x="3219450" y="5854700"/>
          <p14:tracePt t="197644" x="3219450" y="5861050"/>
          <p14:tracePt t="197661" x="3219450" y="5867400"/>
          <p14:tracePt t="197694" x="3219450" y="5873750"/>
          <p14:tracePt t="197734" x="3219450" y="5880100"/>
          <p14:tracePt t="198343" x="3232150" y="5886450"/>
          <p14:tracePt t="198357" x="3238500" y="5892800"/>
          <p14:tracePt t="198364" x="3244850" y="5892800"/>
          <p14:tracePt t="198379" x="3251200" y="5905500"/>
          <p14:tracePt t="198392" x="3257550" y="5911850"/>
          <p14:tracePt t="198408" x="3263900" y="5911850"/>
          <p14:tracePt t="198425" x="3263900" y="5918200"/>
          <p14:tracePt t="198442" x="3270250" y="5918200"/>
          <p14:tracePt t="198458" x="3270250" y="5924550"/>
          <p14:tracePt t="198526" x="3263900" y="5924550"/>
          <p14:tracePt t="198574" x="3257550" y="5924550"/>
          <p14:tracePt t="198638" x="3257550" y="5930900"/>
          <p14:tracePt t="198659" x="3257550" y="5937250"/>
          <p14:tracePt t="198673" x="3263900" y="5937250"/>
          <p14:tracePt t="198687" x="3270250" y="5937250"/>
          <p14:tracePt t="198694" x="3282950" y="5937250"/>
          <p14:tracePt t="198711" x="3308350" y="5937250"/>
          <p14:tracePt t="198724" x="3340100" y="5949950"/>
          <p14:tracePt t="198741" x="3454400" y="5956300"/>
          <p14:tracePt t="198757" x="3613150" y="5975350"/>
          <p14:tracePt t="198774" x="3689350" y="5988050"/>
          <p14:tracePt t="198790" x="3848100" y="5994400"/>
          <p14:tracePt t="198807" x="3962400" y="6013450"/>
          <p14:tracePt t="198824" x="4000500" y="6013450"/>
          <p14:tracePt t="198841" x="4044950" y="6013450"/>
          <p14:tracePt t="198857" x="4064000" y="6019800"/>
          <p14:tracePt t="198873" x="4070350" y="6019800"/>
          <p14:tracePt t="198906" x="4064000" y="6013450"/>
          <p14:tracePt t="198923" x="4057650" y="6013450"/>
          <p14:tracePt t="198943" x="4044950" y="6013450"/>
          <p14:tracePt t="198956" x="4025900" y="6013450"/>
          <p14:tracePt t="198973" x="4013200" y="6013450"/>
          <p14:tracePt t="198989" x="3975100" y="6013450"/>
          <p14:tracePt t="199006" x="3943350" y="6013450"/>
          <p14:tracePt t="199023" x="3854450" y="6019800"/>
          <p14:tracePt t="199039" x="3740150" y="6019800"/>
          <p14:tracePt t="199056" x="3689350" y="6019800"/>
          <p14:tracePt t="199073" x="3568700" y="6019800"/>
          <p14:tracePt t="199089" x="3498850" y="6007100"/>
          <p14:tracePt t="199093" x="3479800" y="6007100"/>
          <p14:tracePt t="199122" x="3454400" y="6000750"/>
          <p14:tracePt t="199139" x="3448050" y="5988050"/>
          <p14:tracePt t="199179" x="3454400" y="5981700"/>
          <p14:tracePt t="199189" x="3460750" y="5981700"/>
          <p14:tracePt t="199205" x="3479800" y="5975350"/>
          <p14:tracePt t="199222" x="3536950" y="5962650"/>
          <p14:tracePt t="199239" x="3632200" y="5956300"/>
          <p14:tracePt t="199256" x="3721100" y="5949950"/>
          <p14:tracePt t="199272" x="3765550" y="5937250"/>
          <p14:tracePt t="199289" x="3790950" y="5937250"/>
          <p14:tracePt t="199305" x="3822700" y="5930900"/>
          <p14:tracePt t="199322" x="3822700" y="5924550"/>
          <p14:tracePt t="199338" x="3822700" y="5918200"/>
          <p14:tracePt t="199355" x="3797300" y="5911850"/>
          <p14:tracePt t="199371" x="3765550" y="5911850"/>
          <p14:tracePt t="199390" x="3708400" y="5911850"/>
          <p14:tracePt t="199405" x="3644900" y="5899150"/>
          <p14:tracePt t="199421" x="3479800" y="5892800"/>
          <p14:tracePt t="199439" x="3308350" y="5880100"/>
          <p14:tracePt t="199454" x="3244850" y="5873750"/>
          <p14:tracePt t="199471" x="3162300" y="5861050"/>
          <p14:tracePt t="199488" x="3117850" y="5854700"/>
          <p14:tracePt t="199505" x="3105150" y="5854700"/>
          <p14:tracePt t="199521" x="3086100" y="5854700"/>
          <p14:tracePt t="199558" x="3086100" y="5861050"/>
          <p14:tracePt t="199586" x="3092450" y="5861050"/>
          <p14:tracePt t="199606" x="3098800" y="5861050"/>
          <p14:tracePt t="199622" x="3105150" y="5861050"/>
          <p14:tracePt t="199628" x="3111500" y="5861050"/>
          <p14:tracePt t="199642" x="3117850" y="5861050"/>
          <p14:tracePt t="199654" x="3124200" y="5861050"/>
          <p14:tracePt t="199670" x="3130550" y="5861050"/>
          <p14:tracePt t="199687" x="3136900" y="5861050"/>
          <p14:tracePt t="199703" x="3143250" y="5861050"/>
          <p14:tracePt t="199721" x="3149600" y="5861050"/>
          <p14:tracePt t="199748" x="3149600" y="5854700"/>
          <p14:tracePt t="199769" x="3149600" y="5848350"/>
          <p14:tracePt t="199790" x="3149600" y="5842000"/>
          <p14:tracePt t="199797" x="3143250" y="5842000"/>
          <p14:tracePt t="199818" x="3136900" y="5835650"/>
          <p14:tracePt t="199832" x="3136900" y="5829300"/>
          <p14:tracePt t="199840" x="3124200" y="5822950"/>
          <p14:tracePt t="199856" x="3111500" y="5816600"/>
          <p14:tracePt t="199870" x="3048000" y="5791200"/>
          <p14:tracePt t="199887" x="3003550" y="5778500"/>
          <p14:tracePt t="199903" x="2895600" y="5746750"/>
          <p14:tracePt t="199920" x="2844800" y="5727700"/>
          <p14:tracePt t="199937" x="2635250" y="5702300"/>
          <p14:tracePt t="199952" x="2565400" y="5689600"/>
          <p14:tracePt t="199969" x="2501900" y="5689600"/>
          <p14:tracePt t="199987" x="2374900" y="5695950"/>
          <p14:tracePt t="200002" x="2266950" y="5715000"/>
          <p14:tracePt t="200019" x="2209800" y="5740400"/>
          <p14:tracePt t="200036" x="2133600" y="5784850"/>
          <p14:tracePt t="200052" x="2089150" y="5810250"/>
          <p14:tracePt t="200069" x="2076450" y="5822950"/>
          <p14:tracePt t="200086" x="2063750" y="5842000"/>
          <p14:tracePt t="200102" x="2057400" y="5861050"/>
          <p14:tracePt t="200120" x="2051050" y="5873750"/>
          <p14:tracePt t="200135" x="2044700" y="5880100"/>
          <p14:tracePt t="200152" x="2038350" y="5899150"/>
          <p14:tracePt t="200169" x="2032000" y="5918200"/>
          <p14:tracePt t="200185" x="2032000" y="5924550"/>
          <p14:tracePt t="200202" x="2032000" y="5930900"/>
          <p14:tracePt t="200219" x="2025650" y="5930900"/>
          <p14:tracePt t="200235" x="2025650" y="5937250"/>
          <p14:tracePt t="200268" x="2025650" y="5943600"/>
          <p14:tracePt t="200310" x="2025650" y="5949950"/>
          <p14:tracePt t="200351" x="2025650" y="5956300"/>
          <p14:tracePt t="200513" x="2032000" y="5956300"/>
          <p14:tracePt t="200541" x="2038350" y="5956300"/>
          <p14:tracePt t="200563" x="2044700" y="5956300"/>
          <p14:tracePt t="200569" x="2044700" y="5949950"/>
          <p14:tracePt t="200583" x="2051050" y="5949950"/>
          <p14:tracePt t="200605" x="2057400" y="5943600"/>
          <p14:tracePt t="200611" x="2063750" y="5943600"/>
          <p14:tracePt t="200626" x="2076450" y="5937250"/>
          <p14:tracePt t="200634" x="2095500" y="5937250"/>
          <p14:tracePt t="200651" x="2120900" y="5930900"/>
          <p14:tracePt t="200668" x="2190750" y="5911850"/>
          <p14:tracePt t="200684" x="2298700" y="5892800"/>
          <p14:tracePt t="200700" x="2349500" y="5880100"/>
          <p14:tracePt t="200717" x="2444750" y="5861050"/>
          <p14:tracePt t="200734" x="2533650" y="5854700"/>
          <p14:tracePt t="200750" x="2590800" y="5848350"/>
          <p14:tracePt t="200767" x="2647950" y="5848350"/>
          <p14:tracePt t="200783" x="2686050" y="5848350"/>
          <p14:tracePt t="200801" x="2711450" y="5848350"/>
          <p14:tracePt t="200816" x="2717800" y="5848350"/>
          <p14:tracePt t="200833" x="2730500" y="5842000"/>
          <p14:tracePt t="200850" x="2736850" y="5842000"/>
          <p14:tracePt t="200866" x="2736850" y="5835650"/>
          <p14:tracePt t="200900" x="2736850" y="5829300"/>
          <p14:tracePt t="200956" x="2743200" y="5829300"/>
          <p14:tracePt t="200970" x="2749550" y="5829300"/>
          <p14:tracePt t="203139" x="2730500" y="5829300"/>
          <p14:tracePt t="203146" x="2705100" y="5829300"/>
          <p14:tracePt t="203161" x="2673350" y="5835650"/>
          <p14:tracePt t="203175" x="2654300" y="5842000"/>
          <p14:tracePt t="203192" x="2628900" y="5842000"/>
          <p14:tracePt t="203209" x="2603500" y="5842000"/>
          <p14:tracePt t="203225" x="2597150" y="5842000"/>
          <p14:tracePt t="203241" x="2590800" y="5842000"/>
          <p14:tracePt t="203259" x="2578100" y="5848350"/>
          <p14:tracePt t="203291" x="2578100" y="5854700"/>
          <p14:tracePt t="203308" x="2565400" y="5861050"/>
          <p14:tracePt t="203349" x="2559050" y="5867400"/>
          <p14:tracePt t="203358" x="2559050" y="5873750"/>
          <p14:tracePt t="203378" x="2552700" y="5873750"/>
          <p14:tracePt t="203420" x="2546350" y="5880100"/>
          <p14:tracePt t="203426" x="2540000" y="5880100"/>
          <p14:tracePt t="203448" x="2533650" y="5880100"/>
          <p14:tracePt t="203469" x="2527300" y="5886450"/>
          <p14:tracePt t="203483" x="2520950" y="5886450"/>
          <p14:tracePt t="203518" x="2508250" y="5892800"/>
          <p14:tracePt t="203540" x="2501900" y="5892800"/>
          <p14:tracePt t="203560" x="2495550" y="5899150"/>
          <p14:tracePt t="203567" x="2489200" y="5899150"/>
          <p14:tracePt t="203588" x="2482850" y="5905500"/>
          <p14:tracePt t="203609" x="2476500" y="5905500"/>
          <p14:tracePt t="203637" x="2476500" y="5911850"/>
          <p14:tracePt t="203659" x="2470150" y="5918200"/>
          <p14:tracePt t="203672" x="2463800" y="5924550"/>
          <p14:tracePt t="203680" x="2457450" y="5937250"/>
          <p14:tracePt t="203690" x="2451100" y="5943600"/>
          <p14:tracePt t="203706" x="2438400" y="5956300"/>
          <p14:tracePt t="203723" x="2419350" y="5988050"/>
          <p14:tracePt t="203740" x="2406650" y="6007100"/>
          <p14:tracePt t="203757" x="2374900" y="6045200"/>
          <p14:tracePt t="203773" x="2349500" y="6089650"/>
          <p14:tracePt t="203790" x="2336800" y="6102350"/>
          <p14:tracePt t="203806" x="2305050" y="6134100"/>
          <p14:tracePt t="203823" x="2292350" y="6172200"/>
          <p14:tracePt t="203840" x="2279650" y="6184900"/>
          <p14:tracePt t="203856" x="2266950" y="6191250"/>
          <p14:tracePt t="203873" x="2260600" y="6210300"/>
          <p14:tracePt t="203890" x="2260600" y="6216650"/>
          <p14:tracePt t="203906" x="2260600" y="6223000"/>
          <p14:tracePt t="203922" x="2260600" y="6229350"/>
          <p14:tracePt t="203940" x="2254250" y="6235700"/>
          <p14:tracePt t="203972" x="2247900" y="6235700"/>
          <p14:tracePt t="203992" x="2241550" y="6242050"/>
          <p14:tracePt t="204005" x="2228850" y="6242050"/>
          <p14:tracePt t="207459" x="2241550" y="6248400"/>
          <p14:tracePt t="207465" x="2273300" y="6261100"/>
          <p14:tracePt t="207480" x="2324100" y="6267450"/>
          <p14:tracePt t="207496" x="2393950" y="6273800"/>
          <p14:tracePt t="207510" x="2470150" y="6273800"/>
          <p14:tracePt t="207527" x="2546350" y="6273800"/>
          <p14:tracePt t="207543" x="2705100" y="6254750"/>
          <p14:tracePt t="207577" x="2781300" y="6242050"/>
          <p14:tracePt t="207593" x="2863850" y="6229350"/>
          <p14:tracePt t="207610" x="2882900" y="6216650"/>
          <p14:tracePt t="207627" x="2895600" y="6197600"/>
          <p14:tracePt t="207643" x="2901950" y="6197600"/>
          <p14:tracePt t="207660" x="2914650" y="6172200"/>
          <p14:tracePt t="207676" x="2921000" y="6165850"/>
          <p14:tracePt t="207693" x="2927350" y="6146800"/>
          <p14:tracePt t="207709" x="2933700" y="6140450"/>
          <p14:tracePt t="207726" x="2933700" y="6134100"/>
          <p14:tracePt t="207743" x="2940050" y="6121400"/>
          <p14:tracePt t="207760" x="2940050" y="6115050"/>
          <p14:tracePt t="207775" x="2940050" y="6108700"/>
          <p14:tracePt t="207792" x="2940050" y="6102350"/>
          <p14:tracePt t="207809" x="2940050" y="6096000"/>
          <p14:tracePt t="207845" x="2940050" y="6089650"/>
          <p14:tracePt t="207894" x="2940050" y="6083300"/>
          <p14:tracePt t="207929" x="2940050" y="6076950"/>
          <p14:tracePt t="207957" x="2946400" y="6070600"/>
          <p14:tracePt t="207964" x="2946400" y="6064250"/>
          <p14:tracePt t="207978" x="2946400" y="6057900"/>
          <p14:tracePt t="207992" x="2965450" y="6051550"/>
          <p14:tracePt t="208008" x="2971800" y="6026150"/>
          <p14:tracePt t="208318" x="2990850" y="6026150"/>
          <p14:tracePt t="208326" x="3022600" y="6013450"/>
          <p14:tracePt t="208341" x="3079750" y="5975350"/>
          <p14:tracePt t="208347" x="3162300" y="5937250"/>
          <p14:tracePt t="208357" x="3244850" y="5880100"/>
          <p14:tracePt t="208373" x="3340100" y="5810250"/>
          <p14:tracePt t="208390" x="3505200" y="5651500"/>
          <p14:tracePt t="208407" x="3619500" y="5549900"/>
          <p14:tracePt t="208425" x="4006850" y="5175250"/>
          <p14:tracePt t="208440" x="4203700" y="4997450"/>
          <p14:tracePt t="208457" x="4368800" y="4838700"/>
          <p14:tracePt t="208474" x="4724400" y="4559300"/>
          <p14:tracePt t="208490" x="5099050" y="4254500"/>
          <p14:tracePt t="208507" x="5289550" y="4108450"/>
          <p14:tracePt t="208523" x="5613400" y="3848100"/>
          <p14:tracePt t="208540" x="5880100" y="3670300"/>
          <p14:tracePt t="208558" x="5981700" y="3619500"/>
          <p14:tracePt t="208573" x="6184900" y="3511550"/>
          <p14:tracePt t="208590" x="6343650" y="3422650"/>
          <p14:tracePt t="208607" x="6496050" y="3321050"/>
          <p14:tracePt t="208623" x="6565900" y="3257550"/>
          <p14:tracePt t="208640" x="6642100" y="3200400"/>
          <p14:tracePt t="208656" x="6769100" y="3079750"/>
          <p14:tracePt t="208673" x="6819900" y="3022600"/>
          <p14:tracePt t="208689" x="6864350" y="2965450"/>
          <p14:tracePt t="208705" x="6953250" y="2832100"/>
          <p14:tracePt t="208723" x="7004050" y="2762250"/>
          <p14:tracePt t="208740" x="7054850" y="2692400"/>
          <p14:tracePt t="208755" x="7150100" y="2489200"/>
          <p14:tracePt t="208772" x="7181850" y="2432050"/>
          <p14:tracePt t="208790" x="7226300" y="2336800"/>
          <p14:tracePt t="208805" x="7239000" y="2273300"/>
          <p14:tracePt t="208822" x="7258050" y="2241550"/>
          <p14:tracePt t="208839" x="7283450" y="2171700"/>
          <p14:tracePt t="208855" x="7296150" y="2152650"/>
          <p14:tracePt t="208872" x="7308850" y="2114550"/>
          <p14:tracePt t="208889" x="7315200" y="2082800"/>
          <p14:tracePt t="208905" x="7315200" y="2070100"/>
          <p14:tracePt t="208922" x="7321550" y="2038350"/>
          <p14:tracePt t="208938" x="7327900" y="2019300"/>
          <p14:tracePt t="208955" x="7327900" y="2006600"/>
          <p14:tracePt t="208972" x="7327900" y="2000250"/>
          <p14:tracePt t="209004" x="7327900" y="2006600"/>
          <p14:tracePt t="209022" x="7321550" y="2019300"/>
          <p14:tracePt t="209038" x="7321550" y="2032000"/>
          <p14:tracePt t="209056" x="7315200" y="2044700"/>
          <p14:tracePt t="209071" x="7308850" y="2051050"/>
          <p14:tracePt t="209088" x="7308850" y="2057400"/>
          <p14:tracePt t="209105" x="7308850" y="2063750"/>
          <p14:tracePt t="209121" x="7302500" y="2070100"/>
          <p14:tracePt t="209138" x="7302500" y="2076450"/>
          <p14:tracePt t="209155" x="7289800" y="2082800"/>
          <p14:tracePt t="209171" x="7289800" y="2089150"/>
          <p14:tracePt t="209191" x="7283450" y="2095500"/>
          <p14:tracePt t="209204" x="7277100" y="2095500"/>
          <p14:tracePt t="209221" x="7270750" y="2101850"/>
          <p14:tracePt t="209260" x="7264400" y="2108200"/>
          <p14:tracePt t="209267" x="7258050" y="2108200"/>
          <p14:tracePt t="209281" x="7245350" y="2120900"/>
          <p14:tracePt t="209290" x="7232650" y="2133600"/>
          <p14:tracePt t="209303" x="7200900" y="2159000"/>
          <p14:tracePt t="209320" x="7143750" y="2197100"/>
          <p14:tracePt t="209337" x="6978650" y="2311400"/>
          <p14:tracePt t="209354" x="6851650" y="2400300"/>
          <p14:tracePt t="209371" x="6451600" y="2698750"/>
          <p14:tracePt t="209387" x="5899150" y="3117850"/>
          <p14:tracePt t="209403" x="5632450" y="3352800"/>
          <p14:tracePt t="209421" x="4895850" y="4025900"/>
          <p14:tracePt t="209437" x="4673600" y="4248150"/>
          <p14:tracePt t="209454" x="4241800" y="4692650"/>
          <p14:tracePt t="209471" x="3892550" y="5099050"/>
          <p14:tracePt t="209487" x="3733800" y="5295900"/>
          <p14:tracePt t="209503" x="3517900" y="5568950"/>
          <p14:tracePt t="209520" x="3340100" y="5816600"/>
          <p14:tracePt t="209536" x="3270250" y="5911850"/>
          <p14:tracePt t="209553" x="3136900" y="6045200"/>
          <p14:tracePt t="209570" x="3054350" y="6134100"/>
          <p14:tracePt t="209586" x="3028950" y="6159500"/>
          <p14:tracePt t="209605" x="2984500" y="6203950"/>
          <p14:tracePt t="209619" x="2952750" y="6242050"/>
          <p14:tracePt t="209636" x="2927350" y="6261100"/>
          <p14:tracePt t="209653" x="2895600" y="6286500"/>
          <p14:tracePt t="209656" x="2870200" y="6311900"/>
          <p14:tracePt t="209669" x="2838450" y="6337300"/>
          <p14:tracePt t="209686" x="2774950" y="6394450"/>
          <p14:tracePt t="209703" x="2705100" y="6451600"/>
          <p14:tracePt t="209719" x="2628900" y="6515100"/>
          <p14:tracePt t="209736" x="2590800" y="6540500"/>
          <p14:tracePt t="209752" x="2552700" y="6565900"/>
          <p14:tracePt t="209769" x="2527300" y="6572250"/>
          <p14:tracePt t="209786" x="2495550" y="6591300"/>
          <p14:tracePt t="209803" x="2495550" y="6597650"/>
          <p14:tracePt t="209819" x="2489200" y="6597650"/>
          <p14:tracePt t="209940" x="2489200" y="6584950"/>
          <p14:tracePt t="209961" x="2495550" y="6578600"/>
          <p14:tracePt t="209970" x="2495550" y="6572250"/>
          <p14:tracePt t="209990" x="2501900" y="6572250"/>
          <p14:tracePt t="210011" x="2501900" y="6565900"/>
          <p14:tracePt t="210032" x="2508250" y="6559550"/>
          <p14:tracePt t="210060" x="2514600" y="6546850"/>
          <p14:tracePt t="210075" x="2520950" y="6546850"/>
          <p14:tracePt t="210096" x="2527300" y="6540500"/>
          <p14:tracePt t="210103" x="2540000" y="6534150"/>
          <p14:tracePt t="210109" x="2552700" y="6521450"/>
          <p14:tracePt t="210124" x="2571750" y="6515100"/>
          <p14:tracePt t="210134" x="2590800" y="6496050"/>
          <p14:tracePt t="210152" x="2635250" y="6470650"/>
          <p14:tracePt t="210167" x="2673350" y="6445250"/>
          <p14:tracePt t="210171" x="2705100" y="6438900"/>
          <p14:tracePt t="210184" x="2736850" y="6419850"/>
          <p14:tracePt t="210201" x="2806700" y="6394450"/>
          <p14:tracePt t="210218" x="2838450" y="6381750"/>
          <p14:tracePt t="210234" x="2870200" y="6375400"/>
          <p14:tracePt t="210250" x="2959100" y="6362700"/>
          <p14:tracePt t="210267" x="2984500" y="6362700"/>
          <p14:tracePt t="210284" x="3022600" y="6362700"/>
          <p14:tracePt t="210300" x="3098800" y="6362700"/>
          <p14:tracePt t="210317" x="3200400" y="6381750"/>
          <p14:tracePt t="210335" x="3340100" y="6388100"/>
          <p14:tracePt t="210350" x="3416300" y="6400800"/>
          <p14:tracePt t="210367" x="3556000" y="6407150"/>
          <p14:tracePt t="210384" x="3714750" y="6407150"/>
          <p14:tracePt t="210400" x="3778250" y="6419850"/>
          <p14:tracePt t="210417" x="3898900" y="6438900"/>
          <p14:tracePt t="210433" x="4019550" y="6464300"/>
          <p14:tracePt t="210450" x="4070350" y="6470650"/>
          <p14:tracePt t="210467" x="4203700" y="6489700"/>
          <p14:tracePt t="210483" x="4305300" y="6508750"/>
          <p14:tracePt t="210500" x="4349750" y="6508750"/>
          <p14:tracePt t="210518" x="4406900" y="6515100"/>
          <p14:tracePt t="210533" x="4457700" y="6515100"/>
          <p14:tracePt t="210550" x="4476750" y="6508750"/>
          <p14:tracePt t="210566" x="4502150" y="6502400"/>
          <p14:tracePt t="210583" x="4514850" y="6502400"/>
          <p14:tracePt t="210600" x="4540250" y="6496050"/>
          <p14:tracePt t="210616" x="4565650" y="6483350"/>
          <p14:tracePt t="210633" x="4578350" y="6477000"/>
          <p14:tracePt t="210650" x="4610100" y="6477000"/>
          <p14:tracePt t="210665" x="4622800" y="6477000"/>
          <p14:tracePt t="210682" x="4635500" y="6470650"/>
          <p14:tracePt t="210700" x="4667250" y="6470650"/>
          <p14:tracePt t="210716" x="4699000" y="6464300"/>
          <p14:tracePt t="210732" x="4724400" y="6464300"/>
          <p14:tracePt t="210749" x="4768850" y="6464300"/>
          <p14:tracePt t="210765" x="4851400" y="6457950"/>
          <p14:tracePt t="210782" x="4889500" y="6445250"/>
          <p14:tracePt t="210799" x="4965700" y="6432550"/>
          <p14:tracePt t="213684" x="4984750" y="6432550"/>
          <p14:tracePt t="213691" x="5016500" y="6432550"/>
          <p14:tracePt t="213706" x="5060950" y="6432550"/>
          <p14:tracePt t="213711" x="5111750" y="6432550"/>
          <p14:tracePt t="213726" x="5168900" y="6432550"/>
          <p14:tracePt t="213739" x="5232400" y="6432550"/>
          <p14:tracePt t="213755" x="5422900" y="6432550"/>
          <p14:tracePt t="213772" x="5518150" y="6432550"/>
          <p14:tracePt t="213789" x="5797550" y="6445250"/>
          <p14:tracePt t="213805" x="6038850" y="6477000"/>
          <p14:tracePt t="213822" x="6159500" y="6489700"/>
          <p14:tracePt t="213839" x="6286500" y="6508750"/>
          <p14:tracePt t="213855" x="6369050" y="6508750"/>
          <p14:tracePt t="213871" x="6388100" y="6508750"/>
          <p14:tracePt t="213888" x="6413500" y="6502400"/>
          <p14:tracePt t="213905" x="6426200" y="6489700"/>
          <p14:tracePt t="213922" x="6426200" y="6483350"/>
          <p14:tracePt t="213938" x="6426200" y="6477000"/>
          <p14:tracePt t="213954" x="6426200" y="6470650"/>
          <p14:tracePt t="213986" x="6419850" y="6470650"/>
          <p14:tracePt t="213993" x="6413500" y="6470650"/>
          <p14:tracePt t="214007" x="6407150" y="6470650"/>
          <p14:tracePt t="214028" x="6400800" y="6470650"/>
          <p14:tracePt t="214037" x="6394450" y="6470650"/>
          <p14:tracePt t="214054" x="6388100" y="6470650"/>
          <p14:tracePt t="214071" x="6369050" y="6464300"/>
          <p14:tracePt t="214088" x="6356350" y="6464300"/>
          <p14:tracePt t="214105" x="6343650" y="6457950"/>
          <p14:tracePt t="214120" x="6318250" y="6457950"/>
          <p14:tracePt t="214137" x="6292850" y="6457950"/>
          <p14:tracePt t="214154" x="6267450" y="6451600"/>
          <p14:tracePt t="214170" x="6242050" y="6445250"/>
          <p14:tracePt t="214187" x="6159500" y="6426200"/>
          <p14:tracePt t="214204" x="6076950" y="6419850"/>
          <p14:tracePt t="214220" x="6032500" y="6413500"/>
          <p14:tracePt t="214237" x="5981700" y="6413500"/>
          <p14:tracePt t="214241" x="5930900" y="6400800"/>
          <p14:tracePt t="214253" x="5861050" y="6400800"/>
          <p14:tracePt t="214270" x="5829300" y="6394450"/>
          <p14:tracePt t="214288" x="5791200" y="6394450"/>
          <p14:tracePt t="214303" x="5778500" y="6394450"/>
          <p14:tracePt t="214320" x="5759450" y="6388100"/>
          <p14:tracePt t="214337" x="5753100" y="6388100"/>
          <p14:tracePt t="214353" x="5746750" y="6388100"/>
          <p14:tracePt t="214394" x="5753100" y="6388100"/>
          <p14:tracePt t="214407" x="5759450" y="6388100"/>
          <p14:tracePt t="214419" x="5765800" y="6388100"/>
          <p14:tracePt t="214436" x="5797550" y="6381750"/>
          <p14:tracePt t="214453" x="5822950" y="6381750"/>
          <p14:tracePt t="214470" x="5911850" y="6381750"/>
          <p14:tracePt t="214486" x="6038850" y="6381750"/>
          <p14:tracePt t="214503" x="6115050" y="6381750"/>
          <p14:tracePt t="214520" x="6254750" y="6362700"/>
          <p14:tracePt t="214536" x="6375400" y="6362700"/>
          <p14:tracePt t="214552" x="6426200" y="6356350"/>
          <p14:tracePt t="214569" x="6508750" y="6343650"/>
          <p14:tracePt t="214586" x="6534150" y="6343650"/>
          <p14:tracePt t="214602" x="6572250" y="6337300"/>
          <p14:tracePt t="214619" x="6584950" y="6337300"/>
          <p14:tracePt t="214646" x="6584950" y="6330950"/>
          <p14:tracePt t="214667" x="6572250" y="6330950"/>
          <p14:tracePt t="214674" x="6559550" y="6330950"/>
          <p14:tracePt t="214689" x="6546850" y="6330950"/>
          <p14:tracePt t="214702" x="6527800" y="6330950"/>
          <p14:tracePt t="214719" x="6483350" y="6337300"/>
          <p14:tracePt t="214735" x="6464300" y="6337300"/>
          <p14:tracePt t="214752" x="6375400" y="6343650"/>
          <p14:tracePt t="214768" x="6216650" y="6362700"/>
          <p14:tracePt t="214785" x="6153150" y="6362700"/>
          <p14:tracePt t="214801" x="6038850" y="6362700"/>
          <p14:tracePt t="214818" x="5975350" y="6362700"/>
          <p14:tracePt t="214835" x="5962650" y="6362700"/>
          <p14:tracePt t="214851" x="5956300" y="6362700"/>
          <p14:tracePt t="214885" x="5956300" y="6356350"/>
          <p14:tracePt t="214901" x="5969000" y="6356350"/>
          <p14:tracePt t="214918" x="5975350" y="6356350"/>
          <p14:tracePt t="214934" x="6000750" y="6356350"/>
          <p14:tracePt t="214951" x="6051550" y="6343650"/>
          <p14:tracePt t="214968" x="6089650" y="6343650"/>
          <p14:tracePt t="214984" x="6197600" y="6324600"/>
          <p14:tracePt t="215001" x="6350000" y="6305550"/>
          <p14:tracePt t="215018" x="6521450" y="6267450"/>
          <p14:tracePt t="215034" x="6597650" y="6248400"/>
          <p14:tracePt t="215051" x="6705600" y="6229350"/>
          <p14:tracePt t="215068" x="6743700" y="6210300"/>
          <p14:tracePt t="215084" x="6743700" y="6203950"/>
          <p14:tracePt t="215101" x="6724650" y="6197600"/>
          <p14:tracePt t="215118" x="6673850" y="6197600"/>
          <p14:tracePt t="215134" x="6635750" y="6197600"/>
          <p14:tracePt t="215151" x="6572250" y="6197600"/>
          <p14:tracePt t="215167" x="6223000" y="6165850"/>
          <p14:tracePt t="215183" x="6057900" y="6153150"/>
          <p14:tracePt t="215202" x="5734050" y="6127750"/>
          <p14:tracePt t="215217" x="5619750" y="6121400"/>
          <p14:tracePt t="215233" x="5422900" y="6102350"/>
          <p14:tracePt t="215250" x="5321300" y="6089650"/>
          <p14:tracePt t="215267" x="5295900" y="6089650"/>
          <p14:tracePt t="215283" x="5283200" y="6089650"/>
          <p14:tracePt t="215316" x="5283200" y="6096000"/>
          <p14:tracePt t="215334" x="5314950" y="6102350"/>
          <p14:tracePt t="215349" x="5378450" y="6102350"/>
          <p14:tracePt t="215366" x="5422900" y="6089650"/>
          <p14:tracePt t="215383" x="5511800" y="6089650"/>
          <p14:tracePt t="215399" x="5651500" y="6089650"/>
          <p14:tracePt t="215416" x="5740400" y="6089650"/>
          <p14:tracePt t="215433" x="5918200" y="6089650"/>
          <p14:tracePt t="215450" x="6051550" y="6083300"/>
          <p14:tracePt t="215465" x="6089650" y="6076950"/>
          <p14:tracePt t="215483" x="6134100" y="6076950"/>
          <p14:tracePt t="215517" x="6140450" y="6076950"/>
          <p14:tracePt t="215552" x="6134100" y="6083300"/>
          <p14:tracePt t="215559" x="6127750" y="6083300"/>
          <p14:tracePt t="215573" x="6115050" y="6089650"/>
          <p14:tracePt t="215582" x="6102350" y="6089650"/>
          <p14:tracePt t="215599" x="6096000" y="6089650"/>
          <p14:tracePt t="215615" x="6076950" y="6096000"/>
          <p14:tracePt t="215632" x="6064250" y="6102350"/>
          <p14:tracePt t="215649" x="6057900" y="6102350"/>
          <p14:tracePt t="215665" x="6038850" y="6108700"/>
          <p14:tracePt t="215682" x="6026150" y="6108700"/>
          <p14:tracePt t="215700" x="6019800" y="6108700"/>
          <p14:tracePt t="215715" x="6013450" y="6115050"/>
          <p14:tracePt t="215732" x="5994400" y="6127750"/>
          <p14:tracePt t="215749" x="5969000" y="6140450"/>
          <p14:tracePt t="215766" x="5956300" y="6146800"/>
          <p14:tracePt t="215782" x="5943600" y="6153150"/>
          <p14:tracePt t="215798" x="5924550" y="6184900"/>
          <p14:tracePt t="215815" x="5924550" y="6191250"/>
          <p14:tracePt t="215831" x="5924550" y="6197600"/>
          <p14:tracePt t="215848" x="5943600" y="6203950"/>
          <p14:tracePt t="215865" x="6000750" y="6203950"/>
          <p14:tracePt t="215882" x="6108700" y="6191250"/>
          <p14:tracePt t="215898" x="6165850" y="6172200"/>
          <p14:tracePt t="215914" x="6248400" y="6140450"/>
          <p14:tracePt t="215931" x="6299200" y="6089650"/>
          <p14:tracePt t="215948" x="6311900" y="6070600"/>
          <p14:tracePt t="215965" x="6305550" y="6038850"/>
          <p14:tracePt t="215981" x="6267450" y="6000750"/>
          <p14:tracePt t="215997" x="6229350" y="5975350"/>
          <p14:tracePt t="216014" x="6159500" y="5949950"/>
          <p14:tracePt t="216030" x="5988050" y="5886450"/>
          <p14:tracePt t="216047" x="5886450" y="5873750"/>
          <p14:tracePt t="216065" x="5708650" y="5867400"/>
          <p14:tracePt t="216081" x="5588000" y="5880100"/>
          <p14:tracePt t="216097" x="5556250" y="5892800"/>
          <p14:tracePt t="216114" x="5537200" y="5911850"/>
          <p14:tracePt t="216130" x="5530850" y="5918200"/>
          <p14:tracePt t="216147" x="5530850" y="5930900"/>
          <p14:tracePt t="216164" x="5530850" y="5937250"/>
          <p14:tracePt t="216180" x="5537200" y="5937250"/>
          <p14:tracePt t="216196" x="5556250" y="5943600"/>
          <p14:tracePt t="216213" x="5594350" y="5943600"/>
          <p14:tracePt t="216230" x="5600700" y="5943600"/>
          <p14:tracePt t="216247" x="5645150" y="5943600"/>
          <p14:tracePt t="216264" x="5689600" y="5924550"/>
          <p14:tracePt t="216281" x="5715000" y="5911850"/>
          <p14:tracePt t="216296" x="5803900" y="5867400"/>
          <p14:tracePt t="216632" x="5638800" y="5867400"/>
          <p14:tracePt t="216647" x="5346700" y="5848350"/>
          <p14:tracePt t="216652" x="4984750" y="5848350"/>
          <p14:tracePt t="216661" x="4597400" y="5861050"/>
          <p14:tracePt t="216679" x="4286250" y="5861050"/>
          <p14:tracePt t="216695" x="3581400" y="5930900"/>
          <p14:tracePt t="216712" x="3441700" y="5943600"/>
          <p14:tracePt t="216728" x="3168650" y="6000750"/>
          <p14:tracePt t="216745" x="2940050" y="6019800"/>
          <p14:tracePt t="216761" x="2844800" y="6038850"/>
          <p14:tracePt t="216765" x="2768600" y="6057900"/>
          <p14:tracePt t="216779" x="2711450" y="6070600"/>
          <p14:tracePt t="216795" x="2654300" y="6083300"/>
          <p14:tracePt t="216812" x="2635250" y="6089650"/>
          <p14:tracePt t="216828" x="2628900" y="6096000"/>
          <p14:tracePt t="216844" x="2628900" y="6108700"/>
          <p14:tracePt t="216884" x="2628900" y="6115050"/>
          <p14:tracePt t="216913" x="2628900" y="6121400"/>
          <p14:tracePt t="216933" x="2628900" y="6127750"/>
          <p14:tracePt t="216955" x="2635250" y="6127750"/>
          <p14:tracePt t="216983" x="2635250" y="6134100"/>
          <p14:tracePt t="217025" x="2641600" y="6134100"/>
          <p14:tracePt t="217053" x="2647950" y="6140450"/>
          <p14:tracePt t="217067" x="2654300" y="6140450"/>
          <p14:tracePt t="217074" x="2660650" y="6140450"/>
          <p14:tracePt t="217088" x="2667000" y="6140450"/>
          <p14:tracePt t="217097" x="2673350" y="6140450"/>
          <p14:tracePt t="217110" x="2686050" y="6140450"/>
          <p14:tracePt t="217127" x="2730500" y="6140450"/>
          <p14:tracePt t="217144" x="2806700" y="6140450"/>
          <p14:tracePt t="217160" x="2870200" y="6140450"/>
          <p14:tracePt t="217177" x="3022600" y="6140450"/>
          <p14:tracePt t="217194" x="3187700" y="6146800"/>
          <p14:tracePt t="217210" x="3276600" y="6159500"/>
          <p14:tracePt t="217227" x="3371850" y="6165850"/>
          <p14:tracePt t="217243" x="3587750" y="6178550"/>
          <p14:tracePt t="217259" x="3613150" y="6178550"/>
          <p14:tracePt t="217277" x="3657600" y="6178550"/>
          <p14:tracePt t="217328" x="3651250" y="6178550"/>
          <p14:tracePt t="217348" x="3644900" y="6178550"/>
          <p14:tracePt t="217355" x="3638550" y="6178550"/>
          <p14:tracePt t="217446" x="3632200" y="6178550"/>
          <p14:tracePt t="217453" x="3625850" y="6178550"/>
          <p14:tracePt t="217474" x="3625850" y="6172200"/>
          <p14:tracePt t="218410" x="3676650" y="6172200"/>
          <p14:tracePt t="218416" x="3752850" y="6172200"/>
          <p14:tracePt t="218431" x="3854450" y="6178550"/>
          <p14:tracePt t="218439" x="3968750" y="6184900"/>
          <p14:tracePt t="218455" x="4152900" y="6210300"/>
          <p14:tracePt t="218473" x="4673600" y="6286500"/>
          <p14:tracePt t="218489" x="5257800" y="6413500"/>
          <p14:tracePt t="218505" x="5518150" y="6489700"/>
          <p14:tracePt t="218523" x="5949950" y="6597650"/>
          <p14:tracePt t="218539" x="6184900" y="6673850"/>
          <p14:tracePt t="218555" x="6267450" y="6705600"/>
          <p14:tracePt t="218572" x="6375400" y="6731000"/>
          <p14:tracePt t="218588" x="6400800" y="6731000"/>
          <p14:tracePt t="218605" x="6419850" y="6731000"/>
          <p14:tracePt t="218622" x="6426200" y="6731000"/>
          <p14:tracePt t="218649" x="6419850" y="6731000"/>
          <p14:tracePt t="218670" x="6413500" y="6731000"/>
          <p14:tracePt t="218677" x="6407150" y="6731000"/>
          <p14:tracePt t="218740" x="6407150" y="6724650"/>
          <p14:tracePt t="218747" x="6400800" y="6724650"/>
          <p14:tracePt t="218768" x="6400800" y="6718300"/>
          <p14:tracePt t="218783" x="6394450" y="6711950"/>
          <p14:tracePt t="218791" x="6394450" y="6699250"/>
          <p14:tracePt t="218805" x="6388100" y="6680200"/>
          <p14:tracePt t="218821" x="6375400" y="6635750"/>
          <p14:tracePt t="218838" x="6362700" y="6584950"/>
          <p14:tracePt t="218854" x="6356350" y="6565900"/>
          <p14:tracePt t="218871" x="6350000" y="6546850"/>
          <p14:tracePt t="218888" x="6324600" y="6496050"/>
          <p14:tracePt t="218904" x="6318250" y="6470650"/>
          <p14:tracePt t="218921" x="6280150" y="6445250"/>
          <p14:tracePt t="218937" x="6261100" y="6432550"/>
          <p14:tracePt t="218954" x="6223000" y="6400800"/>
          <p14:tracePt t="218970" x="6210300" y="6388100"/>
          <p14:tracePt t="218987" x="6191250" y="6388100"/>
          <p14:tracePt t="219004" x="6159500" y="6381750"/>
          <p14:tracePt t="219021" x="6146800" y="6375400"/>
          <p14:tracePt t="219037" x="6127750" y="6375400"/>
          <p14:tracePt t="219053" x="6115050" y="6375400"/>
          <p14:tracePt t="219086" x="6108700" y="6381750"/>
          <p14:tracePt t="219121" x="6108700" y="6388100"/>
          <p14:tracePt t="219148" x="6108700" y="6394450"/>
          <p14:tracePt t="219197" x="6115050" y="6400800"/>
          <p14:tracePt t="219218" x="6121400" y="6407150"/>
          <p14:tracePt t="219252" x="6127750" y="6413500"/>
          <p14:tracePt t="219288" x="6134100" y="6413500"/>
          <p14:tracePt t="222662" x="6121400" y="6413500"/>
          <p14:tracePt t="222676" x="6108700" y="6407150"/>
          <p14:tracePt t="222683" x="6083300" y="6400800"/>
          <p14:tracePt t="222691" x="6057900" y="6394450"/>
          <p14:tracePt t="222707" x="6026150" y="6388100"/>
          <p14:tracePt t="222725" x="5962650" y="6356350"/>
          <p14:tracePt t="222740" x="5930900" y="6337300"/>
          <p14:tracePt t="222757" x="5848350" y="6305550"/>
          <p14:tracePt t="222775" x="5759450" y="6248400"/>
          <p14:tracePt t="222790" x="5715000" y="6216650"/>
          <p14:tracePt t="222807" x="5600700" y="6140450"/>
          <p14:tracePt t="222824" x="5480050" y="6051550"/>
          <p14:tracePt t="222840" x="5422900" y="6013450"/>
          <p14:tracePt t="222857" x="5308600" y="5937250"/>
          <p14:tracePt t="222874" x="5251450" y="5886450"/>
          <p14:tracePt t="222890" x="5207000" y="5854700"/>
          <p14:tracePt t="222908" x="5105400" y="5797550"/>
          <p14:tracePt t="222923" x="5060950" y="5759450"/>
          <p14:tracePt t="222940" x="4921250" y="5702300"/>
          <p14:tracePt t="222957" x="4749800" y="5619750"/>
          <p14:tracePt t="222973" x="4641850" y="5575300"/>
          <p14:tracePt t="222990" x="4457700" y="5505450"/>
          <p14:tracePt t="223007" x="4298950" y="5467350"/>
          <p14:tracePt t="223023" x="4222750" y="5448300"/>
          <p14:tracePt t="223040" x="4064000" y="5378450"/>
          <p14:tracePt t="223056" x="3917950" y="5327650"/>
          <p14:tracePt t="223073" x="3835400" y="5308600"/>
          <p14:tracePt t="223090" x="3727450" y="5257800"/>
          <p14:tracePt t="223106" x="3638550" y="5226050"/>
          <p14:tracePt t="223123" x="3600450" y="5219700"/>
          <p14:tracePt t="223140" x="3524250" y="5194300"/>
          <p14:tracePt t="223156" x="3486150" y="5187950"/>
          <p14:tracePt t="223172" x="3460750" y="5181600"/>
          <p14:tracePt t="223189" x="3435350" y="5175250"/>
          <p14:tracePt t="223206" x="3429000" y="5162550"/>
          <p14:tracePt t="223222" x="3416300" y="5162550"/>
          <p14:tracePt t="223239" x="3403600" y="5149850"/>
          <p14:tracePt t="223256" x="3378200" y="5143500"/>
          <p14:tracePt t="223274" x="3384550" y="5143500"/>
          <p14:tracePt t="223737" x="3390900" y="5143500"/>
          <p14:tracePt t="223744" x="3397250" y="5149850"/>
          <p14:tracePt t="223786" x="3397250" y="5156200"/>
          <p14:tracePt t="223807" x="3409950" y="5162550"/>
          <p14:tracePt t="223814" x="3409950" y="5168900"/>
          <p14:tracePt t="223884" x="3422650" y="5168900"/>
          <p14:tracePt t="223905" x="3422650" y="5156200"/>
          <p14:tracePt t="223927" x="3416300" y="5149850"/>
          <p14:tracePt t="223940" x="3416300" y="5143500"/>
          <p14:tracePt t="223947" x="3416300" y="5137150"/>
          <p14:tracePt t="223956" x="3409950" y="5130800"/>
          <p14:tracePt t="223971" x="3397250" y="5118100"/>
          <p14:tracePt t="223987" x="3384550" y="5099050"/>
          <p14:tracePt t="224003" x="3308350" y="5048250"/>
          <p14:tracePt t="224019" x="3181350" y="4972050"/>
          <p14:tracePt t="224036" x="3111500" y="4927600"/>
          <p14:tracePt t="224053" x="2940050" y="4857750"/>
          <p14:tracePt t="224070" x="2743200" y="4787900"/>
          <p14:tracePt t="224086" x="2635250" y="4756150"/>
          <p14:tracePt t="224103" x="2451100" y="4711700"/>
          <p14:tracePt t="224119" x="2298700" y="4692650"/>
          <p14:tracePt t="224137" x="2178050" y="4686300"/>
          <p14:tracePt t="224152" x="2127250" y="4686300"/>
          <p14:tracePt t="224169" x="2063750" y="4686300"/>
          <p14:tracePt t="224187" x="2000250" y="4686300"/>
          <p14:tracePt t="224202" x="1981200" y="4686300"/>
          <p14:tracePt t="224219" x="1962150" y="4692650"/>
          <p14:tracePt t="224236" x="1898650" y="4692650"/>
          <p14:tracePt t="224252" x="1885950" y="4692650"/>
          <p14:tracePt t="224269" x="1860550" y="4699000"/>
          <p14:tracePt t="224286" x="1816100" y="4699000"/>
          <p14:tracePt t="224302" x="1778000" y="4699000"/>
          <p14:tracePt t="224319" x="1733550" y="4699000"/>
          <p14:tracePt t="224335" x="1714500" y="4699000"/>
          <p14:tracePt t="224352" x="1682750" y="4679950"/>
          <p14:tracePt t="224369" x="1663700" y="4673600"/>
          <p14:tracePt t="224385" x="1657350" y="4667250"/>
          <p14:tracePt t="224402" x="1644650" y="4660900"/>
          <p14:tracePt t="224419" x="1638300" y="4648200"/>
          <p14:tracePt t="224435" x="1631950" y="4641850"/>
          <p14:tracePt t="224452" x="1625600" y="4635500"/>
          <p14:tracePt t="224469" x="1625600" y="4629150"/>
          <p14:tracePt t="224502" x="1625600" y="4622800"/>
          <p14:tracePt t="224518" x="1625600" y="4616450"/>
          <p14:tracePt t="224553" x="1625600" y="4610100"/>
          <p14:tracePt t="224580" x="1631950" y="4603750"/>
          <p14:tracePt t="224587" x="1638300" y="4603750"/>
          <p14:tracePt t="224608" x="1638300" y="4597400"/>
          <p14:tracePt t="224629" x="1644650" y="4597400"/>
          <p14:tracePt t="224650" x="1651000" y="4591050"/>
          <p14:tracePt t="224671" x="1657350" y="4591050"/>
          <p14:tracePt t="224692" x="1663700" y="4591050"/>
          <p14:tracePt t="224698" x="1670050" y="4591050"/>
          <p14:tracePt t="224713" x="1676400" y="4591050"/>
          <p14:tracePt t="224720" x="1676400" y="4584700"/>
          <p14:tracePt t="224741" x="1682750" y="4584700"/>
          <p14:tracePt t="224750" x="1682750" y="4578350"/>
          <p14:tracePt t="224767" x="1689100" y="4578350"/>
          <p14:tracePt t="224790" x="1701800" y="4572000"/>
          <p14:tracePt t="224819" x="1708150" y="4565650"/>
          <p14:tracePt t="224832" x="1714500" y="4565650"/>
          <p14:tracePt t="224861" x="1720850" y="4559300"/>
          <p14:tracePt t="224910" x="1727200" y="4559300"/>
          <p14:tracePt t="224931" x="1733550" y="4552950"/>
          <p14:tracePt t="224973" x="1739900" y="4546600"/>
          <p14:tracePt t="224980" x="1746250" y="4546600"/>
          <p14:tracePt t="225008" x="1746250" y="4540250"/>
          <p14:tracePt t="225029" x="1746250" y="4533900"/>
          <p14:tracePt t="225051" x="1739900" y="4527550"/>
          <p14:tracePt t="225078" x="1733550" y="4527550"/>
          <p14:tracePt t="225092" x="1727200" y="4521200"/>
          <p14:tracePt t="225134" x="1720850" y="4521200"/>
          <p14:tracePt t="225141" x="1714500" y="4514850"/>
          <p14:tracePt t="225149" x="1708150" y="4514850"/>
          <p14:tracePt t="225170" x="1701800" y="4514850"/>
          <p14:tracePt t="225191" x="1695450" y="4514850"/>
          <p14:tracePt t="225205" x="1689100" y="4514850"/>
          <p14:tracePt t="225234" x="1682750" y="4514850"/>
          <p14:tracePt t="225239" x="1676400" y="4514850"/>
          <p14:tracePt t="225261" x="1670050" y="4514850"/>
          <p14:tracePt t="225275" x="1663700" y="4514850"/>
          <p14:tracePt t="225285" x="1657350" y="4514850"/>
          <p14:tracePt t="225299" x="1651000" y="4521200"/>
          <p14:tracePt t="225324" x="1644650" y="4521200"/>
          <p14:tracePt t="225332" x="1638300" y="4521200"/>
          <p14:tracePt t="225352" x="1631950" y="4521200"/>
          <p14:tracePt t="225365" x="1631950" y="4527550"/>
          <p14:tracePt t="225381" x="1619250" y="4527550"/>
          <p14:tracePt t="225415" x="1612900" y="4533900"/>
          <p14:tracePt t="225431" x="1606550" y="4533900"/>
          <p14:tracePt t="225465" x="1600200" y="4540250"/>
          <p14:tracePt t="225481" x="1593850" y="4540250"/>
          <p14:tracePt t="225497" x="1587500" y="4540250"/>
          <p14:tracePt t="225520" x="1581150" y="4546600"/>
          <p14:tracePt t="225542" x="1581150" y="4552950"/>
          <p14:tracePt t="225570" x="1581150" y="4559300"/>
          <p14:tracePt t="225584" x="1581150" y="4565650"/>
          <p14:tracePt t="225612" x="1581150" y="4572000"/>
          <p14:tracePt t="225633" x="1581150" y="4584700"/>
          <p14:tracePt t="225661" x="1581150" y="4591050"/>
          <p14:tracePt t="225682" x="1581150" y="4597400"/>
          <p14:tracePt t="225696" x="1581150" y="4603750"/>
          <p14:tracePt t="225704" x="1581150" y="4610100"/>
          <p14:tracePt t="225714" x="1581150" y="4616450"/>
          <p14:tracePt t="225734" x="1581150" y="4622800"/>
          <p14:tracePt t="225747" x="1581150" y="4629150"/>
          <p14:tracePt t="225764" x="1581150" y="4635500"/>
          <p14:tracePt t="225781" x="1581150" y="4679950"/>
          <p14:tracePt t="225797" x="1581150" y="4692650"/>
          <p14:tracePt t="225813" x="1581150" y="4705350"/>
          <p14:tracePt t="225830" x="1581150" y="4730750"/>
          <p14:tracePt t="225847" x="1581150" y="4756150"/>
          <p14:tracePt t="225880" x="1581150" y="4762500"/>
          <p14:tracePt t="225896" x="1581150" y="4768850"/>
          <p14:tracePt t="225935" x="1581150" y="4775200"/>
          <p14:tracePt t="226013" x="1581150" y="4781550"/>
          <p14:tracePt t="226075" x="1581150" y="4787900"/>
          <p14:tracePt t="226132" x="1581150" y="4794250"/>
          <p14:tracePt t="226174" x="1587500" y="4794250"/>
          <p14:tracePt t="226202" x="1593850" y="4794250"/>
          <p14:tracePt t="226223" x="1600200" y="4794250"/>
          <p14:tracePt t="226238" x="1606550" y="4794250"/>
          <p14:tracePt t="226265" x="1612900" y="4794250"/>
          <p14:tracePt t="226286" x="1619250" y="4794250"/>
          <p14:tracePt t="226293" x="1625600" y="4794250"/>
          <p14:tracePt t="226307" x="1631950" y="4794250"/>
          <p14:tracePt t="226330" x="1638300" y="4787900"/>
          <p14:tracePt t="226335" x="1644650" y="4787900"/>
          <p14:tracePt t="226364" x="1651000" y="4787900"/>
          <p14:tracePt t="226377" x="1657350" y="4787900"/>
          <p14:tracePt t="226399" x="1663700" y="4787900"/>
          <p14:tracePt t="226406" x="1670050" y="4787900"/>
          <p14:tracePt t="226414" x="1676400" y="4787900"/>
          <p14:tracePt t="226455" x="1682750" y="4787900"/>
          <p14:tracePt t="226476" x="1682750" y="4781550"/>
          <p14:tracePt t="226483" x="1689100" y="4781550"/>
          <p14:tracePt t="226546" x="1689100" y="4775200"/>
          <p14:tracePt t="226553" x="1689100" y="4768850"/>
          <p14:tracePt t="226574" x="1689100" y="4762500"/>
          <p14:tracePt t="226610" x="1682750" y="4762500"/>
          <p14:tracePt t="226623" x="1676400" y="4762500"/>
          <p14:tracePt t="226646" x="1670050" y="4756150"/>
          <p14:tracePt t="226666" x="1663700" y="4756150"/>
          <p14:tracePt t="226680" x="1657350" y="4756150"/>
          <p14:tracePt t="226701" x="1651000" y="4749800"/>
          <p14:tracePt t="226729" x="1644650" y="4743450"/>
          <p14:tracePt t="226736" x="1638300" y="4743450"/>
          <p14:tracePt t="226750" x="1638300" y="4737100"/>
          <p14:tracePt t="226760" x="1631950" y="4737100"/>
          <p14:tracePt t="226778" x="1625600" y="4730750"/>
          <p14:tracePt t="226793" x="1619250" y="4730750"/>
          <p14:tracePt t="226811" x="1619250" y="4718050"/>
          <p14:tracePt t="226827" x="1612900" y="4711700"/>
          <p14:tracePt t="226843" x="1612900" y="4705350"/>
          <p14:tracePt t="226860" x="1612900" y="4686300"/>
          <p14:tracePt t="226877" x="1612900" y="4673600"/>
          <p14:tracePt t="226893" x="1612900" y="4660900"/>
          <p14:tracePt t="226910" x="1612900" y="4635500"/>
          <p14:tracePt t="226926" x="1619250" y="4610100"/>
          <p14:tracePt t="226943" x="1619250" y="4603750"/>
          <p14:tracePt t="226961" x="1625600" y="4591050"/>
          <p14:tracePt t="226976" x="1631950" y="4584700"/>
          <p14:tracePt t="226993" x="1638300" y="4584700"/>
          <p14:tracePt t="227025" x="1651000" y="4578350"/>
          <p14:tracePt t="227046" x="1657350" y="4578350"/>
          <p14:tracePt t="227066" x="1663700" y="4578350"/>
          <p14:tracePt t="227108" x="1670050" y="4578350"/>
          <p14:tracePt t="227115" x="1676400" y="4578350"/>
          <p14:tracePt t="227136" x="1682750" y="4578350"/>
          <p14:tracePt t="227157" x="1689100" y="4578350"/>
          <p14:tracePt t="227171" x="1689100" y="4584700"/>
          <p14:tracePt t="227179" x="1695450" y="4584700"/>
          <p14:tracePt t="227192" x="1695450" y="4591050"/>
          <p14:tracePt t="227209" x="1701800" y="4603750"/>
          <p14:tracePt t="227225" x="1708150" y="4616450"/>
          <p14:tracePt t="227242" x="1778000" y="4673600"/>
          <p14:tracePt t="227259" x="1917700" y="4806950"/>
          <p14:tracePt t="227276" x="2063750" y="4914900"/>
          <p14:tracePt t="227292" x="2533650" y="5226050"/>
          <p14:tracePt t="227309" x="2838450" y="5410200"/>
          <p14:tracePt t="227326" x="3194050" y="5607050"/>
          <p14:tracePt t="227341" x="4000500" y="6007100"/>
          <p14:tracePt t="227358" x="4419600" y="6191250"/>
          <p14:tracePt t="227375" x="5162550" y="6515100"/>
          <p14:tracePt t="227392" x="5784850" y="6692900"/>
          <p14:tracePt t="227408" x="5969000" y="6743700"/>
          <p14:tracePt t="227425" x="6197600" y="6775450"/>
          <p14:tracePt t="227441" x="6286500" y="6775450"/>
          <p14:tracePt t="227458" x="6413500" y="6775450"/>
          <p14:tracePt t="227474" x="6457950" y="6775450"/>
          <p14:tracePt t="227491" x="6553200" y="6756400"/>
          <p14:tracePt t="227508" x="6591300" y="6737350"/>
          <p14:tracePt t="227525" x="6635750" y="6711950"/>
          <p14:tracePt t="227541" x="6692900" y="6673850"/>
          <p14:tracePt t="227558" x="6724650" y="6661150"/>
          <p14:tracePt t="227574" x="6750050" y="6635750"/>
          <p14:tracePt t="227591" x="6769100" y="6629400"/>
          <p14:tracePt t="227608" x="6781800" y="6616700"/>
          <p14:tracePt t="227624" x="6813550" y="6597650"/>
          <p14:tracePt t="227642" x="6845300" y="6591300"/>
          <p14:tracePt t="227657" x="6858000" y="6584950"/>
          <p14:tracePt t="227674" x="6877050" y="6578600"/>
          <p14:tracePt t="227691" x="6877050" y="6565900"/>
          <p14:tracePt t="227707" x="6877050" y="6559550"/>
          <p14:tracePt t="227724" x="6858000" y="6540500"/>
          <p14:tracePt t="227741" x="6826250" y="6521450"/>
          <p14:tracePt t="227757" x="6807200" y="6515100"/>
          <p14:tracePt t="227773" x="6724650" y="6489700"/>
          <p14:tracePt t="227790" x="6591300" y="6464300"/>
          <p14:tracePt t="227807" x="6502400" y="6451600"/>
          <p14:tracePt t="227824" x="6280150" y="6400800"/>
          <p14:tracePt t="227840" x="6051550" y="6369050"/>
          <p14:tracePt t="227856" x="5949950" y="6350000"/>
          <p14:tracePt t="227874" x="5765800" y="6330950"/>
          <p14:tracePt t="227890" x="5626100" y="6311900"/>
          <p14:tracePt t="227906" x="5575300" y="6311900"/>
          <p14:tracePt t="227910" x="5543550" y="6299200"/>
          <p14:tracePt t="227925" x="5518150" y="6299200"/>
          <p14:tracePt t="227940" x="5505450" y="6299200"/>
          <p14:tracePt t="227956" x="5486400" y="6299200"/>
          <p14:tracePt t="228014" x="5492750" y="6299200"/>
          <p14:tracePt t="228028" x="5499100" y="6299200"/>
          <p14:tracePt t="228042" x="5511800" y="6299200"/>
          <p14:tracePt t="228049" x="5524500" y="6299200"/>
          <p14:tracePt t="228064" x="5530850" y="6292850"/>
          <p14:tracePt t="228072" x="5543550" y="6292850"/>
          <p14:tracePt t="228088" x="5556250" y="6286500"/>
          <p14:tracePt t="228106" x="5575300" y="6280150"/>
          <p14:tracePt t="229022" x="5467350" y="6280150"/>
          <p14:tracePt t="229029" x="5340350" y="6267450"/>
          <p14:tracePt t="229043" x="5238750" y="6267450"/>
          <p14:tracePt t="229052" x="5143500" y="6267450"/>
          <p14:tracePt t="229069" x="5067300" y="6267450"/>
          <p14:tracePt t="229086" x="4978400" y="6286500"/>
          <p14:tracePt t="229102" x="4902200" y="6311900"/>
          <p14:tracePt t="229120" x="4870450" y="6318250"/>
          <p14:tracePt t="229135" x="4813300" y="6330950"/>
          <p14:tracePt t="229152" x="4762500" y="6356350"/>
          <p14:tracePt t="229169" x="4718050" y="6362700"/>
          <p14:tracePt t="229185" x="4699000" y="6369050"/>
          <p14:tracePt t="229202" x="4673600" y="6375400"/>
          <p14:tracePt t="229219" x="4546600" y="6394450"/>
          <p14:tracePt t="229235" x="4495800" y="6400800"/>
          <p14:tracePt t="229252" x="4438650" y="6419850"/>
          <p14:tracePt t="229268" x="4337050" y="6438900"/>
          <p14:tracePt t="229285" x="4203700" y="6438900"/>
          <p14:tracePt t="229302" x="4127500" y="6451600"/>
          <p14:tracePt t="229318" x="3949700" y="6470650"/>
          <p14:tracePt t="229335" x="3810000" y="6477000"/>
          <p14:tracePt t="229352" x="3663950" y="6489700"/>
          <p14:tracePt t="229368" x="3600450" y="6489700"/>
          <p14:tracePt t="229385" x="3467100" y="6464300"/>
          <p14:tracePt t="229401" x="3302000" y="6457950"/>
          <p14:tracePt t="229418" x="3225800" y="6445250"/>
          <p14:tracePt t="229421" x="3155950" y="6438900"/>
          <p14:tracePt t="229434" x="3105150" y="6426200"/>
          <p14:tracePt t="229451" x="2997200" y="6419850"/>
          <p14:tracePt t="229467" x="2959100" y="6419850"/>
          <p14:tracePt t="229485" x="2882900" y="6419850"/>
          <p14:tracePt t="229500" x="2800350" y="6419850"/>
          <p14:tracePt t="229517" x="2774950" y="6419850"/>
          <p14:tracePt t="229535" x="2705100" y="6432550"/>
          <p14:tracePt t="229551" x="2667000" y="6438900"/>
          <p14:tracePt t="229567" x="2641600" y="6438900"/>
          <p14:tracePt t="229584" x="2622550" y="6445250"/>
          <p14:tracePt t="229654" x="2622550" y="6438900"/>
          <p14:tracePt t="229661" x="2628900" y="6438900"/>
          <p14:tracePt t="229670" x="2635250" y="6438900"/>
          <p14:tracePt t="229684" x="2641600" y="6438900"/>
          <p14:tracePt t="229700" x="2660650" y="6438900"/>
          <p14:tracePt t="231132" x="2667000" y="6426200"/>
          <p14:tracePt t="231147" x="2673350" y="6394450"/>
          <p14:tracePt t="231153" x="2673350" y="6369050"/>
          <p14:tracePt t="231167" x="2667000" y="6330950"/>
          <p14:tracePt t="231178" x="2660650" y="6273800"/>
          <p14:tracePt t="231196" x="2641600" y="6121400"/>
          <p14:tracePt t="231211" x="2628900" y="5994400"/>
          <p14:tracePt t="231228" x="2597150" y="5657850"/>
          <p14:tracePt t="231245" x="2540000" y="5194300"/>
          <p14:tracePt t="231261" x="2508250" y="4953000"/>
          <p14:tracePt t="231278" x="2451100" y="4438650"/>
          <p14:tracePt t="231295" x="2406650" y="3975100"/>
          <p14:tracePt t="231312" x="2381250" y="3778250"/>
          <p14:tracePt t="231329" x="2355850" y="3429000"/>
          <p14:tracePt t="231344" x="2355850" y="3162300"/>
          <p14:tracePt t="231361" x="2374900" y="3035300"/>
          <p14:tracePt t="231379" x="2413000" y="2806700"/>
          <p14:tracePt t="231394" x="2444750" y="2584450"/>
          <p14:tracePt t="231411" x="2470150" y="2470150"/>
          <p14:tracePt t="231428" x="2520950" y="2273300"/>
          <p14:tracePt t="231444" x="2546350" y="2197100"/>
          <p14:tracePt t="231448" x="2578100" y="2127250"/>
          <p14:tracePt t="231460" x="2603500" y="2070100"/>
          <p14:tracePt t="231477" x="2673350" y="1968500"/>
          <p14:tracePt t="231494" x="2711450" y="1911350"/>
          <p14:tracePt t="231511" x="2781300" y="1822450"/>
          <p14:tracePt t="231528" x="2819400" y="1784350"/>
          <p14:tracePt t="231544" x="2889250" y="1708150"/>
          <p14:tracePt t="231561" x="2933700" y="1657350"/>
          <p14:tracePt t="231577" x="2990850" y="1631950"/>
          <p14:tracePt t="231593" x="3105150" y="1587500"/>
          <p14:tracePt t="231611" x="3155950" y="1587500"/>
          <p14:tracePt t="231627" x="3238500" y="1593850"/>
          <p14:tracePt t="231644" x="3282950" y="1619250"/>
          <p14:tracePt t="231660" x="3359150" y="1701800"/>
          <p14:tracePt t="231677" x="3460750" y="1835150"/>
          <p14:tracePt t="231695" x="3638550" y="2057400"/>
          <p14:tracePt t="231710" x="3759200" y="2216150"/>
          <p14:tracePt t="231727" x="3873500" y="2419350"/>
          <p14:tracePt t="231744" x="4171950" y="3238500"/>
          <p14:tracePt t="231760" x="4235450" y="3492500"/>
          <p14:tracePt t="231776" x="4273550" y="3695700"/>
          <p14:tracePt t="231793" x="4337050" y="4064000"/>
          <p14:tracePt t="231810" x="4368800" y="4324350"/>
          <p14:tracePt t="231826" x="4381500" y="4438650"/>
          <p14:tracePt t="231843" x="4375150" y="4641850"/>
          <p14:tracePt t="231859" x="4349750" y="4851400"/>
          <p14:tracePt t="231877" x="4260850" y="5060950"/>
          <p14:tracePt t="231892" x="4235450" y="5137150"/>
          <p14:tracePt t="231909" x="4133850" y="5270500"/>
          <p14:tracePt t="231926" x="4013200" y="5384800"/>
          <p14:tracePt t="231942" x="3956050" y="5435600"/>
          <p14:tracePt t="231946" x="3911600" y="5461000"/>
          <p14:tracePt t="231959" x="3848100" y="5480050"/>
          <p14:tracePt t="231975" x="3752850" y="5499100"/>
          <p14:tracePt t="231992" x="3714750" y="5499100"/>
          <p14:tracePt t="232009" x="3670300" y="5499100"/>
          <p14:tracePt t="232025" x="3479800" y="5410200"/>
          <p14:tracePt t="232042" x="3409950" y="5346700"/>
          <p14:tracePt t="232060" x="3263900" y="5181600"/>
          <p14:tracePt t="232075" x="3175000" y="5067300"/>
          <p14:tracePt t="232092" x="2984500" y="4635500"/>
          <p14:tracePt t="232109" x="2800350" y="4102100"/>
          <p14:tracePt t="232125" x="2686050" y="3810000"/>
          <p14:tracePt t="232142" x="2584450" y="3333750"/>
          <p14:tracePt t="232158" x="2546350" y="2971800"/>
          <p14:tracePt t="232175" x="2546350" y="2813050"/>
          <p14:tracePt t="232191" x="2584450" y="2559050"/>
          <p14:tracePt t="232208" x="2679700" y="2336800"/>
          <p14:tracePt t="232225" x="2743200" y="2241550"/>
          <p14:tracePt t="232242" x="2870200" y="2051050"/>
          <p14:tracePt t="232258" x="3035300" y="1898650"/>
          <p14:tracePt t="232274" x="3130550" y="1835150"/>
          <p14:tracePt t="232292" x="3314700" y="1784350"/>
          <p14:tracePt t="232308" x="3492500" y="1778000"/>
          <p14:tracePt t="232324" x="3568700" y="1797050"/>
          <p14:tracePt t="232341" x="3759200" y="1885950"/>
          <p14:tracePt t="232358" x="3854450" y="1949450"/>
          <p14:tracePt t="232374" x="4019550" y="2108200"/>
          <p14:tracePt t="232391" x="4210050" y="2336800"/>
          <p14:tracePt t="232407" x="4286250" y="2482850"/>
          <p14:tracePt t="232425" x="4381500" y="2800350"/>
          <p14:tracePt t="232440" x="4419600" y="3232150"/>
          <p14:tracePt t="232457" x="4419600" y="3441700"/>
          <p14:tracePt t="232461" x="4387850" y="3663950"/>
          <p14:tracePt t="232474" x="4343400" y="3892550"/>
          <p14:tracePt t="232490" x="4171950" y="4298950"/>
          <p14:tracePt t="232507" x="4076700" y="4495800"/>
          <p14:tracePt t="232524" x="3841750" y="4800600"/>
          <p14:tracePt t="232540" x="3594100" y="4984750"/>
          <p14:tracePt t="232557" x="3511550" y="5016500"/>
          <p14:tracePt t="232573" x="3365500" y="5067300"/>
          <p14:tracePt t="232590" x="3225800" y="5067300"/>
          <p14:tracePt t="232608" x="3079750" y="5003800"/>
          <p14:tracePt t="232623" x="2984500" y="4946650"/>
          <p14:tracePt t="232640" x="2914650" y="4908550"/>
          <p14:tracePt t="232657" x="2692400" y="4660900"/>
          <p14:tracePt t="232673" x="2628900" y="4540250"/>
          <p14:tracePt t="232690" x="2559050" y="4413250"/>
          <p14:tracePt t="232707" x="2482850" y="4152900"/>
          <p14:tracePt t="232723" x="2476500" y="3898900"/>
          <p14:tracePt t="232741" x="2501900" y="3752850"/>
          <p14:tracePt t="232756" x="2641600" y="3422650"/>
          <p14:tracePt t="232773" x="2857500" y="3022600"/>
          <p14:tracePt t="232790" x="3194050" y="2635250"/>
          <p14:tracePt t="232806" x="3333750" y="2520950"/>
          <p14:tracePt t="232823" x="3683000" y="2330450"/>
          <p14:tracePt t="232840" x="3962400" y="2286000"/>
          <p14:tracePt t="232856" x="4089400" y="2286000"/>
          <p14:tracePt t="232873" x="4318000" y="2311400"/>
          <p14:tracePt t="232889" x="4495800" y="2406650"/>
          <p14:tracePt t="232906" x="4552950" y="2451100"/>
          <p14:tracePt t="232923" x="4610100" y="2520950"/>
          <p14:tracePt t="232939" x="4762500" y="2832100"/>
          <p14:tracePt t="232956" x="4794250" y="28702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9753600" cy="677164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class Deck(</a:t>
            </a:r>
            <a:r>
              <a:rPr lang="en-US" sz="2400" b="1" spc="-100" dirty="0">
                <a:latin typeface="Lucida Console" panose="020B0609040504020204" pitchFamily="49" charset="0"/>
              </a:rPr>
              <a:t>Card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@property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deal(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[0]</a:t>
            </a:r>
            <a:r>
              <a:rPr lang="en-US" sz="2400" spc="-100" dirty="0">
                <a:latin typeface="Lucida Console" panose="020B0609040504020204" pitchFamily="49" charset="0"/>
              </a:rPr>
              <a:t>; del 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[0]</a:t>
            </a:r>
            <a:r>
              <a:rPr lang="en-US" sz="2400" spc="-100" dirty="0">
                <a:latin typeface="Lucida Console" panose="020B0609040504020204" pitchFamily="49" charset="0"/>
              </a:rPr>
              <a:t>; return </a:t>
            </a:r>
            <a:r>
              <a:rPr lang="en-US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__</a:t>
            </a:r>
            <a:r>
              <a:rPr lang="en-US" sz="2400" spc="-100" dirty="0" err="1">
                <a:latin typeface="Lucida Console" panose="020B0609040504020204" pitchFamily="49" charset="0"/>
              </a:rPr>
              <a:t>str</a:t>
            </a:r>
            <a:r>
              <a:rPr lang="en-US" sz="2400" spc="-100" dirty="0">
                <a:latin typeface="Lucida Console" panose="020B0609040504020204" pitchFamily="49" charset="0"/>
              </a:rPr>
              <a:t>__(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self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=(</a:t>
            </a:r>
            <a:r>
              <a:rPr lang="en-US" sz="2400" spc="-100" dirty="0" err="1">
                <a:latin typeface="Lucida Console" panose="020B0609040504020204" pitchFamily="49" charset="0"/>
              </a:rPr>
              <a:t>len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)+23)//24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s=""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for 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 in range(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[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*24+ (</a:t>
            </a:r>
            <a:r>
              <a:rPr lang="en-US" sz="2400" b="1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y:=</a:t>
            </a:r>
            <a:r>
              <a:rPr lang="en-US" sz="2400" spc="-100" dirty="0">
                <a:latin typeface="Lucida Console" panose="020B0609040504020204" pitchFamily="49" charset="0"/>
              </a:rPr>
              <a:t>23 \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if 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&lt;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-1 else(</a:t>
            </a:r>
            <a:r>
              <a:rPr lang="en-US" sz="2400" spc="-100" dirty="0" err="1">
                <a:latin typeface="Lucida Console" panose="020B0609040504020204" pitchFamily="49" charset="0"/>
              </a:rPr>
              <a:t>len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)-1)%24)]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for </a:t>
            </a:r>
            <a:r>
              <a:rPr lang="en-US" sz="24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j</a:t>
            </a:r>
            <a:r>
              <a:rPr lang="en-US" sz="2400" spc="-100" dirty="0">
                <a:latin typeface="Lucida Console" panose="020B0609040504020204" pitchFamily="49" charset="0"/>
              </a:rPr>
              <a:t> in range(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*24+</a:t>
            </a:r>
            <a:r>
              <a:rPr lang="en-US" sz="2400" b="1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y</a:t>
            </a:r>
            <a:r>
              <a:rPr lang="en-US" sz="2400" spc="-100" dirty="0">
                <a:latin typeface="Lucida Console" panose="020B0609040504020204" pitchFamily="49" charset="0"/>
              </a:rPr>
              <a:t>-1,</a:t>
            </a:r>
            <a:r>
              <a:rPr lang="en-US" sz="24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*24-1,-1):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[j]</a:t>
            </a:r>
            <a:r>
              <a:rPr lang="en-US" sz="2400" spc="-100" dirty="0">
                <a:latin typeface="Lucida Console" panose="020B0609040504020204" pitchFamily="49" charset="0"/>
              </a:rPr>
              <a:t>+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sz="2400" spc="-100" dirty="0">
                <a:latin typeface="Lucida Console" panose="020B0609040504020204" pitchFamily="49" charset="0"/>
              </a:rPr>
              <a:t>+=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+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"\n"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return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if __name__ == "__main__":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nt(Deck(joker=</a:t>
            </a:r>
            <a:r>
              <a:rPr lang="en-US" sz="2400" spc="-100" dirty="0" err="1">
                <a:latin typeface="Lucida Console" panose="020B0609040504020204" pitchFamily="49" charset="0"/>
              </a:rPr>
              <a:t>True,shuffle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latin typeface="Lucida Console" panose="020B0609040504020204" pitchFamily="49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</a:rPr>
              <a:t>al</a:t>
            </a:r>
            <a:r>
              <a:rPr lang="en-US" sz="2400" spc="-100" dirty="0" err="1">
                <a:latin typeface="Lucida Console" panose="020B0609040504020204" pitchFamily="49" charset="0"/>
              </a:rPr>
              <a:t>s</a:t>
            </a:r>
            <a:r>
              <a:rPr lang="en-US" sz="2400" spc="-200" dirty="0" err="1">
                <a:latin typeface="Lucida Console" panose="020B0609040504020204" pitchFamily="49" charset="0"/>
              </a:rPr>
              <a:t>e,</a:t>
            </a:r>
            <a:r>
              <a:rPr lang="en-US" sz="2400" spc="-100" dirty="0" err="1"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latin typeface="Lucida Console" panose="020B0609040504020204" pitchFamily="49" charset="0"/>
              </a:rPr>
              <a:t>=F</a:t>
            </a:r>
            <a:r>
              <a:rPr lang="en-US" sz="2400" spc="-300" dirty="0">
                <a:latin typeface="Lucida Console" panose="020B0609040504020204" pitchFamily="49" charset="0"/>
              </a:rPr>
              <a:t>al</a:t>
            </a:r>
            <a:r>
              <a:rPr lang="en-US" sz="2400" spc="-150" dirty="0">
                <a:latin typeface="Lucida Console" panose="020B0609040504020204" pitchFamily="49" charset="0"/>
              </a:rPr>
              <a:t>se</a:t>
            </a:r>
            <a:r>
              <a:rPr lang="en-US" sz="2400" spc="-300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nt(Deck(pinochle=True))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nt(Deck(pinochle=</a:t>
            </a:r>
            <a:r>
              <a:rPr lang="en-US" sz="2400" spc="-100" dirty="0" err="1">
                <a:latin typeface="Lucida Console" panose="020B0609040504020204" pitchFamily="49" charset="0"/>
              </a:rPr>
              <a:t>True,faceup</a:t>
            </a:r>
            <a:r>
              <a:rPr lang="en-US" sz="2400" spc="-100" dirty="0">
                <a:latin typeface="Lucida Console" panose="020B0609040504020204" pitchFamily="49" charset="0"/>
              </a:rPr>
              <a:t>=False),end="")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sz="2400" spc="-100" dirty="0">
                <a:latin typeface="Lucida Console" panose="020B0609040504020204" pitchFamily="49" charset="0"/>
              </a:rPr>
              <a:t> python3 deck.py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spc="-100" dirty="0">
              <a:latin typeface="Lucida Console" panose="020B0609040504020204" pitchFamily="49" charset="0"/>
            </a:endParaRP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182162" y="319207"/>
            <a:ext cx="258771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from your</a:t>
            </a:r>
            <a:b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homework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4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625"/>
    </mc:Choice>
    <mc:Fallback xmlns="">
      <p:transition spd="slow" advTm="2756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881" x="4756150" y="2813050"/>
          <p14:tracePt t="1895" x="4679950" y="2717800"/>
          <p14:tracePt t="1905" x="4559300" y="2571750"/>
          <p14:tracePt t="1918" x="4406900" y="2362200"/>
          <p14:tracePt t="1935" x="4114800" y="2025650"/>
          <p14:tracePt t="1951" x="3860800" y="1720850"/>
          <p14:tracePt t="1968" x="3714750" y="1511300"/>
          <p14:tracePt t="1985" x="3575050" y="1346200"/>
          <p14:tracePt t="2002" x="3213100" y="901700"/>
          <p14:tracePt t="2018" x="3105150" y="787400"/>
          <p14:tracePt t="2035" x="2990850" y="679450"/>
          <p14:tracePt t="2051" x="2743200" y="431800"/>
          <p14:tracePt t="2067" x="2616200" y="311150"/>
          <p14:tracePt t="2084" x="2355850" y="63500"/>
          <p14:tracePt t="2101" x="2159000" y="0"/>
          <p14:tracePt t="2118" x="2032000" y="0"/>
          <p14:tracePt t="2135" x="1936750" y="0"/>
          <p14:tracePt t="2151" x="1892300" y="0"/>
          <p14:tracePt t="2168" x="1841500" y="0"/>
          <p14:tracePt t="2184" x="1803400" y="0"/>
          <p14:tracePt t="2200" x="1784350" y="0"/>
          <p14:tracePt t="2218" x="1752600" y="0"/>
          <p14:tracePt t="2234" x="1708150" y="6350"/>
          <p14:tracePt t="2251" x="1695450" y="12700"/>
          <p14:tracePt t="2267" x="1670050" y="31750"/>
          <p14:tracePt t="2284" x="1644650" y="69850"/>
          <p14:tracePt t="2300" x="1619250" y="88900"/>
          <p14:tracePt t="2317" x="1581150" y="133350"/>
          <p14:tracePt t="2333" x="1555750" y="165100"/>
          <p14:tracePt t="2351" x="1517650" y="228600"/>
          <p14:tracePt t="2366" x="1492250" y="266700"/>
          <p14:tracePt t="2383" x="1441450" y="342900"/>
          <p14:tracePt t="2401" x="1390650" y="457200"/>
          <p14:tracePt t="2417" x="1371600" y="501650"/>
          <p14:tracePt t="2433" x="1365250" y="546100"/>
          <p14:tracePt t="2450" x="1339850" y="654050"/>
          <p14:tracePt t="2466" x="1320800" y="762000"/>
          <p14:tracePt t="2485" x="1314450" y="850900"/>
          <p14:tracePt t="2500" x="1314450" y="882650"/>
          <p14:tracePt t="2516" x="1314450" y="914400"/>
          <p14:tracePt t="2533" x="1314450" y="920750"/>
          <p14:tracePt t="2550" x="1314450" y="933450"/>
          <p14:tracePt t="2566" x="1327150" y="952500"/>
          <p14:tracePt t="3098" x="1327150" y="939800"/>
          <p14:tracePt t="3104" x="1308100" y="901700"/>
          <p14:tracePt t="3119" x="1289050" y="844550"/>
          <p14:tracePt t="3130" x="1270000" y="800100"/>
          <p14:tracePt t="3147" x="1244600" y="717550"/>
          <p14:tracePt t="3164" x="1231900" y="673100"/>
          <p14:tracePt t="3181" x="1193800" y="590550"/>
          <p14:tracePt t="3197" x="1174750" y="539750"/>
          <p14:tracePt t="3214" x="1168400" y="527050"/>
          <p14:tracePt t="3231" x="1155700" y="495300"/>
          <p14:tracePt t="3247" x="1155700" y="488950"/>
          <p14:tracePt t="3477" x="1155700" y="495300"/>
          <p14:tracePt t="3498" x="1155700" y="501650"/>
          <p14:tracePt t="3505" x="1155700" y="508000"/>
          <p14:tracePt t="3519" x="1155700" y="520700"/>
          <p14:tracePt t="3529" x="1162050" y="539750"/>
          <p14:tracePt t="3545" x="1162050" y="558800"/>
          <p14:tracePt t="3562" x="1187450" y="641350"/>
          <p14:tracePt t="3579" x="1206500" y="736600"/>
          <p14:tracePt t="3596" x="1212850" y="800100"/>
          <p14:tracePt t="3612" x="1238250" y="901700"/>
          <p14:tracePt t="3629" x="1244600" y="920750"/>
          <p14:tracePt t="3646" x="1270000" y="990600"/>
          <p14:tracePt t="3662" x="1270000" y="1009650"/>
          <p14:tracePt t="3679" x="1270000" y="1016000"/>
          <p14:tracePt t="3695" x="1276350" y="1035050"/>
          <p14:tracePt t="3712" x="1282700" y="1041400"/>
          <p14:tracePt t="3730" x="1289050" y="1047750"/>
          <p14:tracePt t="3761" x="1295400" y="1054100"/>
          <p14:tracePt t="3781" x="1301750" y="1060450"/>
          <p14:tracePt t="3821" x="1308100" y="1066800"/>
          <p14:tracePt t="3920" x="1314450" y="1066800"/>
          <p14:tracePt t="3948" x="1314450" y="1060450"/>
          <p14:tracePt t="3968" x="1314450" y="1054100"/>
          <p14:tracePt t="3990" x="1314450" y="1047750"/>
          <p14:tracePt t="4018" x="1314450" y="1041400"/>
          <p14:tracePt t="4039" x="1314450" y="1035050"/>
          <p14:tracePt t="4060" x="1314450" y="1028700"/>
          <p14:tracePt t="4081" x="1308100" y="1022350"/>
          <p14:tracePt t="4102" x="1301750" y="1016000"/>
          <p14:tracePt t="4109" x="1295400" y="1016000"/>
          <p14:tracePt t="4123" x="1289050" y="1016000"/>
          <p14:tracePt t="4131" x="1276350" y="1009650"/>
          <p14:tracePt t="4144" x="1263650" y="1003300"/>
          <p14:tracePt t="4160" x="1231900" y="996950"/>
          <p14:tracePt t="4177" x="1219200" y="990600"/>
          <p14:tracePt t="4194" x="1187450" y="984250"/>
          <p14:tracePt t="4210" x="1168400" y="971550"/>
          <p14:tracePt t="4227" x="1162050" y="971550"/>
          <p14:tracePt t="4244" x="1155700" y="965200"/>
          <p14:tracePt t="4278" x="1162050" y="965200"/>
          <p14:tracePt t="4292" x="1168400" y="965200"/>
          <p14:tracePt t="4313" x="1181100" y="971550"/>
          <p14:tracePt t="4320" x="1187450" y="971550"/>
          <p14:tracePt t="4330" x="1193800" y="971550"/>
          <p14:tracePt t="4343" x="1200150" y="977900"/>
          <p14:tracePt t="4360" x="1212850" y="977900"/>
          <p14:tracePt t="4377" x="1276350" y="996950"/>
          <p14:tracePt t="4393" x="1308100" y="1009650"/>
          <p14:tracePt t="4410" x="1339850" y="1028700"/>
          <p14:tracePt t="4426" x="1377950" y="1041400"/>
          <p14:tracePt t="4905" x="1422400" y="1041400"/>
          <p14:tracePt t="4912" x="1460500" y="1041400"/>
          <p14:tracePt t="4927" x="1498600" y="1041400"/>
          <p14:tracePt t="4941" x="1644650" y="1060450"/>
          <p14:tracePt t="4958" x="1746250" y="1073150"/>
          <p14:tracePt t="4975" x="1949450" y="1092200"/>
          <p14:tracePt t="4991" x="2025650" y="1104900"/>
          <p14:tracePt t="5007" x="2171700" y="1123950"/>
          <p14:tracePt t="5025" x="2254250" y="1130300"/>
          <p14:tracePt t="5041" x="2292350" y="1130300"/>
          <p14:tracePt t="5057" x="2330450" y="1136650"/>
          <p14:tracePt t="5074" x="2355850" y="1136650"/>
          <p14:tracePt t="5091" x="2362200" y="1136650"/>
          <p14:tracePt t="5109" x="2368550" y="1143000"/>
          <p14:tracePt t="5137" x="2362200" y="1143000"/>
          <p14:tracePt t="5144" x="2355850" y="1149350"/>
          <p14:tracePt t="5157" x="2343150" y="1155700"/>
          <p14:tracePt t="5173" x="2336800" y="1187450"/>
          <p14:tracePt t="5190" x="2336800" y="1200150"/>
          <p14:tracePt t="6651" x="2311400" y="1244600"/>
          <p14:tracePt t="6657" x="2286000" y="1289050"/>
          <p14:tracePt t="6672" x="2247900" y="1333500"/>
          <p14:tracePt t="6686" x="2197100" y="1422400"/>
          <p14:tracePt t="6701" x="2171700" y="1454150"/>
          <p14:tracePt t="6718" x="2152650" y="1485900"/>
          <p14:tracePt t="6735" x="2133600" y="1536700"/>
          <p14:tracePt t="6751" x="2120900" y="1581150"/>
          <p14:tracePt t="6768" x="2120900" y="1587500"/>
          <p14:tracePt t="6785" x="2108200" y="1606550"/>
          <p14:tracePt t="6801" x="2108200" y="1625600"/>
          <p14:tracePt t="6819" x="2108200" y="1638300"/>
          <p14:tracePt t="6835" x="2108200" y="1644650"/>
          <p14:tracePt t="6918" x="2114550" y="1644650"/>
          <p14:tracePt t="6939" x="2120900" y="1644650"/>
          <p14:tracePt t="6960" x="2127250" y="1644650"/>
          <p14:tracePt t="6981" x="2133600" y="1644650"/>
          <p14:tracePt t="6988" x="2139950" y="1638300"/>
          <p14:tracePt t="7008" x="2146300" y="1638300"/>
          <p14:tracePt t="7030" x="2152650" y="1631950"/>
          <p14:tracePt t="7058" x="2159000" y="1625600"/>
          <p14:tracePt t="7107" x="2159000" y="1619250"/>
          <p14:tracePt t="14887" x="2159000" y="1612900"/>
          <p14:tracePt t="14893" x="2146300" y="1606550"/>
          <p14:tracePt t="14908" x="2108200" y="1568450"/>
          <p14:tracePt t="14923" x="2057400" y="1530350"/>
          <p14:tracePt t="14940" x="2032000" y="1504950"/>
          <p14:tracePt t="14957" x="1993900" y="1454150"/>
          <p14:tracePt t="14973" x="1962150" y="1428750"/>
          <p14:tracePt t="14990" x="1943100" y="1397000"/>
          <p14:tracePt t="15006" x="1911350" y="1365250"/>
          <p14:tracePt t="15023" x="1898650" y="1352550"/>
          <p14:tracePt t="15040" x="1866900" y="1308100"/>
          <p14:tracePt t="15056" x="1847850" y="1276350"/>
          <p14:tracePt t="15073" x="1841500" y="1263650"/>
          <p14:tracePt t="15090" x="1828800" y="1244600"/>
          <p14:tracePt t="15106" x="1816100" y="1225550"/>
          <p14:tracePt t="15122" x="1809750" y="1212850"/>
          <p14:tracePt t="15126" x="1809750" y="1206500"/>
          <p14:tracePt t="15139" x="1809750" y="1193800"/>
          <p14:tracePt t="15156" x="1797050" y="1181100"/>
          <p14:tracePt t="15172" x="1797050" y="1174750"/>
          <p14:tracePt t="15189" x="1797050" y="1162050"/>
          <p14:tracePt t="15206" x="1790700" y="1155700"/>
          <p14:tracePt t="15259" x="1790700" y="1149350"/>
          <p14:tracePt t="15315" x="1790700" y="1155700"/>
          <p14:tracePt t="15343" x="1784350" y="1162050"/>
          <p14:tracePt t="19342" x="1778000" y="1181100"/>
          <p14:tracePt t="19348" x="1771650" y="1200150"/>
          <p14:tracePt t="19357" x="1765300" y="1219200"/>
          <p14:tracePt t="19374" x="1752600" y="1250950"/>
          <p14:tracePt t="19391" x="1733550" y="1295400"/>
          <p14:tracePt t="19408" x="1720850" y="1314450"/>
          <p14:tracePt t="19424" x="1689100" y="1365250"/>
          <p14:tracePt t="19441" x="1657350" y="1409700"/>
          <p14:tracePt t="19458" x="1638300" y="1428750"/>
          <p14:tracePt t="19475" x="1619250" y="1460500"/>
          <p14:tracePt t="19491" x="1606550" y="1479550"/>
          <p14:tracePt t="19507" x="1600200" y="1479550"/>
          <p14:tracePt t="19524" x="1600200" y="1485900"/>
          <p14:tracePt t="30262" x="1568450" y="1479550"/>
          <p14:tracePt t="30268" x="1511300" y="1441450"/>
          <p14:tracePt t="30275" x="1454150" y="1390650"/>
          <p14:tracePt t="30287" x="1409700" y="1365250"/>
          <p14:tracePt t="30304" x="1295400" y="1282700"/>
          <p14:tracePt t="30320" x="1250950" y="1225550"/>
          <p14:tracePt t="30337" x="1225550" y="1181100"/>
          <p14:tracePt t="30353" x="1181100" y="1117600"/>
          <p14:tracePt t="30370" x="1155700" y="1079500"/>
          <p14:tracePt t="30388" x="1136650" y="1022350"/>
          <p14:tracePt t="30403" x="1123950" y="996950"/>
          <p14:tracePt t="30420" x="1117600" y="971550"/>
          <p14:tracePt t="30437" x="1111250" y="946150"/>
          <p14:tracePt t="30453" x="1111250" y="939800"/>
          <p14:tracePt t="30469" x="1111250" y="933450"/>
          <p14:tracePt t="30507" x="1111250" y="927100"/>
          <p14:tracePt t="30536" x="1117600" y="927100"/>
          <p14:tracePt t="30542" x="1123950" y="927100"/>
          <p14:tracePt t="30564" x="1130300" y="927100"/>
          <p14:tracePt t="30578" x="1136650" y="927100"/>
          <p14:tracePt t="30592" x="1136650" y="933450"/>
          <p14:tracePt t="30634" x="1143000" y="939800"/>
          <p14:tracePt t="30655" x="1143000" y="946150"/>
          <p14:tracePt t="30662" x="1149350" y="952500"/>
          <p14:tracePt t="30683" x="1149350" y="958850"/>
          <p14:tracePt t="30697" x="1155700" y="965200"/>
          <p14:tracePt t="30705" x="1155700" y="971550"/>
          <p14:tracePt t="30719" x="1162050" y="971550"/>
          <p14:tracePt t="30735" x="1162050" y="984250"/>
          <p14:tracePt t="30753" x="1181100" y="1016000"/>
          <p14:tracePt t="30768" x="1181100" y="1028700"/>
          <p14:tracePt t="30785" x="1212850" y="1066800"/>
          <p14:tracePt t="30802" x="1257300" y="1130300"/>
          <p14:tracePt t="30818" x="1377950" y="1270000"/>
          <p14:tracePt t="30834" x="1492250" y="1397000"/>
          <p14:tracePt t="30852" x="1644650" y="1562100"/>
          <p14:tracePt t="30868" x="1733550" y="1644650"/>
          <p14:tracePt t="30885" x="1816100" y="1720850"/>
          <p14:tracePt t="30901" x="1866900" y="1778000"/>
          <p14:tracePt t="30918" x="1885950" y="1803400"/>
          <p14:tracePt t="30934" x="1898650" y="1816100"/>
          <p14:tracePt t="30951" x="1898650" y="1822450"/>
          <p14:tracePt t="30968" x="1905000" y="1835150"/>
          <p14:tracePt t="31034" x="1905000" y="1822450"/>
          <p14:tracePt t="31041" x="1898650" y="1816100"/>
          <p14:tracePt t="31055" x="1898650" y="1809750"/>
          <p14:tracePt t="31067" x="1898650" y="1803400"/>
          <p14:tracePt t="31906" x="1892300" y="1803400"/>
          <p14:tracePt t="31912" x="1879600" y="1803400"/>
          <p14:tracePt t="31926" x="1873250" y="1803400"/>
          <p14:tracePt t="31934" x="1866900" y="1803400"/>
          <p14:tracePt t="31948" x="1854200" y="1797050"/>
          <p14:tracePt t="31981" x="1841500" y="1797050"/>
          <p14:tracePt t="32014" x="1835150" y="1797050"/>
          <p14:tracePt t="32031" x="1822450" y="1790700"/>
          <p14:tracePt t="32047" x="1809750" y="1790700"/>
          <p14:tracePt t="32064" x="1797050" y="1790700"/>
          <p14:tracePt t="32082" x="1758950" y="1790700"/>
          <p14:tracePt t="32097" x="1733550" y="1790700"/>
          <p14:tracePt t="32114" x="1708150" y="1790700"/>
          <p14:tracePt t="32130" x="1682750" y="1790700"/>
          <p14:tracePt t="32147" x="1663700" y="1790700"/>
          <p14:tracePt t="32164" x="1644650" y="1790700"/>
          <p14:tracePt t="32180" x="1638300" y="1790700"/>
          <p14:tracePt t="32292" x="1644650" y="1790700"/>
          <p14:tracePt t="32299" x="1651000" y="1790700"/>
          <p14:tracePt t="32312" x="1657350" y="1790700"/>
          <p14:tracePt t="32320" x="1663700" y="1790700"/>
          <p14:tracePt t="32329" x="1670050" y="1790700"/>
          <p14:tracePt t="32361" x="1676400" y="1790700"/>
          <p14:tracePt t="32368" x="1682750" y="1790700"/>
          <p14:tracePt t="32383" x="1689100" y="1790700"/>
          <p14:tracePt t="32397" x="1695450" y="1790700"/>
          <p14:tracePt t="32412" x="1720850" y="1790700"/>
          <p14:tracePt t="32429" x="1739900" y="1790700"/>
          <p14:tracePt t="32446" x="1797050" y="1790700"/>
          <p14:tracePt t="32462" x="1885950" y="1778000"/>
          <p14:tracePt t="32479" x="1936750" y="1778000"/>
          <p14:tracePt t="32496" x="2032000" y="1765300"/>
          <p14:tracePt t="32512" x="2165350" y="1752600"/>
          <p14:tracePt t="32530" x="2228850" y="1746250"/>
          <p14:tracePt t="32546" x="2374900" y="1714500"/>
          <p14:tracePt t="32562" x="2476500" y="1708150"/>
          <p14:tracePt t="32580" x="2559050" y="1701800"/>
          <p14:tracePt t="32595" x="2590800" y="1689100"/>
          <p14:tracePt t="32612" x="2628900" y="1676400"/>
          <p14:tracePt t="32629" x="2654300" y="1670050"/>
          <p14:tracePt t="32645" x="2660650" y="1670050"/>
          <p14:tracePt t="32662" x="2667000" y="1663700"/>
          <p14:tracePt t="32679" x="2686050" y="1657350"/>
          <p14:tracePt t="32699" x="2692400" y="1657350"/>
          <p14:tracePt t="32720" x="2698750" y="1657350"/>
          <p14:tracePt t="32741" x="2705100" y="1657350"/>
          <p14:tracePt t="32748" x="2711450" y="1657350"/>
          <p14:tracePt t="32790" x="2711450" y="1651000"/>
          <p14:tracePt t="32813" x="2711450" y="1644650"/>
          <p14:tracePt t="32818" x="2705100" y="1644650"/>
          <p14:tracePt t="32828" x="2698750" y="1638300"/>
          <p14:tracePt t="32845" x="2698750" y="1631950"/>
          <p14:tracePt t="33160" x="2717800" y="1631950"/>
          <p14:tracePt t="33173" x="2755900" y="1631950"/>
          <p14:tracePt t="33181" x="2838450" y="1644650"/>
          <p14:tracePt t="33197" x="2927350" y="1657350"/>
          <p14:tracePt t="33210" x="3028950" y="1663700"/>
          <p14:tracePt t="33227" x="3232150" y="1708150"/>
          <p14:tracePt t="33244" x="3340100" y="1720850"/>
          <p14:tracePt t="33260" x="3517900" y="1746250"/>
          <p14:tracePt t="33276" x="3708400" y="1771650"/>
          <p14:tracePt t="33293" x="3854450" y="1771650"/>
          <p14:tracePt t="33309" x="3917950" y="1771650"/>
          <p14:tracePt t="33327" x="3981450" y="1778000"/>
          <p14:tracePt t="33343" x="4025900" y="1784350"/>
          <p14:tracePt t="33360" x="4038600" y="1790700"/>
          <p14:tracePt t="33364" x="4044950" y="1790700"/>
          <p14:tracePt t="33377" x="4051300" y="1790700"/>
          <p14:tracePt t="33393" x="4057650" y="1790700"/>
          <p14:tracePt t="33454" x="4057650" y="1784350"/>
          <p14:tracePt t="33476" x="4051300" y="1784350"/>
          <p14:tracePt t="33497" x="4044950" y="1784350"/>
          <p14:tracePt t="33504" x="4038600" y="1784350"/>
          <p14:tracePt t="33512" x="4032250" y="1784350"/>
          <p14:tracePt t="33526" x="4019550" y="1784350"/>
          <p14:tracePt t="33542" x="4013200" y="1790700"/>
          <p14:tracePt t="33559" x="4000500" y="1790700"/>
          <p14:tracePt t="33576" x="3987800" y="1790700"/>
          <p14:tracePt t="33592" x="3975100" y="1790700"/>
          <p14:tracePt t="33609" x="3943350" y="1790700"/>
          <p14:tracePt t="33625" x="3867150" y="1790700"/>
          <p14:tracePt t="33642" x="3816350" y="1790700"/>
          <p14:tracePt t="33659" x="3702050" y="1790700"/>
          <p14:tracePt t="33676" x="3581400" y="1771650"/>
          <p14:tracePt t="33692" x="3543300" y="1771650"/>
          <p14:tracePt t="33708" x="3467100" y="1758950"/>
          <p14:tracePt t="33725" x="3429000" y="1746250"/>
          <p14:tracePt t="33742" x="3416300" y="1746250"/>
          <p14:tracePt t="33758" x="3397250" y="1746250"/>
          <p14:tracePt t="33848" x="3403600" y="1746250"/>
          <p14:tracePt t="33854" x="3409950" y="1746250"/>
          <p14:tracePt t="33862" x="3416300" y="1746250"/>
          <p14:tracePt t="33878" x="3422650" y="1746250"/>
          <p14:tracePt t="33904" x="3429000" y="1746250"/>
          <p14:tracePt t="33932" x="3429000" y="1739900"/>
          <p14:tracePt t="33967" x="3429000" y="1733550"/>
          <p14:tracePt t="33995" x="3435350" y="1727200"/>
          <p14:tracePt t="34002" x="3435350" y="1720850"/>
          <p14:tracePt t="34044" x="3435350" y="1714500"/>
          <p14:tracePt t="34065" x="3441700" y="1708150"/>
          <p14:tracePt t="34115" x="3441700" y="1701800"/>
          <p14:tracePt t="34164" x="3435350" y="1695450"/>
          <p14:tracePt t="34199" x="3429000" y="1695450"/>
          <p14:tracePt t="34227" x="3422650" y="1695450"/>
          <p14:tracePt t="34234" x="3416300" y="1695450"/>
          <p14:tracePt t="34248" x="3409950" y="1695450"/>
          <p14:tracePt t="34256" x="3397250" y="1695450"/>
          <p14:tracePt t="34273" x="3390900" y="1695450"/>
          <p14:tracePt t="34290" x="3365500" y="1695450"/>
          <p14:tracePt t="34306" x="3295650" y="1695450"/>
          <p14:tracePt t="34323" x="3257550" y="1695450"/>
          <p14:tracePt t="34339" x="3168650" y="1695450"/>
          <p14:tracePt t="34356" x="3086100" y="1695450"/>
          <p14:tracePt t="34373" x="3060700" y="1695450"/>
          <p14:tracePt t="34389" x="3003550" y="1695450"/>
          <p14:tracePt t="34406" x="2984500" y="1695450"/>
          <p14:tracePt t="34410" x="2971800" y="1695450"/>
          <p14:tracePt t="34426" x="2959100" y="1695450"/>
          <p14:tracePt t="34439" x="2952750" y="1695450"/>
          <p14:tracePt t="34466" x="2946400" y="1695450"/>
          <p14:tracePt t="35369" x="2933700" y="1695450"/>
          <p14:tracePt t="35376" x="2927350" y="1695450"/>
          <p14:tracePt t="35398" x="2921000" y="1695450"/>
          <p14:tracePt t="35412" x="2914650" y="1695450"/>
          <p14:tracePt t="35420" x="2908300" y="1695450"/>
          <p14:tracePt t="35435" x="2901950" y="1695450"/>
          <p14:tracePt t="35453" x="2870200" y="1695450"/>
          <p14:tracePt t="35469" x="2838450" y="1695450"/>
          <p14:tracePt t="35486" x="2813050" y="1695450"/>
          <p14:tracePt t="35503" x="2743200" y="1695450"/>
          <p14:tracePt t="35519" x="2616200" y="1695450"/>
          <p14:tracePt t="35535" x="2533650" y="1682750"/>
          <p14:tracePt t="35552" x="2381250" y="1682750"/>
          <p14:tracePt t="35568" x="2305050" y="1682750"/>
          <p14:tracePt t="35585" x="2178050" y="1682750"/>
          <p14:tracePt t="35602" x="2038350" y="1682750"/>
          <p14:tracePt t="35618" x="1974850" y="1676400"/>
          <p14:tracePt t="35636" x="1841500" y="1670050"/>
          <p14:tracePt t="35651" x="1739900" y="1670050"/>
          <p14:tracePt t="35668" x="1701800" y="1657350"/>
          <p14:tracePt t="35685" x="1638300" y="1657350"/>
          <p14:tracePt t="35701" x="1587500" y="1657350"/>
          <p14:tracePt t="35718" x="1574800" y="1657350"/>
          <p14:tracePt t="35735" x="1543050" y="1657350"/>
          <p14:tracePt t="35751" x="1511300" y="1657350"/>
          <p14:tracePt t="35768" x="1504950" y="1657350"/>
          <p14:tracePt t="35784" x="1492250" y="1657350"/>
          <p14:tracePt t="35800" x="1485900" y="1663700"/>
          <p14:tracePt t="35818" x="1479550" y="1663700"/>
          <p14:tracePt t="35834" x="1473200" y="1663700"/>
          <p14:tracePt t="35851" x="1466850" y="1663700"/>
          <p14:tracePt t="35871" x="1460500" y="1670050"/>
          <p14:tracePt t="35931" x="1454150" y="1670050"/>
          <p14:tracePt t="35959" x="1454150" y="1676400"/>
          <p14:tracePt t="35995" x="1447800" y="1676400"/>
          <p14:tracePt t="36002" x="1441450" y="1682750"/>
          <p14:tracePt t="36304" x="1435100" y="1682750"/>
          <p14:tracePt t="36353" x="1428750" y="1682750"/>
          <p14:tracePt t="36417" x="1422400" y="1682750"/>
          <p14:tracePt t="36472" x="1422400" y="1676400"/>
          <p14:tracePt t="36499" x="1422400" y="1670050"/>
          <p14:tracePt t="36513" x="1422400" y="1663700"/>
          <p14:tracePt t="36520" x="1428750" y="1663700"/>
          <p14:tracePt t="36542" x="1428750" y="1657350"/>
          <p14:tracePt t="36556" x="1428750" y="1651000"/>
          <p14:tracePt t="36570" x="1428750" y="1644650"/>
          <p14:tracePt t="36586" x="1428750" y="1638300"/>
          <p14:tracePt t="36598" x="1428750" y="1625600"/>
          <p14:tracePt t="36615" x="1422400" y="1600200"/>
          <p14:tracePt t="36631" x="1422400" y="1574800"/>
          <p14:tracePt t="36649" x="1416050" y="1524000"/>
          <p14:tracePt t="36665" x="1403350" y="1454150"/>
          <p14:tracePt t="36683" x="1384300" y="1384300"/>
          <p14:tracePt t="36698" x="1377950" y="1352550"/>
          <p14:tracePt t="36716" x="1371600" y="1314450"/>
          <p14:tracePt t="36732" x="1365250" y="1295400"/>
          <p14:tracePt t="36782" x="1365250" y="1301750"/>
          <p14:tracePt t="36801" x="1365250" y="1314450"/>
          <p14:tracePt t="36816" x="1358900" y="1320800"/>
          <p14:tracePt t="36822" x="1358900" y="1327150"/>
          <p14:tracePt t="36836" x="1358900" y="1333500"/>
          <p14:tracePt t="36848" x="1358900" y="1346200"/>
          <p14:tracePt t="36864" x="1358900" y="1352550"/>
          <p14:tracePt t="36881" x="1352550" y="1384300"/>
          <p14:tracePt t="36897" x="1346200" y="1422400"/>
          <p14:tracePt t="36901" x="1346200" y="1454150"/>
          <p14:tracePt t="36917" x="1339850" y="1479550"/>
          <p14:tracePt t="36930" x="1333500" y="1498600"/>
          <p14:tracePt t="36947" x="1327150" y="1536700"/>
          <p14:tracePt t="36964" x="1327150" y="1549400"/>
          <p14:tracePt t="36980" x="1327150" y="1562100"/>
          <p14:tracePt t="37027" x="1327150" y="1568450"/>
          <p14:tracePt t="37104" x="1333500" y="1568450"/>
          <p14:tracePt t="37160" x="1339850" y="1568450"/>
          <p14:tracePt t="37195" x="1346200" y="1568450"/>
          <p14:tracePt t="38279" x="1352550" y="1568450"/>
          <p14:tracePt t="38285" x="1390650" y="1562100"/>
          <p14:tracePt t="38300" x="1435100" y="1555750"/>
          <p14:tracePt t="38309" x="1498600" y="1555750"/>
          <p14:tracePt t="38325" x="1562100" y="1555750"/>
          <p14:tracePt t="38342" x="1727200" y="1555750"/>
          <p14:tracePt t="38359" x="1930400" y="1568450"/>
          <p14:tracePt t="38375" x="2070100" y="1581150"/>
          <p14:tracePt t="38392" x="2393950" y="1600200"/>
          <p14:tracePt t="38409" x="2520950" y="1612900"/>
          <p14:tracePt t="38426" x="2914650" y="1644650"/>
          <p14:tracePt t="38442" x="3054350" y="1644650"/>
          <p14:tracePt t="38459" x="3194050" y="1644650"/>
          <p14:tracePt t="38476" x="3422650" y="1657350"/>
          <p14:tracePt t="38492" x="3714750" y="1663700"/>
          <p14:tracePt t="38508" x="3879850" y="1676400"/>
          <p14:tracePt t="38525" x="4133850" y="1708150"/>
          <p14:tracePt t="38541" x="4362450" y="1733550"/>
          <p14:tracePt t="38558" x="4476750" y="1739900"/>
          <p14:tracePt t="38575" x="4660900" y="1758950"/>
          <p14:tracePt t="38592" x="4813300" y="1771650"/>
          <p14:tracePt t="38609" x="4959350" y="1790700"/>
          <p14:tracePt t="38624" x="5048250" y="1803400"/>
          <p14:tracePt t="38641" x="5213350" y="1803400"/>
          <p14:tracePt t="38658" x="5340350" y="1790700"/>
          <p14:tracePt t="38674" x="5397500" y="1778000"/>
          <p14:tracePt t="38691" x="5422900" y="1771650"/>
          <p14:tracePt t="38708" x="5543550" y="1727200"/>
          <p14:tracePt t="38724" x="5575300" y="1714500"/>
          <p14:tracePt t="38741" x="5594350" y="1708150"/>
          <p14:tracePt t="38758" x="5645150" y="1695450"/>
          <p14:tracePt t="38774" x="5683250" y="1670050"/>
          <p14:tracePt t="38792" x="5727700" y="1651000"/>
          <p14:tracePt t="38807" x="5740400" y="1651000"/>
          <p14:tracePt t="38824" x="5765800" y="1638300"/>
          <p14:tracePt t="38841" x="5784850" y="1638300"/>
          <p14:tracePt t="38857" x="5797550" y="1638300"/>
          <p14:tracePt t="38874" x="5803900" y="1625600"/>
          <p14:tracePt t="38890" x="5822950" y="1625600"/>
          <p14:tracePt t="38907" x="5822950" y="1619250"/>
          <p14:tracePt t="38910" x="5835650" y="1619250"/>
          <p14:tracePt t="38923" x="5842000" y="1619250"/>
          <p14:tracePt t="38940" x="5861050" y="1619250"/>
          <p14:tracePt t="38957" x="5867400" y="1612900"/>
          <p14:tracePt t="38975" x="5892800" y="1606550"/>
          <p14:tracePt t="38990" x="5905500" y="1600200"/>
          <p14:tracePt t="39007" x="5924550" y="1600200"/>
          <p14:tracePt t="39024" x="5962650" y="1593850"/>
          <p14:tracePt t="39040" x="5988050" y="1587500"/>
          <p14:tracePt t="39057" x="6026150" y="1587500"/>
          <p14:tracePt t="39073" x="6108700" y="1574800"/>
          <p14:tracePt t="39090" x="6153150" y="1562100"/>
          <p14:tracePt t="39106" x="6203950" y="1555750"/>
          <p14:tracePt t="39123" x="6286500" y="1549400"/>
          <p14:tracePt t="39140" x="6318250" y="1549400"/>
          <p14:tracePt t="39157" x="6350000" y="1536700"/>
          <p14:tracePt t="39173" x="6369050" y="1536700"/>
          <p14:tracePt t="39189" x="6369050" y="1530350"/>
          <p14:tracePt t="39206" x="6375400" y="1530350"/>
          <p14:tracePt t="39591" x="6324600" y="1530350"/>
          <p14:tracePt t="39605" x="6197600" y="1530350"/>
          <p14:tracePt t="39611" x="6057900" y="1543050"/>
          <p14:tracePt t="39625" x="5918200" y="1555750"/>
          <p14:tracePt t="39638" x="5778500" y="1555750"/>
          <p14:tracePt t="39654" x="5499100" y="1549400"/>
          <p14:tracePt t="39671" x="5334000" y="1536700"/>
          <p14:tracePt t="39687" x="4965700" y="1524000"/>
          <p14:tracePt t="39704" x="4565650" y="1511300"/>
          <p14:tracePt t="39721" x="4349750" y="1498600"/>
          <p14:tracePt t="39738" x="4013200" y="1498600"/>
          <p14:tracePt t="39754" x="3759200" y="1479550"/>
          <p14:tracePt t="39771" x="3632200" y="1479550"/>
          <p14:tracePt t="39787" x="3416300" y="1479550"/>
          <p14:tracePt t="39804" x="3263900" y="1460500"/>
          <p14:tracePt t="39821" x="3206750" y="1447800"/>
          <p14:tracePt t="39838" x="3117850" y="1441450"/>
          <p14:tracePt t="39854" x="3086100" y="1441450"/>
          <p14:tracePt t="39872" x="3041650" y="1447800"/>
          <p14:tracePt t="39886" x="3035300" y="1447800"/>
          <p14:tracePt t="39904" x="3028950" y="1447800"/>
          <p14:tracePt t="39907" x="3022600" y="1447800"/>
          <p14:tracePt t="39942" x="3022600" y="1441450"/>
          <p14:tracePt t="39963" x="3028950" y="1441450"/>
          <p14:tracePt t="39977" x="3035300" y="1441450"/>
          <p14:tracePt t="39984" x="3041650" y="1441450"/>
          <p14:tracePt t="39998" x="3048000" y="1441450"/>
          <p14:tracePt t="40006" x="3060700" y="1435100"/>
          <p14:tracePt t="40020" x="3086100" y="1435100"/>
          <p14:tracePt t="40036" x="3124200" y="1416050"/>
          <p14:tracePt t="40055" x="3168650" y="1416050"/>
          <p14:tracePt t="40070" x="3194050" y="1416050"/>
          <p14:tracePt t="40086" x="3295650" y="1416050"/>
          <p14:tracePt t="40103" x="3549650" y="1409700"/>
          <p14:tracePt t="40119" x="3746500" y="1416050"/>
          <p14:tracePt t="40136" x="4038600" y="1447800"/>
          <p14:tracePt t="40153" x="5111750" y="1479550"/>
          <p14:tracePt t="40169" x="5499100" y="1479550"/>
          <p14:tracePt t="40187" x="6146800" y="1479550"/>
          <p14:tracePt t="40202" x="6457950" y="1479550"/>
          <p14:tracePt t="40219" x="6978650" y="1473200"/>
          <p14:tracePt t="40236" x="7302500" y="1460500"/>
          <p14:tracePt t="40252" x="7429500" y="1441450"/>
          <p14:tracePt t="40269" x="7543800" y="1416050"/>
          <p14:tracePt t="40286" x="7727950" y="1365250"/>
          <p14:tracePt t="40302" x="7772400" y="1358900"/>
          <p14:tracePt t="40319" x="7823200" y="1333500"/>
          <p14:tracePt t="40335" x="7835900" y="1327150"/>
          <p14:tracePt t="40368" x="7823200" y="1327150"/>
          <p14:tracePt t="40386" x="7810500" y="1327150"/>
          <p14:tracePt t="40402" x="7785100" y="1333500"/>
          <p14:tracePt t="40419" x="7772400" y="1333500"/>
          <p14:tracePt t="40435" x="7753350" y="1333500"/>
          <p14:tracePt t="40451" x="7696200" y="1346200"/>
          <p14:tracePt t="40469" x="7512050" y="1371600"/>
          <p14:tracePt t="40485" x="7385050" y="1384300"/>
          <p14:tracePt t="40502" x="6991350" y="1397000"/>
          <p14:tracePt t="40519" x="6470650" y="1384300"/>
          <p14:tracePt t="40535" x="6127750" y="1371600"/>
          <p14:tracePt t="40552" x="5397500" y="1377950"/>
          <p14:tracePt t="40568" x="4648200" y="1397000"/>
          <p14:tracePt t="40584" x="4362450" y="1397000"/>
          <p14:tracePt t="40602" x="3854450" y="1403350"/>
          <p14:tracePt t="40618" x="3416300" y="1403350"/>
          <p14:tracePt t="40634" x="3206750" y="1403350"/>
          <p14:tracePt t="40651" x="2940050" y="1403350"/>
          <p14:tracePt t="40668" x="2711450" y="1384300"/>
          <p14:tracePt t="40684" x="2622550" y="1365250"/>
          <p14:tracePt t="40701" x="2489200" y="1358900"/>
          <p14:tracePt t="40718" x="2393950" y="1327150"/>
          <p14:tracePt t="40735" x="2324100" y="1320800"/>
          <p14:tracePt t="40750" x="2298700" y="1320800"/>
          <p14:tracePt t="40767" x="2273300" y="1314450"/>
          <p14:tracePt t="40784" x="2222500" y="1308100"/>
          <p14:tracePt t="40800" x="2209800" y="1308100"/>
          <p14:tracePt t="40817" x="2203450" y="1308100"/>
          <p14:tracePt t="40834" x="2197100" y="1301750"/>
          <p14:tracePt t="40897" x="2209800" y="1308100"/>
          <p14:tracePt t="40911" x="2216150" y="1314450"/>
          <p14:tracePt t="43363" x="2222500" y="1320800"/>
          <p14:tracePt t="43377" x="2235200" y="1339850"/>
          <p14:tracePt t="43383" x="2241550" y="1365250"/>
          <p14:tracePt t="43398" x="2254250" y="1384300"/>
          <p14:tracePt t="43408" x="2273300" y="1416050"/>
          <p14:tracePt t="43424" x="2286000" y="1435100"/>
          <p14:tracePt t="43441" x="2298700" y="1479550"/>
          <p14:tracePt t="43445" x="2305050" y="1492250"/>
          <p14:tracePt t="43458" x="2311400" y="1511300"/>
          <p14:tracePt t="43475" x="2311400" y="1530350"/>
          <p14:tracePt t="43492" x="2311400" y="1536700"/>
          <p14:tracePt t="43508" x="2311400" y="1543050"/>
          <p14:tracePt t="43524" x="2317750" y="1555750"/>
          <p14:tracePt t="43541" x="2317750" y="1562100"/>
          <p14:tracePt t="43558" x="2317750" y="1568450"/>
          <p14:tracePt t="43574" x="2324100" y="1574800"/>
          <p14:tracePt t="43591" x="2330450" y="1574800"/>
          <p14:tracePt t="43608" x="2343150" y="1581150"/>
          <p14:tracePt t="43624" x="2343150" y="1587500"/>
          <p14:tracePt t="43641" x="2355850" y="1600200"/>
          <p14:tracePt t="43659" x="2387600" y="1619250"/>
          <p14:tracePt t="43674" x="2413000" y="1638300"/>
          <p14:tracePt t="43691" x="2482850" y="1676400"/>
          <p14:tracePt t="43707" x="2571750" y="1708150"/>
          <p14:tracePt t="43724" x="2628900" y="1727200"/>
          <p14:tracePt t="43740" x="2768600" y="1746250"/>
          <p14:tracePt t="43757" x="2971800" y="1746250"/>
          <p14:tracePt t="43774" x="3086100" y="1739900"/>
          <p14:tracePt t="43791" x="3327400" y="1708150"/>
          <p14:tracePt t="43807" x="3657600" y="1676400"/>
          <p14:tracePt t="43823" x="3848100" y="1663700"/>
          <p14:tracePt t="43840" x="4210050" y="1612900"/>
          <p14:tracePt t="43857" x="4597400" y="1574800"/>
          <p14:tracePt t="43873" x="4762500" y="1562100"/>
          <p14:tracePt t="43890" x="5073650" y="1562100"/>
          <p14:tracePt t="43907" x="5232400" y="1562100"/>
          <p14:tracePt t="43923" x="5530850" y="1549400"/>
          <p14:tracePt t="43939" x="5803900" y="1549400"/>
          <p14:tracePt t="43956" x="5930900" y="1549400"/>
          <p14:tracePt t="43973" x="6172200" y="1549400"/>
          <p14:tracePt t="43990" x="6400800" y="1549400"/>
          <p14:tracePt t="44006" x="6477000" y="1549400"/>
          <p14:tracePt t="44023" x="6616700" y="1530350"/>
          <p14:tracePt t="44039" x="6686550" y="1524000"/>
          <p14:tracePt t="44056" x="6705600" y="1517650"/>
          <p14:tracePt t="44073" x="6724650" y="1511300"/>
          <p14:tracePt t="44089" x="6731000" y="1504950"/>
          <p14:tracePt t="44109" x="6724650" y="1498600"/>
          <p14:tracePt t="44123" x="6718300" y="1498600"/>
          <p14:tracePt t="44139" x="6705600" y="1498600"/>
          <p14:tracePt t="44156" x="6692900" y="1498600"/>
          <p14:tracePt t="44172" x="6673850" y="1504950"/>
          <p14:tracePt t="44189" x="6661150" y="1511300"/>
          <p14:tracePt t="44206" x="6629400" y="1511300"/>
          <p14:tracePt t="44222" x="6616700" y="1511300"/>
          <p14:tracePt t="44239" x="6591300" y="1511300"/>
          <p14:tracePt t="44255" x="6502400" y="1504950"/>
          <p14:tracePt t="44272" x="6350000" y="1492250"/>
          <p14:tracePt t="44289" x="6121400" y="1473200"/>
          <p14:tracePt t="44305" x="5981700" y="1460500"/>
          <p14:tracePt t="44322" x="5632450" y="1435100"/>
          <p14:tracePt t="44339" x="5207000" y="1422400"/>
          <p14:tracePt t="44355" x="4978400" y="1422400"/>
          <p14:tracePt t="44371" x="4451350" y="1435100"/>
          <p14:tracePt t="44388" x="3949700" y="1447800"/>
          <p14:tracePt t="44404" x="3708400" y="1473200"/>
          <p14:tracePt t="44422" x="3333750" y="1485900"/>
          <p14:tracePt t="44438" x="3048000" y="1511300"/>
          <p14:tracePt t="44454" x="2921000" y="1524000"/>
          <p14:tracePt t="44472" x="2705100" y="1530350"/>
          <p14:tracePt t="44488" x="2565400" y="1530350"/>
          <p14:tracePt t="44504" x="2527300" y="1536700"/>
          <p14:tracePt t="44522" x="2463800" y="1549400"/>
          <p14:tracePt t="44538" x="2451100" y="1549400"/>
          <p14:tracePt t="44554" x="2425700" y="1549400"/>
          <p14:tracePt t="44571" x="2419350" y="1549400"/>
          <p14:tracePt t="44587" x="2413000" y="1549400"/>
          <p14:tracePt t="44603" x="2413000" y="1543050"/>
          <p14:tracePt t="44621" x="2419350" y="1543050"/>
          <p14:tracePt t="45574" x="2419350" y="1562100"/>
          <p14:tracePt t="45581" x="2413000" y="1587500"/>
          <p14:tracePt t="45594" x="2406650" y="1619250"/>
          <p14:tracePt t="45604" x="2400300" y="1638300"/>
          <p14:tracePt t="45617" x="2393950" y="1676400"/>
          <p14:tracePt t="45634" x="2374900" y="1720850"/>
          <p14:tracePt t="45651" x="2362200" y="1733550"/>
          <p14:tracePt t="45667" x="2355850" y="1746250"/>
          <p14:tracePt t="45684" x="2343150" y="1765300"/>
          <p14:tracePt t="45700" x="2324100" y="1771650"/>
          <p14:tracePt t="45717" x="2311400" y="1778000"/>
          <p14:tracePt t="45734" x="2279650" y="1790700"/>
          <p14:tracePt t="45750" x="2260600" y="1797050"/>
          <p14:tracePt t="45767" x="2190750" y="1816100"/>
          <p14:tracePt t="45784" x="2076450" y="1847850"/>
          <p14:tracePt t="45800" x="2025650" y="1860550"/>
          <p14:tracePt t="45817" x="1955800" y="1873250"/>
          <p14:tracePt t="45834" x="1898650" y="1879600"/>
          <p14:tracePt t="45850" x="1879600" y="1879600"/>
          <p14:tracePt t="45866" x="1854200" y="1879600"/>
          <p14:tracePt t="45883" x="1847850" y="1879600"/>
          <p14:tracePt t="45899" x="1835150" y="1879600"/>
          <p14:tracePt t="45932" x="1828800" y="1879600"/>
          <p14:tracePt t="45981" x="1835150" y="1879600"/>
          <p14:tracePt t="45995" x="1841500" y="1873250"/>
          <p14:tracePt t="46009" x="1847850" y="1873250"/>
          <p14:tracePt t="46019" x="1854200" y="1873250"/>
          <p14:tracePt t="46032" x="1866900" y="1866900"/>
          <p14:tracePt t="46049" x="1873250" y="1866900"/>
          <p14:tracePt t="46065" x="1924050" y="1860550"/>
          <p14:tracePt t="46082" x="1962150" y="1860550"/>
          <p14:tracePt t="46098" x="2019300" y="1847850"/>
          <p14:tracePt t="46115" x="2197100" y="1828800"/>
          <p14:tracePt t="46131" x="2311400" y="1828800"/>
          <p14:tracePt t="46149" x="2578100" y="1797050"/>
          <p14:tracePt t="46165" x="2857500" y="1778000"/>
          <p14:tracePt t="46182" x="2997200" y="1752600"/>
          <p14:tracePt t="46198" x="3263900" y="1733550"/>
          <p14:tracePt t="46215" x="3543300" y="1708150"/>
          <p14:tracePt t="46232" x="3683000" y="1708150"/>
          <p14:tracePt t="46249" x="3949700" y="1701800"/>
          <p14:tracePt t="46265" x="4191000" y="1701800"/>
          <p14:tracePt t="46282" x="4318000" y="1701800"/>
          <p14:tracePt t="46298" x="4559300" y="1714500"/>
          <p14:tracePt t="46315" x="4686300" y="1727200"/>
          <p14:tracePt t="46332" x="4819650" y="1733550"/>
          <p14:tracePt t="46349" x="5162550" y="1758950"/>
          <p14:tracePt t="46364" x="5334000" y="1784350"/>
          <p14:tracePt t="46381" x="5791200" y="1828800"/>
          <p14:tracePt t="46398" x="6007100" y="1841500"/>
          <p14:tracePt t="46414" x="6223000" y="1854200"/>
          <p14:tracePt t="46431" x="6578600" y="1879600"/>
          <p14:tracePt t="46448" x="6737350" y="1873250"/>
          <p14:tracePt t="46465" x="6946900" y="1854200"/>
          <p14:tracePt t="46481" x="7023100" y="1828800"/>
          <p14:tracePt t="46497" x="7080250" y="1816100"/>
          <p14:tracePt t="46515" x="7188200" y="1765300"/>
          <p14:tracePt t="46531" x="7226300" y="1739900"/>
          <p14:tracePt t="46548" x="7277100" y="1701800"/>
          <p14:tracePt t="46564" x="7321550" y="1676400"/>
          <p14:tracePt t="46580" x="7359650" y="1651000"/>
          <p14:tracePt t="46597" x="7385050" y="1644650"/>
          <p14:tracePt t="46614" x="7454900" y="1619250"/>
          <p14:tracePt t="46630" x="7493000" y="1619250"/>
          <p14:tracePt t="46649" x="7562850" y="1600200"/>
          <p14:tracePt t="46664" x="7613650" y="1600200"/>
          <p14:tracePt t="46680" x="7721600" y="1587500"/>
          <p14:tracePt t="46697" x="7829550" y="1574800"/>
          <p14:tracePt t="46713" x="7867650" y="1568450"/>
          <p14:tracePt t="46730" x="7950200" y="1562100"/>
          <p14:tracePt t="46747" x="8032750" y="1562100"/>
          <p14:tracePt t="46763" x="8058150" y="1562100"/>
          <p14:tracePt t="46781" x="8134350" y="1568450"/>
          <p14:tracePt t="46797" x="8204200" y="1574800"/>
          <p14:tracePt t="46813" x="8235950" y="1574800"/>
          <p14:tracePt t="46830" x="8274050" y="1574800"/>
          <p14:tracePt t="46846" x="8305800" y="1574800"/>
          <p14:tracePt t="46863" x="8312150" y="1574800"/>
          <p14:tracePt t="46880" x="8324850" y="1574800"/>
          <p14:tracePt t="46896" x="8331200" y="1574800"/>
          <p14:tracePt t="46930" x="8337550" y="1574800"/>
          <p14:tracePt t="47020" x="8331200" y="1574800"/>
          <p14:tracePt t="47034" x="8324850" y="1574800"/>
          <p14:tracePt t="47069" x="8318500" y="1574800"/>
          <p14:tracePt t="47076" x="8312150" y="1574800"/>
          <p14:tracePt t="47090" x="8305800" y="1574800"/>
          <p14:tracePt t="47099" x="8293100" y="1574800"/>
          <p14:tracePt t="47112" x="8267700" y="1581150"/>
          <p14:tracePt t="47129" x="8140700" y="1600200"/>
          <p14:tracePt t="47146" x="7924800" y="1644650"/>
          <p14:tracePt t="47162" x="7747000" y="1657350"/>
          <p14:tracePt t="47178" x="7277100" y="1727200"/>
          <p14:tracePt t="47196" x="6692900" y="1771650"/>
          <p14:tracePt t="47212" x="6369050" y="1803400"/>
          <p14:tracePt t="47228" x="6026150" y="1816100"/>
          <p14:tracePt t="47245" x="5041900" y="1809750"/>
          <p14:tracePt t="49236" x="5048250" y="1790700"/>
          <p14:tracePt t="49243" x="5073650" y="1746250"/>
          <p14:tracePt t="49258" x="5124450" y="1676400"/>
          <p14:tracePt t="49272" x="5213350" y="1517650"/>
          <p14:tracePt t="49288" x="5270500" y="1397000"/>
          <p14:tracePt t="49304" x="5321300" y="1263650"/>
          <p14:tracePt t="49321" x="5416550" y="850900"/>
          <p14:tracePt t="49338" x="5505450" y="381000"/>
          <p14:tracePt t="49354" x="5556250" y="76200"/>
          <p14:tracePt t="49371" x="5613400" y="0"/>
          <p14:tracePt t="49388" x="5645150" y="0"/>
          <p14:tracePt t="49405" x="5638800" y="0"/>
          <p14:tracePt t="49421" x="5619750" y="0"/>
          <p14:tracePt t="49437" x="5505450" y="0"/>
          <p14:tracePt t="49454" x="5391150" y="0"/>
          <p14:tracePt t="49470" x="5321300" y="0"/>
          <p14:tracePt t="49487" x="5194300" y="0"/>
          <p14:tracePt t="49504" x="5162550" y="0"/>
          <p14:tracePt t="49520" x="5156200" y="0"/>
          <p14:tracePt t="49537" x="5143500" y="0"/>
          <p14:tracePt t="49554" x="5130800" y="0"/>
          <p14:tracePt t="49570" x="5124450" y="0"/>
          <p14:tracePt t="49587" x="5099050" y="0"/>
          <p14:tracePt t="49603" x="5092700" y="0"/>
          <p14:tracePt t="49620" x="5086350" y="0"/>
          <p14:tracePt t="49636" x="5080000" y="0"/>
          <p14:tracePt t="49669" x="5073650" y="6350"/>
          <p14:tracePt t="49946" x="5073650" y="76200"/>
          <p14:tracePt t="49953" x="5073650" y="152400"/>
          <p14:tracePt t="49966" x="5073650" y="247650"/>
          <p14:tracePt t="49973" x="5060950" y="368300"/>
          <p14:tracePt t="49989" x="5054600" y="482600"/>
          <p14:tracePt t="50002" x="5041900" y="609600"/>
          <p14:tracePt t="50019" x="5010150" y="876300"/>
          <p14:tracePt t="50035" x="4997450" y="1003300"/>
          <p14:tracePt t="50052" x="4978400" y="1181100"/>
          <p14:tracePt t="50068" x="4946650" y="1289050"/>
          <p14:tracePt t="50085" x="4927600" y="1333500"/>
          <p14:tracePt t="50101" x="4902200" y="1384300"/>
          <p14:tracePt t="50118" x="4889500" y="1416050"/>
          <p14:tracePt t="50136" x="4876800" y="1435100"/>
          <p14:tracePt t="50152" x="4876800" y="1441450"/>
          <p14:tracePt t="50168" x="4870450" y="1447800"/>
          <p14:tracePt t="50185" x="4864100" y="1447800"/>
          <p14:tracePt t="50201" x="4864100" y="1441450"/>
          <p14:tracePt t="50218" x="4857750" y="1441450"/>
          <p14:tracePt t="50235" x="4845050" y="1435100"/>
          <p14:tracePt t="50251" x="4832350" y="1428750"/>
          <p14:tracePt t="50269" x="4800600" y="1409700"/>
          <p14:tracePt t="50284" x="4762500" y="1403350"/>
          <p14:tracePt t="50301" x="4616450" y="1365250"/>
          <p14:tracePt t="50318" x="4394200" y="1314450"/>
          <p14:tracePt t="50334" x="4235450" y="1301750"/>
          <p14:tracePt t="50351" x="3841750" y="1238250"/>
          <p14:tracePt t="50368" x="3511550" y="1212850"/>
          <p14:tracePt t="50384" x="3346450" y="1187450"/>
          <p14:tracePt t="50401" x="3079750" y="1174750"/>
          <p14:tracePt t="50417" x="2914650" y="1181100"/>
          <p14:tracePt t="50434" x="2844800" y="1187450"/>
          <p14:tracePt t="50451" x="2774950" y="1200150"/>
          <p14:tracePt t="50468" x="2724150" y="1212850"/>
          <p14:tracePt t="50484" x="2711450" y="1219200"/>
          <p14:tracePt t="50501" x="2692400" y="1219200"/>
          <p14:tracePt t="50517" x="2679700" y="1231900"/>
          <p14:tracePt t="50533" x="2673350" y="1238250"/>
          <p14:tracePt t="50538" x="2667000" y="1238250"/>
          <p14:tracePt t="50553" x="2654300" y="1238250"/>
          <p14:tracePt t="50567" x="2641600" y="1250950"/>
          <p14:tracePt t="50583" x="2597150" y="1263650"/>
          <p14:tracePt t="50600" x="2527300" y="1295400"/>
          <p14:tracePt t="50617" x="2495550" y="1308100"/>
          <p14:tracePt t="50634" x="2419350" y="1346200"/>
          <p14:tracePt t="50650" x="2349500" y="1371600"/>
          <p14:tracePt t="50667" x="2292350" y="1390650"/>
          <p14:tracePt t="50683" x="2209800" y="1409700"/>
          <p14:tracePt t="50700" x="2120900" y="1409700"/>
          <p14:tracePt t="50716" x="2076450" y="1416050"/>
          <p14:tracePt t="50733" x="2000250" y="1416050"/>
          <p14:tracePt t="50749" x="1930400" y="1422400"/>
          <p14:tracePt t="50766" x="1892300" y="1422400"/>
          <p14:tracePt t="50783" x="1835150" y="1422400"/>
          <p14:tracePt t="50800" x="1758950" y="1422400"/>
          <p14:tracePt t="50816" x="1720850" y="1422400"/>
          <p14:tracePt t="50832" x="1638300" y="1403350"/>
          <p14:tracePt t="50849" x="1600200" y="1403350"/>
          <p14:tracePt t="50866" x="1473200" y="1422400"/>
          <p14:tracePt t="50882" x="1435100" y="1428750"/>
          <p14:tracePt t="50899" x="1403350" y="1447800"/>
          <p14:tracePt t="50916" x="1333500" y="1479550"/>
          <p14:tracePt t="50932" x="1314450" y="1492250"/>
          <p14:tracePt t="50949" x="1308100" y="1498600"/>
          <p14:tracePt t="50965" x="1295400" y="1504950"/>
          <p14:tracePt t="50982" x="1289050" y="1517650"/>
          <p14:tracePt t="51000" x="1289050" y="1524000"/>
          <p14:tracePt t="51031" x="1289050" y="1530350"/>
          <p14:tracePt t="51051" x="1289050" y="1536700"/>
          <p14:tracePt t="51070" x="1295400" y="1536700"/>
          <p14:tracePt t="51091" x="1301750" y="1536700"/>
          <p14:tracePt t="51101" x="1308100" y="1543050"/>
          <p14:tracePt t="51119" x="1314450" y="1543050"/>
          <p14:tracePt t="51135" x="1320800" y="1543050"/>
          <p14:tracePt t="51148" x="1327150" y="1543050"/>
          <p14:tracePt t="51164" x="1339850" y="1543050"/>
          <p14:tracePt t="51182" x="1390650" y="1543050"/>
          <p14:tracePt t="51198" x="1441450" y="1543050"/>
          <p14:tracePt t="51215" x="1562100" y="1536700"/>
          <p14:tracePt t="51232" x="1701800" y="1524000"/>
          <p14:tracePt t="51248" x="1790700" y="1517650"/>
          <p14:tracePt t="51264" x="1968500" y="1504950"/>
          <p14:tracePt t="51281" x="2146300" y="1492250"/>
          <p14:tracePt t="51297" x="2235200" y="1492250"/>
          <p14:tracePt t="51315" x="2400300" y="1492250"/>
          <p14:tracePt t="51331" x="2552700" y="1492250"/>
          <p14:tracePt t="51347" x="2622550" y="1492250"/>
          <p14:tracePt t="51364" x="2736850" y="1504950"/>
          <p14:tracePt t="51380" x="2844800" y="1517650"/>
          <p14:tracePt t="51397" x="2882900" y="1524000"/>
          <p14:tracePt t="51414" x="2990850" y="1543050"/>
          <p14:tracePt t="51431" x="3111500" y="1562100"/>
          <p14:tracePt t="51447" x="3162300" y="1562100"/>
          <p14:tracePt t="51464" x="3251200" y="1562100"/>
          <p14:tracePt t="51480" x="3282950" y="1568450"/>
          <p14:tracePt t="51498" x="3333750" y="1568450"/>
          <p14:tracePt t="51513" x="3365500" y="1574800"/>
          <p14:tracePt t="51530" x="3371850" y="1574800"/>
          <p14:tracePt t="51547" x="3384550" y="1574800"/>
          <p14:tracePt t="51604" x="3378200" y="1574800"/>
          <p14:tracePt t="51610" x="3371850" y="1574800"/>
          <p14:tracePt t="51625" x="3365500" y="1574800"/>
          <p14:tracePt t="51639" x="3359150" y="1574800"/>
          <p14:tracePt t="51653" x="3352800" y="1574800"/>
          <p14:tracePt t="51674" x="3346450" y="1574800"/>
          <p14:tracePt t="51702" x="3340100" y="1574800"/>
          <p14:tracePt t="51730" x="3333750" y="1574800"/>
          <p14:tracePt t="51772" x="3327400" y="1574800"/>
          <p14:tracePt t="51842" x="3333750" y="1574800"/>
          <p14:tracePt t="51849" x="3340100" y="1574800"/>
          <p14:tracePt t="51865" x="3346450" y="1574800"/>
          <p14:tracePt t="51885" x="3352800" y="1574800"/>
          <p14:tracePt t="51895" x="3359150" y="1574800"/>
          <p14:tracePt t="51912" x="3384550" y="1581150"/>
          <p14:tracePt t="51928" x="3397250" y="1581150"/>
          <p14:tracePt t="51945" x="3435350" y="1587500"/>
          <p14:tracePt t="51962" x="3473450" y="1600200"/>
          <p14:tracePt t="51978" x="3486150" y="1600200"/>
          <p14:tracePt t="51995" x="3511550" y="1606550"/>
          <p14:tracePt t="52012" x="3524250" y="1612900"/>
          <p14:tracePt t="52028" x="3530600" y="1612900"/>
          <p14:tracePt t="52045" x="3543300" y="1612900"/>
          <p14:tracePt t="52061" x="3549650" y="1612900"/>
          <p14:tracePt t="52081" x="3556000" y="1619250"/>
          <p14:tracePt t="52109" x="3562350" y="1619250"/>
          <p14:tracePt t="52151" x="3562350" y="1625600"/>
          <p14:tracePt t="52166" x="3568700" y="1625600"/>
          <p14:tracePt t="52187" x="3575050" y="1625600"/>
          <p14:tracePt t="52193" x="3587750" y="1625600"/>
          <p14:tracePt t="52215" x="3606800" y="1625600"/>
          <p14:tracePt t="52221" x="3619500" y="1625600"/>
          <p14:tracePt t="52236" x="3644900" y="1625600"/>
          <p14:tracePt t="52244" x="3683000" y="1638300"/>
          <p14:tracePt t="52261" x="3740150" y="1638300"/>
          <p14:tracePt t="52278" x="3879850" y="1644650"/>
          <p14:tracePt t="52294" x="4044950" y="1657350"/>
          <p14:tracePt t="52311" x="4133850" y="1651000"/>
          <p14:tracePt t="52328" x="4318000" y="1631950"/>
          <p14:tracePt t="52344" x="4470400" y="1600200"/>
          <p14:tracePt t="52360" x="4540250" y="1593850"/>
          <p14:tracePt t="52377" x="4660900" y="1562100"/>
          <p14:tracePt t="52394" x="4699000" y="1555750"/>
          <p14:tracePt t="52411" x="4762500" y="1543050"/>
          <p14:tracePt t="52426" x="4781550" y="1543050"/>
          <p14:tracePt t="52443" x="4787900" y="1543050"/>
          <p14:tracePt t="52460" x="4800600" y="1543050"/>
          <p14:tracePt t="52477" x="4806950" y="1543050"/>
          <p14:tracePt t="52615" x="4800600" y="1543050"/>
          <p14:tracePt t="52966" x="4826000" y="1549400"/>
          <p14:tracePt t="52973" x="4895850" y="1555750"/>
          <p14:tracePt t="52988" x="4984750" y="1581150"/>
          <p14:tracePt t="52995" x="5099050" y="1581150"/>
          <p14:tracePt t="53011" x="5213350" y="1587500"/>
          <p14:tracePt t="53025" x="5353050" y="1612900"/>
          <p14:tracePt t="53042" x="5594350" y="1631950"/>
          <p14:tracePt t="53059" x="5810250" y="1631950"/>
          <p14:tracePt t="53075" x="5911850" y="1625600"/>
          <p14:tracePt t="53092" x="6102350" y="1625600"/>
          <p14:tracePt t="53108" x="6235700" y="1631950"/>
          <p14:tracePt t="53124" x="6286500" y="1638300"/>
          <p14:tracePt t="53142" x="6394450" y="1651000"/>
          <p14:tracePt t="53158" x="6483350" y="1651000"/>
          <p14:tracePt t="53174" x="6515100" y="1651000"/>
          <p14:tracePt t="53191" x="6559550" y="1651000"/>
          <p14:tracePt t="53208" x="6597650" y="1631950"/>
          <p14:tracePt t="53224" x="6610350" y="1631950"/>
          <p14:tracePt t="53241" x="6635750" y="1625600"/>
          <p14:tracePt t="53258" x="6642100" y="1625600"/>
          <p14:tracePt t="53274" x="6654800" y="1625600"/>
          <p14:tracePt t="53290" x="6661150" y="1625600"/>
          <p14:tracePt t="53324" x="6667500" y="1625600"/>
          <p14:tracePt t="53345" x="6673850" y="1625600"/>
          <p14:tracePt t="53395" x="6680200" y="1625600"/>
          <p14:tracePt t="53409" x="6686550" y="1625600"/>
          <p14:tracePt t="53416" x="6692900" y="1625600"/>
          <p14:tracePt t="53430" x="6705600" y="1638300"/>
          <p14:tracePt t="53440" x="6718300" y="1644650"/>
          <p14:tracePt t="53457" x="6737350" y="1657350"/>
          <p14:tracePt t="53473" x="6845300" y="1708150"/>
          <p14:tracePt t="53489" x="7029450" y="1765300"/>
          <p14:tracePt t="53507" x="7137400" y="1797050"/>
          <p14:tracePt t="53523" x="7353300" y="1847850"/>
          <p14:tracePt t="53540" x="7556500" y="1860550"/>
          <p14:tracePt t="53557" x="7740650" y="1847850"/>
          <p14:tracePt t="53573" x="7816850" y="1828800"/>
          <p14:tracePt t="53590" x="7937500" y="1790700"/>
          <p14:tracePt t="53606" x="8026400" y="1758950"/>
          <p14:tracePt t="53623" x="8058150" y="1739900"/>
          <p14:tracePt t="53640" x="8102600" y="1701800"/>
          <p14:tracePt t="53656" x="8147050" y="1682750"/>
          <p14:tracePt t="53673" x="8159750" y="1676400"/>
          <p14:tracePt t="53690" x="8185150" y="1670050"/>
          <p14:tracePt t="53705" x="8191500" y="1670050"/>
          <p14:tracePt t="53722" x="8216900" y="1663700"/>
          <p14:tracePt t="53739" x="8242300" y="1657350"/>
          <p14:tracePt t="53756" x="8248650" y="1657350"/>
          <p14:tracePt t="53772" x="8274050" y="1651000"/>
          <p14:tracePt t="53789" x="8299450" y="1638300"/>
          <p14:tracePt t="53806" x="8312150" y="1638300"/>
          <p14:tracePt t="53822" x="8337550" y="1638300"/>
          <p14:tracePt t="53838" x="8369300" y="1638300"/>
          <p14:tracePt t="53855" x="8382000" y="1638300"/>
          <p14:tracePt t="53872" x="8407400" y="1638300"/>
          <p14:tracePt t="53889" x="8432800" y="1644650"/>
          <p14:tracePt t="53905" x="8445500" y="1644650"/>
          <p14:tracePt t="53922" x="8464550" y="1644650"/>
          <p14:tracePt t="53955" x="8483600" y="1644650"/>
          <p14:tracePt t="53972" x="8496300" y="1644650"/>
          <p14:tracePt t="53988" x="8502650" y="1644650"/>
          <p14:tracePt t="54013" x="8509000" y="1644650"/>
          <p14:tracePt t="54062" x="8515350" y="1644650"/>
          <p14:tracePt t="54096" x="8521700" y="1644650"/>
          <p14:tracePt t="54167" x="8521700" y="1651000"/>
          <p14:tracePt t="54224" x="8515350" y="1651000"/>
          <p14:tracePt t="54258" x="8509000" y="1651000"/>
          <p14:tracePt t="54301" x="8509000" y="1657350"/>
          <p14:tracePt t="54329" x="8502650" y="1657350"/>
          <p14:tracePt t="54343" x="8496300" y="1657350"/>
          <p14:tracePt t="54350" x="8489950" y="1657350"/>
          <p14:tracePt t="54364" x="8489950" y="1663700"/>
          <p14:tracePt t="54373" x="8483600" y="1663700"/>
          <p14:tracePt t="54387" x="8470900" y="1663700"/>
          <p14:tracePt t="54403" x="8439150" y="1663700"/>
          <p14:tracePt t="54421" x="8362950" y="1670050"/>
          <p14:tracePt t="54437" x="8286750" y="1670050"/>
          <p14:tracePt t="54453" x="8070850" y="1670050"/>
          <p14:tracePt t="54470" x="7727950" y="1682750"/>
          <p14:tracePt t="54486" x="7486650" y="1695450"/>
          <p14:tracePt t="54503" x="7200900" y="1695450"/>
          <p14:tracePt t="54519" x="6203950" y="1765300"/>
          <p14:tracePt t="54537" x="5829300" y="1797050"/>
          <p14:tracePt t="54553" x="5092700" y="1847850"/>
          <p14:tracePt t="54569" x="4438650" y="1879600"/>
          <p14:tracePt t="54586" x="4152900" y="1879600"/>
          <p14:tracePt t="54603" x="3759200" y="1879600"/>
          <p14:tracePt t="54619" x="3613150" y="1860550"/>
          <p14:tracePt t="54636" x="3371850" y="1854200"/>
          <p14:tracePt t="54653" x="3181350" y="1822450"/>
          <p14:tracePt t="54669" x="3092450" y="1809750"/>
          <p14:tracePt t="54686" x="2959100" y="1803400"/>
          <p14:tracePt t="54702" x="2870200" y="1790700"/>
          <p14:tracePt t="54719" x="2800350" y="1797050"/>
          <p14:tracePt t="54735" x="2743200" y="1803400"/>
          <p14:tracePt t="55125" x="2705100" y="1822450"/>
          <p14:tracePt t="55139" x="2647950" y="1835150"/>
          <p14:tracePt t="55146" x="2603500" y="1866900"/>
          <p14:tracePt t="55154" x="2546350" y="1892300"/>
          <p14:tracePt t="55171" x="2501900" y="1911350"/>
          <p14:tracePt t="55185" x="2470150" y="1936750"/>
          <p14:tracePt t="55201" x="2419350" y="1955800"/>
          <p14:tracePt t="55218" x="2374900" y="1968500"/>
          <p14:tracePt t="55234" x="2362200" y="1968500"/>
          <p14:tracePt t="55251" x="2336800" y="1981200"/>
          <p14:tracePt t="55267" x="2330450" y="1981200"/>
          <p14:tracePt t="55284" x="2324100" y="1987550"/>
          <p14:tracePt t="55300" x="2317750" y="1987550"/>
          <p14:tracePt t="55317" x="2311400" y="1993900"/>
          <p14:tracePt t="55351" x="2305050" y="2000250"/>
          <p14:tracePt t="55435" x="2305050" y="2006600"/>
          <p14:tracePt t="55457" x="2305050" y="2012950"/>
          <p14:tracePt t="55485" x="2305050" y="2025650"/>
          <p14:tracePt t="55498" x="2305050" y="2032000"/>
          <p14:tracePt t="55506" x="2311400" y="2051050"/>
          <p14:tracePt t="55520" x="2317750" y="2070100"/>
          <p14:tracePt t="55533" x="2324100" y="2114550"/>
          <p14:tracePt t="55549" x="2343150" y="2216150"/>
          <p14:tracePt t="55566" x="2362200" y="2298700"/>
          <p14:tracePt t="55583" x="2406650" y="2501900"/>
          <p14:tracePt t="55599" x="2457450" y="2749550"/>
          <p14:tracePt t="55616" x="2482850" y="2908300"/>
          <p14:tracePt t="55632" x="2527300" y="3251200"/>
          <p14:tracePt t="55649" x="2571750" y="3524250"/>
          <p14:tracePt t="55667" x="2603500" y="3740150"/>
          <p14:tracePt t="55682" x="2622550" y="3829050"/>
          <p14:tracePt t="55699" x="2622550" y="3879850"/>
          <p14:tracePt t="55716" x="2635250" y="3994150"/>
          <p14:tracePt t="55732" x="2635250" y="4000500"/>
          <p14:tracePt t="55749" x="2635250" y="4006850"/>
          <p14:tracePt t="55782" x="2635250" y="3994150"/>
          <p14:tracePt t="55799" x="2635250" y="3975100"/>
          <p14:tracePt t="55815" x="2635250" y="3937000"/>
          <p14:tracePt t="55832" x="2628900" y="3873500"/>
          <p14:tracePt t="55850" x="2597150" y="3759200"/>
          <p14:tracePt t="55864" x="2578100" y="3689350"/>
          <p14:tracePt t="55882" x="2540000" y="3492500"/>
          <p14:tracePt t="55899" x="2489200" y="3263900"/>
          <p14:tracePt t="55915" x="2457450" y="3136900"/>
          <p14:tracePt t="55931" x="2413000" y="2863850"/>
          <p14:tracePt t="55948" x="2362200" y="2641600"/>
          <p14:tracePt t="55964" x="2349500" y="2552700"/>
          <p14:tracePt t="55981" x="2330450" y="2438400"/>
          <p14:tracePt t="55998" x="2324100" y="2374900"/>
          <p14:tracePt t="56014" x="2324100" y="2362200"/>
          <p14:tracePt t="56033" x="2324100" y="2343150"/>
          <p14:tracePt t="56068" x="2330450" y="2343150"/>
          <p14:tracePt t="56084" x="2330450" y="2349500"/>
          <p14:tracePt t="56098" x="2330450" y="2362200"/>
          <p14:tracePt t="56114" x="2330450" y="2381250"/>
          <p14:tracePt t="56131" x="2330450" y="2387600"/>
          <p14:tracePt t="56147" x="2330450" y="2393950"/>
          <p14:tracePt t="56166" x="2330450" y="2400300"/>
          <p14:tracePt t="56181" x="2330450" y="2406650"/>
          <p14:tracePt t="56214" x="2330450" y="2419350"/>
          <p14:tracePt t="56230" x="2336800" y="2419350"/>
          <p14:tracePt t="56265" x="2336800" y="2425700"/>
          <p14:tracePt t="56278" x="2336800" y="2432050"/>
          <p14:tracePt t="56299" x="2343150" y="2432050"/>
          <p14:tracePt t="56334" x="2349500" y="2438400"/>
          <p14:tracePt t="56348" x="2355850" y="2438400"/>
          <p14:tracePt t="56390" x="2362200" y="2444750"/>
          <p14:tracePt t="56404" x="2368550" y="2444750"/>
          <p14:tracePt t="56411" x="2374900" y="2444750"/>
          <p14:tracePt t="56419" x="2393950" y="2451100"/>
          <p14:tracePt t="56433" x="2413000" y="2463800"/>
          <p14:tracePt t="56447" x="2451100" y="2470150"/>
          <p14:tracePt t="56463" x="2603500" y="2520950"/>
          <p14:tracePt t="56480" x="2705100" y="2552700"/>
          <p14:tracePt t="56496" x="2914650" y="2616200"/>
          <p14:tracePt t="56512" x="3130550" y="2667000"/>
          <p14:tracePt t="56529" x="3225800" y="2679700"/>
          <p14:tracePt t="56546" x="3365500" y="2698750"/>
          <p14:tracePt t="56563" x="3448050" y="2711450"/>
          <p14:tracePt t="56581" x="3479800" y="2717800"/>
          <p14:tracePt t="56596" x="3492500" y="2717800"/>
          <p14:tracePt t="56613" x="3536950" y="2743200"/>
          <p14:tracePt t="56629" x="3568700" y="2743200"/>
          <p14:tracePt t="66846" x="3562350" y="2730500"/>
          <p14:tracePt t="66853" x="3543300" y="2705100"/>
          <p14:tracePt t="66863" x="3524250" y="2647950"/>
          <p14:tracePt t="66877" x="3454400" y="2508250"/>
          <p14:tracePt t="66894" x="3365500" y="2349500"/>
          <p14:tracePt t="66911" x="3213100" y="2032000"/>
          <p14:tracePt t="66927" x="3111500" y="1828800"/>
          <p14:tracePt t="66944" x="2971800" y="1587500"/>
          <p14:tracePt t="66960" x="2857500" y="1447800"/>
          <p14:tracePt t="66977" x="2768600" y="1327150"/>
          <p14:tracePt t="66994" x="2673350" y="1193800"/>
          <p14:tracePt t="67010" x="2616200" y="1104900"/>
          <p14:tracePt t="67027" x="2552700" y="977900"/>
          <p14:tracePt t="67043" x="2508250" y="863600"/>
          <p14:tracePt t="67060" x="2482850" y="793750"/>
          <p14:tracePt t="67076" x="2457450" y="730250"/>
          <p14:tracePt t="67093" x="2413000" y="622300"/>
          <p14:tracePt t="67110" x="2387600" y="577850"/>
          <p14:tracePt t="67128" x="2330450" y="457200"/>
          <p14:tracePt t="67142" x="2311400" y="393700"/>
          <p14:tracePt t="67159" x="2292350" y="381000"/>
          <p14:tracePt t="67176" x="2292350" y="361950"/>
          <p14:tracePt t="67192" x="2292350" y="349250"/>
          <p14:tracePt t="67254" x="2292350" y="342900"/>
          <p14:tracePt t="67310" x="2298700" y="342900"/>
          <p14:tracePt t="67344" x="2298700" y="336550"/>
          <p14:tracePt t="67380" x="2305050" y="330200"/>
          <p14:tracePt t="67415" x="2311400" y="330200"/>
          <p14:tracePt t="67534" x="2311400" y="336550"/>
          <p14:tracePt t="67605" x="2311400" y="342900"/>
          <p14:tracePt t="67633" x="2311400" y="349250"/>
          <p14:tracePt t="67724" x="2311400" y="355600"/>
          <p14:tracePt t="67844" x="2311400" y="361950"/>
          <p14:tracePt t="68585" x="2343150" y="444500"/>
          <p14:tracePt t="68600" x="2444750" y="603250"/>
          <p14:tracePt t="68607" x="2540000" y="781050"/>
          <p14:tracePt t="68621" x="2609850" y="927100"/>
          <p14:tracePt t="68638" x="2800350" y="1206500"/>
          <p14:tracePt t="68654" x="2851150" y="1327150"/>
          <p14:tracePt t="68671" x="2965450" y="1581150"/>
          <p14:tracePt t="68688" x="3060700" y="1816100"/>
          <p14:tracePt t="68704" x="3092450" y="1911350"/>
          <p14:tracePt t="68720" x="3162300" y="2120900"/>
          <p14:tracePt t="68737" x="3206750" y="2235200"/>
          <p14:tracePt t="68754" x="3327400" y="2540000"/>
          <p14:tracePt t="68770" x="3371850" y="2622550"/>
          <p14:tracePt t="68787" x="3409950" y="2698750"/>
          <p14:tracePt t="68804" x="3479800" y="2863850"/>
          <p14:tracePt t="68820" x="3543300" y="3048000"/>
          <p14:tracePt t="68837" x="3562350" y="3136900"/>
          <p14:tracePt t="68854" x="3613150" y="3295650"/>
          <p14:tracePt t="68870" x="3632200" y="3378200"/>
          <p14:tracePt t="68874" x="3638550" y="3422650"/>
          <p14:tracePt t="68890" x="3644900" y="3448050"/>
          <p14:tracePt t="68904" x="3651250" y="3524250"/>
          <p14:tracePt t="68920" x="3651250" y="3568700"/>
          <p14:tracePt t="68937" x="3670300" y="3587750"/>
          <p14:tracePt t="74695" x="3657600" y="3587750"/>
          <p14:tracePt t="74701" x="3638550" y="3575050"/>
          <p14:tracePt t="74709" x="3619500" y="3575050"/>
          <p14:tracePt t="74717" x="3600450" y="3575050"/>
          <p14:tracePt t="74733" x="3556000" y="3549650"/>
          <p14:tracePt t="74751" x="3479800" y="3530600"/>
          <p14:tracePt t="74766" x="3403600" y="3492500"/>
          <p14:tracePt t="74784" x="3314700" y="3448050"/>
          <p14:tracePt t="74801" x="3149600" y="3384550"/>
          <p14:tracePt t="74816" x="3048000" y="3340100"/>
          <p14:tracePt t="74833" x="2971800" y="3302000"/>
          <p14:tracePt t="74849" x="2876550" y="3257550"/>
          <p14:tracePt t="74866" x="2838450" y="3238500"/>
          <p14:tracePt t="74883" x="2806700" y="3232150"/>
          <p14:tracePt t="74900" x="2762250" y="3213100"/>
          <p14:tracePt t="74916" x="2749550" y="3206750"/>
          <p14:tracePt t="74934" x="2730500" y="3194050"/>
          <p14:tracePt t="74949" x="2717800" y="3187700"/>
          <p14:tracePt t="74969" x="2711450" y="3181350"/>
          <p14:tracePt t="74983" x="2705100" y="3168650"/>
          <p14:tracePt t="74999" x="2692400" y="3162300"/>
          <p14:tracePt t="75016" x="2679700" y="3149600"/>
          <p14:tracePt t="75032" x="2660650" y="3143250"/>
          <p14:tracePt t="75049" x="2647950" y="3130550"/>
          <p14:tracePt t="75065" x="2641600" y="3130550"/>
          <p14:tracePt t="75082" x="2628900" y="3117850"/>
          <p14:tracePt t="75098" x="2622550" y="3117850"/>
          <p14:tracePt t="75118" x="2622550" y="3111500"/>
          <p14:tracePt t="75144" x="2616200" y="3111500"/>
          <p14:tracePt t="75172" x="2609850" y="3111500"/>
          <p14:tracePt t="75587" x="2609850" y="3117850"/>
          <p14:tracePt t="75600" x="2616200" y="3124200"/>
          <p14:tracePt t="75608" x="2616200" y="3136900"/>
          <p14:tracePt t="75622" x="2628900" y="3149600"/>
          <p14:tracePt t="75630" x="2635250" y="3162300"/>
          <p14:tracePt t="75647" x="2641600" y="3168650"/>
          <p14:tracePt t="75664" x="2660650" y="3194050"/>
          <p14:tracePt t="75680" x="2686050" y="3213100"/>
          <p14:tracePt t="75697" x="2698750" y="3225800"/>
          <p14:tracePt t="75713" x="2730500" y="3238500"/>
          <p14:tracePt t="75730" x="2762250" y="3257550"/>
          <p14:tracePt t="75747" x="2774950" y="3263900"/>
          <p14:tracePt t="75763" x="2800350" y="3282950"/>
          <p14:tracePt t="75779" x="2819400" y="3295650"/>
          <p14:tracePt t="75797" x="2838450" y="3302000"/>
          <p14:tracePt t="75813" x="2838450" y="3308350"/>
          <p14:tracePt t="75829" x="2844800" y="3308350"/>
          <p14:tracePt t="75846" x="2851150" y="3321050"/>
          <p14:tracePt t="75879" x="2857500" y="3321050"/>
          <p14:tracePt t="75896" x="2863850" y="3327400"/>
          <p14:tracePt t="75931" x="2870200" y="3333750"/>
          <p14:tracePt t="75959" x="2876550" y="3333750"/>
          <p14:tracePt t="75980" x="2882900" y="3340100"/>
          <p14:tracePt t="75986" x="2882900" y="3346450"/>
          <p14:tracePt t="76008" x="2889250" y="3346450"/>
          <p14:tracePt t="76057" x="2895600" y="3346450"/>
          <p14:tracePt t="76079" x="2901950" y="3346450"/>
          <p14:tracePt t="76099" x="2908300" y="3346450"/>
          <p14:tracePt t="76120" x="2914650" y="3346450"/>
          <p14:tracePt t="76127" x="2921000" y="3346450"/>
          <p14:tracePt t="76169" x="2927350" y="3346450"/>
          <p14:tracePt t="76191" x="2933700" y="3340100"/>
          <p14:tracePt t="76197" x="2940050" y="3340100"/>
          <p14:tracePt t="76219" x="2946400" y="3333750"/>
          <p14:tracePt t="76232" x="2946400" y="3327400"/>
          <p14:tracePt t="76244" x="2952750" y="3327400"/>
          <p14:tracePt t="76262" x="2952750" y="3321050"/>
          <p14:tracePt t="76278" x="2959100" y="3314700"/>
          <p14:tracePt t="76295" x="2959100" y="3295650"/>
          <p14:tracePt t="76311" x="2927350" y="3244850"/>
          <p14:tracePt t="76328" x="2901950" y="3213100"/>
          <p14:tracePt t="76345" x="2800350" y="3117850"/>
          <p14:tracePt t="76361" x="2660650" y="3016250"/>
          <p14:tracePt t="76378" x="2590800" y="2965450"/>
          <p14:tracePt t="76394" x="2425700" y="2876550"/>
          <p14:tracePt t="76411" x="2298700" y="2819400"/>
          <p14:tracePt t="76427" x="2235200" y="2800350"/>
          <p14:tracePt t="76444" x="2127250" y="2794000"/>
          <p14:tracePt t="76460" x="2089150" y="2794000"/>
          <p14:tracePt t="76478" x="2012950" y="2832100"/>
          <p14:tracePt t="76493" x="2000250" y="2851150"/>
          <p14:tracePt t="76510" x="1993900" y="2889250"/>
          <p14:tracePt t="76527" x="1993900" y="3022600"/>
          <p14:tracePt t="76543" x="2095500" y="3244850"/>
          <p14:tracePt t="76560" x="2190750" y="3378200"/>
          <p14:tracePt t="76577" x="2457450" y="3689350"/>
          <p14:tracePt t="76593" x="2736850" y="3968750"/>
          <p14:tracePt t="76610" x="2921000" y="4095750"/>
          <p14:tracePt t="76627" x="3175000" y="4235450"/>
          <p14:tracePt t="76643" x="3346450" y="4286250"/>
          <p14:tracePt t="76659" x="3409950" y="4292600"/>
          <p14:tracePt t="76676" x="3486150" y="4286250"/>
          <p14:tracePt t="76693" x="3517900" y="4229100"/>
          <p14:tracePt t="76710" x="3530600" y="4140200"/>
          <p14:tracePt t="76726" x="3530600" y="4051300"/>
          <p14:tracePt t="76743" x="3511550" y="3924300"/>
          <p14:tracePt t="76760" x="3327400" y="3225800"/>
          <p14:tracePt t="76776" x="3257550" y="3016250"/>
          <p14:tracePt t="76793" x="3200400" y="2895600"/>
          <p14:tracePt t="76809" x="3022600" y="2673350"/>
          <p14:tracePt t="76826" x="2851150" y="2546350"/>
          <p14:tracePt t="76844" x="2686050" y="2476500"/>
          <p14:tracePt t="76859" x="2635250" y="2470150"/>
          <p14:tracePt t="76876" x="2559050" y="2444750"/>
          <p14:tracePt t="76893" x="2489200" y="2451100"/>
          <p14:tracePt t="76909" x="2470150" y="2457450"/>
          <p14:tracePt t="76926" x="2425700" y="2476500"/>
          <p14:tracePt t="76942" x="2393950" y="2495550"/>
          <p14:tracePt t="76958" x="2374900" y="2501900"/>
          <p14:tracePt t="76975" x="2343150" y="2514600"/>
          <p14:tracePt t="76992" x="2330450" y="2520950"/>
          <p14:tracePt t="77008" x="2324100" y="2520950"/>
          <p14:tracePt t="77026" x="2305050" y="2520950"/>
          <p14:tracePt t="77042" x="2279650" y="2520950"/>
          <p14:tracePt t="77058" x="2260600" y="2520950"/>
          <p14:tracePt t="77075" x="2228850" y="2508250"/>
          <p14:tracePt t="77092" x="2203450" y="2489200"/>
          <p14:tracePt t="77108" x="2152650" y="2463800"/>
          <p14:tracePt t="77125" x="2082800" y="2432050"/>
          <p14:tracePt t="77142" x="2038350" y="2406650"/>
          <p14:tracePt t="77159" x="1949450" y="2349500"/>
          <p14:tracePt t="77175" x="1860550" y="2305050"/>
          <p14:tracePt t="77191" x="1816100" y="2292350"/>
          <p14:tracePt t="77208" x="1765300" y="2266950"/>
          <p14:tracePt t="77224" x="1733550" y="2254250"/>
          <p14:tracePt t="77241" x="1727200" y="2247900"/>
          <p14:tracePt t="77258" x="1720850" y="2247900"/>
          <p14:tracePt t="77293" x="1720850" y="2260600"/>
          <p14:tracePt t="77314" x="1720850" y="2266950"/>
          <p14:tracePt t="77321" x="1727200" y="2266950"/>
          <p14:tracePt t="77343" x="1733550" y="2273300"/>
          <p14:tracePt t="77363" x="1733550" y="2279650"/>
          <p14:tracePt t="77377" x="1733550" y="2286000"/>
          <p14:tracePt t="77384" x="1739900" y="2286000"/>
          <p14:tracePt t="77394" x="1746250" y="2286000"/>
          <p14:tracePt t="77407" x="1752600" y="2286000"/>
          <p14:tracePt t="77424" x="1758950" y="2286000"/>
          <p14:tracePt t="77441" x="1797050" y="2292350"/>
          <p14:tracePt t="77457" x="1892300" y="2286000"/>
          <p14:tracePt t="77474" x="1968500" y="2286000"/>
          <p14:tracePt t="77490" x="2171700" y="2247900"/>
          <p14:tracePt t="77507" x="2432050" y="2184400"/>
          <p14:tracePt t="77525" x="2673350" y="2108200"/>
          <p14:tracePt t="77540" x="2781300" y="2063750"/>
          <p14:tracePt t="77557" x="2940050" y="1987550"/>
          <p14:tracePt t="77574" x="3041650" y="1924050"/>
          <p14:tracePt t="77590" x="3073400" y="1911350"/>
          <p14:tracePt t="77606" x="3098800" y="1898650"/>
          <p14:tracePt t="77623" x="3098800" y="1892300"/>
          <p14:tracePt t="77656" x="3098800" y="1898650"/>
          <p14:tracePt t="77673" x="3086100" y="1930400"/>
          <p14:tracePt t="77689" x="3086100" y="1936750"/>
          <p14:tracePt t="80211" x="3079750" y="1917700"/>
          <p14:tracePt t="80225" x="3060700" y="1873250"/>
          <p14:tracePt t="80233" x="3035300" y="1828800"/>
          <p14:tracePt t="80247" x="3016250" y="1771650"/>
          <p14:tracePt t="80264" x="2965450" y="1651000"/>
          <p14:tracePt t="80281" x="2908300" y="1511300"/>
          <p14:tracePt t="80297" x="2889250" y="1460500"/>
          <p14:tracePt t="80314" x="2863850" y="1377950"/>
          <p14:tracePt t="80331" x="2813050" y="1212850"/>
          <p14:tracePt t="80347" x="2806700" y="1162050"/>
          <p14:tracePt t="80364" x="2800350" y="1111250"/>
          <p14:tracePt t="80380" x="2768600" y="990600"/>
          <p14:tracePt t="80397" x="2749550" y="831850"/>
          <p14:tracePt t="80414" x="2724150" y="673100"/>
          <p14:tracePt t="80430" x="2705100" y="596900"/>
          <p14:tracePt t="80447" x="2692400" y="546100"/>
          <p14:tracePt t="80464" x="2673350" y="438150"/>
          <p14:tracePt t="80480" x="2654300" y="374650"/>
          <p14:tracePt t="80497" x="2647950" y="355600"/>
          <p14:tracePt t="80513" x="2616200" y="304800"/>
          <p14:tracePt t="80529" x="2616200" y="285750"/>
          <p14:tracePt t="80534" x="2609850" y="266700"/>
          <p14:tracePt t="80547" x="2597150" y="254000"/>
          <p14:tracePt t="80563" x="2597150" y="228600"/>
          <p14:tracePt t="80580" x="2590800" y="215900"/>
          <p14:tracePt t="80597" x="2584450" y="190500"/>
          <p14:tracePt t="80612" x="2584450" y="171450"/>
          <p14:tracePt t="80629" x="2578100" y="158750"/>
          <p14:tracePt t="80647" x="2571750" y="146050"/>
          <p14:tracePt t="80678" x="2565400" y="139700"/>
          <p14:tracePt t="80745" x="2559050" y="146050"/>
          <p14:tracePt t="80751" x="2559050" y="152400"/>
          <p14:tracePt t="80766" x="2552700" y="158750"/>
          <p14:tracePt t="80779" x="2552700" y="165100"/>
          <p14:tracePt t="80795" x="2546350" y="171450"/>
          <p14:tracePt t="83370" x="2565400" y="241300"/>
          <p14:tracePt t="83384" x="2616200" y="355600"/>
          <p14:tracePt t="83391" x="2673350" y="495300"/>
          <p14:tracePt t="83407" x="2724150" y="654050"/>
          <p14:tracePt t="83420" x="2774950" y="768350"/>
          <p14:tracePt t="83436" x="2838450" y="977900"/>
          <p14:tracePt t="83454" x="2901950" y="1162050"/>
          <p14:tracePt t="83469" x="2933700" y="1263650"/>
          <p14:tracePt t="83486" x="2990850" y="1460500"/>
          <p14:tracePt t="83503" x="3022600" y="1631950"/>
          <p14:tracePt t="83519" x="3041650" y="1695450"/>
          <p14:tracePt t="83536" x="3060700" y="1790700"/>
          <p14:tracePt t="83553" x="3060700" y="1822450"/>
          <p14:tracePt t="83569" x="3060700" y="1828800"/>
          <p14:tracePt t="83586" x="3054350" y="1835150"/>
          <p14:tracePt t="83602" x="3028950" y="1835150"/>
          <p14:tracePt t="83619" x="2997200" y="1822450"/>
          <p14:tracePt t="83637" x="2876550" y="1752600"/>
          <p14:tracePt t="83652" x="2711450" y="1638300"/>
          <p14:tracePt t="83669" x="2590800" y="1574800"/>
          <p14:tracePt t="83686" x="2247900" y="1327150"/>
          <p14:tracePt t="83702" x="1930400" y="1098550"/>
          <p14:tracePt t="83719" x="1816100" y="1009650"/>
          <p14:tracePt t="83735" x="1638300" y="889000"/>
          <p14:tracePt t="83752" x="1543050" y="812800"/>
          <p14:tracePt t="83769" x="1416050" y="736600"/>
          <p14:tracePt t="83785" x="1339850" y="698500"/>
          <p14:tracePt t="83802" x="1320800" y="685800"/>
          <p14:tracePt t="83819" x="1289050" y="660400"/>
          <p14:tracePt t="83835" x="1257300" y="622300"/>
          <p14:tracePt t="83852" x="1250950" y="609600"/>
          <p14:tracePt t="83868" x="1238250" y="590550"/>
          <p14:tracePt t="83885" x="1238250" y="571500"/>
          <p14:tracePt t="83918" x="1238250" y="565150"/>
          <p14:tracePt t="83935" x="1250950" y="552450"/>
          <p14:tracePt t="83953" x="1263650" y="546100"/>
          <p14:tracePt t="83968" x="1270000" y="546100"/>
          <p14:tracePt t="83985" x="1276350" y="546100"/>
          <p14:tracePt t="84002" x="1295400" y="546100"/>
          <p14:tracePt t="84018" x="1301750" y="539750"/>
          <p14:tracePt t="84034" x="1314450" y="539750"/>
          <p14:tracePt t="84051" x="1346200" y="533400"/>
          <p14:tracePt t="84068" x="1377950" y="527050"/>
          <p14:tracePt t="84071" x="1390650" y="527050"/>
          <p14:tracePt t="84087" x="1409700" y="520700"/>
          <p14:tracePt t="84101" x="1441450" y="520700"/>
          <p14:tracePt t="84118" x="1511300" y="501650"/>
          <p14:tracePt t="84135" x="1593850" y="476250"/>
          <p14:tracePt t="84151" x="1651000" y="469900"/>
          <p14:tracePt t="84167" x="1790700" y="450850"/>
          <p14:tracePt t="84185" x="1949450" y="431800"/>
          <p14:tracePt t="84200" x="2025650" y="419100"/>
          <p14:tracePt t="84217" x="2139950" y="419100"/>
          <p14:tracePt t="84234" x="2197100" y="419100"/>
          <p14:tracePt t="84250" x="2222500" y="425450"/>
          <p14:tracePt t="84283" x="2241550" y="425450"/>
          <p14:tracePt t="84300" x="2254250" y="431800"/>
          <p14:tracePt t="84317" x="2266950" y="444500"/>
          <p14:tracePt t="84333" x="2273300" y="450850"/>
          <p14:tracePt t="84350" x="2298700" y="469900"/>
          <p14:tracePt t="84367" x="2324100" y="495300"/>
          <p14:tracePt t="84383" x="2336800" y="527050"/>
          <p14:tracePt t="84400" x="2374900" y="565150"/>
          <p14:tracePt t="84416" x="2413000" y="628650"/>
          <p14:tracePt t="84433" x="2438400" y="673100"/>
          <p14:tracePt t="84450" x="2508250" y="787400"/>
          <p14:tracePt t="84466" x="2590800" y="946150"/>
          <p14:tracePt t="84483" x="2628900" y="1028700"/>
          <p14:tracePt t="84500" x="2705100" y="1238250"/>
          <p14:tracePt t="84516" x="2794000" y="1447800"/>
          <p14:tracePt t="84533" x="2825750" y="1549400"/>
          <p14:tracePt t="84550" x="2921000" y="1758950"/>
          <p14:tracePt t="84566" x="3016250" y="1949450"/>
          <p14:tracePt t="84582" x="3079750" y="2032000"/>
          <p14:tracePt t="84599" x="3213100" y="2184400"/>
          <p14:tracePt t="84616" x="3359150" y="2330450"/>
          <p14:tracePt t="84633" x="3479800" y="2470150"/>
          <p14:tracePt t="84649" x="3524250" y="2527300"/>
          <p14:tracePt t="84666" x="3568700" y="2597150"/>
          <p14:tracePt t="84682" x="3644900" y="2724150"/>
          <p14:tracePt t="84698" x="3683000" y="2787650"/>
          <p14:tracePt t="84715" x="3695700" y="2813050"/>
          <p14:tracePt t="84732" x="3727450" y="2857500"/>
          <p14:tracePt t="84749" x="3759200" y="2882900"/>
          <p14:tracePt t="86602" x="3759200" y="2889250"/>
          <p14:tracePt t="86616" x="3752850" y="2901950"/>
          <p14:tracePt t="86630" x="3740150" y="2914650"/>
          <p14:tracePt t="86636" x="3733800" y="2921000"/>
          <p14:tracePt t="86651" x="3727450" y="2927350"/>
          <p14:tracePt t="86665" x="3714750" y="2927350"/>
          <p14:tracePt t="86686" x="3689350" y="2933700"/>
          <p14:tracePt t="86707" x="3676650" y="2940050"/>
          <p14:tracePt t="86721" x="3670300" y="2940050"/>
          <p14:tracePt t="86728" x="3657600" y="2946400"/>
          <p14:tracePt t="86744" x="3651250" y="2946400"/>
          <p14:tracePt t="86758" x="3644900" y="2946400"/>
          <p14:tracePt t="86775" x="3638550" y="2952750"/>
          <p14:tracePt t="86792" x="3632200" y="2952750"/>
          <p14:tracePt t="86808" x="3632200" y="2959100"/>
          <p14:tracePt t="86840" x="3625850" y="2959100"/>
          <p14:tracePt t="86890" x="3632200" y="2965450"/>
          <p14:tracePt t="86911" x="3638550" y="2965450"/>
          <p14:tracePt t="86926" x="3644900" y="2965450"/>
          <p14:tracePt t="86939" x="3657600" y="2971800"/>
          <p14:tracePt t="86953" x="3683000" y="2971800"/>
          <p14:tracePt t="86961" x="3708400" y="2971800"/>
          <p14:tracePt t="86976" x="3746500" y="2971800"/>
          <p14:tracePt t="86990" x="3790950" y="2965450"/>
          <p14:tracePt t="87007" x="3841750" y="2965450"/>
          <p14:tracePt t="87024" x="3949700" y="2940050"/>
          <p14:tracePt t="87041" x="3981450" y="2927350"/>
          <p14:tracePt t="87058" x="4025900" y="2895600"/>
          <p14:tracePt t="87074" x="4032250" y="2863850"/>
          <p14:tracePt t="87090" x="4013200" y="2838450"/>
          <p14:tracePt t="87094" x="3981450" y="2806700"/>
          <p14:tracePt t="87110" x="3924300" y="2768600"/>
          <p14:tracePt t="87124" x="3759200" y="2654300"/>
          <p14:tracePt t="87140" x="3663950" y="2603500"/>
          <p14:tracePt t="87157" x="3454400" y="2489200"/>
          <p14:tracePt t="87173" x="3346450" y="2432050"/>
          <p14:tracePt t="87192" x="3079750" y="2311400"/>
          <p14:tracePt t="87207" x="3016250" y="2279650"/>
          <p14:tracePt t="87223" x="2959100" y="2254250"/>
          <p14:tracePt t="87240" x="2882900" y="2235200"/>
          <p14:tracePt t="87257" x="2870200" y="2235200"/>
          <p14:tracePt t="87290" x="2889250" y="2254250"/>
          <p14:tracePt t="87306" x="2914650" y="2279650"/>
          <p14:tracePt t="87323" x="2933700" y="2305050"/>
          <p14:tracePt t="87340" x="3098800" y="2413000"/>
          <p14:tracePt t="87356" x="3238500" y="2495550"/>
          <p14:tracePt t="87374" x="3790950" y="2794000"/>
          <p14:tracePt t="87389" x="4114800" y="2946400"/>
          <p14:tracePt t="87406" x="4914900" y="3289300"/>
          <p14:tracePt t="87424" x="5607050" y="3600450"/>
          <p14:tracePt t="87439" x="6000750" y="3778250"/>
          <p14:tracePt t="87456" x="6089650" y="3810000"/>
          <p14:tracePt t="87473" x="6184900" y="3848100"/>
          <p14:tracePt t="87489" x="6210300" y="3848100"/>
          <p14:tracePt t="87535" x="6203950" y="3848100"/>
          <p14:tracePt t="87543" x="6197600" y="3848100"/>
          <p14:tracePt t="87559" x="6191250" y="3841750"/>
          <p14:tracePt t="87572" x="6184900" y="3835400"/>
          <p14:tracePt t="87589" x="6165850" y="3829050"/>
          <p14:tracePt t="87606" x="6153150" y="3816350"/>
          <p14:tracePt t="87622" x="6146800" y="3810000"/>
          <p14:tracePt t="87639" x="6134100" y="3797300"/>
          <p14:tracePt t="87655" x="6121400" y="3784600"/>
          <p14:tracePt t="87672" x="6102350" y="3771900"/>
          <p14:tracePt t="87688" x="6089650" y="3765550"/>
          <p14:tracePt t="87705" x="6057900" y="3740150"/>
          <p14:tracePt t="87722" x="6032500" y="3721100"/>
          <p14:tracePt t="87739" x="5943600" y="3657600"/>
          <p14:tracePt t="87754" x="5765800" y="3549650"/>
          <p14:tracePt t="87771" x="5664200" y="3486150"/>
          <p14:tracePt t="87789" x="5448300" y="3359150"/>
          <p14:tracePt t="87805" x="5327650" y="3295650"/>
          <p14:tracePt t="87821" x="5086350" y="3175000"/>
          <p14:tracePt t="87838" x="4889500" y="3067050"/>
          <p14:tracePt t="87855" x="4794250" y="3028950"/>
          <p14:tracePt t="87871" x="4660900" y="2978150"/>
          <p14:tracePt t="87888" x="4578350" y="2952750"/>
          <p14:tracePt t="87904" x="4546600" y="2940050"/>
          <p14:tracePt t="87922" x="4502150" y="2921000"/>
          <p14:tracePt t="87937" x="4495800" y="2921000"/>
          <p14:tracePt t="87971" x="4489450" y="2927350"/>
          <p14:tracePt t="87987" x="4489450" y="2940050"/>
          <p14:tracePt t="88004" x="4489450" y="2946400"/>
          <p14:tracePt t="88021" x="4464050" y="2965450"/>
          <p14:tracePt t="88037" x="4438650" y="2971800"/>
          <p14:tracePt t="88389" x="4464050" y="2959100"/>
          <p14:tracePt t="88396" x="4495800" y="2946400"/>
          <p14:tracePt t="88410" x="4533900" y="2927350"/>
          <p14:tracePt t="88419" x="4578350" y="2901950"/>
          <p14:tracePt t="88436" x="4635500" y="2876550"/>
          <p14:tracePt t="88452" x="4775200" y="2806700"/>
          <p14:tracePt t="88469" x="4940300" y="2711450"/>
          <p14:tracePt t="88486" x="5016500" y="2660650"/>
          <p14:tracePt t="88503" x="5156200" y="2571750"/>
          <p14:tracePt t="88518" x="5207000" y="2527300"/>
          <p14:tracePt t="88537" x="5295900" y="2451100"/>
          <p14:tracePt t="88552" x="5353050" y="2387600"/>
          <p14:tracePt t="88569" x="5378450" y="2362200"/>
          <p14:tracePt t="88586" x="5410200" y="2324100"/>
          <p14:tracePt t="88602" x="5422900" y="2317750"/>
          <p14:tracePt t="88619" x="5429250" y="2311400"/>
          <p14:tracePt t="88635" x="5435600" y="2298700"/>
          <p14:tracePt t="88651" x="5435600" y="2286000"/>
          <p14:tracePt t="88698" x="5429250" y="2286000"/>
          <p14:tracePt t="88720" x="5422900" y="2286000"/>
          <p14:tracePt t="88726" x="5416550" y="2286000"/>
          <p14:tracePt t="88740" x="5410200" y="2286000"/>
          <p14:tracePt t="88751" x="5403850" y="2286000"/>
          <p14:tracePt t="88768" x="5391150" y="2286000"/>
          <p14:tracePt t="88784" x="5391150" y="2292350"/>
          <p14:tracePt t="88802" x="5378450" y="2292350"/>
          <p14:tracePt t="88818" x="5365750" y="2298700"/>
          <p14:tracePt t="88835" x="5359400" y="2298700"/>
          <p14:tracePt t="88851" x="5353050" y="2298700"/>
          <p14:tracePt t="88868" x="5346700" y="2298700"/>
          <p14:tracePt t="88904" x="5340350" y="2305050"/>
          <p14:tracePt t="88937" x="5340350" y="2311400"/>
          <p14:tracePt t="88958" x="5346700" y="2311400"/>
          <p14:tracePt t="88971" x="5353050" y="2317750"/>
          <p14:tracePt t="88979" x="5365750" y="2317750"/>
          <p14:tracePt t="88993" x="5391150" y="2317750"/>
          <p14:tracePt t="89001" x="5435600" y="2324100"/>
          <p14:tracePt t="89017" x="5505450" y="2330450"/>
          <p14:tracePt t="89035" x="5683250" y="2343150"/>
          <p14:tracePt t="89051" x="5924550" y="2362200"/>
          <p14:tracePt t="89067" x="6038850" y="2362200"/>
          <p14:tracePt t="89084" x="6267450" y="2362200"/>
          <p14:tracePt t="89100" x="6407150" y="2349500"/>
          <p14:tracePt t="89117" x="6457950" y="2343150"/>
          <p14:tracePt t="89134" x="6502400" y="2330450"/>
          <p14:tracePt t="89150" x="6508750" y="2324100"/>
          <p14:tracePt t="89183" x="6483350" y="2317750"/>
          <p14:tracePt t="89200" x="6470650" y="2317750"/>
          <p14:tracePt t="89217" x="6432550" y="2317750"/>
          <p14:tracePt t="89233" x="6330950" y="2305050"/>
          <p14:tracePt t="89250" x="6248400" y="2286000"/>
          <p14:tracePt t="89267" x="6070600" y="2266950"/>
          <p14:tracePt t="89283" x="5880100" y="2247900"/>
          <p14:tracePt t="89299" x="5772150" y="2235200"/>
          <p14:tracePt t="89316" x="5594350" y="2203450"/>
          <p14:tracePt t="89333" x="5448300" y="2184400"/>
          <p14:tracePt t="89351" x="5365750" y="2171700"/>
          <p14:tracePt t="89366" x="5340350" y="2171700"/>
          <p14:tracePt t="89382" x="5308600" y="2171700"/>
          <p14:tracePt t="89400" x="5295900" y="2171700"/>
          <p14:tracePt t="89442" x="5295900" y="2178050"/>
          <p14:tracePt t="89471" x="5302250" y="2178050"/>
          <p14:tracePt t="89485" x="5314950" y="2184400"/>
          <p14:tracePt t="89491" x="5327650" y="2184400"/>
          <p14:tracePt t="89501" x="5327650" y="2190750"/>
          <p14:tracePt t="89515" x="5346700" y="2190750"/>
          <p14:tracePt t="89532" x="5365750" y="2190750"/>
          <p14:tracePt t="89549" x="5461000" y="2209800"/>
          <p14:tracePt t="89566" x="5581650" y="2216150"/>
          <p14:tracePt t="89582" x="5721350" y="2228850"/>
          <p14:tracePt t="89598" x="5772150" y="2228850"/>
          <p14:tracePt t="89615" x="5842000" y="2235200"/>
          <p14:tracePt t="89632" x="5867400" y="2235200"/>
          <p14:tracePt t="89648" x="5873750" y="2235200"/>
          <p14:tracePt t="89681" x="5854700" y="2235200"/>
          <p14:tracePt t="89698" x="5848350" y="2235200"/>
          <p14:tracePt t="89716" x="5829300" y="2235200"/>
          <p14:tracePt t="89731" x="5784850" y="2235200"/>
          <p14:tracePt t="89748" x="5734050" y="2241550"/>
          <p14:tracePt t="89766" x="5619750" y="2241550"/>
          <p14:tracePt t="89781" x="5492750" y="2241550"/>
          <p14:tracePt t="89798" x="5416550" y="2241550"/>
          <p14:tracePt t="89815" x="5321300" y="2241550"/>
          <p14:tracePt t="89831" x="5283200" y="2241550"/>
          <p14:tracePt t="89848" x="5232400" y="2241550"/>
          <p14:tracePt t="89864" x="5207000" y="2247900"/>
          <p14:tracePt t="89884" x="5200650" y="2247900"/>
          <p14:tracePt t="89912" x="5200650" y="2254250"/>
          <p14:tracePt t="89941" x="5207000" y="2254250"/>
          <p14:tracePt t="89954" x="5213350" y="2254250"/>
          <p14:tracePt t="89962" x="5226050" y="2254250"/>
          <p14:tracePt t="89976" x="5238750" y="2254250"/>
          <p14:tracePt t="89984" x="5251450" y="2254250"/>
          <p14:tracePt t="89997" x="5264150" y="2254250"/>
          <p14:tracePt t="90014" x="5308600" y="2254250"/>
          <p14:tracePt t="90030" x="5353050" y="2247900"/>
          <p14:tracePt t="90047" x="5429250" y="2247900"/>
          <p14:tracePt t="90063" x="5486400" y="2241550"/>
          <p14:tracePt t="90081" x="5499100" y="2241550"/>
          <p14:tracePt t="90096" x="5511800" y="2241550"/>
          <p14:tracePt t="90132" x="5505450" y="2241550"/>
          <p14:tracePt t="90144" x="5499100" y="2235200"/>
          <p14:tracePt t="90151" x="5492750" y="2235200"/>
          <p14:tracePt t="90167" x="5486400" y="2235200"/>
          <p14:tracePt t="90187" x="5473700" y="2235200"/>
          <p14:tracePt t="90196" x="5467350" y="2235200"/>
          <p14:tracePt t="90213" x="5454650" y="2235200"/>
          <p14:tracePt t="90230" x="5435600" y="2235200"/>
          <p14:tracePt t="90246" x="5429250" y="2235200"/>
          <p14:tracePt t="90264" x="5416550" y="2235200"/>
          <p14:tracePt t="90279" x="5397500" y="2235200"/>
          <p14:tracePt t="90296" x="5372100" y="2235200"/>
          <p14:tracePt t="90313" x="5334000" y="2235200"/>
          <p14:tracePt t="90329" x="5314950" y="2235200"/>
          <p14:tracePt t="90346" x="5257800" y="2241550"/>
          <p14:tracePt t="90363" x="5200650" y="2247900"/>
          <p14:tracePt t="90379" x="5156200" y="2247900"/>
          <p14:tracePt t="90396" x="5130800" y="2247900"/>
          <p14:tracePt t="90412" x="5073650" y="2254250"/>
          <p14:tracePt t="90429" x="5067300" y="2254250"/>
          <p14:tracePt t="90446" x="5054600" y="2260600"/>
          <p14:tracePt t="90462" x="5048250" y="2260600"/>
          <p14:tracePt t="90495" x="5048250" y="2266950"/>
          <p14:tracePt t="90516" x="5054600" y="2273300"/>
          <p14:tracePt t="90538" x="5067300" y="2273300"/>
          <p14:tracePt t="90552" x="5086350" y="2273300"/>
          <p14:tracePt t="90566" x="5099050" y="2273300"/>
          <p14:tracePt t="90582" x="5118100" y="2273300"/>
          <p14:tracePt t="90595" x="5181600" y="2273300"/>
          <p14:tracePt t="90612" x="5219700" y="2273300"/>
          <p14:tracePt t="90629" x="5321300" y="2260600"/>
          <p14:tracePt t="90645" x="5441950" y="2241550"/>
          <p14:tracePt t="90661" x="5492750" y="2241550"/>
          <p14:tracePt t="90678" x="5588000" y="2247900"/>
          <p14:tracePt t="90695" x="5645150" y="2254250"/>
          <p14:tracePt t="90711" x="5670550" y="2260600"/>
          <p14:tracePt t="90728" x="5689600" y="2260600"/>
          <p14:tracePt t="90762" x="5695950" y="2266950"/>
          <p14:tracePt t="90783" x="5695950" y="2273300"/>
          <p14:tracePt t="90825" x="5689600" y="2273300"/>
          <p14:tracePt t="90833" x="5683250" y="2273300"/>
          <p14:tracePt t="90853" x="5676900" y="2273300"/>
          <p14:tracePt t="90868" x="5664200" y="2273300"/>
          <p14:tracePt t="90877" x="5657850" y="2273300"/>
          <p14:tracePt t="90893" x="5651500" y="2273300"/>
          <p14:tracePt t="90910" x="5600700" y="2273300"/>
          <p14:tracePt t="90927" x="5499100" y="2273300"/>
          <p14:tracePt t="90945" x="5353050" y="2292350"/>
          <p14:tracePt t="90960" x="5264150" y="2292350"/>
          <p14:tracePt t="90977" x="5086350" y="2292350"/>
          <p14:tracePt t="90994" x="4933950" y="2292350"/>
          <p14:tracePt t="91010" x="4870450" y="2292350"/>
          <p14:tracePt t="91027" x="4819650" y="2292350"/>
          <p14:tracePt t="91043" x="4718050" y="2292350"/>
          <p14:tracePt t="91060" x="4699000" y="2292350"/>
          <p14:tracePt t="91077" x="4686300" y="2292350"/>
          <p14:tracePt t="91093" x="4673600" y="2292350"/>
          <p14:tracePt t="91127" x="4667250" y="2292350"/>
          <p14:tracePt t="91253" x="4673600" y="2292350"/>
          <p14:tracePt t="91289" x="4679950" y="2292350"/>
          <p14:tracePt t="91296" x="4686300" y="2292350"/>
          <p14:tracePt t="91312" x="4692650" y="2292350"/>
          <p14:tracePt t="91326" x="4699000" y="2292350"/>
          <p14:tracePt t="91342" x="4711700" y="2292350"/>
          <p14:tracePt t="91359" x="4781550" y="2292350"/>
          <p14:tracePt t="91376" x="4845050" y="2305050"/>
          <p14:tracePt t="91393" x="4921250" y="2305050"/>
          <p14:tracePt t="91410" x="5124450" y="2324100"/>
          <p14:tracePt t="91425" x="5251450" y="2336800"/>
          <p14:tracePt t="91443" x="5505450" y="2355850"/>
          <p14:tracePt t="91458" x="5632450" y="2368550"/>
          <p14:tracePt t="91475" x="5734050" y="2374900"/>
          <p14:tracePt t="91492" x="5899150" y="2387600"/>
          <p14:tracePt t="91509" x="5943600" y="2387600"/>
          <p14:tracePt t="91526" x="5981700" y="2387600"/>
          <p14:tracePt t="91542" x="6019800" y="2387600"/>
          <p14:tracePt t="91558" x="6032500" y="2387600"/>
          <p14:tracePt t="91575" x="6038850" y="2387600"/>
          <p14:tracePt t="91592" x="6045200" y="2387600"/>
          <p14:tracePt t="91625" x="6051550" y="2387600"/>
          <p14:tracePt t="91647" x="6057900" y="2381250"/>
          <p14:tracePt t="91658" x="6057900" y="2374900"/>
          <p14:tracePt t="91696" x="6064250" y="2374900"/>
          <p14:tracePt t="91703" x="6064250" y="2368550"/>
          <p14:tracePt t="91731" x="6076950" y="2362200"/>
          <p14:tracePt t="91752" x="6083300" y="2362200"/>
          <p14:tracePt t="91780" x="6083300" y="2355850"/>
          <p14:tracePt t="91815" x="6089650" y="2355850"/>
          <p14:tracePt t="91872" x="6096000" y="2349500"/>
          <p14:tracePt t="91949" x="6089650" y="2349500"/>
          <p14:tracePt t="91977" x="6089650" y="2343150"/>
          <p14:tracePt t="92005" x="6083300" y="2343150"/>
          <p14:tracePt t="92680" x="6051550" y="2336800"/>
          <p14:tracePt t="92701" x="6019800" y="2336800"/>
          <p14:tracePt t="92708" x="6000750" y="2336800"/>
          <p14:tracePt t="92724" x="5981700" y="2336800"/>
          <p14:tracePt t="92737" x="5969000" y="2343150"/>
          <p14:tracePt t="92754" x="5918200" y="2349500"/>
          <p14:tracePt t="92771" x="5848350" y="2349500"/>
          <p14:tracePt t="92787" x="5822950" y="2349500"/>
          <p14:tracePt t="92804" x="5721350" y="2362200"/>
          <p14:tracePt t="92821" x="5607050" y="2362200"/>
          <p14:tracePt t="92837" x="5530850" y="2362200"/>
          <p14:tracePt t="92854" x="5346700" y="2368550"/>
          <p14:tracePt t="92871" x="5137150" y="2368550"/>
          <p14:tracePt t="92887" x="5022850" y="2368550"/>
          <p14:tracePt t="92905" x="4794250" y="2343150"/>
          <p14:tracePt t="92920" x="4578350" y="2343150"/>
          <p14:tracePt t="92937" x="4464050" y="2336800"/>
          <p14:tracePt t="92954" x="4286250" y="2336800"/>
          <p14:tracePt t="92970" x="4210050" y="2336800"/>
          <p14:tracePt t="92987" x="4070350" y="2336800"/>
          <p14:tracePt t="93003" x="3937000" y="2324100"/>
          <p14:tracePt t="93020" x="3860800" y="2317750"/>
          <p14:tracePt t="93037" x="3746500" y="2317750"/>
          <p14:tracePt t="93053" x="3663950" y="2305050"/>
          <p14:tracePt t="93070" x="3638550" y="2298700"/>
          <p14:tracePt t="93087" x="3613150" y="2292350"/>
          <p14:tracePt t="93103" x="3613150" y="2286000"/>
          <p14:tracePt t="93151" x="3619500" y="2286000"/>
          <p14:tracePt t="93165" x="3625850" y="2286000"/>
          <p14:tracePt t="93173" x="3625850" y="2292350"/>
          <p14:tracePt t="93188" x="3638550" y="2298700"/>
          <p14:tracePt t="93203" x="3657600" y="2298700"/>
          <p14:tracePt t="93236" x="3683000" y="2292350"/>
          <p14:tracePt t="93253" x="3708400" y="2286000"/>
          <p14:tracePt t="93270" x="3784600" y="2273300"/>
          <p14:tracePt t="93286" x="3822700" y="2273300"/>
          <p14:tracePt t="93302" x="3860800" y="2273300"/>
          <p14:tracePt t="93319" x="3968750" y="2273300"/>
          <p14:tracePt t="93335" x="4133850" y="2279650"/>
          <p14:tracePt t="93352" x="4235450" y="2279650"/>
          <p14:tracePt t="93369" x="4464050" y="2273300"/>
          <p14:tracePt t="93385" x="4692650" y="2286000"/>
          <p14:tracePt t="93402" x="4806950" y="2286000"/>
          <p14:tracePt t="93419" x="5010150" y="2286000"/>
          <p14:tracePt t="93435" x="5213350" y="2292350"/>
          <p14:tracePt t="93453" x="5365750" y="2305050"/>
          <p14:tracePt t="93468" x="5435600" y="2311400"/>
          <p14:tracePt t="93485" x="5562600" y="2311400"/>
          <p14:tracePt t="93502" x="5689600" y="2311400"/>
          <p14:tracePt t="93518" x="5740400" y="2311400"/>
          <p14:tracePt t="93535" x="5791200" y="2311400"/>
          <p14:tracePt t="93551" x="5873750" y="2317750"/>
          <p14:tracePt t="93568" x="5886450" y="2324100"/>
          <p14:tracePt t="93586" x="5892800" y="2324100"/>
          <p14:tracePt t="93635" x="5886450" y="2324100"/>
          <p14:tracePt t="93642" x="5873750" y="2324100"/>
          <p14:tracePt t="93656" x="5867400" y="2324100"/>
          <p14:tracePt t="93668" x="5854700" y="2324100"/>
          <p14:tracePt t="93684" x="5829300" y="2324100"/>
          <p14:tracePt t="93701" x="5810250" y="2324100"/>
          <p14:tracePt t="93718" x="5708650" y="2324100"/>
          <p14:tracePt t="93734" x="5543550" y="2324100"/>
          <p14:tracePt t="93751" x="5441950" y="2336800"/>
          <p14:tracePt t="93768" x="5200650" y="2336800"/>
          <p14:tracePt t="93784" x="4927600" y="2336800"/>
          <p14:tracePt t="93801" x="4800600" y="2330450"/>
          <p14:tracePt t="93818" x="4521200" y="2330450"/>
          <p14:tracePt t="93834" x="4229100" y="2330450"/>
          <p14:tracePt t="93850" x="4089400" y="2317750"/>
          <p14:tracePt t="93867" x="3810000" y="2336800"/>
          <p14:tracePt t="93884" x="3670300" y="2343150"/>
          <p14:tracePt t="93900" x="3403600" y="2355850"/>
          <p14:tracePt t="93917" x="3219450" y="2355850"/>
          <p14:tracePt t="93933" x="3143250" y="2355850"/>
          <p14:tracePt t="93951" x="3048000" y="2362200"/>
          <p14:tracePt t="93966" x="2997200" y="2362200"/>
          <p14:tracePt t="93983" x="2971800" y="2362200"/>
          <p14:tracePt t="94036" x="2978150" y="2362200"/>
          <p14:tracePt t="94042" x="2984500" y="2362200"/>
          <p14:tracePt t="94057" x="2990850" y="2362200"/>
          <p14:tracePt t="94066" x="2997200" y="2362200"/>
          <p14:tracePt t="94082" x="3016250" y="2362200"/>
          <p14:tracePt t="94100" x="3041650" y="2355850"/>
          <p14:tracePt t="94116" x="3073400" y="2349500"/>
          <p14:tracePt t="94134" x="3105150" y="2349500"/>
          <p14:tracePt t="94149" x="3130550" y="2343150"/>
          <p14:tracePt t="94166" x="3155950" y="2343150"/>
          <p14:tracePt t="94170" x="3187700" y="2336800"/>
          <p14:tracePt t="94183" x="3251200" y="2330450"/>
          <p14:tracePt t="94199" x="3321050" y="2317750"/>
          <p14:tracePt t="94216" x="3371850" y="2311400"/>
          <p14:tracePt t="94232" x="3524250" y="2298700"/>
          <p14:tracePt t="94249" x="3721100" y="2292350"/>
          <p14:tracePt t="94266" x="3816350" y="2292350"/>
          <p14:tracePt t="94282" x="4057650" y="2266950"/>
          <p14:tracePt t="94299" x="4337050" y="2247900"/>
          <p14:tracePt t="94317" x="4552950" y="2247900"/>
          <p14:tracePt t="94332" x="4641850" y="2241550"/>
          <p14:tracePt t="94349" x="4781550" y="2241550"/>
          <p14:tracePt t="94366" x="4876800" y="2228850"/>
          <p14:tracePt t="94382" x="4908550" y="2222500"/>
          <p14:tracePt t="94398" x="4946650" y="2216150"/>
          <p14:tracePt t="94415" x="4972050" y="2216150"/>
          <p14:tracePt t="94432" x="4978400" y="2216150"/>
          <p14:tracePt t="94450" x="4997450" y="2216150"/>
          <p14:tracePt t="94465" x="5003800" y="2216150"/>
          <p14:tracePt t="94482" x="5016500" y="2222500"/>
          <p14:tracePt t="94499" x="5035550" y="2222500"/>
          <p14:tracePt t="94515" x="5048250" y="2228850"/>
          <p14:tracePt t="94531" x="5067300" y="2228850"/>
          <p14:tracePt t="94548" x="5080000" y="2235200"/>
          <p14:tracePt t="94565" x="5086350" y="2235200"/>
          <p14:tracePt t="94581" x="5099050" y="2235200"/>
          <p14:tracePt t="94598" x="5105400" y="2241550"/>
          <p14:tracePt t="94668" x="5105400" y="2247900"/>
          <p14:tracePt t="94695" x="5099050" y="2247900"/>
          <p14:tracePt t="94717" x="5092700" y="2247900"/>
          <p14:tracePt t="94744" x="5086350" y="2254250"/>
          <p14:tracePt t="94850" x="5086350" y="2260600"/>
          <p14:tracePt t="94871" x="5092700" y="2266950"/>
          <p14:tracePt t="94878" x="5099050" y="2266950"/>
          <p14:tracePt t="94885" x="5105400" y="2266950"/>
          <p14:tracePt t="94906" x="5111750" y="2273300"/>
          <p14:tracePt t="94920" x="5118100" y="2273300"/>
          <p14:tracePt t="94930" x="5137150" y="2279650"/>
          <p14:tracePt t="94946" x="5156200" y="2279650"/>
          <p14:tracePt t="94963" x="5194300" y="2286000"/>
          <p14:tracePt t="94980" x="5251450" y="2286000"/>
          <p14:tracePt t="94997" x="5283200" y="2286000"/>
          <p14:tracePt t="95013" x="5321300" y="2286000"/>
          <p14:tracePt t="95030" x="5346700" y="2286000"/>
          <p14:tracePt t="95047" x="5359400" y="2286000"/>
          <p14:tracePt t="95089" x="5353050" y="2286000"/>
          <p14:tracePt t="95110" x="5340350" y="2286000"/>
          <p14:tracePt t="95117" x="5334000" y="2286000"/>
          <p14:tracePt t="95138" x="5327650" y="2286000"/>
          <p14:tracePt t="95152" x="5321300" y="2286000"/>
          <p14:tracePt t="95166" x="5308600" y="2286000"/>
          <p14:tracePt t="95182" x="5283200" y="2286000"/>
          <p14:tracePt t="95195" x="5264150" y="2286000"/>
          <p14:tracePt t="95212" x="5219700" y="2286000"/>
          <p14:tracePt t="95230" x="5162550" y="2286000"/>
          <p14:tracePt t="95246" x="5130800" y="2292350"/>
          <p14:tracePt t="95262" x="5073650" y="2298700"/>
          <p14:tracePt t="95279" x="5029200" y="2305050"/>
          <p14:tracePt t="95295" x="5010150" y="2305050"/>
          <p14:tracePt t="95312" x="4984750" y="2305050"/>
          <p14:tracePt t="95329" x="4978400" y="2311400"/>
          <p14:tracePt t="95363" x="4972050" y="2311400"/>
          <p14:tracePt t="95559" x="4978400" y="2311400"/>
          <p14:tracePt t="95588" x="4984750" y="2311400"/>
          <p14:tracePt t="95602" x="4991100" y="2311400"/>
          <p14:tracePt t="95609" x="4997450" y="2311400"/>
          <p14:tracePt t="95630" x="5010150" y="2317750"/>
          <p14:tracePt t="95645" x="5022850" y="2317750"/>
          <p14:tracePt t="95651" x="5035550" y="2317750"/>
          <p14:tracePt t="95661" x="5048250" y="2324100"/>
          <p14:tracePt t="95679" x="5086350" y="2330450"/>
          <p14:tracePt t="95694" x="5105400" y="2336800"/>
          <p14:tracePt t="95711" x="5130800" y="2343150"/>
          <p14:tracePt t="95714" x="5149850" y="2355850"/>
          <p14:tracePt t="95728" x="5175250" y="2362200"/>
          <p14:tracePt t="95744" x="5194300" y="2368550"/>
          <p14:tracePt t="95760" x="5200650" y="2374900"/>
          <p14:tracePt t="95777" x="5207000" y="2374900"/>
          <p14:tracePt t="95833" x="5213350" y="2374900"/>
          <p14:tracePt t="95868" x="5207000" y="2374900"/>
          <p14:tracePt t="95890" x="5200650" y="2374900"/>
          <p14:tracePt t="95911" x="5187950" y="2374900"/>
          <p14:tracePt t="95925" x="5181600" y="2374900"/>
          <p14:tracePt t="95932" x="5168900" y="2374900"/>
          <p14:tracePt t="95943" x="5156200" y="2374900"/>
          <p14:tracePt t="95960" x="5118100" y="2374900"/>
          <p14:tracePt t="95976" x="5086350" y="2374900"/>
          <p14:tracePt t="95993" x="5067300" y="2374900"/>
          <p14:tracePt t="96010" x="5003800" y="2374900"/>
          <p14:tracePt t="96026" x="4991100" y="2374900"/>
          <p14:tracePt t="96044" x="4978400" y="2374900"/>
          <p14:tracePt t="96059" x="4972050" y="2374900"/>
          <p14:tracePt t="96076" x="4965700" y="2374900"/>
          <p14:tracePt t="96122" x="4972050" y="2374900"/>
          <p14:tracePt t="96143" x="4978400" y="2374900"/>
          <p14:tracePt t="96150" x="4984750" y="2374900"/>
          <p14:tracePt t="96163" x="4991100" y="2374900"/>
          <p14:tracePt t="96175" x="4997450" y="2374900"/>
          <p14:tracePt t="96193" x="5003800" y="2368550"/>
          <p14:tracePt t="96209" x="5010150" y="2368550"/>
          <p14:tracePt t="96225" x="5016500" y="2368550"/>
          <p14:tracePt t="96241" x="5029200" y="2368550"/>
          <p14:tracePt t="96259" x="5041900" y="2368550"/>
          <p14:tracePt t="96276" x="5067300" y="2362200"/>
          <p14:tracePt t="96292" x="5105400" y="2355850"/>
          <p14:tracePt t="96309" x="5130800" y="2343150"/>
          <p14:tracePt t="96325" x="5162550" y="2336800"/>
          <p14:tracePt t="96342" x="5175250" y="2336800"/>
          <p14:tracePt t="96358" x="5200650" y="2336800"/>
          <p14:tracePt t="96375" x="5207000" y="2336800"/>
          <p14:tracePt t="96417" x="5213350" y="2343150"/>
          <p14:tracePt t="98382" x="5226050" y="2336800"/>
          <p14:tracePt t="98388" x="5232400" y="2336800"/>
          <p14:tracePt t="98404" x="5238750" y="2330450"/>
          <p14:tracePt t="98418" x="5245100" y="2324100"/>
          <p14:tracePt t="98435" x="5251450" y="2324100"/>
          <p14:tracePt t="98452" x="5251450" y="2317750"/>
          <p14:tracePt t="98468" x="5257800" y="2311400"/>
          <p14:tracePt t="98484" x="5257800" y="2305050"/>
          <p14:tracePt t="98557" x="5251450" y="2305050"/>
          <p14:tracePt t="98599" x="5245100" y="2311400"/>
          <p14:tracePt t="98620" x="5238750" y="2317750"/>
          <p14:tracePt t="98648" x="5232400" y="2317750"/>
          <p14:tracePt t="98684" x="5232400" y="2324100"/>
          <p14:tracePt t="98690" x="5226050" y="2324100"/>
          <p14:tracePt t="98718" x="5226050" y="2330450"/>
          <p14:tracePt t="98740" x="5226050" y="2336800"/>
          <p14:tracePt t="98768" x="5219700" y="2343150"/>
          <p14:tracePt t="99020" x="5213350" y="2343150"/>
          <p14:tracePt t="99048" x="5207000" y="2343150"/>
          <p14:tracePt t="99070" x="5200650" y="2343150"/>
          <p14:tracePt t="99084" x="5194300" y="2343150"/>
          <p14:tracePt t="99091" x="5181600" y="2343150"/>
          <p14:tracePt t="99105" x="5168900" y="2343150"/>
          <p14:tracePt t="99115" x="5149850" y="2343150"/>
          <p14:tracePt t="99133" x="5111750" y="2349500"/>
          <p14:tracePt t="99149" x="5080000" y="2349500"/>
          <p14:tracePt t="99166" x="5029200" y="2349500"/>
          <p14:tracePt t="99183" x="4991100" y="2349500"/>
          <p14:tracePt t="99198" x="4978400" y="2349500"/>
          <p14:tracePt t="99215" x="4953000" y="2355850"/>
          <p14:tracePt t="99232" x="4940300" y="2355850"/>
          <p14:tracePt t="99265" x="4940300" y="2362200"/>
          <p14:tracePt t="99295" x="4940300" y="2368550"/>
          <p14:tracePt t="99316" x="4946650" y="2374900"/>
          <p14:tracePt t="99329" x="4953000" y="2374900"/>
          <p14:tracePt t="99337" x="4959350" y="2374900"/>
          <p14:tracePt t="99352" x="4965700" y="2374900"/>
          <p14:tracePt t="99367" x="4972050" y="2374900"/>
          <p14:tracePt t="99386" x="4984750" y="2381250"/>
          <p14:tracePt t="99401" x="4997450" y="2381250"/>
          <p14:tracePt t="99415" x="5016500" y="2381250"/>
          <p14:tracePt t="99431" x="5029200" y="2381250"/>
          <p14:tracePt t="99449" x="5080000" y="2381250"/>
          <p14:tracePt t="99464" x="5099050" y="2381250"/>
          <p14:tracePt t="99481" x="5111750" y="2381250"/>
          <p14:tracePt t="99498" x="5124450" y="2368550"/>
          <p14:tracePt t="99514" x="5124450" y="2362200"/>
          <p14:tracePt t="99531" x="5124450" y="2355850"/>
          <p14:tracePt t="99547" x="5105400" y="2336800"/>
          <p14:tracePt t="99564" x="5099050" y="2330450"/>
          <p14:tracePt t="99581" x="5073650" y="2305050"/>
          <p14:tracePt t="99598" x="5035550" y="2279650"/>
          <p14:tracePt t="99614" x="4997450" y="2254250"/>
          <p14:tracePt t="99632" x="4959350" y="2235200"/>
          <p14:tracePt t="99647" x="4946650" y="2235200"/>
          <p14:tracePt t="99664" x="4933950" y="2235200"/>
          <p14:tracePt t="99681" x="4921250" y="2247900"/>
          <p14:tracePt t="99697" x="4921250" y="2260600"/>
          <p14:tracePt t="99713" x="4914900" y="2273300"/>
          <p14:tracePt t="99730" x="4914900" y="2298700"/>
          <p14:tracePt t="99747" x="4914900" y="2311400"/>
          <p14:tracePt t="99763" x="4921250" y="2343150"/>
          <p14:tracePt t="99780" x="4921250" y="2355850"/>
          <p14:tracePt t="99796" x="4933950" y="2374900"/>
          <p14:tracePt t="99800" x="4946650" y="2387600"/>
          <p14:tracePt t="99813" x="4959350" y="2406650"/>
          <p14:tracePt t="99830" x="4978400" y="2413000"/>
          <p14:tracePt t="99846" x="5022850" y="2413000"/>
          <p14:tracePt t="99864" x="5073650" y="2400300"/>
          <p14:tracePt t="99880" x="5099050" y="2387600"/>
          <p14:tracePt t="99896" x="5130800" y="2343150"/>
          <p14:tracePt t="99913" x="5162550" y="2298700"/>
          <p14:tracePt t="99929" x="5168900" y="2279650"/>
          <p14:tracePt t="99946" x="5175250" y="2260600"/>
          <p14:tracePt t="99963" x="5181600" y="2178050"/>
          <p14:tracePt t="99979" x="5181600" y="2159000"/>
          <p14:tracePt t="99997" x="5156200" y="2120900"/>
          <p14:tracePt t="100012" x="5149850" y="2120900"/>
          <p14:tracePt t="100029" x="5124450" y="2108200"/>
          <p14:tracePt t="100046" x="5099050" y="2108200"/>
          <p14:tracePt t="100062" x="5086350" y="2108200"/>
          <p14:tracePt t="100079" x="5067300" y="2127250"/>
          <p14:tracePt t="100095" x="5048250" y="2146300"/>
          <p14:tracePt t="100112" x="5041900" y="2159000"/>
          <p14:tracePt t="100130" x="5022850" y="2190750"/>
          <p14:tracePt t="100145" x="5010150" y="2222500"/>
          <p14:tracePt t="100162" x="5010150" y="2235200"/>
          <p14:tracePt t="100179" x="5003800" y="2260600"/>
          <p14:tracePt t="100195" x="5003800" y="2279650"/>
          <p14:tracePt t="100212" x="5003800" y="2292350"/>
          <p14:tracePt t="100229" x="5010150" y="2305050"/>
          <p14:tracePt t="100245" x="5022850" y="2311400"/>
          <p14:tracePt t="100262" x="5029200" y="2311400"/>
          <p14:tracePt t="100278" x="5054600" y="2317750"/>
          <p14:tracePt t="100295" x="5073650" y="2324100"/>
          <p14:tracePt t="100312" x="5099050" y="2330450"/>
          <p14:tracePt t="100328" x="5143500" y="2330450"/>
          <p14:tracePt t="100345" x="5194300" y="2330450"/>
          <p14:tracePt t="100362" x="5238750" y="2317750"/>
          <p14:tracePt t="100378" x="5257800" y="2286000"/>
          <p14:tracePt t="100394" x="5264150" y="2266950"/>
          <p14:tracePt t="100411" x="5270500" y="2241550"/>
          <p14:tracePt t="100428" x="5270500" y="2216150"/>
          <p14:tracePt t="100444" x="5264150" y="2203450"/>
          <p14:tracePt t="100461" x="5251450" y="2184400"/>
          <p14:tracePt t="100478" x="5219700" y="2165350"/>
          <p14:tracePt t="100495" x="5175250" y="2159000"/>
          <p14:tracePt t="100510" x="5149850" y="2159000"/>
          <p14:tracePt t="100527" x="5105400" y="2159000"/>
          <p14:tracePt t="100545" x="5080000" y="2165350"/>
          <p14:tracePt t="100560" x="5073650" y="2178050"/>
          <p14:tracePt t="100577" x="5067300" y="2184400"/>
          <p14:tracePt t="100594" x="5060950" y="2216150"/>
          <p14:tracePt t="100610" x="5060950" y="2222500"/>
          <p14:tracePt t="100626" x="5060950" y="2228850"/>
          <p14:tracePt t="100644" x="5060950" y="2247900"/>
          <p14:tracePt t="100660" x="5060950" y="2260600"/>
          <p14:tracePt t="100678" x="5067300" y="2273300"/>
          <p14:tracePt t="100693" x="5073650" y="2279650"/>
          <p14:tracePt t="100710" x="5086350" y="2286000"/>
          <p14:tracePt t="100728" x="5099050" y="2298700"/>
          <p14:tracePt t="100743" x="5111750" y="2305050"/>
          <p14:tracePt t="100760" x="5124450" y="2311400"/>
          <p14:tracePt t="100776" x="5137150" y="2311400"/>
          <p14:tracePt t="100813" x="5143500" y="2311400"/>
          <p14:tracePt t="100847" x="5149850" y="2311400"/>
          <p14:tracePt t="100882" x="5156200" y="2305050"/>
          <p14:tracePt t="100938" x="5156200" y="2298700"/>
          <p14:tracePt t="100966" x="5156200" y="2292350"/>
          <p14:tracePt t="101008" x="5156200" y="2286000"/>
          <p14:tracePt t="101015" x="5156200" y="2279650"/>
          <p14:tracePt t="101057" x="5149850" y="2273300"/>
          <p14:tracePt t="101078" x="5143500" y="2273300"/>
          <p14:tracePt t="101521" x="5130800" y="2273300"/>
          <p14:tracePt t="101527" x="5105400" y="2279650"/>
          <p14:tracePt t="101543" x="5086350" y="2286000"/>
          <p14:tracePt t="101557" x="5067300" y="2305050"/>
          <p14:tracePt t="101574" x="5016500" y="2324100"/>
          <p14:tracePt t="101591" x="4991100" y="2330450"/>
          <p14:tracePt t="101607" x="4953000" y="2336800"/>
          <p14:tracePt t="101623" x="4902200" y="2355850"/>
          <p14:tracePt t="101640" x="4870450" y="2362200"/>
          <p14:tracePt t="101657" x="4857750" y="2362200"/>
          <p14:tracePt t="101675" x="4845050" y="2362200"/>
          <p14:tracePt t="101690" x="4838700" y="2362200"/>
          <p14:tracePt t="108954" x="4832350" y="2362200"/>
          <p14:tracePt t="108968" x="4832350" y="2355850"/>
          <p14:tracePt t="108975" x="4826000" y="2355850"/>
          <p14:tracePt t="108985" x="4819650" y="2355850"/>
          <p14:tracePt t="108998" x="4806950" y="2355850"/>
          <p14:tracePt t="109015" x="4787900" y="2349500"/>
          <p14:tracePt t="109032" x="4756150" y="2349500"/>
          <p14:tracePt t="109048" x="4730750" y="2349500"/>
          <p14:tracePt t="109065" x="4692650" y="2349500"/>
          <p14:tracePt t="109081" x="4521200" y="2349500"/>
          <p14:tracePt t="109097" x="4457700" y="2349500"/>
          <p14:tracePt t="109116" x="4330700" y="2349500"/>
          <p14:tracePt t="109132" x="4267200" y="2349500"/>
          <p14:tracePt t="109147" x="4178300" y="2349500"/>
          <p14:tracePt t="109165" x="4083050" y="2362200"/>
          <p14:tracePt t="109181" x="4032250" y="2362200"/>
          <p14:tracePt t="109197" x="3962400" y="2368550"/>
          <p14:tracePt t="109214" x="3905250" y="2381250"/>
          <p14:tracePt t="109231" x="3873500" y="2400300"/>
          <p14:tracePt t="109247" x="3829050" y="2400300"/>
          <p14:tracePt t="109264" x="3816350" y="2400300"/>
          <p14:tracePt t="109280" x="3810000" y="2400300"/>
          <p14:tracePt t="109299" x="3797300" y="2400300"/>
          <p14:tracePt t="109314" x="3790950" y="2400300"/>
          <p14:tracePt t="109347" x="3790950" y="2393950"/>
          <p14:tracePt t="109614" x="3797300" y="2393950"/>
          <p14:tracePt t="109642" x="3803650" y="2393950"/>
          <p14:tracePt t="109685" x="3810000" y="2393950"/>
          <p14:tracePt t="109706" x="3816350" y="2393950"/>
          <p14:tracePt t="109734" x="3829050" y="2393950"/>
          <p14:tracePt t="109755" x="3841750" y="2393950"/>
          <p14:tracePt t="109769" x="3854450" y="2393950"/>
          <p14:tracePt t="109775" x="3867150" y="2393950"/>
          <p14:tracePt t="109783" x="3898900" y="2393950"/>
          <p14:tracePt t="109799" x="3924300" y="2393950"/>
          <p14:tracePt t="109812" x="3956050" y="2393950"/>
          <p14:tracePt t="109829" x="4019550" y="2400300"/>
          <p14:tracePt t="109846" x="4070350" y="2406650"/>
          <p14:tracePt t="109862" x="4083050" y="2413000"/>
          <p14:tracePt t="109878" x="4095750" y="2425700"/>
          <p14:tracePt t="109911" x="4095750" y="2432050"/>
          <p14:tracePt t="109929" x="4083050" y="2432050"/>
          <p14:tracePt t="109945" x="4064000" y="2432050"/>
          <p14:tracePt t="109962" x="4038600" y="2432050"/>
          <p14:tracePt t="109965" x="4019550" y="2432050"/>
          <p14:tracePt t="109979" x="4000500" y="2432050"/>
          <p14:tracePt t="112371" x="3949700" y="2451100"/>
          <p14:tracePt t="112384" x="3879850" y="2476500"/>
          <p14:tracePt t="112392" x="3816350" y="2508250"/>
          <p14:tracePt t="112403" x="3733800" y="2540000"/>
          <p14:tracePt t="112420" x="3606800" y="2597150"/>
          <p14:tracePt t="112436" x="3486150" y="2654300"/>
          <p14:tracePt t="112453" x="3441700" y="2673350"/>
          <p14:tracePt t="112469" x="3327400" y="2724150"/>
          <p14:tracePt t="112486" x="3194050" y="2806700"/>
          <p14:tracePt t="112504" x="3124200" y="2844800"/>
          <p14:tracePt t="112507" x="3054350" y="2876550"/>
          <p14:tracePt t="112520" x="2984500" y="2901950"/>
          <p14:tracePt t="112536" x="2876550" y="2959100"/>
          <p14:tracePt t="112553" x="2806700" y="2997200"/>
          <p14:tracePt t="112569" x="2787650" y="3016250"/>
          <p14:tracePt t="112586" x="2730500" y="3016250"/>
          <p14:tracePt t="112603" x="2692400" y="3016250"/>
          <p14:tracePt t="112619" x="2667000" y="3022600"/>
          <p14:tracePt t="112635" x="2647950" y="3022600"/>
          <p14:tracePt t="112652" x="2609850" y="3022600"/>
          <p14:tracePt t="112669" x="2603500" y="3022600"/>
          <p14:tracePt t="112685" x="2597150" y="3022600"/>
          <p14:tracePt t="112918" x="2603500" y="3022600"/>
          <p14:tracePt t="112926" x="2616200" y="3022600"/>
          <p14:tracePt t="112934" x="2635250" y="3022600"/>
          <p14:tracePt t="112951" x="2667000" y="3022600"/>
          <p14:tracePt t="112968" x="2794000" y="3009900"/>
          <p14:tracePt t="112984" x="2901950" y="3009900"/>
          <p14:tracePt t="113001" x="3175000" y="3003550"/>
          <p14:tracePt t="113004" x="3384550" y="3003550"/>
          <p14:tracePt t="113018" x="3587750" y="3003550"/>
          <p14:tracePt t="113034" x="3803650" y="2990850"/>
          <p14:tracePt t="113051" x="4235450" y="2959100"/>
          <p14:tracePt t="113068" x="4584700" y="2940050"/>
          <p14:tracePt t="113084" x="4711700" y="2927350"/>
          <p14:tracePt t="113101" x="4895850" y="2914650"/>
          <p14:tracePt t="113118" x="4984750" y="2908300"/>
          <p14:tracePt t="113134" x="5003800" y="2901950"/>
          <p14:tracePt t="113150" x="5035550" y="2895600"/>
          <p14:tracePt t="113167" x="5041900" y="2889250"/>
          <p14:tracePt t="113277" x="5035550" y="2895600"/>
          <p14:tracePt t="113305" x="5029200" y="2895600"/>
          <p14:tracePt t="113326" x="5022850" y="2895600"/>
          <p14:tracePt t="113347" x="5016500" y="2895600"/>
          <p14:tracePt t="113354" x="5016500" y="2901950"/>
          <p14:tracePt t="113389" x="5010150" y="2901950"/>
          <p14:tracePt t="113396" x="5003800" y="2901950"/>
          <p14:tracePt t="113446" x="4997450" y="2901950"/>
          <p14:tracePt t="113468" x="4991100" y="2901950"/>
          <p14:tracePt t="113488" x="4984750" y="2901950"/>
          <p14:tracePt t="113509" x="4978400" y="2901950"/>
          <p14:tracePt t="113517" x="4972050" y="2901950"/>
          <p14:tracePt t="114009" x="4940300" y="2921000"/>
          <p14:tracePt t="114022" x="4895850" y="2946400"/>
          <p14:tracePt t="114029" x="4851400" y="2971800"/>
          <p14:tracePt t="114036" x="4794250" y="3003550"/>
          <p14:tracePt t="114051" x="4749800" y="3016250"/>
          <p14:tracePt t="114065" x="4705350" y="3048000"/>
          <p14:tracePt t="114081" x="4616450" y="3092450"/>
          <p14:tracePt t="114097" x="4559300" y="3117850"/>
          <p14:tracePt t="114114" x="4451350" y="3162300"/>
          <p14:tracePt t="114130" x="4324350" y="3219450"/>
          <p14:tracePt t="114147" x="4273550" y="3238500"/>
          <p14:tracePt t="114164" x="4146550" y="3289300"/>
          <p14:tracePt t="114180" x="4051300" y="3321050"/>
          <p14:tracePt t="114198" x="3994150" y="3340100"/>
          <p14:tracePt t="114213" x="3968750" y="3346450"/>
          <p14:tracePt t="114230" x="3949700" y="3352800"/>
          <p14:tracePt t="114247" x="3905250" y="3359150"/>
          <p14:tracePt t="114263" x="3898900" y="3359150"/>
          <p14:tracePt t="114280" x="3879850" y="3352800"/>
          <p14:tracePt t="114297" x="3854450" y="3340100"/>
          <p14:tracePt t="114313" x="3822700" y="3327400"/>
          <p14:tracePt t="114330" x="3810000" y="3321050"/>
          <p14:tracePt t="114346" x="3784600" y="3308350"/>
          <p14:tracePt t="114363" x="3765550" y="3302000"/>
          <p14:tracePt t="114380" x="3746500" y="3295650"/>
          <p14:tracePt t="114396" x="3740150" y="3295650"/>
          <p14:tracePt t="114413" x="3727450" y="3289300"/>
          <p14:tracePt t="114445" x="3721100" y="3282950"/>
          <p14:tracePt t="114463" x="3714750" y="3282950"/>
          <p14:tracePt t="114500" x="3708400" y="3282950"/>
          <p14:tracePt t="114584" x="3708400" y="3289300"/>
          <p14:tracePt t="114591" x="3714750" y="3289300"/>
          <p14:tracePt t="114599" x="3721100" y="3289300"/>
          <p14:tracePt t="114619" x="3721100" y="3295650"/>
          <p14:tracePt t="114640" x="3733800" y="3295650"/>
          <p14:tracePt t="114663" x="3740150" y="3295650"/>
          <p14:tracePt t="114668" x="3752850" y="3295650"/>
          <p14:tracePt t="114682" x="3765550" y="3302000"/>
          <p14:tracePt t="114694" x="3784600" y="3314700"/>
          <p14:tracePt t="114711" x="3829050" y="3340100"/>
          <p14:tracePt t="114728" x="3867150" y="3359150"/>
          <p14:tracePt t="114745" x="3943350" y="3390900"/>
          <p14:tracePt t="114761" x="4019550" y="3429000"/>
          <p14:tracePt t="114778" x="4064000" y="3460750"/>
          <p14:tracePt t="114795" x="4127500" y="3492500"/>
          <p14:tracePt t="114811" x="4191000" y="3517900"/>
          <p14:tracePt t="114828" x="4203700" y="3524250"/>
          <p14:tracePt t="114844" x="4229100" y="3536950"/>
          <p14:tracePt t="114861" x="4241800" y="3543300"/>
          <p14:tracePt t="114878" x="4241800" y="3549650"/>
          <p14:tracePt t="114894" x="4241800" y="3556000"/>
          <p14:tracePt t="114922" x="4235450" y="3562350"/>
          <p14:tracePt t="114935" x="4229100" y="3562350"/>
          <p14:tracePt t="114949" x="4222750" y="3562350"/>
          <p14:tracePt t="114971" x="4216400" y="3562350"/>
          <p14:tracePt t="114992" x="4210050" y="3562350"/>
          <p14:tracePt t="115006" x="4203700" y="3562350"/>
          <p14:tracePt t="115014" x="4203700" y="3568700"/>
          <p14:tracePt t="115041" x="4197350" y="3568700"/>
          <p14:tracePt t="115062" x="4191000" y="3568700"/>
          <p14:tracePt t="115076" x="4184650" y="3568700"/>
          <p14:tracePt t="115104" x="4178300" y="3568700"/>
          <p14:tracePt t="115112" x="4165600" y="3568700"/>
          <p14:tracePt t="115124" x="4146550" y="3568700"/>
          <p14:tracePt t="115131" x="4121150" y="3562350"/>
          <p14:tracePt t="115147" x="4095750" y="3556000"/>
          <p14:tracePt t="115161" x="4013200" y="3543300"/>
          <p14:tracePt t="115177" x="3962400" y="3536950"/>
          <p14:tracePt t="115193" x="3892550" y="3517900"/>
          <p14:tracePt t="115210" x="3797300" y="3498850"/>
          <p14:tracePt t="115227" x="3727450" y="3486150"/>
          <p14:tracePt t="115244" x="3708400" y="3479800"/>
          <p14:tracePt t="115259" x="3676650" y="3473450"/>
          <p14:tracePt t="115276" x="3670300" y="3467100"/>
          <p14:tracePt t="115322" x="3676650" y="3467100"/>
          <p14:tracePt t="115336" x="3683000" y="3467100"/>
          <p14:tracePt t="115346" x="3695700" y="3467100"/>
          <p14:tracePt t="115359" x="3708400" y="3467100"/>
          <p14:tracePt t="115376" x="3740150" y="3467100"/>
          <p14:tracePt t="115393" x="3778250" y="3467100"/>
          <p14:tracePt t="115409" x="3803650" y="3460750"/>
          <p14:tracePt t="115427" x="3822700" y="3460750"/>
          <p14:tracePt t="115442" x="3879850" y="3448050"/>
          <p14:tracePt t="115476" x="3886200" y="3441700"/>
          <p14:tracePt t="115492" x="3892550" y="3429000"/>
          <p14:tracePt t="115509" x="3886200" y="3422650"/>
          <p14:tracePt t="115526" x="3867150" y="3422650"/>
          <p14:tracePt t="115542" x="3860800" y="3416300"/>
          <p14:tracePt t="115559" x="3841750" y="3416300"/>
          <p14:tracePt t="115575" x="3803650" y="3416300"/>
          <p14:tracePt t="115592" x="3771900" y="3416300"/>
          <p14:tracePt t="115609" x="3695700" y="3409950"/>
          <p14:tracePt t="115625" x="3594100" y="3409950"/>
          <p14:tracePt t="115641" x="3543300" y="3409950"/>
          <p14:tracePt t="115659" x="3435350" y="3409950"/>
          <p14:tracePt t="115675" x="3359150" y="3409950"/>
          <p14:tracePt t="115692" x="3321050" y="3409950"/>
          <p14:tracePt t="115708" x="3276600" y="3409950"/>
          <p14:tracePt t="115725" x="3251200" y="3409950"/>
          <p14:tracePt t="115758" x="3244850" y="3409950"/>
          <p14:tracePt t="115813" x="3251200" y="3409950"/>
          <p14:tracePt t="115827" x="3257550" y="3416300"/>
          <p14:tracePt t="115834" x="3270250" y="3416300"/>
          <p14:tracePt t="115849" x="3276600" y="3416300"/>
          <p14:tracePt t="115857" x="3289300" y="3416300"/>
          <p14:tracePt t="115874" x="3302000" y="3416300"/>
          <p14:tracePt t="115891" x="3321050" y="3416300"/>
          <p14:tracePt t="115907" x="3359150" y="3416300"/>
          <p14:tracePt t="115926" x="3390900" y="3409950"/>
          <p14:tracePt t="115940" x="3403600" y="3409950"/>
          <p14:tracePt t="115957" x="3429000" y="3403600"/>
          <p14:tracePt t="115975" x="3435350" y="3403600"/>
          <p14:tracePt t="116045" x="3441700" y="3397250"/>
          <p14:tracePt t="116087" x="3448050" y="3397250"/>
          <p14:tracePt t="116109" x="3454400" y="3397250"/>
          <p14:tracePt t="116130" x="3460750" y="3397250"/>
          <p14:tracePt t="116136" x="3467100" y="3397250"/>
          <p14:tracePt t="116144" x="3479800" y="3397250"/>
          <p14:tracePt t="116164" x="3486150" y="3397250"/>
          <p14:tracePt t="116178" x="3498850" y="3397250"/>
          <p14:tracePt t="116189" x="3511550" y="3397250"/>
          <p14:tracePt t="116207" x="3556000" y="3397250"/>
          <p14:tracePt t="116223" x="3575050" y="3397250"/>
          <p14:tracePt t="116242" x="3606800" y="3409950"/>
          <p14:tracePt t="116256" x="3625850" y="3416300"/>
          <p14:tracePt t="116290" x="3625850" y="3422650"/>
          <p14:tracePt t="116319" x="3619500" y="3422650"/>
          <p14:tracePt t="116326" x="3613150" y="3429000"/>
          <p14:tracePt t="116343" x="3606800" y="3429000"/>
          <p14:tracePt t="116356" x="3606800" y="3435350"/>
          <p14:tracePt t="116376" x="3600450" y="3435350"/>
          <p14:tracePt t="116396" x="3600450" y="3441700"/>
          <p14:tracePt t="116417" x="3594100" y="3448050"/>
          <p14:tracePt t="116426" x="3594100" y="3454400"/>
          <p14:tracePt t="116445" x="3594100" y="3460750"/>
          <p14:tracePt t="116487" x="3594100" y="3467100"/>
          <p14:tracePt t="116495" x="3594100" y="3473450"/>
          <p14:tracePt t="116509" x="3606800" y="3479800"/>
          <p14:tracePt t="116522" x="3606800" y="3486150"/>
          <p14:tracePt t="116539" x="3644900" y="3505200"/>
          <p14:tracePt t="116556" x="3663950" y="3511550"/>
          <p14:tracePt t="116572" x="3708400" y="3524250"/>
          <p14:tracePt t="116589" x="3752850" y="3543300"/>
          <p14:tracePt t="116605" x="3778250" y="3549650"/>
          <p14:tracePt t="116622" x="3810000" y="3549650"/>
          <p14:tracePt t="116638" x="3829050" y="3556000"/>
          <p14:tracePt t="116657" x="3835400" y="3556000"/>
          <p14:tracePt t="116688" x="3841750" y="3556000"/>
          <p14:tracePt t="116726" x="3835400" y="3556000"/>
          <p14:tracePt t="116748" x="3835400" y="3562350"/>
          <p14:tracePt t="116756" x="3829050" y="3562350"/>
          <p14:tracePt t="116768" x="3822700" y="3568700"/>
          <p14:tracePt t="116776" x="3816350" y="3568700"/>
          <p14:tracePt t="118299" x="3784600" y="3568700"/>
          <p14:tracePt t="118307" x="3740150" y="3575050"/>
          <p14:tracePt t="118321" x="3702050" y="3581400"/>
          <p14:tracePt t="118332" x="3651250" y="3581400"/>
          <p14:tracePt t="118349" x="3543300" y="3581400"/>
          <p14:tracePt t="118366" x="3479800" y="3581400"/>
          <p14:tracePt t="118383" x="3352800" y="3600450"/>
          <p14:tracePt t="118399" x="3206750" y="3606800"/>
          <p14:tracePt t="118416" x="3143250" y="3606800"/>
          <p14:tracePt t="118433" x="3016250" y="3606800"/>
          <p14:tracePt t="118448" x="2901950" y="3606800"/>
          <p14:tracePt t="118465" x="2844800" y="3600450"/>
          <p14:tracePt t="118482" x="2762250" y="3581400"/>
          <p14:tracePt t="118499" x="2705100" y="3575050"/>
          <p14:tracePt t="118515" x="2667000" y="3575050"/>
          <p14:tracePt t="118532" x="2622550" y="3562350"/>
          <p14:tracePt t="118548" x="2603500" y="3562350"/>
          <p14:tracePt t="118566" x="2584450" y="3536950"/>
          <p14:tracePt t="118581" x="2571750" y="3530600"/>
          <p14:tracePt t="118598" x="2565400" y="3524250"/>
          <p14:tracePt t="118615" x="2559050" y="3517900"/>
          <p14:tracePt t="118631" x="2559050" y="3505200"/>
          <p14:tracePt t="118665" x="2559050" y="3498850"/>
          <p14:tracePt t="118681" x="2559050" y="3492500"/>
          <p14:tracePt t="118701" x="2552700" y="3492500"/>
          <p14:tracePt t="118715" x="2552700" y="3486150"/>
          <p14:tracePt t="118731" x="2552700" y="3479800"/>
          <p14:tracePt t="118751" x="2546350" y="3473450"/>
          <p14:tracePt t="118770" x="2546350" y="3467100"/>
          <p14:tracePt t="118781" x="2540000" y="3460750"/>
          <p14:tracePt t="118798" x="2533650" y="3460750"/>
          <p14:tracePt t="118814" x="2527300" y="3454400"/>
          <p14:tracePt t="118831" x="2520950" y="3454400"/>
          <p14:tracePt t="118848" x="2495550" y="3422650"/>
          <p14:tracePt t="118864" x="2476500" y="3409950"/>
          <p14:tracePt t="118881" x="2463800" y="3390900"/>
          <p14:tracePt t="118897" x="2425700" y="3352800"/>
          <p14:tracePt t="118914" x="2393950" y="3314700"/>
          <p14:tracePt t="118931" x="2362200" y="3289300"/>
          <p14:tracePt t="118947" x="2349500" y="3276600"/>
          <p14:tracePt t="118964" x="2336800" y="3263900"/>
          <p14:tracePt t="119051" x="2343150" y="3263900"/>
          <p14:tracePt t="119092" x="2349500" y="3270250"/>
          <p14:tracePt t="119121" x="2349500" y="3276600"/>
          <p14:tracePt t="119149" x="2349500" y="3282950"/>
          <p14:tracePt t="119184" x="2355850" y="3289300"/>
          <p14:tracePt t="119191" x="2355850" y="3295650"/>
          <p14:tracePt t="119219" x="2355850" y="3302000"/>
          <p14:tracePt t="119255" x="2355850" y="3308350"/>
          <p14:tracePt t="119290" x="2362200" y="3314700"/>
          <p14:tracePt t="119339" x="2362200" y="3321050"/>
          <p14:tracePt t="119360" x="2362200" y="3327400"/>
          <p14:tracePt t="119381" x="2368550" y="3333750"/>
          <p14:tracePt t="119402" x="2368550" y="3340100"/>
          <p14:tracePt t="119430" x="2374900" y="3346450"/>
          <p14:tracePt t="119472" x="2381250" y="3352800"/>
          <p14:tracePt t="119480" x="2381250" y="3359150"/>
          <p14:tracePt t="119521" x="2381250" y="3365500"/>
          <p14:tracePt t="119542" x="2381250" y="3371850"/>
          <p14:tracePt t="119549" x="2387600" y="3371850"/>
          <p14:tracePt t="119585" x="2387600" y="3378200"/>
          <p14:tracePt t="119620" x="2393950" y="3384550"/>
          <p14:tracePt t="119641" x="2393950" y="3390900"/>
          <p14:tracePt t="119663" x="2393950" y="3397250"/>
          <p14:tracePt t="119683" x="2400300" y="3403600"/>
          <p14:tracePt t="119746" x="2400300" y="3409950"/>
          <p14:tracePt t="119753" x="2400300" y="3416300"/>
          <p14:tracePt t="120263" x="2387600" y="3422650"/>
          <p14:tracePt t="120278" x="2381250" y="3422650"/>
          <p14:tracePt t="120284" x="2374900" y="3422650"/>
          <p14:tracePt t="120293" x="2362200" y="3429000"/>
          <p14:tracePt t="120309" x="2355850" y="3429000"/>
          <p14:tracePt t="120326" x="2343150" y="3429000"/>
          <p14:tracePt t="120342" x="2336800" y="3429000"/>
          <p14:tracePt t="120359" x="2317750" y="3429000"/>
          <p14:tracePt t="120376" x="2305050" y="3422650"/>
          <p14:tracePt t="120393" x="2298700" y="3422650"/>
          <p14:tracePt t="120409" x="2292350" y="3422650"/>
          <p14:tracePt t="120425" x="2279650" y="3416300"/>
          <p14:tracePt t="120459" x="2273300" y="3409950"/>
          <p14:tracePt t="120475" x="2266950" y="3409950"/>
          <p14:tracePt t="120544" x="2260600" y="3403600"/>
          <p14:tracePt t="120564" x="2254250" y="3403600"/>
          <p14:tracePt t="120586" x="2247900" y="3397250"/>
          <p14:tracePt t="120593" x="2241550" y="3397250"/>
          <p14:tracePt t="120614" x="2235200" y="3397250"/>
          <p14:tracePt t="120635" x="2228850" y="3397250"/>
          <p14:tracePt t="120663" x="2222500" y="3397250"/>
          <p14:tracePt t="120677" x="2216150" y="3397250"/>
          <p14:tracePt t="120698" x="2209800" y="3397250"/>
          <p14:tracePt t="120705" x="2203450" y="3397250"/>
          <p14:tracePt t="120734" x="2197100" y="3390900"/>
          <p14:tracePt t="120755" x="2190750" y="3390900"/>
          <p14:tracePt t="120818" x="2190750" y="3384550"/>
          <p14:tracePt t="120846" x="2190750" y="3378200"/>
          <p14:tracePt t="120853" x="2197100" y="3378200"/>
          <p14:tracePt t="120867" x="2203450" y="3378200"/>
          <p14:tracePt t="120888" x="2209800" y="3378200"/>
          <p14:tracePt t="120895" x="2222500" y="3378200"/>
          <p14:tracePt t="120910" x="2228850" y="3378200"/>
          <p14:tracePt t="120925" x="2247900" y="3371850"/>
          <p14:tracePt t="120940" x="2260600" y="3371850"/>
          <p14:tracePt t="120957" x="2279650" y="3371850"/>
          <p14:tracePt t="120973" x="2324100" y="3365500"/>
          <p14:tracePt t="120990" x="2343150" y="3365500"/>
          <p14:tracePt t="121008" x="2425700" y="3371850"/>
          <p14:tracePt t="121023" x="2438400" y="3378200"/>
          <p14:tracePt t="121040" x="2489200" y="3403600"/>
          <p14:tracePt t="121057" x="2533650" y="3416300"/>
          <p14:tracePt t="121073" x="2559050" y="3429000"/>
          <p14:tracePt t="121076" x="2584450" y="3429000"/>
          <p14:tracePt t="121089" x="2609850" y="3441700"/>
          <p14:tracePt t="121106" x="2660650" y="3473450"/>
          <p14:tracePt t="121123" x="2679700" y="3479800"/>
          <p14:tracePt t="121139" x="2705100" y="3492500"/>
          <p14:tracePt t="121156" x="2736850" y="3536950"/>
          <p14:tracePt t="121172" x="2749550" y="3549650"/>
          <p14:tracePt t="121190" x="2755900" y="3575050"/>
          <p14:tracePt t="121206" x="2755900" y="3587750"/>
          <p14:tracePt t="121222" x="2762250" y="3619500"/>
          <p14:tracePt t="121239" x="2755900" y="3657600"/>
          <p14:tracePt t="121256" x="2749550" y="3689350"/>
          <p14:tracePt t="121272" x="2730500" y="3733800"/>
          <p14:tracePt t="121289" x="2705100" y="3784600"/>
          <p14:tracePt t="121306" x="2692400" y="3797300"/>
          <p14:tracePt t="121322" x="2660650" y="3822700"/>
          <p14:tracePt t="121339" x="2635250" y="3841750"/>
          <p14:tracePt t="121355" x="2622550" y="3848100"/>
          <p14:tracePt t="121373" x="2597150" y="3873500"/>
          <p14:tracePt t="121389" x="2571750" y="3879850"/>
          <p14:tracePt t="121405" x="2559050" y="3879850"/>
          <p14:tracePt t="121422" x="2540000" y="3886200"/>
          <p14:tracePt t="121438" x="2533650" y="3886200"/>
          <p14:tracePt t="121455" x="2527300" y="3886200"/>
          <p14:tracePt t="121472" x="2514600" y="3886200"/>
          <p14:tracePt t="121488" x="2508250" y="3886200"/>
          <p14:tracePt t="121505" x="2501900" y="3886200"/>
          <p14:tracePt t="121538" x="2495550" y="3879850"/>
          <p14:tracePt t="121555" x="2489200" y="3873500"/>
          <p14:tracePt t="121577" x="2482850" y="3867150"/>
          <p14:tracePt t="121597" x="2482850" y="3860800"/>
          <p14:tracePt t="121612" x="2482850" y="3854450"/>
          <p14:tracePt t="121633" x="2482850" y="3848100"/>
          <p14:tracePt t="121641" x="2482850" y="3841750"/>
          <p14:tracePt t="121654" x="2482850" y="3835400"/>
          <p14:tracePt t="121671" x="2495550" y="3810000"/>
          <p14:tracePt t="121689" x="2520950" y="3765550"/>
          <p14:tracePt t="121704" x="2540000" y="3746500"/>
          <p14:tracePt t="121721" x="2584450" y="3689350"/>
          <p14:tracePt t="121738" x="2647950" y="3638550"/>
          <p14:tracePt t="121754" x="2679700" y="3619500"/>
          <p14:tracePt t="121771" x="2717800" y="3594100"/>
          <p14:tracePt t="121787" x="2806700" y="3549650"/>
          <p14:tracePt t="121804" x="2838450" y="3543300"/>
          <p14:tracePt t="121820" x="2863850" y="3536950"/>
          <p14:tracePt t="121837" x="2921000" y="3536950"/>
          <p14:tracePt t="121854" x="2971800" y="3543300"/>
          <p14:tracePt t="121872" x="3022600" y="3568700"/>
          <p14:tracePt t="121887" x="3060700" y="3575050"/>
          <p14:tracePt t="121903" x="3117850" y="3606800"/>
          <p14:tracePt t="121921" x="3181350" y="3638550"/>
          <p14:tracePt t="121937" x="3200400" y="3657600"/>
          <p14:tracePt t="121953" x="3244850" y="3695700"/>
          <p14:tracePt t="121970" x="3257550" y="3727450"/>
          <p14:tracePt t="121986" x="3263900" y="3740150"/>
          <p14:tracePt t="122003" x="3263900" y="3765550"/>
          <p14:tracePt t="122019" x="3244850" y="3778250"/>
          <p14:tracePt t="122036" x="3232150" y="3790950"/>
          <p14:tracePt t="122054" x="3206750" y="3816350"/>
          <p14:tracePt t="122069" x="3162300" y="3854450"/>
          <p14:tracePt t="122086" x="3130550" y="3873500"/>
          <p14:tracePt t="122103" x="3054350" y="3911600"/>
          <p14:tracePt t="122119" x="3009900" y="3930650"/>
          <p14:tracePt t="122138" x="2940050" y="3943350"/>
          <p14:tracePt t="122152" x="2857500" y="3956050"/>
          <p14:tracePt t="122169" x="2832100" y="3956050"/>
          <p14:tracePt t="122186" x="2762250" y="3937000"/>
          <p14:tracePt t="122202" x="2705100" y="3886200"/>
          <p14:tracePt t="122219" x="2679700" y="3867150"/>
          <p14:tracePt t="122236" x="2647950" y="3778250"/>
          <p14:tracePt t="122252" x="2641600" y="3663950"/>
          <p14:tracePt t="122269" x="2641600" y="3606800"/>
          <p14:tracePt t="122286" x="2692400" y="3473450"/>
          <p14:tracePt t="122302" x="2774950" y="3359150"/>
          <p14:tracePt t="122319" x="2813050" y="3314700"/>
          <p14:tracePt t="122336" x="2901950" y="3251200"/>
          <p14:tracePt t="122352" x="2959100" y="3219450"/>
          <p14:tracePt t="122370" x="3016250" y="3187700"/>
          <p14:tracePt t="122386" x="3060700" y="3181350"/>
          <p14:tracePt t="122402" x="3098800" y="3181350"/>
          <p14:tracePt t="122419" x="3168650" y="3187700"/>
          <p14:tracePt t="122435" x="3219450" y="3200400"/>
          <p14:tracePt t="122452" x="3263900" y="3219450"/>
          <p14:tracePt t="122468" x="3390900" y="3276600"/>
          <p14:tracePt t="122485" x="3492500" y="3340100"/>
          <p14:tracePt t="122501" x="3536950" y="3371850"/>
          <p14:tracePt t="122518" x="3587750" y="3441700"/>
          <p14:tracePt t="122535" x="3606800" y="3505200"/>
          <p14:tracePt t="122552" x="3613150" y="3556000"/>
          <p14:tracePt t="122568" x="3613150" y="3581400"/>
          <p14:tracePt t="122584" x="3594100" y="3625850"/>
          <p14:tracePt t="122602" x="3568700" y="3676650"/>
          <p14:tracePt t="122618" x="3543300" y="3708400"/>
          <p14:tracePt t="122634" x="3473450" y="3759200"/>
          <p14:tracePt t="122652" x="3397250" y="3797300"/>
          <p14:tracePt t="122667" x="3365500" y="3816350"/>
          <p14:tracePt t="122684" x="3327400" y="3816350"/>
          <p14:tracePt t="122701" x="3181350" y="3822700"/>
          <p14:tracePt t="122717" x="3143250" y="3822700"/>
          <p14:tracePt t="122735" x="3079750" y="3810000"/>
          <p14:tracePt t="122751" x="3060700" y="3803650"/>
          <p14:tracePt t="122767" x="3041650" y="3765550"/>
          <p14:tracePt t="122785" x="3035300" y="3733800"/>
          <p14:tracePt t="122800" x="3035300" y="3714750"/>
          <p14:tracePt t="122817" x="3067050" y="3651250"/>
          <p14:tracePt t="122834" x="3105150" y="3587750"/>
          <p14:tracePt t="122851" x="3143250" y="3549650"/>
          <p14:tracePt t="122867" x="3244850" y="3473450"/>
          <p14:tracePt t="122883" x="3371850" y="3397250"/>
          <p14:tracePt t="122900" x="3441700" y="3371850"/>
          <p14:tracePt t="122917" x="3587750" y="3327400"/>
          <p14:tracePt t="122933" x="3689350" y="3321050"/>
          <p14:tracePt t="122950" x="3752850" y="3321050"/>
          <p14:tracePt t="122967" x="3854450" y="3352800"/>
          <p14:tracePt t="122983" x="3949700" y="3384550"/>
          <p14:tracePt t="123000" x="3981450" y="3409950"/>
          <p14:tracePt t="123016" x="4032250" y="3467100"/>
          <p14:tracePt t="123033" x="4044950" y="3498850"/>
          <p14:tracePt t="123050" x="4051300" y="3536950"/>
          <p14:tracePt t="123066" x="4051300" y="3587750"/>
          <p14:tracePt t="123083" x="4044950" y="3606800"/>
          <p14:tracePt t="123099" x="4006850" y="3670300"/>
          <p14:tracePt t="123115" x="3924300" y="3746500"/>
          <p14:tracePt t="123132" x="3867150" y="3784600"/>
          <p14:tracePt t="123150" x="3727450" y="3873500"/>
          <p14:tracePt t="123166" x="3556000" y="3956050"/>
          <p14:tracePt t="123182" x="3460750" y="3981450"/>
          <p14:tracePt t="123199" x="3295650" y="4025900"/>
          <p14:tracePt t="123216" x="3136900" y="4032250"/>
          <p14:tracePt t="123232" x="3079750" y="4013200"/>
          <p14:tracePt t="123249" x="2997200" y="3975100"/>
          <p14:tracePt t="123266" x="2952750" y="3937000"/>
          <p14:tracePt t="123283" x="2940050" y="3892550"/>
          <p14:tracePt t="123299" x="2940050" y="3873500"/>
          <p14:tracePt t="123315" x="2940050" y="3848100"/>
          <p14:tracePt t="123332" x="3009900" y="3765550"/>
          <p14:tracePt t="123348" x="3048000" y="3727450"/>
          <p14:tracePt t="123365" x="3092450" y="3695700"/>
          <p14:tracePt t="123382" x="3206750" y="3606800"/>
          <p14:tracePt t="123399" x="3378200" y="3536950"/>
          <p14:tracePt t="123416" x="3536950" y="3473450"/>
          <p14:tracePt t="123431" x="3606800" y="3454400"/>
          <p14:tracePt t="123448" x="3689350" y="3454400"/>
          <p14:tracePt t="123466" x="3727450" y="3479800"/>
          <p14:tracePt t="123481" x="3740150" y="3486150"/>
          <p14:tracePt t="123498" x="3752850" y="3511550"/>
          <p14:tracePt t="123515" x="3752850" y="3536950"/>
          <p14:tracePt t="123531" x="3746500" y="3549650"/>
          <p14:tracePt t="123548" x="3727450" y="3581400"/>
          <p14:tracePt t="123564" x="3695700" y="3644900"/>
          <p14:tracePt t="123581" x="3670300" y="3676650"/>
          <p14:tracePt t="123599" x="3600450" y="3765550"/>
          <p14:tracePt t="123614" x="3460750" y="3867150"/>
          <p14:tracePt t="123631" x="3378200" y="3911600"/>
          <p14:tracePt t="123648" x="3181350" y="3968750"/>
          <p14:tracePt t="123664" x="3092450" y="3981450"/>
          <p14:tracePt t="123681" x="2952750" y="3975100"/>
          <p14:tracePt t="123698" x="2825750" y="3930650"/>
          <p14:tracePt t="123714" x="2781300" y="3905250"/>
          <p14:tracePt t="123731" x="2711450" y="3835400"/>
          <p14:tracePt t="123747" x="2679700" y="3790950"/>
          <p14:tracePt t="123764" x="2673350" y="3771900"/>
          <p14:tracePt t="123781" x="2673350" y="3752850"/>
          <p14:tracePt t="123797" x="2673350" y="3733800"/>
          <p14:tracePt t="123831" x="2686050" y="3683000"/>
          <p14:tracePt t="125451" x="2692400" y="3683000"/>
          <p14:tracePt t="125465" x="2698750" y="3689350"/>
          <p14:tracePt t="125471" x="2711450" y="3702050"/>
          <p14:tracePt t="125478" x="2724150" y="3708400"/>
          <p14:tracePt t="125494" x="2736850" y="3727450"/>
          <p14:tracePt t="125508" x="2749550" y="3740150"/>
          <p14:tracePt t="125524" x="2800350" y="3797300"/>
          <p14:tracePt t="125542" x="2844800" y="3854450"/>
          <p14:tracePt t="125557" x="2857500" y="3873500"/>
          <p14:tracePt t="125574" x="2882900" y="3905250"/>
          <p14:tracePt t="125591" x="2927350" y="3962400"/>
          <p14:tracePt t="125607" x="2959100" y="4006850"/>
          <p14:tracePt t="125624" x="2997200" y="4083050"/>
          <p14:tracePt t="125641" x="3028950" y="4121150"/>
          <p14:tracePt t="125657" x="3048000" y="4159250"/>
          <p14:tracePt t="125674" x="3054350" y="4178300"/>
          <p14:tracePt t="125690" x="3073400" y="4203700"/>
          <p14:tracePt t="125707" x="3079750" y="4235450"/>
          <p14:tracePt t="125724" x="3092450" y="4267200"/>
          <p14:tracePt t="125740" x="3098800" y="4267200"/>
          <p14:tracePt t="125757" x="3111500" y="4286250"/>
          <p14:tracePt t="125774" x="3117850" y="4298950"/>
          <p14:tracePt t="125790" x="3124200" y="4305300"/>
          <p14:tracePt t="125806" x="3130550" y="4305300"/>
          <p14:tracePt t="125823" x="3130550" y="4311650"/>
          <p14:tracePt t="126658" x="3130550" y="4298950"/>
          <p14:tracePt t="126664" x="3130550" y="4286250"/>
          <p14:tracePt t="126678" x="3130550" y="4279900"/>
          <p14:tracePt t="126687" x="3130550" y="4260850"/>
          <p14:tracePt t="126704" x="3130550" y="4254500"/>
          <p14:tracePt t="126721" x="3130550" y="4241800"/>
          <p14:tracePt t="126737" x="3130550" y="4229100"/>
          <p14:tracePt t="126753" x="3130550" y="4222750"/>
          <p14:tracePt t="126770" x="3130550" y="4216400"/>
          <p14:tracePt t="126787" x="3136900" y="4210050"/>
          <p14:tracePt t="126803" x="3136900" y="4203700"/>
          <p14:tracePt t="126820" x="3136900" y="4191000"/>
          <p14:tracePt t="126836" x="3143250" y="4178300"/>
          <p14:tracePt t="126854" x="3155950" y="4165600"/>
          <p14:tracePt t="126870" x="3155950" y="4152900"/>
          <p14:tracePt t="126886" x="3168650" y="4127500"/>
          <p14:tracePt t="126903" x="3187700" y="4083050"/>
          <p14:tracePt t="126919" x="3194050" y="4064000"/>
          <p14:tracePt t="126936" x="3213100" y="4038600"/>
          <p14:tracePt t="126953" x="3232150" y="4000500"/>
          <p14:tracePt t="126969" x="3244850" y="3962400"/>
          <p14:tracePt t="126987" x="3251200" y="3943350"/>
          <p14:tracePt t="127003" x="3257550" y="3917950"/>
          <p14:tracePt t="127019" x="3263900" y="3898900"/>
          <p14:tracePt t="127037" x="3270250" y="3886200"/>
          <p14:tracePt t="127069" x="3270250" y="3879850"/>
          <p14:tracePt t="127135" x="3270250" y="3886200"/>
          <p14:tracePt t="127156" x="3263900" y="3886200"/>
          <p14:tracePt t="127177" x="3263900" y="3892550"/>
          <p14:tracePt t="127184" x="3263900" y="3898900"/>
          <p14:tracePt t="127205" x="3251200" y="3898900"/>
          <p14:tracePt t="127226" x="3244850" y="3905250"/>
          <p14:tracePt t="127240" x="3232150" y="3911600"/>
          <p14:tracePt t="127247" x="3225800" y="3924300"/>
          <p14:tracePt t="127254" x="3206750" y="3930650"/>
          <p14:tracePt t="127271" x="3181350" y="3937000"/>
          <p14:tracePt t="127285" x="3155950" y="3956050"/>
          <p14:tracePt t="127302" x="3098800" y="3994150"/>
          <p14:tracePt t="127318" x="3028950" y="4025900"/>
          <p14:tracePt t="127335" x="2984500" y="4051300"/>
          <p14:tracePt t="127352" x="2927350" y="4083050"/>
          <p14:tracePt t="127368" x="2876550" y="4108450"/>
          <p14:tracePt t="127385" x="2857500" y="4114800"/>
          <p14:tracePt t="127402" x="2832100" y="4146550"/>
          <p14:tracePt t="127418" x="2819400" y="4171950"/>
          <p14:tracePt t="127434" x="2813050" y="4178300"/>
          <p14:tracePt t="127451" x="2813050" y="4184650"/>
          <p14:tracePt t="127468" x="2813050" y="4197350"/>
          <p14:tracePt t="127501" x="2813050" y="4210050"/>
          <p14:tracePt t="127518" x="2813050" y="4216400"/>
          <p14:tracePt t="127536" x="2825750" y="4229100"/>
          <p14:tracePt t="127551" x="2832100" y="4229100"/>
          <p14:tracePt t="127567" x="2844800" y="4235450"/>
          <p14:tracePt t="127584" x="2857500" y="4241800"/>
          <p14:tracePt t="127600" x="2882900" y="4254500"/>
          <p14:tracePt t="127617" x="2901950" y="4260850"/>
          <p14:tracePt t="127634" x="2940050" y="4279900"/>
          <p14:tracePt t="127650" x="3003550" y="4305300"/>
          <p14:tracePt t="127667" x="3048000" y="4324350"/>
          <p14:tracePt t="127684" x="3168650" y="4349750"/>
          <p14:tracePt t="127703" x="3219450" y="4349750"/>
          <p14:tracePt t="127717" x="3314700" y="4356100"/>
          <p14:tracePt t="127733" x="3352800" y="4356100"/>
          <p14:tracePt t="127750" x="3435350" y="4356100"/>
          <p14:tracePt t="127766" x="3505200" y="4343400"/>
          <p14:tracePt t="127783" x="3530600" y="4337050"/>
          <p14:tracePt t="127800" x="3600450" y="4324350"/>
          <p14:tracePt t="127816" x="3657600" y="4318000"/>
          <p14:tracePt t="127834" x="3721100" y="4311650"/>
          <p14:tracePt t="127849" x="3746500" y="4311650"/>
          <p14:tracePt t="127866" x="3784600" y="4298950"/>
          <p14:tracePt t="127883" x="3829050" y="4298950"/>
          <p14:tracePt t="127899" x="3848100" y="4298950"/>
          <p14:tracePt t="127916" x="3879850" y="4298950"/>
          <p14:tracePt t="127933" x="3975100" y="4305300"/>
          <p14:tracePt t="127949" x="4013200" y="4305300"/>
          <p14:tracePt t="127966" x="4057650" y="4311650"/>
          <p14:tracePt t="127982" x="4127500" y="4311650"/>
          <p14:tracePt t="127999" x="4184650" y="4324350"/>
          <p14:tracePt t="128016" x="4241800" y="4330700"/>
          <p14:tracePt t="128032" x="4260850" y="4330700"/>
          <p14:tracePt t="128049" x="4318000" y="4343400"/>
          <p14:tracePt t="128066" x="4368800" y="4349750"/>
          <p14:tracePt t="128082" x="4400550" y="4349750"/>
          <p14:tracePt t="128098" x="4464050" y="4349750"/>
          <p14:tracePt t="128116" x="4533900" y="4356100"/>
          <p14:tracePt t="128132" x="4559300" y="4362450"/>
          <p14:tracePt t="128148" x="4603750" y="4362450"/>
          <p14:tracePt t="128165" x="4654550" y="4362450"/>
          <p14:tracePt t="128182" x="4679950" y="4362450"/>
          <p14:tracePt t="128185" x="4699000" y="4362450"/>
          <p14:tracePt t="128202" x="4724400" y="4368800"/>
          <p14:tracePt t="128215" x="4768850" y="4368800"/>
          <p14:tracePt t="128232" x="4787900" y="4368800"/>
          <p14:tracePt t="128249" x="4826000" y="4375150"/>
          <p14:tracePt t="128265" x="4845050" y="4375150"/>
          <p14:tracePt t="128281" x="4883150" y="4375150"/>
          <p14:tracePt t="128298" x="4914900" y="4375150"/>
          <p14:tracePt t="128315" x="4940300" y="4375150"/>
          <p14:tracePt t="128332" x="4953000" y="4375150"/>
          <p14:tracePt t="128348" x="4959350" y="4375150"/>
          <p14:tracePt t="128364" x="4965700" y="4375150"/>
          <p14:tracePt t="128397" x="4965700" y="4381500"/>
          <p14:tracePt t="128418" x="4965700" y="4387850"/>
          <p14:tracePt t="128459" x="4959350" y="4387850"/>
          <p14:tracePt t="128558" x="4953000" y="4387850"/>
          <p14:tracePt t="128565" x="4946650" y="4387850"/>
          <p14:tracePt t="128600" x="4946650" y="4394200"/>
          <p14:tracePt t="128606" x="4940300" y="4394200"/>
          <p14:tracePt t="128635" x="4933950" y="4394200"/>
          <p14:tracePt t="128656" x="4927600" y="4394200"/>
          <p14:tracePt t="128705" x="4921250" y="4394200"/>
          <p14:tracePt t="128797" x="4914900" y="4394200"/>
          <p14:tracePt t="128859" x="4908550" y="4394200"/>
          <p14:tracePt t="132789" x="4908550" y="4375150"/>
          <p14:tracePt t="132824" x="4914900" y="4375150"/>
          <p14:tracePt t="132831" x="4914900" y="4368800"/>
          <p14:tracePt t="132859" x="4921250" y="4368800"/>
          <p14:tracePt t="132881" x="4927600" y="4368800"/>
          <p14:tracePt t="132901" x="4933950" y="4368800"/>
          <p14:tracePt t="132944" x="4933950" y="4362450"/>
          <p14:tracePt t="132951" x="4940300" y="4362450"/>
          <p14:tracePt t="132993" x="4946650" y="4362450"/>
          <p14:tracePt t="133042" x="4953000" y="4362450"/>
          <p14:tracePt t="133091" x="4953000" y="4356100"/>
          <p14:tracePt t="133161" x="4959350" y="4356100"/>
          <p14:tracePt t="133245" x="4965700" y="4356100"/>
          <p14:tracePt t="133274" x="4972050" y="4356100"/>
          <p14:tracePt t="133302" x="4978400" y="4356100"/>
          <p14:tracePt t="133330" x="4984750" y="4356100"/>
          <p14:tracePt t="133372" x="4991100" y="4349750"/>
          <p14:tracePt t="133442" x="4997450" y="4349750"/>
          <p14:tracePt t="133470" x="5003800" y="4349750"/>
          <p14:tracePt t="133512" x="5010150" y="4349750"/>
          <p14:tracePt t="133534" x="5016500" y="4349750"/>
          <p14:tracePt t="133540" x="5022850" y="4349750"/>
          <p14:tracePt t="133597" x="5029200" y="4349750"/>
          <p14:tracePt t="133632" x="5035550" y="4349750"/>
          <p14:tracePt t="133934" x="5029200" y="4349750"/>
          <p14:tracePt t="133948" x="5022850" y="4349750"/>
          <p14:tracePt t="133963" x="5010150" y="4349750"/>
          <p14:tracePt t="133976" x="5003800" y="4349750"/>
          <p14:tracePt t="133983" x="4991100" y="4349750"/>
          <p14:tracePt t="133998" x="4972050" y="4349750"/>
          <p14:tracePt t="134011" x="4946650" y="4349750"/>
          <p14:tracePt t="134028" x="4876800" y="4349750"/>
          <p14:tracePt t="134046" x="4832350" y="4349750"/>
          <p14:tracePt t="134061" x="4737100" y="4349750"/>
          <p14:tracePt t="134078" x="4648200" y="4349750"/>
          <p14:tracePt t="134096" x="4591050" y="4349750"/>
          <p14:tracePt t="134111" x="4572000" y="4349750"/>
          <p14:tracePt t="134128" x="4546600" y="4356100"/>
          <p14:tracePt t="134145" x="4540250" y="4356100"/>
          <p14:tracePt t="139673" x="4527550" y="4318000"/>
          <p14:tracePt t="139680" x="4464050" y="4235450"/>
          <p14:tracePt t="139695" x="4400550" y="4165600"/>
          <p14:tracePt t="139709" x="4305300" y="4019550"/>
          <p14:tracePt t="139725" x="4044950" y="3632200"/>
          <p14:tracePt t="139742" x="3911600" y="3403600"/>
          <p14:tracePt t="139758" x="3581400" y="2863850"/>
          <p14:tracePt t="139775" x="3295650" y="2425700"/>
          <p14:tracePt t="139792" x="3016250" y="2012950"/>
          <p14:tracePt t="139808" x="2908300" y="1854200"/>
          <p14:tracePt t="139825" x="2622550" y="1543050"/>
          <p14:tracePt t="139842" x="2406650" y="1282700"/>
          <p14:tracePt t="139858" x="2266950" y="1117600"/>
          <p14:tracePt t="139875" x="2152650" y="984250"/>
          <p14:tracePt t="139891" x="1917700" y="723900"/>
          <p14:tracePt t="139908" x="1816100" y="603250"/>
          <p14:tracePt t="139925" x="1708150" y="488950"/>
          <p14:tracePt t="139941" x="1358900" y="127000"/>
          <p14:tracePt t="139958" x="1289050" y="63500"/>
          <p14:tracePt t="139975" x="1162050" y="0"/>
          <p14:tracePt t="139991" x="1143000" y="0"/>
          <p14:tracePt t="140008" x="1111250" y="0"/>
          <p14:tracePt t="140024" x="1104900" y="0"/>
          <p14:tracePt t="140057" x="1098550" y="0"/>
          <p14:tracePt t="140094" x="1104900" y="0"/>
          <p14:tracePt t="140101" x="1111250" y="0"/>
          <p14:tracePt t="140115" x="1117600" y="0"/>
          <p14:tracePt t="140124" x="1123950" y="0"/>
          <p14:tracePt t="140140" x="1136650" y="0"/>
          <p14:tracePt t="140158" x="1162050" y="12700"/>
          <p14:tracePt t="140174" x="1193800" y="25400"/>
          <p14:tracePt t="140190" x="1212850" y="31750"/>
          <p14:tracePt t="140207" x="1250950" y="38100"/>
          <p14:tracePt t="140223" x="1276350" y="50800"/>
          <p14:tracePt t="140240" x="1327150" y="63500"/>
          <p14:tracePt t="140257" x="1403350" y="95250"/>
          <p14:tracePt t="140273" x="1454150" y="101600"/>
          <p14:tracePt t="140290" x="1574800" y="139700"/>
          <p14:tracePt t="140307" x="1727200" y="190500"/>
          <p14:tracePt t="140323" x="1790700" y="209550"/>
          <p14:tracePt t="140340" x="1924050" y="247650"/>
          <p14:tracePt t="140356" x="2019300" y="254000"/>
          <p14:tracePt t="140373" x="2044700" y="266700"/>
          <p14:tracePt t="140389" x="2095500" y="279400"/>
          <p14:tracePt t="140406" x="2114550" y="279400"/>
          <p14:tracePt t="140423" x="2127250" y="279400"/>
          <p14:tracePt t="140439" x="2133600" y="279400"/>
          <p14:tracePt t="140456" x="2139950" y="279400"/>
          <p14:tracePt t="140473" x="2146300" y="279400"/>
          <p14:tracePt t="140607" x="2139950" y="273050"/>
          <p14:tracePt t="140656" x="2133600" y="273050"/>
          <p14:tracePt t="140712" x="2127250" y="273050"/>
          <p14:tracePt t="141009" x="2165350" y="311150"/>
          <p14:tracePt t="141016" x="2254250" y="400050"/>
          <p14:tracePt t="141030" x="2336800" y="508000"/>
          <p14:tracePt t="141044" x="2457450" y="609600"/>
          <p14:tracePt t="141053" x="2597150" y="774700"/>
          <p14:tracePt t="141070" x="2755900" y="971550"/>
          <p14:tracePt t="141087" x="3136900" y="1428750"/>
          <p14:tracePt t="141104" x="3460750" y="1809750"/>
          <p14:tracePt t="141121" x="3714750" y="2133600"/>
          <p14:tracePt t="141137" x="3886200" y="2374900"/>
          <p14:tracePt t="141153" x="3975100" y="2489200"/>
          <p14:tracePt t="141171" x="4133850" y="2698750"/>
          <p14:tracePt t="141187" x="4305300" y="2914650"/>
          <p14:tracePt t="141204" x="4381500" y="3022600"/>
          <p14:tracePt t="141220" x="4521200" y="3244850"/>
          <p14:tracePt t="141237" x="4584700" y="3346450"/>
          <p14:tracePt t="141253" x="4699000" y="3524250"/>
          <p14:tracePt t="141270" x="4781550" y="3651250"/>
          <p14:tracePt t="141287" x="4806950" y="3695700"/>
          <p14:tracePt t="141304" x="4857750" y="3784600"/>
          <p14:tracePt t="141319" x="4895850" y="3873500"/>
          <p14:tracePt t="141336" x="4908550" y="3898900"/>
          <p14:tracePt t="141353" x="4933950" y="3962400"/>
          <p14:tracePt t="141369" x="4946650" y="3994150"/>
          <p14:tracePt t="141386" x="4959350" y="4038600"/>
          <p14:tracePt t="141403" x="4997450" y="4127500"/>
          <p14:tracePt t="141419" x="5003800" y="4146550"/>
          <p14:tracePt t="141436" x="5016500" y="4191000"/>
          <p14:tracePt t="141453" x="5029200" y="4222750"/>
          <p14:tracePt t="141469" x="5035550" y="4235450"/>
          <p14:tracePt t="141486" x="5048250" y="4273550"/>
          <p14:tracePt t="141502" x="5054600" y="4286250"/>
          <p14:tracePt t="141519" x="5054600" y="4292600"/>
          <p14:tracePt t="141536" x="5054600" y="4305300"/>
          <p14:tracePt t="141569" x="5054600" y="4311650"/>
          <p14:tracePt t="141585" x="5054600" y="4324350"/>
          <p14:tracePt t="141603" x="5054600" y="4330700"/>
          <p14:tracePt t="141618" x="5054600" y="4343400"/>
          <p14:tracePt t="141635" x="5054600" y="4375150"/>
          <p14:tracePt t="141652" x="5067300" y="4425950"/>
          <p14:tracePt t="141670" x="5073650" y="4457700"/>
          <p14:tracePt t="141685" x="5073650" y="4470400"/>
          <p14:tracePt t="141702" x="5080000" y="4489450"/>
          <p14:tracePt t="141719" x="5080000" y="4502150"/>
          <p14:tracePt t="141735" x="5086350" y="4502150"/>
          <p14:tracePt t="149365" x="5086350" y="4495800"/>
          <p14:tracePt t="149371" x="5086350" y="4483100"/>
          <p14:tracePt t="149378" x="5086350" y="4464050"/>
          <p14:tracePt t="149392" x="5080000" y="4432300"/>
          <p14:tracePt t="149408" x="5048250" y="4349750"/>
          <p14:tracePt t="149425" x="5010150" y="4210050"/>
          <p14:tracePt t="149442" x="4927600" y="3924300"/>
          <p14:tracePt t="149458" x="4851400" y="3689350"/>
          <p14:tracePt t="149475" x="4737100" y="3429000"/>
          <p14:tracePt t="149491" x="4527550" y="2971800"/>
          <p14:tracePt t="149508" x="4356100" y="2692400"/>
          <p14:tracePt t="149525" x="4210050" y="2457450"/>
          <p14:tracePt t="149541" x="4057650" y="2152650"/>
          <p14:tracePt t="149558" x="3975100" y="1993900"/>
          <p14:tracePt t="149575" x="3873500" y="1765300"/>
          <p14:tracePt t="149591" x="3835400" y="1663700"/>
          <p14:tracePt t="149608" x="3810000" y="1612900"/>
          <p14:tracePt t="149625" x="3759200" y="1504950"/>
          <p14:tracePt t="149641" x="3727450" y="1454150"/>
          <p14:tracePt t="149658" x="3695700" y="1409700"/>
          <p14:tracePt t="149674" x="3657600" y="1358900"/>
          <p14:tracePt t="149691" x="3613150" y="1295400"/>
          <p14:tracePt t="149708" x="3568700" y="1250950"/>
          <p14:tracePt t="149724" x="3498850" y="1181100"/>
          <p14:tracePt t="149740" x="3435350" y="1092200"/>
          <p14:tracePt t="149758" x="3352800" y="990600"/>
          <p14:tracePt t="149774" x="3263900" y="946150"/>
          <p14:tracePt t="149790" x="3206750" y="889000"/>
          <p14:tracePt t="149808" x="3105150" y="793750"/>
          <p14:tracePt t="149823" x="3041650" y="755650"/>
          <p14:tracePt t="149840" x="2978150" y="723900"/>
          <p14:tracePt t="149857" x="2901950" y="685800"/>
          <p14:tracePt t="149873" x="2838450" y="647700"/>
          <p14:tracePt t="149877" x="2800350" y="628650"/>
          <p14:tracePt t="149890" x="2762250" y="603250"/>
          <p14:tracePt t="149906" x="2686050" y="577850"/>
          <p14:tracePt t="149923" x="2609850" y="552450"/>
          <p14:tracePt t="149940" x="2546350" y="520700"/>
          <p14:tracePt t="149956" x="2514600" y="501650"/>
          <p14:tracePt t="149973" x="2470150" y="482600"/>
          <p14:tracePt t="149990" x="2457450" y="457200"/>
          <p14:tracePt t="150006" x="2438400" y="438150"/>
          <p14:tracePt t="150022" x="2432050" y="431800"/>
          <p14:tracePt t="150039" x="2413000" y="412750"/>
          <p14:tracePt t="150056" x="2406650" y="406400"/>
          <p14:tracePt t="150072" x="2406650" y="400050"/>
          <p14:tracePt t="150089" x="2400300" y="387350"/>
          <p14:tracePt t="150105" x="2393950" y="374650"/>
          <p14:tracePt t="150124" x="2387600" y="368300"/>
          <p14:tracePt t="150229" x="2387600" y="374650"/>
          <p14:tracePt t="150235" x="2393950" y="381000"/>
          <p14:tracePt t="150242" x="2393950" y="387350"/>
          <p14:tracePt t="150259" x="2400300" y="387350"/>
          <p14:tracePt t="150272" x="2400300" y="393700"/>
          <p14:tracePt t="150833" x="2406650" y="393700"/>
          <p14:tracePt t="150869" x="2413000" y="393700"/>
          <p14:tracePt t="150883" x="2419350" y="393700"/>
          <p14:tracePt t="150897" x="2425700" y="393700"/>
          <p14:tracePt t="150918" x="2432050" y="393700"/>
          <p14:tracePt t="150939" x="2438400" y="393700"/>
          <p14:tracePt t="151002" x="2444750" y="393700"/>
          <p14:tracePt t="151009" x="2451100" y="393700"/>
          <p14:tracePt t="151058" x="2457450" y="393700"/>
          <p14:tracePt t="151086" x="2463800" y="393700"/>
          <p14:tracePt t="151121" x="2470150" y="400050"/>
          <p14:tracePt t="151733" x="2463800" y="400050"/>
          <p14:tracePt t="151796" x="2457450" y="400050"/>
          <p14:tracePt t="151831" x="2451100" y="406400"/>
          <p14:tracePt t="151880" x="2444750" y="406400"/>
          <p14:tracePt t="151915" x="2444750" y="412750"/>
          <p14:tracePt t="152034" x="2438400" y="412750"/>
          <p14:tracePt t="152084" x="2438400" y="419100"/>
          <p14:tracePt t="152133" x="2432050" y="419100"/>
          <p14:tracePt t="152231" x="2425700" y="419100"/>
          <p14:tracePt t="152266" x="2419350" y="419100"/>
          <p14:tracePt t="152301" x="2413000" y="412750"/>
          <p14:tracePt t="152308" x="2413000" y="406400"/>
          <p14:tracePt t="152778" x="2419350" y="425450"/>
          <p14:tracePt t="152792" x="2444750" y="463550"/>
          <p14:tracePt t="152800" x="2470150" y="508000"/>
          <p14:tracePt t="152814" x="2501900" y="558800"/>
          <p14:tracePt t="152830" x="2609850" y="704850"/>
          <p14:tracePt t="152846" x="2673350" y="806450"/>
          <p14:tracePt t="152863" x="2901950" y="1136650"/>
          <p14:tracePt t="152880" x="2984500" y="1257300"/>
          <p14:tracePt t="152897" x="3143250" y="1555750"/>
          <p14:tracePt t="152913" x="3244850" y="1752600"/>
          <p14:tracePt t="152929" x="3448050" y="2108200"/>
          <p14:tracePt t="152946" x="3644900" y="2438400"/>
          <p14:tracePt t="152963" x="3746500" y="2635250"/>
          <p14:tracePt t="152979" x="3924300" y="2959100"/>
          <p14:tracePt t="152996" x="4095750" y="3238500"/>
          <p14:tracePt t="153013" x="4197350" y="3371850"/>
          <p14:tracePt t="153029" x="4292600" y="3511550"/>
          <p14:tracePt t="153046" x="4489450" y="3740150"/>
          <p14:tracePt t="153062" x="4648200" y="3905250"/>
          <p14:tracePt t="153080" x="4756150" y="4070350"/>
          <p14:tracePt t="153095" x="4832350" y="4184650"/>
          <p14:tracePt t="153112" x="4851400" y="4229100"/>
          <p14:tracePt t="153129" x="4902200" y="4305300"/>
          <p14:tracePt t="153145" x="4959350" y="4362450"/>
          <p14:tracePt t="153162" x="4984750" y="4387850"/>
          <p14:tracePt t="153179" x="5016500" y="4425950"/>
          <p14:tracePt t="153195" x="5029200" y="4451350"/>
          <p14:tracePt t="153213" x="5041900" y="4470400"/>
          <p14:tracePt t="153228" x="5041900" y="4476750"/>
          <p14:tracePt t="153245" x="5048250" y="4476750"/>
          <p14:tracePt t="153262" x="5054600" y="4483100"/>
          <p14:tracePt t="153279" x="5054600" y="4489450"/>
          <p14:tracePt t="153295" x="5054600" y="4495800"/>
          <p14:tracePt t="153312" x="5060950" y="4508500"/>
          <p14:tracePt t="153328" x="5067300" y="4514850"/>
          <p14:tracePt t="153345" x="5067300" y="4521200"/>
          <p14:tracePt t="153362" x="5067300" y="4527550"/>
          <p14:tracePt t="153389" x="5067300" y="4533900"/>
          <p14:tracePt t="153494" x="5067300" y="4527550"/>
          <p14:tracePt t="153515" x="5060950" y="4521200"/>
          <p14:tracePt t="153550" x="5060950" y="4514850"/>
          <p14:tracePt t="153557" x="5054600" y="4514850"/>
          <p14:tracePt t="153606" x="5048250" y="4508500"/>
          <p14:tracePt t="153628" x="5048250" y="4502150"/>
          <p14:tracePt t="153656" x="5048250" y="4495800"/>
          <p14:tracePt t="153678" x="5041900" y="4489450"/>
          <p14:tracePt t="153698" x="5041900" y="4483100"/>
          <p14:tracePt t="153705" x="5035550" y="4483100"/>
          <p14:tracePt t="153726" x="5035550" y="4476750"/>
          <p14:tracePt t="153747" x="5029200" y="4476750"/>
          <p14:tracePt t="153762" x="5022850" y="4470400"/>
          <p14:tracePt t="153775" x="5016500" y="4464050"/>
          <p14:tracePt t="153796" x="5010150" y="4457700"/>
          <p14:tracePt t="153817" x="5003800" y="4457700"/>
          <p14:tracePt t="153831" x="5003800" y="4451350"/>
          <p14:tracePt t="153838" x="4997450" y="4451350"/>
          <p14:tracePt t="153846" x="4991100" y="4445000"/>
          <p14:tracePt t="153862" x="4984750" y="4445000"/>
          <p14:tracePt t="153877" x="4972050" y="4438650"/>
          <p14:tracePt t="153893" x="4940300" y="4425950"/>
          <p14:tracePt t="153910" x="4895850" y="4413250"/>
          <p14:tracePt t="153926" x="4870450" y="4406900"/>
          <p14:tracePt t="153943" x="4781550" y="4381500"/>
          <p14:tracePt t="153959" x="4699000" y="4362450"/>
          <p14:tracePt t="153976" x="4673600" y="4356100"/>
          <p14:tracePt t="153993" x="4591050" y="4349750"/>
          <p14:tracePt t="154009" x="4540250" y="4343400"/>
          <p14:tracePt t="154026" x="4514850" y="4343400"/>
          <p14:tracePt t="154043" x="4489450" y="4337050"/>
          <p14:tracePt t="154059" x="4470400" y="4330700"/>
          <p14:tracePt t="154076" x="4464050" y="4330700"/>
          <p14:tracePt t="154093" x="4457700" y="4330700"/>
          <p14:tracePt t="154109" x="4451350" y="4330700"/>
          <p14:tracePt t="154168" x="4445000" y="4330700"/>
          <p14:tracePt t="154197" x="4438650" y="4330700"/>
          <p14:tracePt t="154203" x="4438650" y="4324350"/>
          <p14:tracePt t="157032" x="4432300" y="4330700"/>
          <p14:tracePt t="157039" x="4432300" y="4337050"/>
          <p14:tracePt t="157048" x="4432300" y="4343400"/>
          <p14:tracePt t="157089" x="4445000" y="4343400"/>
          <p14:tracePt t="157117" x="4451350" y="4343400"/>
          <p14:tracePt t="157131" x="4457700" y="4343400"/>
          <p14:tracePt t="157138" x="4464050" y="4343400"/>
          <p14:tracePt t="157152" x="4476750" y="4337050"/>
          <p14:tracePt t="157166" x="4489450" y="4337050"/>
          <p14:tracePt t="157182" x="4489450" y="4330700"/>
          <p14:tracePt t="157198" x="4495800" y="4324350"/>
          <p14:tracePt t="157215" x="4508500" y="4324350"/>
          <p14:tracePt t="157231" x="4521200" y="4318000"/>
          <p14:tracePt t="157248" x="4521200" y="4311650"/>
          <p14:tracePt t="157265" x="4527550" y="4311650"/>
          <p14:tracePt t="157281" x="4527550" y="4305300"/>
          <p14:tracePt t="157298" x="4533900" y="4305300"/>
          <p14:tracePt t="157314" x="4540250" y="4298950"/>
          <p14:tracePt t="157331" x="4546600" y="4298950"/>
          <p14:tracePt t="157351" x="4546600" y="4292600"/>
          <p14:tracePt t="157370" x="4552950" y="4286250"/>
          <p14:tracePt t="157399" x="4559300" y="4279900"/>
          <p14:tracePt t="157412" x="4565650" y="4279900"/>
          <p14:tracePt t="157419" x="4565650" y="4273550"/>
          <p14:tracePt t="157440" x="4572000" y="4267200"/>
          <p14:tracePt t="157461" x="4578350" y="4267200"/>
          <p14:tracePt t="157489" x="4584700" y="4260850"/>
          <p14:tracePt t="157503" x="4591050" y="4254500"/>
          <p14:tracePt t="157510" x="4597400" y="4254500"/>
          <p14:tracePt t="157517" x="4597400" y="4248150"/>
          <p14:tracePt t="157533" x="4603750" y="4248150"/>
          <p14:tracePt t="157551" x="4610100" y="4241800"/>
          <p14:tracePt t="157581" x="4616450" y="4235450"/>
          <p14:tracePt t="157587" x="4622800" y="4235450"/>
          <p14:tracePt t="157608" x="4629150" y="4235450"/>
          <p14:tracePt t="157622" x="4635500" y="4235450"/>
          <p14:tracePt t="157630" x="4641850" y="4229100"/>
          <p14:tracePt t="157647" x="4648200" y="4222750"/>
          <p14:tracePt t="157664" x="4679950" y="4203700"/>
          <p14:tracePt t="157680" x="4711700" y="4178300"/>
          <p14:tracePt t="157697" x="4737100" y="4159250"/>
          <p14:tracePt t="157714" x="4775200" y="4121150"/>
          <p14:tracePt t="157730" x="4819650" y="4095750"/>
          <p14:tracePt t="157746" x="4845050" y="4083050"/>
          <p14:tracePt t="157763" x="4876800" y="4051300"/>
          <p14:tracePt t="157779" x="4889500" y="4044950"/>
          <p14:tracePt t="157796" x="4908550" y="4025900"/>
          <p14:tracePt t="157813" x="4927600" y="4019550"/>
          <p14:tracePt t="157830" x="4927600" y="4013200"/>
          <p14:tracePt t="157846" x="4940300" y="4006850"/>
          <p14:tracePt t="157862" x="4946650" y="4000500"/>
          <p14:tracePt t="157879" x="4953000" y="3994150"/>
          <p14:tracePt t="157896" x="4959350" y="3987800"/>
          <p14:tracePt t="157913" x="4965700" y="3987800"/>
          <p14:tracePt t="157946" x="4972050" y="3981450"/>
          <p14:tracePt t="157980" x="4978400" y="3987800"/>
          <p14:tracePt t="158002" x="4978400" y="3994150"/>
          <p14:tracePt t="158023" x="4978400" y="4000500"/>
          <p14:tracePt t="158058" x="4978400" y="4006850"/>
          <p14:tracePt t="158072" x="4978400" y="4013200"/>
          <p14:tracePt t="169369" x="4965700" y="4013200"/>
          <p14:tracePt t="169375" x="4946650" y="4006850"/>
          <p14:tracePt t="169390" x="4889500" y="3981450"/>
          <p14:tracePt t="169406" x="4806950" y="3937000"/>
          <p14:tracePt t="169422" x="4692650" y="3867150"/>
          <p14:tracePt t="169439" x="4495800" y="3740150"/>
          <p14:tracePt t="169456" x="4356100" y="3638550"/>
          <p14:tracePt t="169473" x="4203700" y="3536950"/>
          <p14:tracePt t="169489" x="3968750" y="3365500"/>
          <p14:tracePt t="169506" x="3803650" y="3232150"/>
          <p14:tracePt t="169523" x="3670300" y="3111500"/>
          <p14:tracePt t="169539" x="3492500" y="2921000"/>
          <p14:tracePt t="169555" x="3371850" y="2825750"/>
          <p14:tracePt t="169573" x="3257550" y="2686050"/>
          <p14:tracePt t="169589" x="3200400" y="2609850"/>
          <p14:tracePt t="169593" x="3187700" y="2584450"/>
          <p14:tracePt t="169605" x="3162300" y="2552700"/>
          <p14:tracePt t="169622" x="3086100" y="2444750"/>
          <p14:tracePt t="169638" x="3060700" y="2393950"/>
          <p14:tracePt t="169655" x="3048000" y="2368550"/>
          <p14:tracePt t="169688" x="3048000" y="2374900"/>
          <p14:tracePt t="169707" x="3060700" y="2419350"/>
          <p14:tracePt t="169722" x="3162300" y="2565400"/>
          <p14:tracePt t="169738" x="3549650" y="2940050"/>
          <p14:tracePt t="169756" x="4076700" y="3549650"/>
          <p14:tracePt t="169771" x="4451350" y="3917950"/>
          <p14:tracePt t="169788" x="4857750" y="4343400"/>
          <p14:tracePt t="169805" x="5232400" y="4826000"/>
          <p14:tracePt t="169822" x="5391150" y="4997450"/>
          <p14:tracePt t="169838" x="5499100" y="5105400"/>
          <p14:tracePt t="169854" x="5537200" y="5187950"/>
          <p14:tracePt t="169871" x="5543550" y="5194300"/>
          <p14:tracePt t="169904" x="5530850" y="5181600"/>
          <p14:tracePt t="169921" x="5518150" y="5149850"/>
          <p14:tracePt t="169939" x="5473700" y="5105400"/>
          <p14:tracePt t="169954" x="5397500" y="5003800"/>
          <p14:tracePt t="169971" x="5251450" y="4845050"/>
          <p14:tracePt t="169987" x="5035550" y="4508500"/>
          <p14:tracePt t="170004" x="4857750" y="4286250"/>
          <p14:tracePt t="170021" x="4667250" y="4044950"/>
          <p14:tracePt t="170037" x="4368800" y="3695700"/>
          <p14:tracePt t="170054" x="4222750" y="3505200"/>
          <p14:tracePt t="170071" x="4064000" y="3314700"/>
          <p14:tracePt t="170087" x="3968750" y="3232150"/>
          <p14:tracePt t="170103" x="3886200" y="3143250"/>
          <p14:tracePt t="170107" x="3854450" y="3105150"/>
          <p14:tracePt t="170121" x="3797300" y="3060700"/>
          <p14:tracePt t="170137" x="3759200" y="3022600"/>
          <p14:tracePt t="170153" x="3752850" y="3016250"/>
          <p14:tracePt t="170170" x="3752850" y="3022600"/>
          <p14:tracePt t="170187" x="3759200" y="3028950"/>
          <p14:tracePt t="170203" x="3784600" y="3098800"/>
          <p14:tracePt t="170220" x="4254500" y="3594100"/>
          <p14:tracePt t="170237" x="4629150" y="3968750"/>
          <p14:tracePt t="170254" x="5156200" y="4419600"/>
          <p14:tracePt t="170269" x="5391150" y="4597400"/>
          <p14:tracePt t="170286" x="5505450" y="4705350"/>
          <p14:tracePt t="170303" x="5581650" y="4762500"/>
          <p14:tracePt t="170319" x="5588000" y="4762500"/>
          <p14:tracePt t="170356" x="5575300" y="4762500"/>
          <p14:tracePt t="170369" x="5549900" y="4743450"/>
          <p14:tracePt t="170386" x="5524500" y="4718050"/>
          <p14:tracePt t="170402" x="5302250" y="4559300"/>
          <p14:tracePt t="170419" x="5048250" y="4381500"/>
          <p14:tracePt t="170437" x="4749800" y="4152900"/>
          <p14:tracePt t="170453" x="4616450" y="4032250"/>
          <p14:tracePt t="170469" x="4533900" y="3987800"/>
          <p14:tracePt t="170486" x="4483100" y="3968750"/>
          <p14:tracePt t="170502" x="4470400" y="3968750"/>
          <p14:tracePt t="170535" x="4489450" y="4006850"/>
          <p14:tracePt t="170552" x="4502150" y="4013200"/>
          <p14:tracePt t="170570" x="4565650" y="4051300"/>
          <p14:tracePt t="170585" x="4679950" y="4127500"/>
          <p14:tracePt t="170602" x="4845050" y="4241800"/>
          <p14:tracePt t="170606" x="4914900" y="4267200"/>
          <p14:tracePt t="170619" x="5010150" y="4318000"/>
          <p14:tracePt t="170635" x="5048250" y="4324350"/>
          <p14:tracePt t="170651" x="5054600" y="4330700"/>
          <p14:tracePt t="170668" x="5048250" y="4318000"/>
          <p14:tracePt t="170685" x="5022850" y="4292600"/>
          <p14:tracePt t="170701" x="4965700" y="4241800"/>
          <p14:tracePt t="170719" x="4768850" y="4076700"/>
          <p14:tracePt t="170735" x="4597400" y="3930650"/>
          <p14:tracePt t="170752" x="4394200" y="3778250"/>
          <p14:tracePt t="170768" x="4229100" y="3619500"/>
          <p14:tracePt t="170785" x="4184650" y="3594100"/>
          <p14:tracePt t="170801" x="4171950" y="3594100"/>
          <p14:tracePt t="170834" x="4191000" y="3625850"/>
          <p14:tracePt t="170851" x="4267200" y="3702050"/>
          <p14:tracePt t="170868" x="4483100" y="3822700"/>
          <p14:tracePt t="170884" x="4749800" y="3981450"/>
          <p14:tracePt t="170901" x="4965700" y="4102100"/>
          <p14:tracePt t="170917" x="5029200" y="4114800"/>
          <p14:tracePt t="170935" x="5029200" y="4121150"/>
          <p14:tracePt t="170950" x="5022850" y="4108450"/>
          <p14:tracePt t="170967" x="4978400" y="4064000"/>
          <p14:tracePt t="170984" x="4845050" y="3975100"/>
          <p14:tracePt t="171001" x="4654550" y="3835400"/>
          <p14:tracePt t="171017" x="4394200" y="3651250"/>
          <p14:tracePt t="171034" x="4000500" y="3333750"/>
          <p14:tracePt t="171050" x="3860800" y="3219450"/>
          <p14:tracePt t="171067" x="3797300" y="3194050"/>
          <p14:tracePt t="171083" x="3778250" y="3181350"/>
          <p14:tracePt t="171104" x="3778250" y="3187700"/>
          <p14:tracePt t="171116" x="3803650" y="3219450"/>
          <p14:tracePt t="171133" x="3848100" y="3244850"/>
          <p14:tracePt t="171150" x="3937000" y="3314700"/>
          <p14:tracePt t="171167" x="4292600" y="3562350"/>
          <p14:tracePt t="171183" x="4457700" y="3657600"/>
          <p14:tracePt t="171200" x="4533900" y="3695700"/>
          <p14:tracePt t="171216" x="4546600" y="3714750"/>
          <p14:tracePt t="171244" x="4533900" y="3708400"/>
          <p14:tracePt t="171253" x="4521200" y="3702050"/>
          <p14:tracePt t="171266" x="4495800" y="3670300"/>
          <p14:tracePt t="171283" x="4470400" y="3651250"/>
          <p14:tracePt t="171300" x="4425950" y="3619500"/>
          <p14:tracePt t="171316" x="4394200" y="3613150"/>
          <p14:tracePt t="171333" x="4311650" y="3613150"/>
          <p14:tracePt t="171350" x="4229100" y="3638550"/>
          <p14:tracePt t="173969" x="4229100" y="3644900"/>
          <p14:tracePt t="173975" x="4229100" y="3657600"/>
          <p14:tracePt t="173983" x="4235450" y="3670300"/>
          <p14:tracePt t="173992" x="4241800" y="3683000"/>
          <p14:tracePt t="174007" x="4248150" y="3708400"/>
          <p14:tracePt t="174024" x="4260850" y="3746500"/>
          <p14:tracePt t="174040" x="4267200" y="3829050"/>
          <p14:tracePt t="174056" x="4267200" y="3879850"/>
          <p14:tracePt t="174074" x="4267200" y="3968750"/>
          <p14:tracePt t="174090" x="4260850" y="4064000"/>
          <p14:tracePt t="174107" x="4241800" y="4108450"/>
          <p14:tracePt t="174123" x="4216400" y="4203700"/>
          <p14:tracePt t="174139" x="4216400" y="4241800"/>
          <p14:tracePt t="174156" x="4191000" y="4286250"/>
          <p14:tracePt t="174173" x="4178300" y="4330700"/>
          <p14:tracePt t="174189" x="4171950" y="4337050"/>
          <p14:tracePt t="174206" x="4165600" y="4349750"/>
          <p14:tracePt t="174222" x="4159250" y="4356100"/>
          <p14:tracePt t="174313" x="4152900" y="4356100"/>
          <p14:tracePt t="174453" x="4159250" y="4356100"/>
          <p14:tracePt t="174460" x="4165600" y="4356100"/>
          <p14:tracePt t="174475" x="4171950" y="4356100"/>
          <p14:tracePt t="174488" x="4178300" y="4356100"/>
          <p14:tracePt t="174505" x="4203700" y="4356100"/>
          <p14:tracePt t="174522" x="4222750" y="4356100"/>
          <p14:tracePt t="174538" x="4311650" y="4356100"/>
          <p14:tracePt t="174555" x="4451350" y="4356100"/>
          <p14:tracePt t="174572" x="4616450" y="4356100"/>
          <p14:tracePt t="174588" x="4692650" y="4368800"/>
          <p14:tracePt t="174605" x="4864100" y="4375150"/>
          <p14:tracePt t="174622" x="5016500" y="4394200"/>
          <p14:tracePt t="174638" x="5067300" y="4394200"/>
          <p14:tracePt t="174655" x="5124450" y="4406900"/>
          <p14:tracePt t="174671" x="5232400" y="4413250"/>
          <p14:tracePt t="174688" x="5257800" y="4413250"/>
          <p14:tracePt t="174692" x="5270500" y="4413250"/>
          <p14:tracePt t="174707" x="5283200" y="4419600"/>
          <p14:tracePt t="174720" x="5289550" y="4419600"/>
          <p14:tracePt t="174738" x="5302250" y="4419600"/>
          <p14:tracePt t="174825" x="5302250" y="4413250"/>
          <p14:tracePt t="174832" x="5295900" y="4413250"/>
          <p14:tracePt t="174855" x="5289550" y="4413250"/>
          <p14:tracePt t="174875" x="5283200" y="4413250"/>
          <p14:tracePt t="174881" x="5276850" y="4413250"/>
          <p14:tracePt t="174896" x="5270500" y="4413250"/>
          <p14:tracePt t="174904" x="5264150" y="4413250"/>
          <p14:tracePt t="174920" x="5251450" y="4413250"/>
          <p14:tracePt t="174938" x="5207000" y="4413250"/>
          <p14:tracePt t="174953" x="5111750" y="4394200"/>
          <p14:tracePt t="174970" x="5060950" y="4387850"/>
          <p14:tracePt t="174987" x="4889500" y="4362450"/>
          <p14:tracePt t="175003" x="4800600" y="4356100"/>
          <p14:tracePt t="175020" x="4597400" y="4343400"/>
          <p14:tracePt t="175036" x="4419600" y="4337050"/>
          <p14:tracePt t="175053" x="4356100" y="4337050"/>
          <p14:tracePt t="175070" x="4248150" y="4324350"/>
          <p14:tracePt t="175086" x="4197350" y="4318000"/>
          <p14:tracePt t="175103" x="4178300" y="4318000"/>
          <p14:tracePt t="175120" x="4159250" y="4311650"/>
          <p14:tracePt t="175136" x="4152900" y="4311650"/>
          <p14:tracePt t="175226" x="4159250" y="4318000"/>
          <p14:tracePt t="175247" x="4165600" y="4318000"/>
          <p14:tracePt t="175254" x="4171950" y="4318000"/>
          <p14:tracePt t="175268" x="4178300" y="4318000"/>
          <p14:tracePt t="175275" x="4184650" y="4318000"/>
          <p14:tracePt t="175289" x="4191000" y="4318000"/>
          <p14:tracePt t="175305" x="4203700" y="4324350"/>
          <p14:tracePt t="175319" x="4241800" y="4324350"/>
          <p14:tracePt t="175335" x="4292600" y="4324350"/>
          <p14:tracePt t="175352" x="4464050" y="4318000"/>
          <p14:tracePt t="175369" x="4660900" y="4318000"/>
          <p14:tracePt t="175385" x="4775200" y="4318000"/>
          <p14:tracePt t="175402" x="5016500" y="4311650"/>
          <p14:tracePt t="175419" x="5207000" y="4298950"/>
          <p14:tracePt t="175436" x="5295900" y="4305300"/>
          <p14:tracePt t="175452" x="5403850" y="4311650"/>
          <p14:tracePt t="175468" x="5461000" y="4324350"/>
          <p14:tracePt t="175486" x="5473700" y="4330700"/>
          <p14:tracePt t="175528" x="5467350" y="4330700"/>
          <p14:tracePt t="175537" x="5454650" y="4330700"/>
          <p14:tracePt t="175551" x="5441950" y="4330700"/>
          <p14:tracePt t="175568" x="5435600" y="4330700"/>
          <p14:tracePt t="175585" x="5346700" y="4324350"/>
          <p14:tracePt t="175601" x="5283200" y="4324350"/>
          <p14:tracePt t="175619" x="5118100" y="4311650"/>
          <p14:tracePt t="175634" x="5041900" y="4305300"/>
          <p14:tracePt t="175651" x="4845050" y="4286250"/>
          <p14:tracePt t="175668" x="4654550" y="4286250"/>
          <p14:tracePt t="175685" x="4578350" y="4286250"/>
          <p14:tracePt t="175688" x="4514850" y="4298950"/>
          <p14:tracePt t="175701" x="4457700" y="4311650"/>
          <p14:tracePt t="175718" x="4406900" y="4337050"/>
          <p14:tracePt t="176590" x="4406900" y="4318000"/>
          <p14:tracePt t="176597" x="4406900" y="4286250"/>
          <p14:tracePt t="176611" x="4406900" y="4248150"/>
          <p14:tracePt t="176618" x="4406900" y="4210050"/>
          <p14:tracePt t="176634" x="4394200" y="4146550"/>
          <p14:tracePt t="176648" x="4387850" y="4076700"/>
          <p14:tracePt t="176664" x="4349750" y="3886200"/>
          <p14:tracePt t="176681" x="4267200" y="3587750"/>
          <p14:tracePt t="176698" x="4178300" y="3346450"/>
          <p14:tracePt t="176701" x="4070350" y="3105150"/>
          <p14:tracePt t="176731" x="3638550" y="2298700"/>
          <p14:tracePt t="176747" x="3505200" y="2089150"/>
          <p14:tracePt t="176764" x="3270250" y="1689100"/>
          <p14:tracePt t="176781" x="3016250" y="1365250"/>
          <p14:tracePt t="176797" x="2851150" y="1168400"/>
          <p14:tracePt t="176815" x="2476500" y="774700"/>
          <p14:tracePt t="176831" x="2051050" y="368300"/>
          <p14:tracePt t="176847" x="1854200" y="171450"/>
          <p14:tracePt t="176864" x="1530350" y="0"/>
          <p14:tracePt t="176880" x="1358900" y="0"/>
          <p14:tracePt t="176897" x="1289050" y="0"/>
          <p14:tracePt t="176914" x="1200150" y="0"/>
          <p14:tracePt t="176930" x="1168400" y="0"/>
          <p14:tracePt t="176947" x="1155700" y="0"/>
          <p14:tracePt t="176990" x="1162050" y="0"/>
          <p14:tracePt t="177004" x="1168400" y="0"/>
          <p14:tracePt t="177013" x="1174750" y="6350"/>
          <p14:tracePt t="177030" x="1181100" y="12700"/>
          <p14:tracePt t="177047" x="1187450" y="25400"/>
          <p14:tracePt t="177063" x="1193800" y="38100"/>
          <p14:tracePt t="177096" x="1200150" y="50800"/>
          <p14:tracePt t="177113" x="1212850" y="76200"/>
          <p14:tracePt t="177131" x="1225550" y="95250"/>
          <p14:tracePt t="177146" x="1238250" y="107950"/>
          <p14:tracePt t="177163" x="1282700" y="133350"/>
          <p14:tracePt t="177180" x="1352550" y="177800"/>
          <p14:tracePt t="177196" x="1422400" y="215900"/>
          <p14:tracePt t="177212" x="1504950" y="247650"/>
          <p14:tracePt t="177229" x="1771650" y="349250"/>
          <p14:tracePt t="177246" x="1860550" y="393700"/>
          <p14:tracePt t="177262" x="1943100" y="419100"/>
          <p14:tracePt t="177279" x="2063750" y="469900"/>
          <p14:tracePt t="177295" x="2146300" y="476250"/>
          <p14:tracePt t="177314" x="2190750" y="476250"/>
          <p14:tracePt t="177328" x="2203450" y="476250"/>
          <p14:tracePt t="177345" x="2209800" y="476250"/>
          <p14:tracePt t="177362" x="2222500" y="476250"/>
          <p14:tracePt t="177405" x="2228850" y="469900"/>
          <p14:tracePt t="177414" x="2235200" y="469900"/>
          <p14:tracePt t="177454" x="2241550" y="469900"/>
          <p14:tracePt t="177475" x="2247900" y="476250"/>
          <p14:tracePt t="177481" x="2254250" y="482600"/>
          <p14:tracePt t="177498" x="2266950" y="488950"/>
          <p14:tracePt t="177511" x="2292350" y="533400"/>
          <p14:tracePt t="177528" x="2324100" y="577850"/>
          <p14:tracePt t="177545" x="2400300" y="736600"/>
          <p14:tracePt t="177561" x="2457450" y="869950"/>
          <p14:tracePt t="177578" x="2590800" y="1250950"/>
          <p14:tracePt t="177595" x="2724150" y="1739900"/>
          <p14:tracePt t="177611" x="2800350" y="2000250"/>
          <p14:tracePt t="177628" x="2857500" y="2228850"/>
          <p14:tracePt t="177644" x="3054350" y="2978150"/>
          <p14:tracePt t="177661" x="3098800" y="3225800"/>
          <p14:tracePt t="177678" x="3187700" y="3562350"/>
          <p14:tracePt t="177694" x="3251200" y="3778250"/>
          <p14:tracePt t="177710" x="3276600" y="3873500"/>
          <p14:tracePt t="177728" x="3327400" y="4044950"/>
          <p14:tracePt t="177744" x="3384550" y="4165600"/>
          <p14:tracePt t="177760" x="3416300" y="4235450"/>
          <p14:tracePt t="177777" x="3473450" y="4337050"/>
          <p14:tracePt t="177794" x="3492500" y="4400550"/>
          <p14:tracePt t="177810" x="3505200" y="4406900"/>
          <p14:tracePt t="177827" x="3536950" y="4432300"/>
          <p14:tracePt t="177843" x="3549650" y="4451350"/>
          <p14:tracePt t="177861" x="3606800" y="4508500"/>
          <p14:tracePt t="177876" x="3625850" y="4527550"/>
          <p14:tracePt t="177893" x="3676650" y="4565650"/>
          <p14:tracePt t="177910" x="3778250" y="4660900"/>
          <p14:tracePt t="177926" x="3873500" y="4730750"/>
          <p14:tracePt t="177943" x="3917950" y="4768850"/>
          <p14:tracePt t="177960" x="4006850" y="4813300"/>
          <p14:tracePt t="177976" x="4070350" y="4838700"/>
          <p14:tracePt t="177994" x="4089400" y="4838700"/>
          <p14:tracePt t="178010" x="4121150" y="4838700"/>
          <p14:tracePt t="178026" x="4152900" y="4832350"/>
          <p14:tracePt t="178044" x="4178300" y="4819650"/>
          <p14:tracePt t="178059" x="4203700" y="4813300"/>
          <p14:tracePt t="178076" x="4260850" y="4794250"/>
          <p14:tracePt t="178093" x="4356100" y="4762500"/>
          <p14:tracePt t="178109" x="4400550" y="4737100"/>
          <p14:tracePt t="178126" x="4457700" y="4705350"/>
          <p14:tracePt t="178143" x="4616450" y="4622800"/>
          <p14:tracePt t="178159" x="4673600" y="4597400"/>
          <p14:tracePt t="178176" x="4724400" y="4578350"/>
          <p14:tracePt t="178192" x="4838700" y="4521200"/>
          <p14:tracePt t="178209" x="4927600" y="4476750"/>
          <p14:tracePt t="178213" x="4959350" y="4464050"/>
          <p14:tracePt t="178229" x="4972050" y="4451350"/>
          <p14:tracePt t="178242" x="4978400" y="4451350"/>
          <p14:tracePt t="178259" x="4984750" y="4432300"/>
          <p14:tracePt t="178276" x="4978400" y="4413250"/>
          <p14:tracePt t="178292" x="4965700" y="4413250"/>
          <p14:tracePt t="178309" x="4940300" y="4413250"/>
          <p14:tracePt t="178325" x="4908550" y="4413250"/>
          <p14:tracePt t="178342" x="4889500" y="4413250"/>
          <p14:tracePt t="178359" x="4838700" y="4406900"/>
          <p14:tracePt t="178375" x="4762500" y="4375150"/>
          <p14:tracePt t="178391" x="4737100" y="4362450"/>
          <p14:tracePt t="178409" x="4660900" y="4330700"/>
          <p14:tracePt t="178425" x="4597400" y="4311650"/>
          <p14:tracePt t="178441" x="4565650" y="4292600"/>
          <p14:tracePt t="178458" x="4489450" y="4286250"/>
          <p14:tracePt t="178475" x="4445000" y="4286250"/>
          <p14:tracePt t="178491" x="4356100" y="4286250"/>
          <p14:tracePt t="178508" x="4267200" y="4273550"/>
          <p14:tracePt t="178524" x="4222750" y="4273550"/>
          <p14:tracePt t="178542" x="4159250" y="4279900"/>
          <p14:tracePt t="178557" x="4108450" y="4279900"/>
          <p14:tracePt t="178574" x="4076700" y="4279900"/>
          <p14:tracePt t="178591" x="4013200" y="4279900"/>
          <p14:tracePt t="178608" x="3917950" y="4292600"/>
          <p14:tracePt t="178624" x="3879850" y="4292600"/>
          <p14:tracePt t="179060" x="3765550" y="4292600"/>
          <p14:tracePt t="179067" x="3702050" y="4305300"/>
          <p14:tracePt t="179081" x="3619500" y="4324350"/>
          <p14:tracePt t="179090" x="3543300" y="4343400"/>
          <p14:tracePt t="179106" x="3479800" y="4343400"/>
          <p14:tracePt t="179123" x="3346450" y="4362450"/>
          <p14:tracePt t="179138" x="3232150" y="4368800"/>
          <p14:tracePt t="179156" x="3187700" y="4368800"/>
          <p14:tracePt t="179172" x="3130550" y="4368800"/>
          <p14:tracePt t="179189" x="3086100" y="4381500"/>
          <p14:tracePt t="179205" x="3060700" y="4381500"/>
          <p14:tracePt t="179222" x="3035300" y="4387850"/>
          <p14:tracePt t="179238" x="3016250" y="4387850"/>
          <p14:tracePt t="179256" x="3003550" y="4387850"/>
          <p14:tracePt t="179272" x="2997200" y="4387850"/>
          <p14:tracePt t="179289" x="2990850" y="4387850"/>
          <p14:tracePt t="179306" x="2965450" y="4387850"/>
          <p14:tracePt t="179321" x="2959100" y="4387850"/>
          <p14:tracePt t="179338" x="2952750" y="4387850"/>
          <p14:tracePt t="179355" x="2933700" y="4387850"/>
          <p14:tracePt t="179372" x="2927350" y="4381500"/>
          <p14:tracePt t="179389" x="2921000" y="4381500"/>
          <p14:tracePt t="179405" x="2901950" y="4375150"/>
          <p14:tracePt t="179421" x="2870200" y="4368800"/>
          <p14:tracePt t="179438" x="2825750" y="4356100"/>
          <p14:tracePt t="179454" x="2806700" y="4343400"/>
          <p14:tracePt t="179471" x="2749550" y="4324350"/>
          <p14:tracePt t="179489" x="2667000" y="4311650"/>
          <p14:tracePt t="179504" x="2635250" y="4305300"/>
          <p14:tracePt t="179521" x="2565400" y="4286250"/>
          <p14:tracePt t="179538" x="2508250" y="4273550"/>
          <p14:tracePt t="179554" x="2482850" y="4273550"/>
          <p14:tracePt t="179571" x="2482850" y="4267200"/>
          <p14:tracePt t="179588" x="2457450" y="4267200"/>
          <p14:tracePt t="179720" x="2463800" y="4267200"/>
          <p14:tracePt t="179762" x="2470150" y="4267200"/>
          <p14:tracePt t="179833" x="2470150" y="4273550"/>
          <p14:tracePt t="179888" x="2470150" y="4279900"/>
          <p14:tracePt t="179910" x="2470150" y="4286250"/>
          <p14:tracePt t="179924" x="2463800" y="4286250"/>
          <p14:tracePt t="179931" x="2463800" y="4292600"/>
          <p14:tracePt t="179959" x="2457450" y="4298950"/>
          <p14:tracePt t="179980" x="2451100" y="4305300"/>
          <p14:tracePt t="180001" x="2444750" y="4305300"/>
          <p14:tracePt t="180029" x="2444750" y="4311650"/>
          <p14:tracePt t="180100" x="2451100" y="4311650"/>
          <p14:tracePt t="180114" x="2457450" y="4311650"/>
          <p14:tracePt t="180121" x="2463800" y="4311650"/>
          <p14:tracePt t="180136" x="2470150" y="4311650"/>
          <p14:tracePt t="180152" x="2482850" y="4311650"/>
          <p14:tracePt t="180169" x="2495550" y="4305300"/>
          <p14:tracePt t="180185" x="2552700" y="4267200"/>
          <p14:tracePt t="180202" x="2584450" y="4248150"/>
          <p14:tracePt t="180219" x="2730500" y="4146550"/>
          <p14:tracePt t="180235" x="2800350" y="4095750"/>
          <p14:tracePt t="180239" x="2882900" y="4057650"/>
          <p14:tracePt t="180268" x="3041650" y="3975100"/>
          <p14:tracePt t="180285" x="3213100" y="3917950"/>
          <p14:tracePt t="180302" x="3308350" y="3898900"/>
          <p14:tracePt t="180318" x="3460750" y="3867150"/>
          <p14:tracePt t="180335" x="3619500" y="3848100"/>
          <p14:tracePt t="180352" x="3746500" y="3860800"/>
          <p14:tracePt t="180369" x="3803650" y="3860800"/>
          <p14:tracePt t="180385" x="3860800" y="3879850"/>
          <p14:tracePt t="180402" x="3905250" y="3905250"/>
          <p14:tracePt t="180418" x="3917950" y="3917950"/>
          <p14:tracePt t="180434" x="3937000" y="3943350"/>
          <p14:tracePt t="180451" x="3949700" y="3968750"/>
          <p14:tracePt t="180468" x="3962400" y="3981450"/>
          <p14:tracePt t="180484" x="3975100" y="4000500"/>
          <p14:tracePt t="180501" x="4000500" y="4051300"/>
          <p14:tracePt t="180518" x="4013200" y="4076700"/>
          <p14:tracePt t="180535" x="4025900" y="4108450"/>
          <p14:tracePt t="180551" x="4044950" y="4121150"/>
          <p14:tracePt t="180568" x="4051300" y="4146550"/>
          <p14:tracePt t="180584" x="4051300" y="4165600"/>
          <p14:tracePt t="180600" x="4051300" y="4171950"/>
          <p14:tracePt t="180617" x="4051300" y="4178300"/>
          <p14:tracePt t="180732" x="4051300" y="4184650"/>
          <p14:tracePt t="180837" x="4064000" y="4184650"/>
          <p14:tracePt t="180851" x="4076700" y="4184650"/>
          <p14:tracePt t="180865" x="4095750" y="4184650"/>
          <p14:tracePt t="180872" x="4121150" y="4184650"/>
          <p14:tracePt t="180886" x="4165600" y="4197350"/>
          <p14:tracePt t="180900" x="4216400" y="4197350"/>
          <p14:tracePt t="180916" x="4375150" y="4203700"/>
          <p14:tracePt t="180933" x="4476750" y="4203700"/>
          <p14:tracePt t="180949" x="4667250" y="4216400"/>
          <p14:tracePt t="180966" x="4845050" y="4210050"/>
          <p14:tracePt t="180982" x="4908550" y="4210050"/>
          <p14:tracePt t="180999" x="5010150" y="4210050"/>
          <p14:tracePt t="181016" x="5054600" y="4210050"/>
          <p14:tracePt t="181033" x="5067300" y="4203700"/>
          <p14:tracePt t="181049" x="5073650" y="4203700"/>
          <p14:tracePt t="181066" x="5080000" y="4203700"/>
          <p14:tracePt t="181174" x="5073650" y="4203700"/>
          <p14:tracePt t="181315" x="5067300" y="4203700"/>
          <p14:tracePt t="181335" x="5060950" y="4203700"/>
          <p14:tracePt t="181364" x="5054600" y="4203700"/>
          <p14:tracePt t="181392" x="5048250" y="4203700"/>
          <p14:tracePt t="181753" x="5035550" y="4203700"/>
          <p14:tracePt t="181760" x="5016500" y="4191000"/>
          <p14:tracePt t="181774" x="4997450" y="4184650"/>
          <p14:tracePt t="181783" x="4965700" y="4178300"/>
          <p14:tracePt t="181796" x="4933950" y="4171950"/>
          <p14:tracePt t="181813" x="4876800" y="4152900"/>
          <p14:tracePt t="181830" x="4775200" y="4146550"/>
          <p14:tracePt t="181846" x="4724400" y="4146550"/>
          <p14:tracePt t="181863" x="4679950" y="4146550"/>
          <p14:tracePt t="181880" x="4533900" y="4165600"/>
          <p14:tracePt t="181896" x="4495800" y="4171950"/>
          <p14:tracePt t="181913" x="4464050" y="4184650"/>
          <p14:tracePt t="181929" x="4413250" y="4191000"/>
          <p14:tracePt t="181946" x="4381500" y="4203700"/>
          <p14:tracePt t="181963" x="4337050" y="4216400"/>
          <p14:tracePt t="181979" x="4324350" y="4229100"/>
          <p14:tracePt t="181995" x="4279900" y="4260850"/>
          <p14:tracePt t="182013" x="4235450" y="4292600"/>
          <p14:tracePt t="182029" x="4216400" y="4311650"/>
          <p14:tracePt t="182046" x="4191000" y="4337050"/>
          <p14:tracePt t="182062" x="4171950" y="4356100"/>
          <p14:tracePt t="182079" x="4165600" y="4368800"/>
          <p14:tracePt t="182095" x="4159250" y="4375150"/>
          <p14:tracePt t="182112" x="4159250" y="4381500"/>
          <p14:tracePt t="182266" x="4165600" y="4381500"/>
          <p14:tracePt t="182413" x="4171950" y="4381500"/>
          <p14:tracePt t="182441" x="4171950" y="4375150"/>
          <p14:tracePt t="182483" x="4178300" y="4368800"/>
          <p14:tracePt t="182547" x="4178300" y="4362450"/>
          <p14:tracePt t="182575" x="4184650" y="4362450"/>
          <p14:tracePt t="182603" x="4191000" y="4356100"/>
          <p14:tracePt t="182624" x="4203700" y="4349750"/>
          <p14:tracePt t="182645" x="4210050" y="4349750"/>
          <p14:tracePt t="182651" x="4216400" y="4343400"/>
          <p14:tracePt t="182666" x="4229100" y="4337050"/>
          <p14:tracePt t="182676" x="4241800" y="4330700"/>
          <p14:tracePt t="182694" x="4260850" y="4311650"/>
          <p14:tracePt t="182710" x="4318000" y="4292600"/>
          <p14:tracePt t="182727" x="4419600" y="4254500"/>
          <p14:tracePt t="182743" x="4552950" y="4216400"/>
          <p14:tracePt t="182760" x="4629150" y="4210050"/>
          <p14:tracePt t="182777" x="4711700" y="4191000"/>
          <p14:tracePt t="182794" x="4927600" y="4178300"/>
          <p14:tracePt t="182810" x="4991100" y="4178300"/>
          <p14:tracePt t="182827" x="5105400" y="4178300"/>
          <p14:tracePt t="182843" x="5156200" y="4178300"/>
          <p14:tracePt t="182859" x="5238750" y="4184650"/>
          <p14:tracePt t="182877" x="5308600" y="4184650"/>
          <p14:tracePt t="182893" x="5327650" y="4184650"/>
          <p14:tracePt t="182909" x="5353050" y="4191000"/>
          <p14:tracePt t="182926" x="5372100" y="4191000"/>
          <p14:tracePt t="182943" x="5384800" y="4191000"/>
          <p14:tracePt t="182959" x="5384800" y="4197350"/>
          <p14:tracePt t="182976" x="5397500" y="4203700"/>
          <p14:tracePt t="183009" x="5403850" y="4210050"/>
          <p14:tracePt t="183042" x="5403850" y="4216400"/>
          <p14:tracePt t="183066" x="5403850" y="4222750"/>
          <p14:tracePt t="183094" x="5397500" y="4229100"/>
          <p14:tracePt t="183115" x="5391150" y="4229100"/>
          <p14:tracePt t="183179" x="5384800" y="4229100"/>
          <p14:tracePt t="183228" x="5378450" y="4229100"/>
          <p14:tracePt t="183284" x="5372100" y="4229100"/>
          <p14:tracePt t="183298" x="5365750" y="4229100"/>
          <p14:tracePt t="183305" x="5359400" y="4229100"/>
          <p14:tracePt t="183319" x="5353050" y="4229100"/>
          <p14:tracePt t="183340" x="5346700" y="4229100"/>
          <p14:tracePt t="183347" x="5340350" y="4229100"/>
          <p14:tracePt t="183357" x="5334000" y="4229100"/>
          <p14:tracePt t="183375" x="5308600" y="4229100"/>
          <p14:tracePt t="183391" x="5289550" y="4235450"/>
          <p14:tracePt t="183408" x="5251450" y="4235450"/>
          <p14:tracePt t="183424" x="5118100" y="4241800"/>
          <p14:tracePt t="183441" x="5054600" y="4241800"/>
          <p14:tracePt t="183458" x="4991100" y="4241800"/>
          <p14:tracePt t="183474" x="4864100" y="4248150"/>
          <p14:tracePt t="183491" x="4756150" y="4248150"/>
          <p14:tracePt t="183508" x="4705350" y="4248150"/>
          <p14:tracePt t="183523" x="4641850" y="4248150"/>
          <p14:tracePt t="183540" x="4591050" y="4248150"/>
          <p14:tracePt t="183558" x="4572000" y="4248150"/>
          <p14:tracePt t="183574" x="4546600" y="4241800"/>
          <p14:tracePt t="183590" x="4533900" y="4235450"/>
          <p14:tracePt t="183628" x="4540250" y="4235450"/>
          <p14:tracePt t="183640" x="4546600" y="4235450"/>
          <p14:tracePt t="183657" x="4584700" y="4235450"/>
          <p14:tracePt t="183674" x="4610100" y="4235450"/>
          <p14:tracePt t="183691" x="4711700" y="4235450"/>
          <p14:tracePt t="183706" x="4851400" y="4248150"/>
          <p14:tracePt t="183723" x="4940300" y="4248150"/>
          <p14:tracePt t="183740" x="5105400" y="4254500"/>
          <p14:tracePt t="183756" x="5200650" y="4267200"/>
          <p14:tracePt t="183773" x="5340350" y="4267200"/>
          <p14:tracePt t="183790" x="5441950" y="4267200"/>
          <p14:tracePt t="183806" x="5467350" y="4267200"/>
          <p14:tracePt t="183823" x="5511800" y="4273550"/>
          <p14:tracePt t="183839" x="5530850" y="4273550"/>
          <p14:tracePt t="183856" x="5537200" y="4279900"/>
          <p14:tracePt t="183889" x="5530850" y="4279900"/>
          <p14:tracePt t="183905" x="5518150" y="4279900"/>
          <p14:tracePt t="183923" x="5486400" y="4286250"/>
          <p14:tracePt t="183939" x="5441950" y="4292600"/>
          <p14:tracePt t="183956" x="5403850" y="4292600"/>
          <p14:tracePt t="183972" x="5276850" y="4298950"/>
          <p14:tracePt t="183989" x="5073650" y="4311650"/>
          <p14:tracePt t="184006" x="4946650" y="4311650"/>
          <p14:tracePt t="184022" x="4692650" y="4311650"/>
          <p14:tracePt t="184039" x="4565650" y="4305300"/>
          <p14:tracePt t="184056" x="4260850" y="4273550"/>
          <p14:tracePt t="184072" x="4171950" y="4254500"/>
          <p14:tracePt t="184089" x="4108450" y="4248150"/>
          <p14:tracePt t="184106" x="4013200" y="4229100"/>
          <p14:tracePt t="184122" x="3962400" y="4222750"/>
          <p14:tracePt t="184139" x="3949700" y="4222750"/>
          <p14:tracePt t="184155" x="3943350" y="4222750"/>
          <p14:tracePt t="184171" x="3949700" y="4222750"/>
          <p14:tracePt t="184189" x="3968750" y="4222750"/>
          <p14:tracePt t="184205" x="4032250" y="4222750"/>
          <p14:tracePt t="184221" x="4133850" y="4197350"/>
          <p14:tracePt t="184239" x="4235450" y="4184650"/>
          <p14:tracePt t="184255" x="4311650" y="4178300"/>
          <p14:tracePt t="184271" x="4521200" y="4159250"/>
          <p14:tracePt t="184288" x="4737100" y="4146550"/>
          <p14:tracePt t="184304" x="4826000" y="4133850"/>
          <p14:tracePt t="184321" x="4902200" y="4133850"/>
          <p14:tracePt t="184338" x="5067300" y="4140200"/>
          <p14:tracePt t="184354" x="5111750" y="4146550"/>
          <p14:tracePt t="184371" x="5149850" y="4152900"/>
          <p14:tracePt t="184388" x="5213350" y="4178300"/>
          <p14:tracePt t="184404" x="5245100" y="4191000"/>
          <p14:tracePt t="184421" x="5257800" y="4197350"/>
          <p14:tracePt t="184438" x="5289550" y="4210050"/>
          <p14:tracePt t="184454" x="5314950" y="4216400"/>
          <p14:tracePt t="184471" x="5321300" y="4222750"/>
          <p14:tracePt t="184487" x="5327650" y="4229100"/>
          <p14:tracePt t="184504" x="5327650" y="4235450"/>
          <p14:tracePt t="184520" x="5334000" y="4260850"/>
          <p14:tracePt t="185766" x="5346700" y="4254500"/>
          <p14:tracePt t="185772" x="5353050" y="4235450"/>
          <p14:tracePt t="185787" x="5365750" y="4222750"/>
          <p14:tracePt t="185799" x="5391150" y="4203700"/>
          <p14:tracePt t="185816" x="5429250" y="4146550"/>
          <p14:tracePt t="185833" x="5454650" y="4102100"/>
          <p14:tracePt t="185837" x="5480050" y="4057650"/>
          <p14:tracePt t="185849" x="5505450" y="4013200"/>
          <p14:tracePt t="185866" x="5556250" y="3937000"/>
          <p14:tracePt t="185882" x="5588000" y="3879850"/>
          <p14:tracePt t="185900" x="5638800" y="3790950"/>
          <p14:tracePt t="185916" x="5670550" y="3746500"/>
          <p14:tracePt t="185932" x="5708650" y="3663950"/>
          <p14:tracePt t="185949" x="5740400" y="3619500"/>
          <p14:tracePt t="185965" x="5746750" y="3606800"/>
          <p14:tracePt t="185982" x="5753100" y="3575050"/>
          <p14:tracePt t="185999" x="5759450" y="3556000"/>
          <p14:tracePt t="186015" x="5759450" y="3543300"/>
          <p14:tracePt t="186032" x="5759450" y="3530600"/>
          <p14:tracePt t="186049" x="5759450" y="3524250"/>
          <p14:tracePt t="186065" x="5753100" y="3524250"/>
          <p14:tracePt t="186082" x="5746750" y="3530600"/>
          <p14:tracePt t="186098" x="5734050" y="3543300"/>
          <p14:tracePt t="186115" x="5734050" y="3549650"/>
          <p14:tracePt t="186132" x="5721350" y="3556000"/>
          <p14:tracePt t="186148" x="5715000" y="3562350"/>
          <p14:tracePt t="186166" x="5708650" y="3568700"/>
          <p14:tracePt t="186181" x="5695950" y="3581400"/>
          <p14:tracePt t="186198" x="5695950" y="3587750"/>
          <p14:tracePt t="186215" x="5676900" y="3600450"/>
          <p14:tracePt t="186231" x="5664200" y="3606800"/>
          <p14:tracePt t="186248" x="5651500" y="3619500"/>
          <p14:tracePt t="186264" x="5626100" y="3632200"/>
          <p14:tracePt t="186281" x="5613400" y="3638550"/>
          <p14:tracePt t="186298" x="5600700" y="3644900"/>
          <p14:tracePt t="186314" x="5575300" y="3651250"/>
          <p14:tracePt t="186330" x="5562600" y="3657600"/>
          <p14:tracePt t="186348" x="5537200" y="3657600"/>
          <p14:tracePt t="186351" x="5518150" y="3657600"/>
          <p14:tracePt t="186364" x="5492750" y="3657600"/>
          <p14:tracePt t="186380" x="5461000" y="3663950"/>
          <p14:tracePt t="186398" x="5403850" y="3663950"/>
          <p14:tracePt t="186414" x="5378450" y="3663950"/>
          <p14:tracePt t="186430" x="5340350" y="3663950"/>
          <p14:tracePt t="186448" x="5289550" y="3663950"/>
          <p14:tracePt t="186464" x="5257800" y="3663950"/>
          <p14:tracePt t="186480" x="5232400" y="3663950"/>
          <p14:tracePt t="186497" x="5200650" y="3663950"/>
          <p14:tracePt t="186514" x="5187950" y="3663950"/>
          <p14:tracePt t="186531" x="5175250" y="3670300"/>
          <p14:tracePt t="186567" x="5168900" y="3676650"/>
          <p14:tracePt t="186616" x="5175250" y="3676650"/>
          <p14:tracePt t="186637" x="5175250" y="3683000"/>
          <p14:tracePt t="186679" x="5181600" y="3683000"/>
          <p14:tracePt t="186798" x="5175250" y="3683000"/>
          <p14:tracePt t="186805" x="5168900" y="3683000"/>
          <p14:tracePt t="186819" x="5162550" y="3676650"/>
          <p14:tracePt t="186848" x="5149850" y="3676650"/>
          <p14:tracePt t="186854" x="5137150" y="3676650"/>
          <p14:tracePt t="186869" x="5118100" y="3676650"/>
          <p14:tracePt t="186882" x="5086350" y="3670300"/>
          <p14:tracePt t="186896" x="5048250" y="3670300"/>
          <p14:tracePt t="186912" x="5003800" y="3657600"/>
          <p14:tracePt t="186929" x="4876800" y="3657600"/>
          <p14:tracePt t="186946" x="4800600" y="3657600"/>
          <p14:tracePt t="186962" x="4660900" y="3657600"/>
          <p14:tracePt t="186979" x="4584700" y="3657600"/>
          <p14:tracePt t="186995" x="4521200" y="3663950"/>
          <p14:tracePt t="187012" x="4387850" y="3663950"/>
          <p14:tracePt t="187029" x="4324350" y="3663950"/>
          <p14:tracePt t="187045" x="4222750" y="3683000"/>
          <p14:tracePt t="187062" x="4165600" y="3683000"/>
          <p14:tracePt t="187079" x="4127500" y="3689350"/>
          <p14:tracePt t="187094" x="4044950" y="3695700"/>
          <p14:tracePt t="187111" x="4019550" y="3702050"/>
          <p14:tracePt t="187128" x="3975100" y="3721100"/>
          <p14:tracePt t="187145" x="3968750" y="3721100"/>
          <p14:tracePt t="187161" x="3962400" y="3721100"/>
          <p14:tracePt t="187178" x="3949700" y="3721100"/>
          <p14:tracePt t="187211" x="3937000" y="3721100"/>
          <p14:tracePt t="187228" x="3930650" y="3727450"/>
          <p14:tracePt t="187244" x="3924300" y="3727450"/>
          <p14:tracePt t="187269" x="3917950" y="3733800"/>
          <p14:tracePt t="187311" x="3905250" y="3740150"/>
          <p14:tracePt t="187353" x="3898900" y="3746500"/>
          <p14:tracePt t="187382" x="3892550" y="3746500"/>
          <p14:tracePt t="187388" x="3886200" y="3746500"/>
          <p14:tracePt t="187451" x="3879850" y="3752850"/>
          <p14:tracePt t="187549" x="3879850" y="3759200"/>
          <p14:tracePt t="187718" x="3886200" y="3759200"/>
          <p14:tracePt t="187760" x="3892550" y="3759200"/>
          <p14:tracePt t="187810" x="3898900" y="3759200"/>
          <p14:tracePt t="187845" x="3898900" y="3752850"/>
          <p14:tracePt t="187873" x="3905250" y="3752850"/>
          <p14:tracePt t="187894" x="3911600" y="3752850"/>
          <p14:tracePt t="187901" x="3917950" y="3752850"/>
          <p14:tracePt t="187922" x="3930650" y="3752850"/>
          <p14:tracePt t="187944" x="3937000" y="3752850"/>
          <p14:tracePt t="187971" x="3943350" y="3752850"/>
          <p14:tracePt t="187985" x="3956050" y="3746500"/>
          <p14:tracePt t="187995" x="3968750" y="3746500"/>
          <p14:tracePt t="188008" x="3987800" y="3746500"/>
          <p14:tracePt t="188025" x="4044950" y="3746500"/>
          <p14:tracePt t="188042" x="4127500" y="3746500"/>
          <p14:tracePt t="188058" x="4184650" y="3765550"/>
          <p14:tracePt t="188075" x="4248150" y="3778250"/>
          <p14:tracePt t="188091" x="4451350" y="3835400"/>
          <p14:tracePt t="188108" x="4514850" y="3854450"/>
          <p14:tracePt t="188125" x="4635500" y="3879850"/>
          <p14:tracePt t="188141" x="4692650" y="3898900"/>
          <p14:tracePt t="188158" x="4749800" y="3911600"/>
          <p14:tracePt t="188175" x="4800600" y="3930650"/>
          <p14:tracePt t="188191" x="4813300" y="3930650"/>
          <p14:tracePt t="188208" x="4845050" y="3930650"/>
          <p14:tracePt t="188224" x="4876800" y="3930650"/>
          <p14:tracePt t="188241" x="4902200" y="3930650"/>
          <p14:tracePt t="188258" x="4940300" y="3930650"/>
          <p14:tracePt t="188274" x="4978400" y="3930650"/>
          <p14:tracePt t="188290" x="5010150" y="3930650"/>
          <p14:tracePt t="188308" x="5060950" y="3930650"/>
          <p14:tracePt t="188324" x="5105400" y="3930650"/>
          <p14:tracePt t="188340" x="5137150" y="3930650"/>
          <p14:tracePt t="188358" x="5207000" y="3917950"/>
          <p14:tracePt t="188374" x="5270500" y="3911600"/>
          <p14:tracePt t="188390" x="5314950" y="3911600"/>
          <p14:tracePt t="188407" x="5378450" y="3905250"/>
          <p14:tracePt t="188423" x="5422900" y="3898900"/>
          <p14:tracePt t="188440" x="5511800" y="3898900"/>
          <p14:tracePt t="188457" x="5619750" y="3898900"/>
          <p14:tracePt t="188473" x="5683250" y="3898900"/>
          <p14:tracePt t="188491" x="5848350" y="3898900"/>
          <p14:tracePt t="188507" x="6051550" y="3898900"/>
          <p14:tracePt t="188523" x="6153150" y="3911600"/>
          <p14:tracePt t="188540" x="6356350" y="3911600"/>
          <p14:tracePt t="188556" x="6546850" y="3917950"/>
          <p14:tracePt t="188573" x="6623050" y="3930650"/>
          <p14:tracePt t="188590" x="6750050" y="3930650"/>
          <p14:tracePt t="188608" x="6788150" y="3930650"/>
          <p14:tracePt t="188625" x="6851650" y="3930650"/>
          <p14:tracePt t="188639" x="6889750" y="3930650"/>
          <p14:tracePt t="188656" x="6908800" y="3924300"/>
          <p14:tracePt t="188673" x="6940550" y="3924300"/>
          <p14:tracePt t="188689" x="6965950" y="3924300"/>
          <p14:tracePt t="188707" x="6978650" y="3924300"/>
          <p14:tracePt t="188723" x="7010400" y="3924300"/>
          <p14:tracePt t="188738" x="7016750" y="3924300"/>
          <p14:tracePt t="188756" x="7023100" y="3924300"/>
          <p14:tracePt t="188772" x="7035800" y="3924300"/>
          <p14:tracePt t="188789" x="7042150" y="3924300"/>
          <p14:tracePt t="188807" x="7054850" y="3924300"/>
          <p14:tracePt t="188822" x="7061200" y="3924300"/>
          <p14:tracePt t="188839" x="7067550" y="3924300"/>
          <p14:tracePt t="188856" x="7073900" y="3924300"/>
          <p14:tracePt t="188872" x="7080250" y="3924300"/>
          <p14:tracePt t="188876" x="7086600" y="3924300"/>
          <p14:tracePt t="188908" x="7092950" y="3924300"/>
          <p14:tracePt t="188990" x="7086600" y="3924300"/>
          <p14:tracePt t="188997" x="7080250" y="3924300"/>
          <p14:tracePt t="189005" x="7073900" y="3924300"/>
          <p14:tracePt t="189040" x="7067550" y="3924300"/>
          <p14:tracePt t="189060" x="7061200" y="3924300"/>
          <p14:tracePt t="189067" x="7061200" y="3930650"/>
          <p14:tracePt t="189074" x="7054850" y="3930650"/>
          <p14:tracePt t="189091" x="7048500" y="3930650"/>
          <p14:tracePt t="189105" x="7048500" y="3937000"/>
          <p14:tracePt t="189121" x="7048500" y="3943350"/>
          <p14:tracePt t="189144" x="7048500" y="3949700"/>
          <p14:tracePt t="189179" x="7054850" y="3949700"/>
          <p14:tracePt t="189186" x="7061200" y="3949700"/>
          <p14:tracePt t="189200" x="7067550" y="3949700"/>
          <p14:tracePt t="189214" x="7086600" y="3949700"/>
          <p14:tracePt t="189228" x="7099300" y="3949700"/>
          <p14:tracePt t="189237" x="7124700" y="3943350"/>
          <p14:tracePt t="189253" x="7143750" y="3943350"/>
          <p14:tracePt t="189276" x="7156450" y="3937000"/>
          <p14:tracePt t="189287" x="7181850" y="3930650"/>
          <p14:tracePt t="189304" x="7188200" y="3930650"/>
          <p14:tracePt t="189321" x="7188200" y="3924300"/>
          <p14:tracePt t="189355" x="7175500" y="3924300"/>
          <p14:tracePt t="189369" x="7169150" y="3924300"/>
          <p14:tracePt t="189376" x="7162800" y="3924300"/>
          <p14:tracePt t="189390" x="7156450" y="3930650"/>
          <p14:tracePt t="189404" x="7143750" y="3930650"/>
          <p14:tracePt t="189420" x="7105650" y="3943350"/>
          <p14:tracePt t="189437" x="7073900" y="3956050"/>
          <p14:tracePt t="189454" x="7023100" y="3981450"/>
          <p14:tracePt t="189470" x="6972300" y="4000500"/>
          <p14:tracePt t="189487" x="6959600" y="4006850"/>
          <p14:tracePt t="189503" x="6934200" y="4025900"/>
          <p14:tracePt t="189520" x="6915150" y="4032250"/>
          <p14:tracePt t="189579" x="6921500" y="4032250"/>
          <p14:tracePt t="189587" x="6927850" y="4032250"/>
          <p14:tracePt t="189600" x="6934200" y="4032250"/>
          <p14:tracePt t="189607" x="6940550" y="4032250"/>
          <p14:tracePt t="189628" x="6946900" y="4032250"/>
          <p14:tracePt t="189650" x="6953250" y="4032250"/>
          <p14:tracePt t="189656" x="6959600" y="4025900"/>
          <p14:tracePt t="189699" x="6965950" y="4025900"/>
          <p14:tracePt t="189726" x="6972300" y="4025900"/>
          <p14:tracePt t="189762" x="6978650" y="4025900"/>
          <p14:tracePt t="189797" x="6985000" y="4025900"/>
          <p14:tracePt t="189846" x="6985000" y="4019550"/>
          <p14:tracePt t="189959" x="6985000" y="4013200"/>
          <p14:tracePt t="189987" x="6985000" y="4006850"/>
          <p14:tracePt t="190043" x="6978650" y="4006850"/>
          <p14:tracePt t="190071" x="6972300" y="4000500"/>
          <p14:tracePt t="190099" x="6965950" y="4000500"/>
          <p14:tracePt t="190162" x="6959600" y="4000500"/>
          <p14:tracePt t="190169" x="6953250" y="4000500"/>
          <p14:tracePt t="190191" x="6953250" y="4006850"/>
          <p14:tracePt t="190197" x="6946900" y="4006850"/>
          <p14:tracePt t="190282" x="6940550" y="4006850"/>
          <p14:tracePt t="190310" x="6934200" y="4013200"/>
          <p14:tracePt t="190331" x="6927850" y="4013200"/>
          <p14:tracePt t="190337" x="6921500" y="4013200"/>
          <p14:tracePt t="190354" x="6915150" y="4013200"/>
          <p14:tracePt t="190367" x="6908800" y="4019550"/>
          <p14:tracePt t="190383" x="6896100" y="4019550"/>
          <p14:tracePt t="190401" x="6832600" y="4044950"/>
          <p14:tracePt t="190417" x="6794500" y="4051300"/>
          <p14:tracePt t="190433" x="6642100" y="4102100"/>
          <p14:tracePt t="190450" x="6464300" y="4152900"/>
          <p14:tracePt t="190467" x="6369050" y="4171950"/>
          <p14:tracePt t="190483" x="6178550" y="4222750"/>
          <p14:tracePt t="190500" x="5994400" y="4267200"/>
          <p14:tracePt t="190516" x="5911850" y="4286250"/>
          <p14:tracePt t="190534" x="5848350" y="4305300"/>
          <p14:tracePt t="190550" x="5721350" y="4337050"/>
          <p14:tracePt t="190566" x="5689600" y="4343400"/>
          <p14:tracePt t="190584" x="5664200" y="4356100"/>
          <p14:tracePt t="190599" x="5651500" y="4356100"/>
          <p14:tracePt t="190616" x="5645150" y="4362450"/>
          <p14:tracePt t="190650" x="5638800" y="4362450"/>
          <p14:tracePt t="190675" x="5632450" y="4368800"/>
          <p14:tracePt t="190781" x="5638800" y="4368800"/>
          <p14:tracePt t="190801" x="5645150" y="4368800"/>
          <p14:tracePt t="190816" x="5651500" y="4368800"/>
          <p14:tracePt t="190822" x="5664200" y="4368800"/>
          <p14:tracePt t="190831" x="5670550" y="4368800"/>
          <p14:tracePt t="190848" x="5676900" y="4368800"/>
          <p14:tracePt t="190865" x="5715000" y="4368800"/>
          <p14:tracePt t="190882" x="5740400" y="4368800"/>
          <p14:tracePt t="190885" x="5778500" y="4368800"/>
          <p14:tracePt t="190898" x="5829300" y="4368800"/>
          <p14:tracePt t="190915" x="5962650" y="4375150"/>
          <p14:tracePt t="190931" x="6038850" y="4375150"/>
          <p14:tracePt t="190949" x="6216650" y="4381500"/>
          <p14:tracePt t="190965" x="6381750" y="4381500"/>
          <p14:tracePt t="190981" x="6483350" y="4381500"/>
          <p14:tracePt t="190998" x="6648450" y="4381500"/>
          <p14:tracePt t="191014" x="6832600" y="4356100"/>
          <p14:tracePt t="191031" x="6908800" y="4337050"/>
          <p14:tracePt t="191048" x="7067550" y="4279900"/>
          <p14:tracePt t="191064" x="7194550" y="4222750"/>
          <p14:tracePt t="191082" x="7283450" y="4165600"/>
          <p14:tracePt t="191098" x="7315200" y="4140200"/>
          <p14:tracePt t="191114" x="7359650" y="4121150"/>
          <p14:tracePt t="191132" x="7378700" y="4121150"/>
          <p14:tracePt t="191147" x="7385050" y="4121150"/>
          <p14:tracePt t="191164" x="7391400" y="4121150"/>
          <p14:tracePt t="191181" x="7404100" y="4133850"/>
          <p14:tracePt t="191197" x="7410450" y="4140200"/>
          <p14:tracePt t="191214" x="7416800" y="4140200"/>
          <p14:tracePt t="191231" x="7435850" y="4159250"/>
          <p14:tracePt t="191247" x="7467600" y="4184650"/>
          <p14:tracePt t="191265" x="7518400" y="4210050"/>
          <p14:tracePt t="191280" x="7562850" y="4235450"/>
          <p14:tracePt t="191297" x="7651750" y="4273550"/>
          <p14:tracePt t="191314" x="7734300" y="4305300"/>
          <p14:tracePt t="191330" x="7766050" y="4311650"/>
          <p14:tracePt t="191347" x="7804150" y="4318000"/>
          <p14:tracePt t="191363" x="7823200" y="4324350"/>
          <p14:tracePt t="191380" x="7829550" y="4324350"/>
          <p14:tracePt t="191384" x="7835900" y="4324350"/>
          <p14:tracePt t="191412" x="7829550" y="4318000"/>
          <p14:tracePt t="191433" x="7823200" y="4318000"/>
          <p14:tracePt t="191455" x="7816850" y="4311650"/>
          <p14:tracePt t="191461" x="7810500" y="4311650"/>
          <p14:tracePt t="191476" x="7797800" y="4311650"/>
          <p14:tracePt t="191483" x="7785100" y="4305300"/>
          <p14:tracePt t="191499" x="7766050" y="4305300"/>
          <p14:tracePt t="191513" x="7734300" y="4305300"/>
          <p14:tracePt t="191529" x="7620000" y="4298950"/>
          <p14:tracePt t="191546" x="7429500" y="4286250"/>
          <p14:tracePt t="191563" x="7289800" y="4273550"/>
          <p14:tracePt t="191579" x="6870700" y="4248150"/>
          <p14:tracePt t="191596" x="6210300" y="4197350"/>
          <p14:tracePt t="191612" x="5835650" y="4165600"/>
          <p14:tracePt t="191630" x="5022850" y="4095750"/>
          <p14:tracePt t="191646" x="4171950" y="4006850"/>
          <p14:tracePt t="191662" x="3746500" y="3949700"/>
          <p14:tracePt t="191679" x="2984500" y="3886200"/>
          <p14:tracePt t="191696" x="2368550" y="3835400"/>
          <p14:tracePt t="191712" x="2133600" y="3822700"/>
          <p14:tracePt t="191729" x="1854200" y="3797300"/>
          <p14:tracePt t="191745" x="1689100" y="3797300"/>
          <p14:tracePt t="191762" x="1631950" y="3803650"/>
          <p14:tracePt t="191779" x="1593850" y="3810000"/>
          <p14:tracePt t="191795" x="1587500" y="3816350"/>
          <p14:tracePt t="191816" x="1600200" y="3816350"/>
          <p14:tracePt t="191828" x="1625600" y="3816350"/>
          <p14:tracePt t="191845" x="1657350" y="3816350"/>
          <p14:tracePt t="191862" x="1752600" y="3797300"/>
          <p14:tracePt t="191878" x="1892300" y="3778250"/>
          <p14:tracePt t="191895" x="2006600" y="3765550"/>
          <p14:tracePt t="191899" x="2146300" y="3765550"/>
          <p14:tracePt t="191912" x="2305050" y="3759200"/>
          <p14:tracePt t="191928" x="2724150" y="3759200"/>
          <p14:tracePt t="191945" x="3048000" y="3797300"/>
          <p14:tracePt t="191961" x="3587750" y="3860800"/>
          <p14:tracePt t="191978" x="4222750" y="3905250"/>
          <p14:tracePt t="191995" x="4832350" y="3956050"/>
          <p14:tracePt t="192012" x="5175250" y="3968750"/>
          <p14:tracePt t="192028" x="5461000" y="3968750"/>
          <p14:tracePt t="192045" x="6267450" y="3981450"/>
          <p14:tracePt t="192061" x="6426200" y="3981450"/>
          <p14:tracePt t="192078" x="6565900" y="3981450"/>
          <p14:tracePt t="192094" x="6883400" y="3994150"/>
          <p14:tracePt t="192111" x="6985000" y="3987800"/>
          <p14:tracePt t="192130" x="7150100" y="4000500"/>
          <p14:tracePt t="192144" x="7226300" y="4000500"/>
          <p14:tracePt t="192160" x="7334250" y="4013200"/>
          <p14:tracePt t="192178" x="7416800" y="4019550"/>
          <p14:tracePt t="192194" x="7435850" y="4019550"/>
          <p14:tracePt t="192210" x="7454900" y="4019550"/>
          <p14:tracePt t="192228" x="7467600" y="4019550"/>
          <p14:tracePt t="192244" x="7473950" y="4019550"/>
          <p14:tracePt t="192260" x="7480300" y="4013200"/>
          <p14:tracePt t="192277" x="7480300" y="4000500"/>
          <p14:tracePt t="192310" x="7480300" y="3994150"/>
          <p14:tracePt t="192327" x="7480300" y="3981450"/>
          <p14:tracePt t="192343" x="7473950" y="3981450"/>
          <p14:tracePt t="192360" x="7461250" y="3968750"/>
          <p14:tracePt t="192377" x="7454900" y="3968750"/>
          <p14:tracePt t="192393" x="7448550" y="3968750"/>
          <p14:tracePt t="192410" x="7442200" y="3968750"/>
          <p14:tracePt t="192427" x="7435850" y="3968750"/>
          <p14:tracePt t="192444" x="7410450" y="3975100"/>
          <p14:tracePt t="192461" x="7385050" y="3987800"/>
          <p14:tracePt t="192476" x="7366000" y="4000500"/>
          <p14:tracePt t="192493" x="7327900" y="4032250"/>
          <p14:tracePt t="192509" x="7308850" y="4083050"/>
          <p14:tracePt t="192526" x="7296150" y="4127500"/>
          <p14:tracePt t="192543" x="7302500" y="4222750"/>
          <p14:tracePt t="192560" x="7346950" y="4356100"/>
          <p14:tracePt t="192576" x="7391400" y="4425950"/>
          <p14:tracePt t="192593" x="7518400" y="4546600"/>
          <p14:tracePt t="192609" x="7683500" y="4654550"/>
          <p14:tracePt t="192625" x="7778750" y="4699000"/>
          <p14:tracePt t="192643" x="7943850" y="4730750"/>
          <p14:tracePt t="192659" x="8089900" y="4718050"/>
          <p14:tracePt t="192676" x="8204200" y="4660900"/>
          <p14:tracePt t="192692" x="8235950" y="4622800"/>
          <p14:tracePt t="192709" x="8261350" y="4591050"/>
          <p14:tracePt t="192726" x="8267700" y="4508500"/>
          <p14:tracePt t="192742" x="8255000" y="4483100"/>
          <p14:tracePt t="192759" x="8229600" y="4451350"/>
          <p14:tracePt t="192775" x="8166100" y="4413250"/>
          <p14:tracePt t="192792" x="8045450" y="4356100"/>
          <p14:tracePt t="192808" x="7962900" y="4318000"/>
          <p14:tracePt t="192825" x="7766050" y="4254500"/>
          <p14:tracePt t="192841" x="7562850" y="4235450"/>
          <p14:tracePt t="192860" x="7378700" y="4254500"/>
          <p14:tracePt t="192875" x="7302500" y="4286250"/>
          <p14:tracePt t="192891" x="7162800" y="4356100"/>
          <p14:tracePt t="192909" x="7080250" y="4425950"/>
          <p14:tracePt t="192925" x="7067550" y="4445000"/>
          <p14:tracePt t="192941" x="7048500" y="4502150"/>
          <p14:tracePt t="192958" x="7048500" y="4527550"/>
          <p14:tracePt t="192974" x="7061200" y="4546600"/>
          <p14:tracePt t="192991" x="7092950" y="4572000"/>
          <p14:tracePt t="193008" x="7245350" y="4622800"/>
          <p14:tracePt t="193024" x="7296150" y="4629150"/>
          <p14:tracePt t="193042" x="7416800" y="4629150"/>
          <p14:tracePt t="193058" x="7461250" y="4610100"/>
          <p14:tracePt t="193074" x="7512050" y="4584700"/>
          <p14:tracePt t="193091" x="7531100" y="4540250"/>
          <p14:tracePt t="193107" x="7531100" y="4521200"/>
          <p14:tracePt t="193124" x="7512050" y="4489450"/>
          <p14:tracePt t="193141" x="7442200" y="4445000"/>
          <p14:tracePt t="193157" x="7378700" y="4413250"/>
          <p14:tracePt t="193175" x="7181850" y="4343400"/>
          <p14:tracePt t="193190" x="6959600" y="4298950"/>
          <p14:tracePt t="193207" x="6858000" y="4292600"/>
          <p14:tracePt t="193224" x="6718300" y="4292600"/>
          <p14:tracePt t="193240" x="6629400" y="4318000"/>
          <p14:tracePt t="193257" x="6610350" y="4330700"/>
          <p14:tracePt t="193274" x="6584950" y="4368800"/>
          <p14:tracePt t="193290" x="6578600" y="4394200"/>
          <p14:tracePt t="193307" x="6578600" y="4406900"/>
          <p14:tracePt t="193323" x="6578600" y="4419600"/>
          <p14:tracePt t="193340" x="6578600" y="4425950"/>
          <p14:tracePt t="193357" x="6578600" y="4432300"/>
          <p14:tracePt t="193379" x="6578600" y="4425950"/>
          <p14:tracePt t="193400" x="6578600" y="4419600"/>
          <p14:tracePt t="193414" x="6572250" y="4406900"/>
          <p14:tracePt t="193423" x="6565900" y="4406900"/>
          <p14:tracePt t="193440" x="6546850" y="4400550"/>
          <p14:tracePt t="193456" x="6477000" y="4394200"/>
          <p14:tracePt t="193473" x="6350000" y="4394200"/>
          <p14:tracePt t="193489" x="6273800" y="4394200"/>
          <p14:tracePt t="193506" x="6108700" y="4381500"/>
          <p14:tracePt t="193523" x="5937250" y="4387850"/>
          <p14:tracePt t="193540" x="5873750" y="4394200"/>
          <p14:tracePt t="193555" x="5753100" y="4419600"/>
          <p14:tracePt t="193572" x="5683250" y="4438650"/>
          <p14:tracePt t="193589" x="5664200" y="4445000"/>
          <p14:tracePt t="193607" x="5581650" y="4438650"/>
          <p14:tracePt t="193622" x="5549900" y="4419600"/>
          <p14:tracePt t="193639" x="5454650" y="4375150"/>
          <p14:tracePt t="193656" x="5327650" y="4318000"/>
          <p14:tracePt t="193672" x="5245100" y="4286250"/>
          <p14:tracePt t="193689" x="5168900" y="4267200"/>
          <p14:tracePt t="193705" x="4876800" y="4229100"/>
          <p14:tracePt t="193722" x="4781550" y="4216400"/>
          <p14:tracePt t="193739" x="4705350" y="4216400"/>
          <p14:tracePt t="193755" x="4552950" y="4222750"/>
          <p14:tracePt t="193771" x="4400550" y="4222750"/>
          <p14:tracePt t="193789" x="4292600" y="4229100"/>
          <p14:tracePt t="193805" x="4267200" y="4235450"/>
          <p14:tracePt t="193822" x="4241800" y="4241800"/>
          <p14:tracePt t="193839" x="4229100" y="4254500"/>
          <p14:tracePt t="193871" x="4229100" y="4267200"/>
          <p14:tracePt t="193888" x="4235450" y="4267200"/>
          <p14:tracePt t="193921" x="4241800" y="4273550"/>
          <p14:tracePt t="193938" x="4254500" y="4279900"/>
          <p14:tracePt t="193954" x="4267200" y="4279900"/>
          <p14:tracePt t="193972" x="4298950" y="4279900"/>
          <p14:tracePt t="193988" x="4330700" y="4279900"/>
          <p14:tracePt t="194004" x="4349750" y="4279900"/>
          <p14:tracePt t="194021" x="4445000" y="4286250"/>
          <p14:tracePt t="194038" x="4508500" y="4298950"/>
          <p14:tracePt t="194054" x="4654550" y="4318000"/>
          <p14:tracePt t="194071" x="4806950" y="4337050"/>
          <p14:tracePt t="194087" x="4870450" y="4349750"/>
          <p14:tracePt t="194105" x="4978400" y="4356100"/>
          <p14:tracePt t="194120" x="5035550" y="4356100"/>
          <p14:tracePt t="194137" x="5048250" y="4356100"/>
          <p14:tracePt t="194154" x="5067300" y="4349750"/>
          <p14:tracePt t="194170" x="5080000" y="4343400"/>
          <p14:tracePt t="194187" x="5086350" y="4343400"/>
          <p14:tracePt t="194204" x="5086350" y="4330700"/>
          <p14:tracePt t="194240" x="5086350" y="4324350"/>
          <p14:tracePt t="194260" x="5086350" y="4318000"/>
          <p14:tracePt t="194269" x="5080000" y="4318000"/>
          <p14:tracePt t="194286" x="5073650" y="4311650"/>
          <p14:tracePt t="194303" x="5067300" y="4305300"/>
          <p14:tracePt t="194320" x="5060950" y="4305300"/>
          <p14:tracePt t="194337" x="5048250" y="4292600"/>
          <p14:tracePt t="194353" x="5041900" y="4286250"/>
          <p14:tracePt t="194370" x="5035550" y="4279900"/>
          <p14:tracePt t="194387" x="4997450" y="4248150"/>
          <p14:tracePt t="194403" x="4902200" y="4184650"/>
          <p14:tracePt t="194419" x="4845050" y="4146550"/>
          <p14:tracePt t="194436" x="4699000" y="4076700"/>
          <p14:tracePt t="194453" x="4546600" y="4013200"/>
          <p14:tracePt t="194471" x="4394200" y="3994150"/>
          <p14:tracePt t="194485" x="4318000" y="3994150"/>
          <p14:tracePt t="194502" x="4222750" y="4006850"/>
          <p14:tracePt t="194520" x="4146550" y="4038600"/>
          <p14:tracePt t="194535" x="4127500" y="4064000"/>
          <p14:tracePt t="194552" x="4108450" y="4089400"/>
          <p14:tracePt t="194569" x="4095750" y="4095750"/>
          <p14:tracePt t="194586" x="4095750" y="4102100"/>
          <p14:tracePt t="194602" x="4095750" y="4108450"/>
          <p14:tracePt t="194619" x="4095750" y="4121150"/>
          <p14:tracePt t="194639" x="4095750" y="4127500"/>
          <p14:tracePt t="194660" x="4095750" y="4133850"/>
          <p14:tracePt t="194681" x="4102100" y="4133850"/>
          <p14:tracePt t="194689" x="4108450" y="4133850"/>
          <p14:tracePt t="194759" x="4114800" y="4140200"/>
          <p14:tracePt t="194779" x="4121150" y="4146550"/>
          <p14:tracePt t="194793" x="4127500" y="4146550"/>
          <p14:tracePt t="194800" x="4133850" y="4146550"/>
          <p14:tracePt t="194815" x="4140200" y="4146550"/>
          <p14:tracePt t="194822" x="4146550" y="4152900"/>
          <p14:tracePt t="194835" x="4152900" y="4159250"/>
          <p14:tracePt t="194851" x="4216400" y="4171950"/>
          <p14:tracePt t="194868" x="4267200" y="4191000"/>
          <p14:tracePt t="194885" x="4413250" y="4229100"/>
          <p14:tracePt t="194901" x="4584700" y="4260850"/>
          <p14:tracePt t="194918" x="4673600" y="4273550"/>
          <p14:tracePt t="194934" x="4851400" y="4273550"/>
          <p14:tracePt t="194951" x="4940300" y="4273550"/>
          <p14:tracePt t="194968" x="5035550" y="4241800"/>
          <p14:tracePt t="194984" x="5080000" y="4222750"/>
          <p14:tracePt t="195001" x="5080000" y="4216400"/>
          <p14:tracePt t="195019" x="5080000" y="4203700"/>
          <p14:tracePt t="195033" x="5048250" y="4197350"/>
          <p14:tracePt t="195050" x="5022850" y="4191000"/>
          <p14:tracePt t="195068" x="4946650" y="4184650"/>
          <p14:tracePt t="195084" x="4838700" y="4171950"/>
          <p14:tracePt t="195101" x="4775200" y="4165600"/>
          <p14:tracePt t="195118" x="4629150" y="4152900"/>
          <p14:tracePt t="195134" x="4502150" y="4146550"/>
          <p14:tracePt t="195151" x="4438650" y="4146550"/>
          <p14:tracePt t="195167" x="4305300" y="4146550"/>
          <p14:tracePt t="195183" x="4216400" y="4165600"/>
          <p14:tracePt t="195201" x="4140200" y="4197350"/>
          <p14:tracePt t="195217" x="4114800" y="4210050"/>
          <p14:tracePt t="195233" x="4102100" y="4216400"/>
          <p14:tracePt t="195250" x="4076700" y="4241800"/>
          <p14:tracePt t="195266" x="4070350" y="4248150"/>
          <p14:tracePt t="195283" x="4070350" y="4254500"/>
          <p14:tracePt t="195300" x="4070350" y="4260850"/>
          <p14:tracePt t="195316" x="4070350" y="4267200"/>
          <p14:tracePt t="195334" x="4070350" y="4273550"/>
          <p14:tracePt t="195391" x="4070350" y="4267200"/>
          <p14:tracePt t="195405" x="4070350" y="4260850"/>
          <p14:tracePt t="195411" x="4070350" y="4254500"/>
          <p14:tracePt t="195426" x="4064000" y="4241800"/>
          <p14:tracePt t="195436" x="4051300" y="4235450"/>
          <p14:tracePt t="195449" x="4019550" y="4216400"/>
          <p14:tracePt t="195465" x="3917950" y="4171950"/>
          <p14:tracePt t="195482" x="3784600" y="4133850"/>
          <p14:tracePt t="195499" x="3702050" y="4108450"/>
          <p14:tracePt t="195517" x="3575050" y="4089400"/>
          <p14:tracePt t="195532" x="3479800" y="4083050"/>
          <p14:tracePt t="195549" x="3441700" y="4083050"/>
          <p14:tracePt t="195566" x="3397250" y="4102100"/>
          <p14:tracePt t="195582" x="3384550" y="4108450"/>
          <p14:tracePt t="195599" x="3371850" y="4108450"/>
          <p14:tracePt t="195616" x="3365500" y="4121150"/>
          <p14:tracePt t="195632" x="3365500" y="4127500"/>
          <p14:tracePt t="195649" x="3365500" y="4133850"/>
          <p14:tracePt t="195682" x="3365500" y="4140200"/>
          <p14:tracePt t="195699" x="3365500" y="4146550"/>
          <p14:tracePt t="195715" x="3365500" y="4152900"/>
          <p14:tracePt t="195732" x="3365500" y="4159250"/>
          <p14:tracePt t="197722" x="3397250" y="4159250"/>
          <p14:tracePt t="197729" x="3454400" y="4159250"/>
          <p14:tracePt t="197744" x="3505200" y="4146550"/>
          <p14:tracePt t="197758" x="3568700" y="4146550"/>
          <p14:tracePt t="197774" x="3702050" y="4133850"/>
          <p14:tracePt t="197792" x="3841750" y="4121150"/>
          <p14:tracePt t="197808" x="3930650" y="4127500"/>
          <p14:tracePt t="197824" x="4102100" y="4146550"/>
          <p14:tracePt t="197842" x="4254500" y="4152900"/>
          <p14:tracePt t="197858" x="4305300" y="4165600"/>
          <p14:tracePt t="197874" x="4413250" y="4184650"/>
          <p14:tracePt t="197891" x="4495800" y="4184650"/>
          <p14:tracePt t="197907" x="4521200" y="4191000"/>
          <p14:tracePt t="197924" x="4572000" y="4203700"/>
          <p14:tracePt t="197941" x="4616450" y="4210050"/>
          <p14:tracePt t="197957" x="4641850" y="4210050"/>
          <p14:tracePt t="197961" x="4660900" y="4210050"/>
          <p14:tracePt t="197977" x="4686300" y="4216400"/>
          <p14:tracePt t="197990" x="4705350" y="4216400"/>
          <p14:tracePt t="198007" x="4724400" y="4216400"/>
          <p14:tracePt t="198024" x="4768850" y="4216400"/>
          <p14:tracePt t="198040" x="4806950" y="4222750"/>
          <p14:tracePt t="198057" x="4826000" y="4222750"/>
          <p14:tracePt t="198073" x="4889500" y="4248150"/>
          <p14:tracePt t="198090" x="4902200" y="4248150"/>
          <p14:tracePt t="198108" x="4933950" y="4260850"/>
          <p14:tracePt t="198123" x="4953000" y="4273550"/>
          <p14:tracePt t="198140" x="4965700" y="4273550"/>
          <p14:tracePt t="198157" x="4978400" y="4273550"/>
          <p14:tracePt t="198173" x="4984750" y="4279900"/>
          <p14:tracePt t="198206" x="4991100" y="4286250"/>
          <p14:tracePt t="198223" x="4997450" y="4292600"/>
          <p14:tracePt t="198263" x="5003800" y="4292600"/>
          <p14:tracePt t="198354" x="5003800" y="4298950"/>
          <p14:tracePt t="198368" x="4997450" y="4298950"/>
          <p14:tracePt t="198403" x="4997450" y="4311650"/>
          <p14:tracePt t="198826" x="5003800" y="4311650"/>
          <p14:tracePt t="198833" x="5016500" y="4311650"/>
          <p14:tracePt t="198848" x="5029200" y="4311650"/>
          <p14:tracePt t="198857" x="5041900" y="4311650"/>
          <p14:tracePt t="198871" x="5048250" y="4311650"/>
          <p14:tracePt t="198888" x="5073650" y="4305300"/>
          <p14:tracePt t="198904" x="5099050" y="4305300"/>
          <p14:tracePt t="198921" x="5105400" y="4305300"/>
          <p14:tracePt t="198938" x="5124450" y="4298950"/>
          <p14:tracePt t="198954" x="5137150" y="4298950"/>
          <p14:tracePt t="198970" x="5143500" y="4292600"/>
          <p14:tracePt t="198974" x="5149850" y="4292600"/>
          <p14:tracePt t="198995" x="5149850" y="4286250"/>
          <p14:tracePt t="199003" x="5156200" y="4286250"/>
          <p14:tracePt t="199024" x="5162550" y="4286250"/>
          <p14:tracePt t="199040" x="5168900" y="4286250"/>
          <p14:tracePt t="199053" x="5168900" y="4279900"/>
          <p14:tracePt t="199070" x="5175250" y="4279900"/>
          <p14:tracePt t="199094" x="5181600" y="4273550"/>
          <p14:tracePt t="199129" x="5187950" y="4273550"/>
          <p14:tracePt t="199276" x="5181600" y="4273550"/>
          <p14:tracePt t="199297" x="5175250" y="4273550"/>
          <p14:tracePt t="199318" x="5168900" y="4279900"/>
          <p14:tracePt t="199325" x="5162550" y="4279900"/>
          <p14:tracePt t="199346" x="5156200" y="4286250"/>
          <p14:tracePt t="199356" x="5156200" y="4292600"/>
          <p14:tracePt t="199374" x="5156200" y="4298950"/>
          <p14:tracePt t="199409" x="5149850" y="4311650"/>
          <p14:tracePt t="199508" x="5156200" y="4305300"/>
          <p14:tracePt t="199529" x="5156200" y="4298950"/>
          <p14:tracePt t="199537" x="5156200" y="4292600"/>
          <p14:tracePt t="199557" x="5149850" y="4286250"/>
          <p14:tracePt t="199564" x="5149850" y="4279900"/>
          <p14:tracePt t="199606" x="5143500" y="4279900"/>
          <p14:tracePt t="199627" x="5137150" y="4279900"/>
          <p14:tracePt t="199633" x="5130800" y="4279900"/>
          <p14:tracePt t="199655" x="5124450" y="4279900"/>
          <p14:tracePt t="199676" x="5118100" y="4279900"/>
          <p14:tracePt t="199704" x="5118100" y="4286250"/>
          <p14:tracePt t="199719" x="5118100" y="4292600"/>
          <p14:tracePt t="199747" x="5118100" y="4298950"/>
          <p14:tracePt t="199769" x="5118100" y="4305300"/>
          <p14:tracePt t="199775" x="5118100" y="4311650"/>
          <p14:tracePt t="199936" x="5111750" y="4305300"/>
          <p14:tracePt t="199956" x="5105400" y="4305300"/>
          <p14:tracePt t="199971" x="5099050" y="4305300"/>
          <p14:tracePt t="199978" x="5092700" y="4305300"/>
          <p14:tracePt t="199987" x="5080000" y="4305300"/>
          <p14:tracePt t="200001" x="5067300" y="4305300"/>
          <p14:tracePt t="200017" x="5054600" y="4305300"/>
          <p14:tracePt t="200034" x="5016500" y="4311650"/>
          <p14:tracePt t="200049" x="4984750" y="4324350"/>
          <p14:tracePt t="200067" x="4959350" y="4330700"/>
          <p14:tracePt t="200084" x="4940300" y="4349750"/>
          <p14:tracePt t="200100" x="4933950" y="4368800"/>
          <p14:tracePt t="200116" x="4933950" y="4381500"/>
          <p14:tracePt t="200133" x="4940300" y="4394200"/>
          <p14:tracePt t="200150" x="4959350" y="4400550"/>
          <p14:tracePt t="200166" x="4972050" y="4400550"/>
          <p14:tracePt t="200183" x="4978400" y="4400550"/>
          <p14:tracePt t="200199" x="4991100" y="4387850"/>
          <p14:tracePt t="200217" x="5003800" y="4368800"/>
          <p14:tracePt t="200233" x="5010150" y="4356100"/>
          <p14:tracePt t="200249" x="5010150" y="4349750"/>
          <p14:tracePt t="200266" x="5010150" y="4324350"/>
          <p14:tracePt t="200299" x="5003800" y="4318000"/>
          <p14:tracePt t="200316" x="4991100" y="4311650"/>
          <p14:tracePt t="200349" x="4984750" y="4311650"/>
          <p14:tracePt t="200365" x="4978400" y="4311650"/>
          <p14:tracePt t="200400" x="4972050" y="4311650"/>
          <p14:tracePt t="200427" x="4972050" y="4318000"/>
          <p14:tracePt t="200477" x="4978400" y="4324350"/>
          <p14:tracePt t="200491" x="4984750" y="4324350"/>
          <p14:tracePt t="200497" x="4984750" y="4330700"/>
          <p14:tracePt t="200519" x="4991100" y="4330700"/>
          <p14:tracePt t="200533" x="4997450" y="4337050"/>
          <p14:tracePt t="200540" x="5010150" y="4337050"/>
          <p14:tracePt t="200548" x="5010150" y="4343400"/>
          <p14:tracePt t="200565" x="5022850" y="4343400"/>
          <p14:tracePt t="200582" x="5029200" y="4343400"/>
          <p14:tracePt t="200598" x="5048250" y="4337050"/>
          <p14:tracePt t="200615" x="5048250" y="4330700"/>
          <p14:tracePt t="200648" x="5048250" y="4324350"/>
          <p14:tracePt t="200664" x="5048250" y="4318000"/>
          <p14:tracePt t="200682" x="5035550" y="4318000"/>
          <p14:tracePt t="200709" x="5029200" y="4318000"/>
          <p14:tracePt t="200729" x="5022850" y="4318000"/>
          <p14:tracePt t="200758" x="5016500" y="4318000"/>
          <p14:tracePt t="200772" x="5010150" y="4318000"/>
          <p14:tracePt t="200793" x="5010150" y="4324350"/>
          <p14:tracePt t="200800" x="5003800" y="4324350"/>
          <p14:tracePt t="200821" x="5003800" y="4330700"/>
          <p14:tracePt t="200830" x="5003800" y="4337050"/>
          <p14:tracePt t="200851" x="5003800" y="4343400"/>
          <p14:tracePt t="200870" x="5010150" y="4349750"/>
          <p14:tracePt t="200884" x="5016500" y="4349750"/>
          <p14:tracePt t="200920" x="5022850" y="4349750"/>
          <p14:tracePt t="200941" x="5029200" y="4349750"/>
          <p14:tracePt t="200969" x="5035550" y="4349750"/>
          <p14:tracePt t="200989" x="5041900" y="4343400"/>
          <p14:tracePt t="201010" x="5041900" y="4330700"/>
          <p14:tracePt t="201032" x="5041900" y="4324350"/>
          <p14:tracePt t="201039" x="5041900" y="4318000"/>
          <p14:tracePt t="201081" x="5035550" y="4311650"/>
          <p14:tracePt t="201102" x="5029200" y="4311650"/>
          <p14:tracePt t="201109" x="5022850" y="4311650"/>
          <p14:tracePt t="201172" x="5016500" y="4311650"/>
          <p14:tracePt t="201242" x="5016500" y="4318000"/>
          <p14:tracePt t="201264" x="5016500" y="4324350"/>
          <p14:tracePt t="201278" x="5022850" y="4330700"/>
          <p14:tracePt t="201292" x="5029200" y="4343400"/>
          <p14:tracePt t="201299" x="5048250" y="4349750"/>
          <p14:tracePt t="201315" x="5067300" y="4356100"/>
          <p14:tracePt t="201329" x="5086350" y="4362450"/>
          <p14:tracePt t="201345" x="5099050" y="4368800"/>
          <p14:tracePt t="201362" x="5137150" y="4381500"/>
          <p14:tracePt t="201379" x="5162550" y="4381500"/>
          <p14:tracePt t="201395" x="5168900" y="4381500"/>
          <p14:tracePt t="201412" x="5175250" y="4362450"/>
          <p14:tracePt t="201428" x="5175250" y="4349750"/>
          <p14:tracePt t="201446" x="5168900" y="4324350"/>
          <p14:tracePt t="201462" x="5143500" y="4286250"/>
          <p14:tracePt t="201478" x="5118100" y="4267200"/>
          <p14:tracePt t="201482" x="5092700" y="4260850"/>
          <p14:tracePt t="201498" x="5060950" y="4241800"/>
          <p14:tracePt t="201512" x="5029200" y="4241800"/>
          <p14:tracePt t="201529" x="4972050" y="4241800"/>
          <p14:tracePt t="201545" x="4940300" y="4248150"/>
          <p14:tracePt t="201561" x="4927600" y="4254500"/>
          <p14:tracePt t="201579" x="4914900" y="4267200"/>
          <p14:tracePt t="201595" x="4908550" y="4292600"/>
          <p14:tracePt t="201611" x="4908550" y="4305300"/>
          <p14:tracePt t="201629" x="4908550" y="4311650"/>
          <p14:tracePt t="201645" x="4921250" y="4330700"/>
          <p14:tracePt t="201661" x="4940300" y="4349750"/>
          <p14:tracePt t="201678" x="4972050" y="4375150"/>
          <p14:tracePt t="201694" x="4997450" y="4394200"/>
          <p14:tracePt t="201711" x="5022850" y="4406900"/>
          <p14:tracePt t="201730" x="5073650" y="4419600"/>
          <p14:tracePt t="201744" x="5099050" y="4425950"/>
          <p14:tracePt t="201761" x="5118100" y="4425950"/>
          <p14:tracePt t="201778" x="5156200" y="4419600"/>
          <p14:tracePt t="201793" x="5168900" y="4406900"/>
          <p14:tracePt t="201811" x="5207000" y="4349750"/>
          <p14:tracePt t="201828" x="5213350" y="4330700"/>
          <p14:tracePt t="201844" x="5213350" y="4311650"/>
          <p14:tracePt t="201861" x="5213350" y="4267200"/>
          <p14:tracePt t="201877" x="5207000" y="4216400"/>
          <p14:tracePt t="201894" x="5194300" y="4197350"/>
          <p14:tracePt t="201910" x="5175250" y="4178300"/>
          <p14:tracePt t="201928" x="5143500" y="4152900"/>
          <p14:tracePt t="201945" x="5099050" y="4146550"/>
          <p14:tracePt t="201960" x="5080000" y="4146550"/>
          <p14:tracePt t="201977" x="5048250" y="4146550"/>
          <p14:tracePt t="201994" x="5041900" y="4152900"/>
          <p14:tracePt t="202010" x="5029200" y="4171950"/>
          <p14:tracePt t="202027" x="5022850" y="4191000"/>
          <p14:tracePt t="202043" x="5022850" y="4203700"/>
          <p14:tracePt t="202060" x="5022850" y="4216400"/>
          <p14:tracePt t="202076" x="5029200" y="4222750"/>
          <p14:tracePt t="202093" x="5048250" y="4254500"/>
          <p14:tracePt t="202110" x="5054600" y="4260850"/>
          <p14:tracePt t="202127" x="5060950" y="4260850"/>
          <p14:tracePt t="202143" x="5060950" y="4267200"/>
          <p14:tracePt t="202159" x="5060950" y="4273550"/>
          <p14:tracePt t="202359" x="5067300" y="4273550"/>
          <p14:tracePt t="202868" x="5010150" y="4273550"/>
          <p14:tracePt t="202875" x="4933950" y="4273550"/>
          <p14:tracePt t="202889" x="4857750" y="4279900"/>
          <p14:tracePt t="202896" x="4768850" y="4286250"/>
          <p14:tracePt t="202910" x="4686300" y="4286250"/>
          <p14:tracePt t="202924" x="4622800" y="4286250"/>
          <p14:tracePt t="202940" x="4521200" y="4286250"/>
          <p14:tracePt t="202957" x="4502150" y="4286250"/>
          <p14:tracePt t="202973" x="4470400" y="4286250"/>
          <p14:tracePt t="202990" x="4457700" y="4286250"/>
          <p14:tracePt t="203007" x="4445000" y="4286250"/>
          <p14:tracePt t="203023" x="4432300" y="4286250"/>
          <p14:tracePt t="203040" x="4425950" y="4286250"/>
          <p14:tracePt t="203058" x="4413250" y="4286250"/>
          <p14:tracePt t="203073" x="4400550" y="4292600"/>
          <p14:tracePt t="203089" x="4381500" y="4292600"/>
          <p14:tracePt t="203107" x="4356100" y="4292600"/>
          <p14:tracePt t="203123" x="4343400" y="4292600"/>
          <p14:tracePt t="203139" x="4330700" y="4292600"/>
          <p14:tracePt t="203156" x="4318000" y="4279900"/>
          <p14:tracePt t="203172" x="4311650" y="4279900"/>
          <p14:tracePt t="203189" x="4305300" y="4279900"/>
          <p14:tracePt t="203206" x="4298950" y="4279900"/>
          <p14:tracePt t="203242" x="4292600" y="4279900"/>
          <p14:tracePt t="203479" x="4286250" y="4279900"/>
          <p14:tracePt t="203599" x="4286250" y="4286250"/>
          <p14:tracePt t="203711" x="4286250" y="4292600"/>
          <p14:tracePt t="203760" x="4292600" y="4298950"/>
          <p14:tracePt t="203844" x="4298950" y="4298950"/>
          <p14:tracePt t="204160" x="4292600" y="4298950"/>
          <p14:tracePt t="204808" x="4298950" y="4298950"/>
          <p14:tracePt t="204814" x="4311650" y="4305300"/>
          <p14:tracePt t="204821" x="4324350" y="4305300"/>
          <p14:tracePt t="204837" x="4330700" y="4311650"/>
          <p14:tracePt t="204850" x="4337050" y="4318000"/>
          <p14:tracePt t="204867" x="4356100" y="4324350"/>
          <p14:tracePt t="204884" x="4368800" y="4324350"/>
          <p14:tracePt t="204899" x="4381500" y="4330700"/>
          <p14:tracePt t="204917" x="4394200" y="4337050"/>
          <p14:tracePt t="204934" x="4394200" y="4343400"/>
          <p14:tracePt t="204966" x="4406900" y="4343400"/>
          <p14:tracePt t="205018" x="4413250" y="4349750"/>
          <p14:tracePt t="205095" x="4413250" y="4356100"/>
          <p14:tracePt t="205137" x="4413250" y="4362450"/>
          <p14:tracePt t="205236" x="4406900" y="4362450"/>
          <p14:tracePt t="205264" x="4400550" y="4362450"/>
          <p14:tracePt t="205285" x="4394200" y="4362450"/>
          <p14:tracePt t="205300" x="4387850" y="4362450"/>
          <p14:tracePt t="205313" x="4381500" y="4362450"/>
          <p14:tracePt t="205334" x="4375150" y="4362450"/>
          <p14:tracePt t="205356" x="4368800" y="4356100"/>
          <p14:tracePt t="205383" x="4362450" y="4356100"/>
          <p14:tracePt t="205405" x="4356100" y="4356100"/>
          <p14:tracePt t="205418" x="4349750" y="4356100"/>
          <p14:tracePt t="205425" x="4343400" y="4349750"/>
          <p14:tracePt t="205440" x="4337050" y="4349750"/>
          <p14:tracePt t="205449" x="4330700" y="4349750"/>
          <p14:tracePt t="205475" x="4324350" y="4349750"/>
          <p14:tracePt t="205489" x="4318000" y="4343400"/>
          <p14:tracePt t="205510" x="4311650" y="4343400"/>
          <p14:tracePt t="205524" x="4305300" y="4337050"/>
          <p14:tracePt t="205545" x="4298950" y="4337050"/>
          <p14:tracePt t="205559" x="4298950" y="4330700"/>
          <p14:tracePt t="205587" x="4286250" y="4330700"/>
          <p14:tracePt t="205608" x="4279900" y="4330700"/>
          <p14:tracePt t="205616" x="4279900" y="4324350"/>
          <p14:tracePt t="205635" x="4273550" y="4324350"/>
          <p14:tracePt t="205650" x="4267200" y="4324350"/>
          <p14:tracePt t="205658" x="4254500" y="4318000"/>
          <p14:tracePt t="205667" x="4241800" y="4318000"/>
          <p14:tracePt t="205681" x="4229100" y="4318000"/>
          <p14:tracePt t="207375" x="4229100" y="4292600"/>
          <p14:tracePt t="207382" x="4229100" y="4241800"/>
          <p14:tracePt t="207396" x="4210050" y="4178300"/>
          <p14:tracePt t="207408" x="4191000" y="4095750"/>
          <p14:tracePt t="207425" x="4140200" y="3854450"/>
          <p14:tracePt t="207441" x="4089400" y="3670300"/>
          <p14:tracePt t="207458" x="3968750" y="3130550"/>
          <p14:tracePt t="207474" x="3822700" y="2571750"/>
          <p14:tracePt t="207491" x="3765550" y="2311400"/>
          <p14:tracePt t="207509" x="3644900" y="1778000"/>
          <p14:tracePt t="207524" x="3549650" y="1397000"/>
          <p14:tracePt t="207541" x="3498850" y="1187450"/>
          <p14:tracePt t="207558" x="3422650" y="838200"/>
          <p14:tracePt t="207574" x="3359150" y="577850"/>
          <p14:tracePt t="207590" x="3314700" y="476250"/>
          <p14:tracePt t="207607" x="3263900" y="330200"/>
          <p14:tracePt t="207624" x="3232150" y="228600"/>
          <p14:tracePt t="207641" x="3213100" y="209550"/>
          <p14:tracePt t="207657" x="3194050" y="165100"/>
          <p14:tracePt t="207674" x="3181350" y="152400"/>
          <p14:tracePt t="207691" x="3149600" y="120650"/>
          <p14:tracePt t="207707" x="3130550" y="101600"/>
          <p14:tracePt t="207723" x="3117850" y="88900"/>
          <p14:tracePt t="207740" x="3105150" y="82550"/>
          <p14:tracePt t="207757" x="3086100" y="63500"/>
          <p14:tracePt t="207773" x="3073400" y="57150"/>
          <p14:tracePt t="207790" x="3054350" y="44450"/>
          <p14:tracePt t="207806" x="3028950" y="38100"/>
          <p14:tracePt t="207824" x="3022600" y="38100"/>
          <p14:tracePt t="207840" x="3003550" y="31750"/>
          <p14:tracePt t="207856" x="2990850" y="38100"/>
          <p14:tracePt t="207874" x="2978150" y="44450"/>
          <p14:tracePt t="207890" x="2965450" y="50800"/>
          <p14:tracePt t="207906" x="2952750" y="82550"/>
          <p14:tracePt t="207923" x="2927350" y="101600"/>
          <p14:tracePt t="207939" x="2908300" y="114300"/>
          <p14:tracePt t="207956" x="2895600" y="127000"/>
          <p14:tracePt t="207973" x="2851150" y="171450"/>
          <p14:tracePt t="207989" x="2825750" y="184150"/>
          <p14:tracePt t="208007" x="2800350" y="209550"/>
          <p14:tracePt t="208022" x="2787650" y="222250"/>
          <p14:tracePt t="208039" x="2774950" y="247650"/>
          <p14:tracePt t="208056" x="2768600" y="260350"/>
          <p14:tracePt t="208072" x="2762250" y="266700"/>
          <p14:tracePt t="208089" x="2755900" y="279400"/>
          <p14:tracePt t="208106" x="2749550" y="279400"/>
          <p14:tracePt t="208122" x="2749550" y="285750"/>
          <p14:tracePt t="208139" x="2743200" y="304800"/>
          <p14:tracePt t="208155" x="2724150" y="317500"/>
          <p14:tracePt t="208172" x="2711450" y="330200"/>
          <p14:tracePt t="208189" x="2698750" y="349250"/>
          <p14:tracePt t="208205" x="2679700" y="361950"/>
          <p14:tracePt t="208239" x="2673350" y="374650"/>
          <p14:tracePt t="208255" x="2660650" y="387350"/>
          <p14:tracePt t="208288" x="2654300" y="400050"/>
          <p14:tracePt t="208801" x="2647950" y="406400"/>
          <p14:tracePt t="208808" x="2647950" y="412750"/>
          <p14:tracePt t="208819" x="2641600" y="412750"/>
          <p14:tracePt t="208839" x="2635250" y="419100"/>
          <p14:tracePt t="208857" x="2628900" y="425450"/>
          <p14:tracePt t="208927" x="2609850" y="425450"/>
          <p14:tracePt t="208955" x="2603500" y="425450"/>
          <p14:tracePt t="208976" x="2597150" y="425450"/>
          <p14:tracePt t="208998" x="2590800" y="419100"/>
          <p14:tracePt t="209019" x="2584450" y="419100"/>
          <p14:tracePt t="209047" x="2578100" y="419100"/>
          <p14:tracePt t="209068" x="2571750" y="412750"/>
          <p14:tracePt t="209082" x="2571750" y="406400"/>
          <p14:tracePt t="209096" x="2565400" y="406400"/>
          <p14:tracePt t="209131" x="2559050" y="406400"/>
          <p14:tracePt t="209159" x="2552700" y="406400"/>
          <p14:tracePt t="209166" x="2546350" y="400050"/>
          <p14:tracePt t="209187" x="2540000" y="400050"/>
          <p14:tracePt t="209222" x="2540000" y="393700"/>
          <p14:tracePt t="209236" x="2533650" y="393700"/>
          <p14:tracePt t="209299" x="2527300" y="400050"/>
          <p14:tracePt t="209370" x="2527300" y="406400"/>
          <p14:tracePt t="209398" x="2527300" y="412750"/>
          <p14:tracePt t="209440" x="2527300" y="419100"/>
          <p14:tracePt t="209446" x="2520950" y="425450"/>
          <p14:tracePt t="209461" x="2520950" y="431800"/>
          <p14:tracePt t="209503" x="2520950" y="438150"/>
          <p14:tracePt t="209516" x="2514600" y="444500"/>
          <p14:tracePt t="209559" x="2514600" y="450850"/>
          <p14:tracePt t="209580" x="2508250" y="450850"/>
          <p14:tracePt t="209587" x="2508250" y="457200"/>
          <p14:tracePt t="209629" x="2501900" y="463550"/>
          <p14:tracePt t="209657" x="2501900" y="469900"/>
          <p14:tracePt t="209678" x="2501900" y="476250"/>
          <p14:tracePt t="209699" x="2501900" y="482600"/>
          <p14:tracePt t="209721" x="2501900" y="488950"/>
          <p14:tracePt t="209770" x="2495550" y="495300"/>
          <p14:tracePt t="209798" x="2495550" y="501650"/>
          <p14:tracePt t="210353" x="2501900" y="501650"/>
          <p14:tracePt t="210359" x="2508250" y="501650"/>
          <p14:tracePt t="210381" x="2514600" y="508000"/>
          <p14:tracePt t="210401" x="2520950" y="514350"/>
          <p14:tracePt t="210423" x="2527300" y="514350"/>
          <p14:tracePt t="210429" x="2527300" y="520700"/>
          <p14:tracePt t="210444" x="2533650" y="520700"/>
          <p14:tracePt t="210451" x="2533650" y="527050"/>
          <p14:tracePt t="210467" x="2540000" y="533400"/>
          <p14:tracePt t="210481" x="2546350" y="552450"/>
          <p14:tracePt t="210497" x="2584450" y="615950"/>
          <p14:tracePt t="210514" x="2667000" y="755650"/>
          <p14:tracePt t="210531" x="2717800" y="844550"/>
          <p14:tracePt t="210547" x="2781300" y="952500"/>
          <p14:tracePt t="210564" x="2959100" y="1295400"/>
          <p14:tracePt t="210580" x="3187700" y="1739900"/>
          <p14:tracePt t="210598" x="3441700" y="2286000"/>
          <p14:tracePt t="210613" x="3651250" y="2749550"/>
          <p14:tracePt t="210630" x="3740150" y="2965450"/>
          <p14:tracePt t="210647" x="3841750" y="3238500"/>
          <p14:tracePt t="210663" x="3917950" y="3473450"/>
          <p14:tracePt t="210680" x="3937000" y="3549650"/>
          <p14:tracePt t="210697" x="3956050" y="3670300"/>
          <p14:tracePt t="210713" x="3968750" y="3752850"/>
          <p14:tracePt t="210730" x="3968750" y="3784600"/>
          <p14:tracePt t="210747" x="3968750" y="3816350"/>
          <p14:tracePt t="210763" x="3968750" y="3829050"/>
          <p14:tracePt t="210780" x="3968750" y="3854450"/>
          <p14:tracePt t="210796" x="3968750" y="3867150"/>
          <p14:tracePt t="210813" x="3968750" y="3873500"/>
          <p14:tracePt t="210830" x="3968750" y="3905250"/>
          <p14:tracePt t="210846" x="3975100" y="3937000"/>
          <p14:tracePt t="210863" x="3975100" y="3949700"/>
          <p14:tracePt t="210879" x="3987800" y="3981450"/>
          <p14:tracePt t="210896" x="3987800" y="4006850"/>
          <p14:tracePt t="210913" x="3987800" y="4013200"/>
          <p14:tracePt t="210929" x="3987800" y="4038600"/>
          <p14:tracePt t="210946" x="3994150" y="4064000"/>
          <p14:tracePt t="210963" x="4000500" y="4095750"/>
          <p14:tracePt t="210979" x="4006850" y="4114800"/>
          <p14:tracePt t="210996" x="4032250" y="4159250"/>
          <p14:tracePt t="211012" x="4051300" y="4210050"/>
          <p14:tracePt t="211029" x="4064000" y="4222750"/>
          <p14:tracePt t="211045" x="4076700" y="4235450"/>
          <p14:tracePt t="211049" x="4095750" y="4254500"/>
          <p14:tracePt t="211062" x="4127500" y="4298950"/>
          <p14:tracePt t="211079" x="4152900" y="4305300"/>
          <p14:tracePt t="211095" x="4178300" y="4324350"/>
          <p14:tracePt t="211608" x="4159250" y="4273550"/>
          <p14:tracePt t="211615" x="4121150" y="4178300"/>
          <p14:tracePt t="211630" x="4051300" y="4057650"/>
          <p14:tracePt t="211643" x="3943350" y="3879850"/>
          <p14:tracePt t="211660" x="3683000" y="3314700"/>
          <p14:tracePt t="211676" x="3524250" y="2965450"/>
          <p14:tracePt t="211693" x="3238500" y="2343150"/>
          <p14:tracePt t="211710" x="3003550" y="1892300"/>
          <p14:tracePt t="211727" x="2813050" y="1543050"/>
          <p14:tracePt t="211743" x="2749550" y="1422400"/>
          <p14:tracePt t="211760" x="2641600" y="1212850"/>
          <p14:tracePt t="211777" x="2559050" y="1009650"/>
          <p14:tracePt t="211793" x="2527300" y="908050"/>
          <p14:tracePt t="211809" x="2463800" y="723900"/>
          <p14:tracePt t="211826" x="2425700" y="565150"/>
          <p14:tracePt t="211843" x="2406650" y="501650"/>
          <p14:tracePt t="211860" x="2400300" y="381000"/>
          <p14:tracePt t="211876" x="2381250" y="298450"/>
          <p14:tracePt t="211892" x="2374900" y="260350"/>
          <p14:tracePt t="211910" x="2355850" y="196850"/>
          <p14:tracePt t="211926" x="2349500" y="158750"/>
          <p14:tracePt t="211943" x="2343150" y="146050"/>
          <p14:tracePt t="211959" x="2330450" y="107950"/>
          <p14:tracePt t="211975" x="2330450" y="101600"/>
          <p14:tracePt t="211992" x="2324100" y="82550"/>
          <p14:tracePt t="212008" x="2324100" y="69850"/>
          <p14:tracePt t="212025" x="2324100" y="63500"/>
          <p14:tracePt t="212092" x="2324100" y="69850"/>
          <p14:tracePt t="212106" x="2324100" y="76200"/>
          <p14:tracePt t="212113" x="2324100" y="82550"/>
          <p14:tracePt t="212129" x="2324100" y="88900"/>
          <p14:tracePt t="212145" x="2324100" y="95250"/>
          <p14:tracePt t="212158" x="2324100" y="107950"/>
          <p14:tracePt t="212175" x="2324100" y="120650"/>
          <p14:tracePt t="212191" x="2324100" y="139700"/>
          <p14:tracePt t="212208" x="2324100" y="158750"/>
          <p14:tracePt t="212225" x="2324100" y="165100"/>
          <p14:tracePt t="212241" x="2324100" y="171450"/>
          <p14:tracePt t="212275" x="2330450" y="190500"/>
          <p14:tracePt t="212308" x="2336800" y="196850"/>
          <p14:tracePt t="212331" x="2336800" y="203200"/>
          <p14:tracePt t="212345" x="2343150" y="203200"/>
          <p14:tracePt t="212366" x="2343150" y="209550"/>
          <p14:tracePt t="212401" x="2343150" y="215900"/>
          <p14:tracePt t="212429" x="2349500" y="215900"/>
          <p14:tracePt t="212457" x="2355850" y="222250"/>
          <p14:tracePt t="212500" x="2362200" y="228600"/>
          <p14:tracePt t="212598" x="2362200" y="234950"/>
          <p14:tracePt t="212640" x="2362200" y="241300"/>
          <p14:tracePt t="212688" x="2362200" y="247650"/>
          <p14:tracePt t="212696" x="2362200" y="254000"/>
          <p14:tracePt t="212710" x="2368550" y="254000"/>
          <p14:tracePt t="212724" x="2374900" y="260350"/>
          <p14:tracePt t="212739" x="2387600" y="273050"/>
          <p14:tracePt t="212756" x="2413000" y="285750"/>
          <p14:tracePt t="212773" x="2463800" y="330200"/>
          <p14:tracePt t="212790" x="2565400" y="387350"/>
          <p14:tracePt t="212807" x="2622550" y="412750"/>
          <p14:tracePt t="212823" x="2749550" y="469900"/>
          <p14:tracePt t="212839" x="2800350" y="488950"/>
          <p14:tracePt t="212856" x="2889250" y="514350"/>
          <p14:tracePt t="212873" x="2946400" y="527050"/>
          <p14:tracePt t="212889" x="2971800" y="527050"/>
          <p14:tracePt t="212906" x="3016250" y="520700"/>
          <p14:tracePt t="212922" x="3022600" y="514350"/>
          <p14:tracePt t="212939" x="3028950" y="508000"/>
          <p14:tracePt t="212956" x="3028950" y="501650"/>
          <p14:tracePt t="212972" x="3035300" y="488950"/>
          <p14:tracePt t="212989" x="3035300" y="482600"/>
          <p14:tracePt t="213006" x="3035300" y="476250"/>
          <p14:tracePt t="213022" x="3035300" y="463550"/>
          <p14:tracePt t="213055" x="3035300" y="457200"/>
          <p14:tracePt t="213071" x="3028950" y="450850"/>
          <p14:tracePt t="213103" x="3022600" y="450850"/>
          <p14:tracePt t="213124" x="3016250" y="450850"/>
          <p14:tracePt t="213131" x="3009900" y="450850"/>
          <p14:tracePt t="213173" x="3003550" y="450850"/>
          <p14:tracePt t="213230" x="2997200" y="450850"/>
          <p14:tracePt t="213251" x="2990850" y="450850"/>
          <p14:tracePt t="213258" x="2984500" y="450850"/>
          <p14:tracePt t="213279" x="2978150" y="450850"/>
          <p14:tracePt t="213300" x="2965450" y="463550"/>
          <p14:tracePt t="213322" x="2952750" y="476250"/>
          <p14:tracePt t="213327" x="2933700" y="482600"/>
          <p14:tracePt t="213342" x="2908300" y="508000"/>
          <p14:tracePt t="213354" x="2870200" y="527050"/>
          <p14:tracePt t="213371" x="2768600" y="577850"/>
          <p14:tracePt t="213387" x="2711450" y="609600"/>
          <p14:tracePt t="213404" x="2609850" y="654050"/>
          <p14:tracePt t="213421" x="2514600" y="666750"/>
          <p14:tracePt t="213437" x="2476500" y="679450"/>
          <p14:tracePt t="213455" x="2406650" y="679450"/>
          <p14:tracePt t="213470" x="2368550" y="679450"/>
          <p14:tracePt t="213487" x="2355850" y="673100"/>
          <p14:tracePt t="213504" x="2336800" y="660400"/>
          <p14:tracePt t="213520" x="2330450" y="654050"/>
          <p14:tracePt t="213537" x="2317750" y="635000"/>
          <p14:tracePt t="213553" x="2305050" y="622300"/>
          <p14:tracePt t="213581" x="2305050" y="615950"/>
          <p14:tracePt t="213595" x="2298700" y="609600"/>
          <p14:tracePt t="213603" x="2298700" y="603250"/>
          <p14:tracePt t="213630" x="2298700" y="596900"/>
          <p14:tracePt t="213665" x="2298700" y="590550"/>
          <p14:tracePt t="213805" x="2305050" y="590550"/>
          <p14:tracePt t="213840" x="2311400" y="596900"/>
          <p14:tracePt t="213875" x="2311400" y="603250"/>
          <p14:tracePt t="213925" x="2317750" y="603250"/>
          <p14:tracePt t="213960" x="2324100" y="609600"/>
          <p14:tracePt t="214002" x="2330450" y="615950"/>
          <p14:tracePt t="214086" x="2330450" y="622300"/>
          <p14:tracePt t="214114" x="2336800" y="622300"/>
          <p14:tracePt t="214142" x="2336800" y="628650"/>
          <p14:tracePt t="214170" x="2343150" y="635000"/>
          <p14:tracePt t="214205" x="2349500" y="635000"/>
          <p14:tracePt t="214212" x="2349500" y="641350"/>
          <p14:tracePt t="214233" x="2355850" y="647700"/>
          <p14:tracePt t="214262" x="2362200" y="647700"/>
          <p14:tracePt t="214283" x="2368550" y="654050"/>
          <p14:tracePt t="214332" x="2374900" y="660400"/>
          <p14:tracePt t="214353" x="2374900" y="666750"/>
          <p14:tracePt t="214374" x="2381250" y="673100"/>
          <p14:tracePt t="214402" x="2387600" y="679450"/>
          <p14:tracePt t="214416" x="2387600" y="685800"/>
          <p14:tracePt t="214423" x="2393950" y="685800"/>
          <p14:tracePt t="214437" x="2400300" y="692150"/>
          <p14:tracePt t="214451" x="2406650" y="692150"/>
          <p14:tracePt t="214467" x="2413000" y="704850"/>
          <p14:tracePt t="214483" x="2419350" y="717550"/>
          <p14:tracePt t="214500" x="2457450" y="755650"/>
          <p14:tracePt t="214517" x="2527300" y="838200"/>
          <p14:tracePt t="214533" x="2565400" y="895350"/>
          <p14:tracePt t="214550" x="2679700" y="1066800"/>
          <p14:tracePt t="214567" x="2825750" y="1289050"/>
          <p14:tracePt t="214584" x="2971800" y="1536700"/>
          <p14:tracePt t="214600" x="3079750" y="1714500"/>
          <p14:tracePt t="214616" x="3187700" y="1892300"/>
          <p14:tracePt t="214633" x="3429000" y="2279650"/>
          <p14:tracePt t="214649" x="3702050" y="2711450"/>
          <p14:tracePt t="214666" x="3841750" y="2965450"/>
          <p14:tracePt t="214683" x="4114800" y="3441700"/>
          <p14:tracePt t="214699" x="4171950" y="3549650"/>
          <p14:tracePt t="214716" x="4210050" y="3638550"/>
          <p14:tracePt t="214733" x="4267200" y="3816350"/>
          <p14:tracePt t="214749" x="4286250" y="3860800"/>
          <p14:tracePt t="214766" x="4298950" y="3917950"/>
          <p14:tracePt t="214782" x="4311650" y="3943350"/>
          <p14:tracePt t="214799" x="4324350" y="3962400"/>
          <p14:tracePt t="214816" x="4330700" y="3975100"/>
          <p14:tracePt t="214837" x="4337050" y="3975100"/>
          <p14:tracePt t="214848" x="4343400" y="3975100"/>
          <p14:tracePt t="214866" x="4349750" y="3975100"/>
          <p14:tracePt t="214882" x="4356100" y="3975100"/>
          <p14:tracePt t="214899" x="4362450" y="3975100"/>
          <p14:tracePt t="214915" x="4375150" y="3975100"/>
          <p14:tracePt t="214949" x="4387850" y="3975100"/>
          <p14:tracePt t="214965" x="4394200" y="3981450"/>
          <p14:tracePt t="214982" x="4400550" y="3987800"/>
          <p14:tracePt t="214998" x="4400550" y="3994150"/>
          <p14:tracePt t="215014" x="4406900" y="4000500"/>
          <p14:tracePt t="215035" x="4413250" y="4006850"/>
          <p14:tracePt t="215068" x="4419600" y="4006850"/>
          <p14:tracePt t="215097" x="4419600" y="4013200"/>
          <p14:tracePt t="215104" x="4419600" y="4019550"/>
          <p14:tracePt t="215124" x="4425950" y="4025900"/>
          <p14:tracePt t="215153" x="4432300" y="4025900"/>
          <p14:tracePt t="215209" x="4432300" y="4019550"/>
          <p14:tracePt t="215216" x="4432300" y="4013200"/>
          <p14:tracePt t="215237" x="4432300" y="4006850"/>
          <p14:tracePt t="215265" x="4432300" y="4000500"/>
          <p14:tracePt t="215279" x="4425950" y="3994150"/>
          <p14:tracePt t="215286" x="4413250" y="3987800"/>
          <p14:tracePt t="215297" x="4400550" y="3981450"/>
          <p14:tracePt t="215314" x="4349750" y="3962400"/>
          <p14:tracePt t="215330" x="4318000" y="3943350"/>
          <p14:tracePt t="215347" x="4273550" y="3930650"/>
          <p14:tracePt t="215364" x="4114800" y="3892550"/>
          <p14:tracePt t="215380" x="4051300" y="3879850"/>
          <p14:tracePt t="215398" x="4006850" y="3873500"/>
          <p14:tracePt t="215413" x="3917950" y="3873500"/>
          <p14:tracePt t="215430" x="3848100" y="3873500"/>
          <p14:tracePt t="215448" x="3803650" y="3886200"/>
          <p14:tracePt t="215463" x="3784600" y="3898900"/>
          <p14:tracePt t="215480" x="3771900" y="3905250"/>
          <p14:tracePt t="215497" x="3765550" y="3911600"/>
          <p14:tracePt t="215513" x="3765550" y="3917950"/>
          <p14:tracePt t="215530" x="3759200" y="3924300"/>
          <p14:tracePt t="215567" x="3759200" y="3930650"/>
          <p14:tracePt t="215778" x="3765550" y="3930650"/>
          <p14:tracePt t="215819" x="3771900" y="3924300"/>
          <p14:tracePt t="215847" x="3778250" y="3924300"/>
          <p14:tracePt t="215897" x="3790950" y="3917950"/>
          <p14:tracePt t="215918" x="3797300" y="3911600"/>
          <p14:tracePt t="215925" x="3803650" y="3905250"/>
          <p14:tracePt t="215946" x="3816350" y="3898900"/>
          <p14:tracePt t="215960" x="3829050" y="3892550"/>
          <p14:tracePt t="215967" x="3860800" y="3886200"/>
          <p14:tracePt t="215982" x="3898900" y="3879850"/>
          <p14:tracePt t="215995" x="4006850" y="3860800"/>
          <p14:tracePt t="216012" x="4064000" y="3854450"/>
          <p14:tracePt t="216028" x="4127500" y="3854450"/>
          <p14:tracePt t="216045" x="4267200" y="3854450"/>
          <p14:tracePt t="216061" x="4375150" y="3860800"/>
          <p14:tracePt t="216079" x="4413250" y="3873500"/>
          <p14:tracePt t="216094" x="4476750" y="3892550"/>
          <p14:tracePt t="216111" x="4514850" y="3917950"/>
          <p14:tracePt t="216129" x="4521200" y="3924300"/>
          <p14:tracePt t="216161" x="4521200" y="3930650"/>
          <p14:tracePt t="216241" x="4521200" y="3943350"/>
          <p14:tracePt t="216247" x="4521200" y="3949700"/>
          <p14:tracePt t="216260" x="4527550" y="3956050"/>
          <p14:tracePt t="217542" x="4584700" y="3994150"/>
          <p14:tracePt t="217548" x="4660900" y="4044950"/>
          <p14:tracePt t="217563" x="4756150" y="4095750"/>
          <p14:tracePt t="217573" x="4851400" y="4146550"/>
          <p14:tracePt t="217589" x="4946650" y="4197350"/>
          <p14:tracePt t="217606" x="5111750" y="4298950"/>
          <p14:tracePt t="217622" x="5219700" y="4356100"/>
          <p14:tracePt t="217640" x="5264150" y="4387850"/>
          <p14:tracePt t="217656" x="5314950" y="4406900"/>
          <p14:tracePt t="217672" x="5334000" y="4413250"/>
          <p14:tracePt t="217690" x="5353050" y="4413250"/>
          <p14:tracePt t="217746" x="5353050" y="4406900"/>
          <p14:tracePt t="217781" x="5353050" y="4394200"/>
          <p14:tracePt t="217795" x="5353050" y="4387850"/>
          <p14:tracePt t="217823" x="5346700" y="4375150"/>
          <p14:tracePt t="217830" x="5346700" y="4368800"/>
          <p14:tracePt t="217844" x="5346700" y="4362450"/>
          <p14:tracePt t="217855" x="5346700" y="4356100"/>
          <p14:tracePt t="217872" x="5346700" y="4343400"/>
          <p14:tracePt t="217888" x="5346700" y="4330700"/>
          <p14:tracePt t="217904" x="5359400" y="4311650"/>
          <p14:tracePt t="217922" x="5378450" y="4298950"/>
          <p14:tracePt t="217938" x="5391150" y="4286250"/>
          <p14:tracePt t="217955" x="5403850" y="4273550"/>
          <p14:tracePt t="217972" x="5486400" y="4222750"/>
          <p14:tracePt t="217988" x="5543550" y="4191000"/>
          <p14:tracePt t="218006" x="5657850" y="4114800"/>
          <p14:tracePt t="218021" x="5727700" y="4076700"/>
          <p14:tracePt t="218038" x="5867400" y="4019550"/>
          <p14:tracePt t="218055" x="6038850" y="3956050"/>
          <p14:tracePt t="218071" x="6115050" y="3917950"/>
          <p14:tracePt t="218075" x="6210300" y="3873500"/>
          <p14:tracePt t="218088" x="6292850" y="3848100"/>
          <p14:tracePt t="218104" x="6426200" y="3784600"/>
          <p14:tracePt t="218121" x="6483350" y="3759200"/>
          <p14:tracePt t="218138" x="6591300" y="3714750"/>
          <p14:tracePt t="218154" x="6705600" y="3676650"/>
          <p14:tracePt t="218171" x="6750050" y="3657600"/>
          <p14:tracePt t="218188" x="6813550" y="3651250"/>
          <p14:tracePt t="218204" x="6883400" y="3651250"/>
          <p14:tracePt t="218220" x="6921500" y="3651250"/>
          <p14:tracePt t="218238" x="6991350" y="3644900"/>
          <p14:tracePt t="218254" x="7016750" y="3644900"/>
          <p14:tracePt t="218270" x="7067550" y="3644900"/>
          <p14:tracePt t="218288" x="7112000" y="3651250"/>
          <p14:tracePt t="218303" x="7131050" y="3651250"/>
          <p14:tracePt t="218321" x="7169150" y="3657600"/>
          <p14:tracePt t="218337" x="7219950" y="3657600"/>
          <p14:tracePt t="218353" x="7239000" y="3657600"/>
          <p14:tracePt t="218370" x="7289800" y="3657600"/>
          <p14:tracePt t="218387" x="7321550" y="3657600"/>
          <p14:tracePt t="218403" x="7346950" y="3651250"/>
          <p14:tracePt t="218420" x="7366000" y="3638550"/>
          <p14:tracePt t="218436" x="7366000" y="3625850"/>
          <p14:tracePt t="218453" x="7366000" y="3619500"/>
          <p14:tracePt t="218469" x="7366000" y="3613150"/>
          <p14:tracePt t="218486" x="7366000" y="3606800"/>
          <p14:tracePt t="218504" x="7353300" y="3600450"/>
          <p14:tracePt t="218519" x="7346950" y="3600450"/>
          <p14:tracePt t="218536" x="7334250" y="3600450"/>
          <p14:tracePt t="218553" x="7308850" y="3600450"/>
          <p14:tracePt t="218569" x="7277100" y="3600450"/>
          <p14:tracePt t="218573" x="7239000" y="3600450"/>
          <p14:tracePt t="218603" x="7010400" y="3600450"/>
          <p14:tracePt t="218619" x="6896100" y="3600450"/>
          <p14:tracePt t="218636" x="6769100" y="3600450"/>
          <p14:tracePt t="218652" x="6426200" y="3619500"/>
          <p14:tracePt t="218669" x="6038850" y="3657600"/>
          <p14:tracePt t="218687" x="5676900" y="3708400"/>
          <p14:tracePt t="218702" x="5543550" y="3727450"/>
          <p14:tracePt t="218719" x="5314950" y="3759200"/>
          <p14:tracePt t="218736" x="5162550" y="3778250"/>
          <p14:tracePt t="218752" x="5111750" y="3778250"/>
          <p14:tracePt t="218769" x="5048250" y="3784600"/>
          <p14:tracePt t="218785" x="5022850" y="3790950"/>
          <p14:tracePt t="218802" x="5016500" y="3790950"/>
          <p14:tracePt t="218820" x="5010150" y="3797300"/>
          <p14:tracePt t="218835" x="5010150" y="3803650"/>
          <p14:tracePt t="218852" x="5010150" y="3810000"/>
          <p14:tracePt t="218869" x="5016500" y="3816350"/>
          <p14:tracePt t="218885" x="5035550" y="3822700"/>
          <p14:tracePt t="218901" x="5048250" y="3822700"/>
          <p14:tracePt t="218918" x="5080000" y="3829050"/>
          <p14:tracePt t="218935" x="5092700" y="3829050"/>
          <p14:tracePt t="218952" x="5118100" y="3829050"/>
          <p14:tracePt t="218968" x="5143500" y="3829050"/>
          <p14:tracePt t="218985" x="5149850" y="3829050"/>
          <p14:tracePt t="219002" x="5162550" y="3829050"/>
          <p14:tracePt t="219018" x="5175250" y="3829050"/>
          <p14:tracePt t="219051" x="5181600" y="3829050"/>
          <p14:tracePt t="219087" x="5187950" y="3829050"/>
          <p14:tracePt t="219115" x="5194300" y="3829050"/>
          <p14:tracePt t="219136" x="5200650" y="3829050"/>
          <p14:tracePt t="219150" x="5207000" y="3829050"/>
          <p14:tracePt t="219156" x="5213350" y="3829050"/>
          <p14:tracePt t="219167" x="5226050" y="3835400"/>
          <p14:tracePt t="219184" x="5238750" y="3848100"/>
          <p14:tracePt t="219200" x="5289550" y="3873500"/>
          <p14:tracePt t="219217" x="5327650" y="3898900"/>
          <p14:tracePt t="219235" x="5486400" y="4000500"/>
          <p14:tracePt t="219250" x="5549900" y="4051300"/>
          <p14:tracePt t="219267" x="5600700" y="4064000"/>
          <p14:tracePt t="219284" x="5683250" y="4127500"/>
          <p14:tracePt t="219300" x="5721350" y="4165600"/>
          <p14:tracePt t="219317" x="5727700" y="4178300"/>
          <p14:tracePt t="219333" x="5746750" y="4191000"/>
          <p14:tracePt t="219375" x="5740400" y="4191000"/>
          <p14:tracePt t="219389" x="5734050" y="4191000"/>
          <p14:tracePt t="219400" x="5715000" y="4191000"/>
          <p14:tracePt t="219417" x="5676900" y="4197350"/>
          <p14:tracePt t="219433" x="5632450" y="4203700"/>
          <p14:tracePt t="219450" x="5511800" y="4222750"/>
          <p14:tracePt t="219467" x="5372100" y="4241800"/>
          <p14:tracePt t="219483" x="5302250" y="4260850"/>
          <p14:tracePt t="219501" x="5175250" y="4279900"/>
          <p14:tracePt t="219516" x="5060950" y="4305300"/>
          <p14:tracePt t="219533" x="5022850" y="4324350"/>
          <p14:tracePt t="219550" x="4972050" y="4337050"/>
          <p14:tracePt t="219566" x="4965700" y="4343400"/>
          <p14:tracePt t="219583" x="4953000" y="4349750"/>
          <p14:tracePt t="219586" x="4946650" y="4349750"/>
          <p14:tracePt t="219691" x="4946650" y="4356100"/>
          <p14:tracePt t="219726" x="4953000" y="4356100"/>
          <p14:tracePt t="219747" x="4959350" y="4356100"/>
          <p14:tracePt t="219767" x="4965700" y="4356100"/>
          <p14:tracePt t="219789" x="4972050" y="4356100"/>
          <p14:tracePt t="219838" x="4984750" y="4356100"/>
          <p14:tracePt t="219859" x="4991100" y="4349750"/>
          <p14:tracePt t="219866" x="4991100" y="4343400"/>
          <p14:tracePt t="219887" x="5003800" y="4343400"/>
          <p14:tracePt t="219901" x="5003800" y="4337050"/>
          <p14:tracePt t="219908" x="5010150" y="4330700"/>
          <p14:tracePt t="219922" x="5016500" y="4330700"/>
          <p14:tracePt t="219931" x="5016500" y="4324350"/>
          <p14:tracePt t="219948" x="5029200" y="4318000"/>
          <p14:tracePt t="219964" x="5041900" y="4292600"/>
          <p14:tracePt t="219981" x="5067300" y="4254500"/>
          <p14:tracePt t="219999" x="5067300" y="4235450"/>
          <p14:tracePt t="220015" x="5067300" y="4203700"/>
          <p14:tracePt t="220031" x="5060950" y="4178300"/>
          <p14:tracePt t="220048" x="5029200" y="4152900"/>
          <p14:tracePt t="220064" x="5016500" y="4146550"/>
          <p14:tracePt t="220081" x="4984750" y="4127500"/>
          <p14:tracePt t="220098" x="4933950" y="4127500"/>
          <p14:tracePt t="220114" x="4914900" y="4127500"/>
          <p14:tracePt t="220131" x="4889500" y="4127500"/>
          <p14:tracePt t="220147" x="4813300" y="4159250"/>
          <p14:tracePt t="220164" x="4794250" y="4165600"/>
          <p14:tracePt t="220181" x="4762500" y="4178300"/>
          <p14:tracePt t="220197" x="4743450" y="4191000"/>
          <p14:tracePt t="220214" x="4730750" y="4210050"/>
          <p14:tracePt t="220231" x="4724400" y="4222750"/>
          <p14:tracePt t="220247" x="4718050" y="4241800"/>
          <p14:tracePt t="220264" x="4711700" y="4260850"/>
          <p14:tracePt t="220280" x="4711700" y="4273550"/>
          <p14:tracePt t="220297" x="4711700" y="4279900"/>
          <p14:tracePt t="220313" x="4711700" y="4298950"/>
          <p14:tracePt t="220330" x="4718050" y="4311650"/>
          <p14:tracePt t="220347" x="4724400" y="4311650"/>
          <p14:tracePt t="220364" x="4724400" y="4318000"/>
          <p14:tracePt t="220380" x="4730750" y="4330700"/>
          <p14:tracePt t="220396" x="4737100" y="4337050"/>
          <p14:tracePt t="220413" x="4749800" y="4343400"/>
          <p14:tracePt t="220429" x="4762500" y="4343400"/>
          <p14:tracePt t="220446" x="4768850" y="4343400"/>
          <p14:tracePt t="220462" x="4794250" y="4343400"/>
          <p14:tracePt t="220479" x="4800600" y="4349750"/>
          <p14:tracePt t="220496" x="4832350" y="4349750"/>
          <p14:tracePt t="220513" x="4870450" y="4349750"/>
          <p14:tracePt t="220529" x="4895850" y="4356100"/>
          <p14:tracePt t="220546" x="4959350" y="4356100"/>
          <p14:tracePt t="220562" x="5022850" y="4356100"/>
          <p14:tracePt t="220579" x="5067300" y="4356100"/>
          <p14:tracePt t="220596" x="5149850" y="4349750"/>
          <p14:tracePt t="220612" x="5200650" y="4337050"/>
          <p14:tracePt t="220629" x="5219700" y="4324350"/>
          <p14:tracePt t="220645" x="5251450" y="4311650"/>
          <p14:tracePt t="220662" x="5270500" y="4298950"/>
          <p14:tracePt t="220680" x="5276850" y="4292600"/>
          <p14:tracePt t="220695" x="5276850" y="4279900"/>
          <p14:tracePt t="220712" x="5276850" y="4260850"/>
          <p14:tracePt t="220730" x="5257800" y="4254500"/>
          <p14:tracePt t="220745" x="5251450" y="4235450"/>
          <p14:tracePt t="220761" x="5238750" y="4229100"/>
          <p14:tracePt t="220779" x="5187950" y="4210050"/>
          <p14:tracePt t="220795" x="5156200" y="4197350"/>
          <p14:tracePt t="220812" x="5111750" y="4178300"/>
          <p14:tracePt t="220828" x="4965700" y="4152900"/>
          <p14:tracePt t="220845" x="4826000" y="4133850"/>
          <p14:tracePt t="220862" x="4667250" y="4133850"/>
          <p14:tracePt t="220878" x="4584700" y="4133850"/>
          <p14:tracePt t="220895" x="4457700" y="4159250"/>
          <p14:tracePt t="220912" x="4356100" y="4216400"/>
          <p14:tracePt t="220928" x="4311650" y="4241800"/>
          <p14:tracePt t="220944" x="4267200" y="4298950"/>
          <p14:tracePt t="220961" x="4235450" y="4324350"/>
          <p14:tracePt t="220978" x="4229100" y="4337050"/>
          <p14:tracePt t="220995" x="4229100" y="4349750"/>
          <p14:tracePt t="221011" x="4222750" y="4362450"/>
          <p14:tracePt t="221028" x="4222750" y="4368800"/>
          <p14:tracePt t="221061" x="4222750" y="4375150"/>
          <p14:tracePt t="221080" x="4235450" y="4381500"/>
          <p14:tracePt t="221100" x="4241800" y="4387850"/>
          <p14:tracePt t="221121" x="4248150" y="4387850"/>
          <p14:tracePt t="221130" x="4254500" y="4387850"/>
          <p14:tracePt t="221144" x="4260850" y="4387850"/>
          <p14:tracePt t="221160" x="4267200" y="4387850"/>
          <p14:tracePt t="221178" x="4267200" y="4381500"/>
          <p14:tracePt t="221194" x="4273550" y="4381500"/>
          <p14:tracePt t="221210" x="4279900" y="4381500"/>
          <p14:tracePt t="221227" x="4279900" y="4375150"/>
          <p14:tracePt t="221244" x="4286250" y="4368800"/>
          <p14:tracePt t="221260" x="4286250" y="4362450"/>
          <p14:tracePt t="221277" x="4292600" y="4349750"/>
          <p14:tracePt t="221293" x="4292600" y="4337050"/>
          <p14:tracePt t="221327" x="4279900" y="4298950"/>
          <p14:tracePt t="221343" x="4241800" y="4267200"/>
          <p14:tracePt t="221361" x="4152900" y="4216400"/>
          <p14:tracePt t="221376" x="4095750" y="4184650"/>
          <p14:tracePt t="221393" x="4032250" y="4165600"/>
          <p14:tracePt t="221410" x="3822700" y="4140200"/>
          <p14:tracePt t="221426" x="3746500" y="4140200"/>
          <p14:tracePt t="221443" x="3676650" y="4152900"/>
          <p14:tracePt t="221460" x="3581400" y="4178300"/>
          <p14:tracePt t="221476" x="3517900" y="4197350"/>
          <p14:tracePt t="221493" x="3498850" y="4203700"/>
          <p14:tracePt t="221509" x="3486150" y="4216400"/>
          <p14:tracePt t="221526" x="3479800" y="4229100"/>
          <p14:tracePt t="221543" x="3479800" y="4235450"/>
          <p14:tracePt t="221560" x="3479800" y="4241800"/>
          <p14:tracePt t="221662" x="3479800" y="4235450"/>
          <p14:tracePt t="221676" x="3479800" y="4229100"/>
          <p14:tracePt t="221683" x="3473450" y="4222750"/>
          <p14:tracePt t="221693" x="3473450" y="4216400"/>
          <p14:tracePt t="221709" x="3467100" y="4216400"/>
          <p14:tracePt t="221726" x="3454400" y="4210050"/>
          <p14:tracePt t="221742" x="3441700" y="4203700"/>
          <p14:tracePt t="221759" x="3403600" y="4197350"/>
          <p14:tracePt t="221776" x="3333750" y="4184650"/>
          <p14:tracePt t="221792" x="3282950" y="4184650"/>
          <p14:tracePt t="221808" x="3175000" y="4184650"/>
          <p14:tracePt t="221825" x="3067050" y="4197350"/>
          <p14:tracePt t="221841" x="3003550" y="4203700"/>
          <p14:tracePt t="221859" x="2921000" y="4229100"/>
          <p14:tracePt t="221875" x="2857500" y="4260850"/>
          <p14:tracePt t="221891" x="2844800" y="4267200"/>
          <p14:tracePt t="221908" x="2825750" y="4286250"/>
          <p14:tracePt t="221925" x="2813050" y="4292600"/>
          <p14:tracePt t="221941" x="2806700" y="4298950"/>
          <p14:tracePt t="221959" x="2806700" y="4305300"/>
          <p14:tracePt t="222083" x="2813050" y="4305300"/>
          <p14:tracePt t="223046" x="2819400" y="4305300"/>
          <p14:tracePt t="223060" x="2825750" y="4305300"/>
          <p14:tracePt t="223067" x="2832100" y="4298950"/>
          <p14:tracePt t="223081" x="2844800" y="4298950"/>
          <p14:tracePt t="223090" x="2851150" y="4286250"/>
          <p14:tracePt t="223104" x="2857500" y="4279900"/>
          <p14:tracePt t="223120" x="2870200" y="4267200"/>
          <p14:tracePt t="223138" x="2882900" y="4260850"/>
          <p14:tracePt t="223154" x="2889250" y="4254500"/>
          <p14:tracePt t="223170" x="2901950" y="4248150"/>
          <p14:tracePt t="223187" x="2921000" y="4235450"/>
          <p14:tracePt t="223203" x="2940050" y="4229100"/>
          <p14:tracePt t="223220" x="2959100" y="4229100"/>
          <p14:tracePt t="223237" x="3060700" y="4203700"/>
          <p14:tracePt t="223253" x="3124200" y="4197350"/>
          <p14:tracePt t="223270" x="3187700" y="4184650"/>
          <p14:tracePt t="223286" x="3321050" y="4171950"/>
          <p14:tracePt t="223303" x="3473450" y="4159250"/>
          <p14:tracePt t="223320" x="3644900" y="4140200"/>
          <p14:tracePt t="223336" x="3721100" y="4140200"/>
          <p14:tracePt t="223353" x="3873500" y="4121150"/>
          <p14:tracePt t="223370" x="4006850" y="4108450"/>
          <p14:tracePt t="223386" x="4070350" y="4108450"/>
          <p14:tracePt t="223403" x="4184650" y="4102100"/>
          <p14:tracePt t="223419" x="4349750" y="4102100"/>
          <p14:tracePt t="223436" x="4438650" y="4102100"/>
          <p14:tracePt t="223453" x="4584700" y="4102100"/>
          <p14:tracePt t="223469" x="4673600" y="4102100"/>
          <p14:tracePt t="223486" x="4705350" y="4102100"/>
          <p14:tracePt t="223504" x="4737100" y="4114800"/>
          <p14:tracePt t="223519" x="4743450" y="4121150"/>
          <p14:tracePt t="223553" x="4743450" y="4127500"/>
          <p14:tracePt t="223572" x="4737100" y="4127500"/>
          <p14:tracePt t="223585" x="4730750" y="4127500"/>
          <p14:tracePt t="223603" x="4711700" y="4127500"/>
          <p14:tracePt t="223636" x="4686300" y="4127500"/>
          <p14:tracePt t="223652" x="4667250" y="4127500"/>
          <p14:tracePt t="223669" x="4648200" y="4127500"/>
          <p14:tracePt t="223685" x="4597400" y="4133850"/>
          <p14:tracePt t="223702" x="4495800" y="4152900"/>
          <p14:tracePt t="223719" x="4432300" y="4159250"/>
          <p14:tracePt t="223735" x="4248150" y="4184650"/>
          <p14:tracePt t="223751" x="4057650" y="4210050"/>
          <p14:tracePt t="223769" x="3860800" y="4254500"/>
          <p14:tracePt t="223786" x="3759200" y="4254500"/>
          <p14:tracePt t="223801" x="3606800" y="4279900"/>
          <p14:tracePt t="223819" x="3536950" y="4292600"/>
          <p14:tracePt t="223835" x="3511550" y="4298950"/>
          <p14:tracePt t="223881" x="3524250" y="4298950"/>
          <p14:tracePt t="223889" x="3549650" y="4298950"/>
          <p14:tracePt t="223904" x="3575050" y="4298950"/>
          <p14:tracePt t="223918" x="3632200" y="4286250"/>
          <p14:tracePt t="223934" x="3790950" y="4279900"/>
          <p14:tracePt t="223953" x="4019550" y="4254500"/>
          <p14:tracePt t="223968" x="4146550" y="4248150"/>
          <p14:tracePt t="223984" x="4362450" y="4203700"/>
          <p14:tracePt t="224002" x="4508500" y="4178300"/>
          <p14:tracePt t="224017" x="4552950" y="4165600"/>
          <p14:tracePt t="224034" x="4584700" y="4159250"/>
          <p14:tracePt t="224051" x="4591050" y="4159250"/>
          <p14:tracePt t="224141" x="4603750" y="4159250"/>
          <p14:tracePt t="224148" x="4622800" y="4152900"/>
          <p14:tracePt t="224162" x="4641850" y="4152900"/>
          <p14:tracePt t="224170" x="4660900" y="4152900"/>
          <p14:tracePt t="224187" x="4679950" y="4152900"/>
          <p14:tracePt t="224200" x="4711700" y="4152900"/>
          <p14:tracePt t="224217" x="4762500" y="4159250"/>
          <p14:tracePt t="224234" x="4819650" y="4165600"/>
          <p14:tracePt t="224250" x="4832350" y="4171950"/>
          <p14:tracePt t="224267" x="4851400" y="4178300"/>
          <p14:tracePt t="224303" x="4838700" y="4178300"/>
          <p14:tracePt t="224317" x="4832350" y="4178300"/>
          <p14:tracePt t="224333" x="4806950" y="4178300"/>
          <p14:tracePt t="224349" x="4800600" y="4178300"/>
          <p14:tracePt t="224368" x="4775200" y="4178300"/>
          <p14:tracePt t="224383" x="4737100" y="4184650"/>
          <p14:tracePt t="224399" x="4718050" y="4184650"/>
          <p14:tracePt t="224416" x="4660900" y="4191000"/>
          <p14:tracePt t="224433" x="4591050" y="4210050"/>
          <p14:tracePt t="224449" x="4565650" y="4216400"/>
          <p14:tracePt t="224466" x="4514850" y="4229100"/>
          <p14:tracePt t="224483" x="4489450" y="4235450"/>
          <p14:tracePt t="224501" x="4445000" y="4248150"/>
          <p14:tracePt t="224515" x="4425950" y="4260850"/>
          <p14:tracePt t="224532" x="4419600" y="4260850"/>
          <p14:tracePt t="224550" x="4406900" y="4273550"/>
          <p14:tracePt t="224566" x="4406900" y="4279900"/>
          <p14:tracePt t="224582" x="4406900" y="4286250"/>
          <p14:tracePt t="224599" x="4413250" y="4286250"/>
          <p14:tracePt t="224615" x="4425950" y="4286250"/>
          <p14:tracePt t="224632" x="4432300" y="4286250"/>
          <p14:tracePt t="224649" x="4432300" y="4279900"/>
          <p14:tracePt t="224683" x="4432300" y="4273550"/>
          <p14:tracePt t="224696" x="4425950" y="4267200"/>
          <p14:tracePt t="224710" x="4419600" y="4267200"/>
          <p14:tracePt t="224724" x="4406900" y="4267200"/>
          <p14:tracePt t="224735" x="4394200" y="4267200"/>
          <p14:tracePt t="224748" x="4375150" y="4267200"/>
          <p14:tracePt t="224765" x="4356100" y="4267200"/>
          <p14:tracePt t="224782" x="4267200" y="4279900"/>
          <p14:tracePt t="224798" x="4235450" y="4286250"/>
          <p14:tracePt t="224817" x="4197350" y="4292600"/>
          <p14:tracePt t="224832" x="4178300" y="4298950"/>
          <p14:tracePt t="224848" x="4159250" y="4305300"/>
          <p14:tracePt t="224865" x="4146550" y="4318000"/>
          <p14:tracePt t="224915" x="4140200" y="4324350"/>
          <p14:tracePt t="224984" x="4133850" y="4318000"/>
          <p14:tracePt t="224991" x="4127500" y="4318000"/>
          <p14:tracePt t="225005" x="4121150" y="4311650"/>
          <p14:tracePt t="225026" x="4108450" y="4311650"/>
          <p14:tracePt t="225034" x="4089400" y="4311650"/>
          <p14:tracePt t="225050" x="4057650" y="4305300"/>
          <p14:tracePt t="225064" x="3975100" y="4298950"/>
          <p14:tracePt t="225080" x="3937000" y="4298950"/>
          <p14:tracePt t="225099" x="3841750" y="4298950"/>
          <p14:tracePt t="225113" x="3816350" y="4298950"/>
          <p14:tracePt t="225130" x="3746500" y="4305300"/>
          <p14:tracePt t="225147" x="3714750" y="4318000"/>
          <p14:tracePt t="225163" x="3702050" y="4318000"/>
          <p14:tracePt t="225180" x="3683000" y="4324350"/>
          <p14:tracePt t="225197" x="3676650" y="4324350"/>
          <p14:tracePt t="225213" x="3676650" y="4330700"/>
          <p14:tracePt t="225650" x="3606800" y="4324350"/>
          <p14:tracePt t="225656" x="3517900" y="4292600"/>
          <p14:tracePt t="225670" x="3384550" y="4248150"/>
          <p14:tracePt t="225685" x="3225800" y="4197350"/>
          <p14:tracePt t="225699" x="3111500" y="4152900"/>
          <p14:tracePt t="225711" x="2990850" y="4114800"/>
          <p14:tracePt t="225728" x="2806700" y="4000500"/>
          <p14:tracePt t="225745" x="2724150" y="3956050"/>
          <p14:tracePt t="225761" x="2584450" y="3879850"/>
          <p14:tracePt t="225778" x="2457450" y="3810000"/>
          <p14:tracePt t="225794" x="2381250" y="3771900"/>
          <p14:tracePt t="225812" x="2228850" y="3683000"/>
          <p14:tracePt t="225828" x="2152650" y="3657600"/>
          <p14:tracePt t="225845" x="2000250" y="3568700"/>
          <p14:tracePt t="225862" x="1885950" y="3505200"/>
          <p14:tracePt t="225879" x="1784350" y="3460750"/>
          <p14:tracePt t="225896" x="1689100" y="3435350"/>
          <p14:tracePt t="225912" x="1644650" y="3416300"/>
          <p14:tracePt t="225928" x="1600200" y="3397250"/>
          <p14:tracePt t="225945" x="1466850" y="3352800"/>
          <p14:tracePt t="225961" x="1435100" y="3340100"/>
          <p14:tracePt t="225977" x="1390650" y="3327400"/>
          <p14:tracePt t="225994" x="1308100" y="3321050"/>
          <p14:tracePt t="226010" x="1231900" y="3321050"/>
          <p14:tracePt t="226027" x="1206500" y="3321050"/>
          <p14:tracePt t="226044" x="1155700" y="3327400"/>
          <p14:tracePt t="226060" x="1111250" y="3359150"/>
          <p14:tracePt t="226078" x="1098550" y="3378200"/>
          <p14:tracePt t="226093" x="1060450" y="3422650"/>
          <p14:tracePt t="226110" x="1016000" y="3498850"/>
          <p14:tracePt t="226128" x="977900" y="3575050"/>
          <p14:tracePt t="226143" x="958850" y="3619500"/>
          <p14:tracePt t="226160" x="914400" y="3727450"/>
          <p14:tracePt t="226177" x="895350" y="3784600"/>
          <p14:tracePt t="226193" x="857250" y="3956050"/>
          <p14:tracePt t="226210" x="831850" y="4032250"/>
          <p14:tracePt t="226227" x="806450" y="4216400"/>
          <p14:tracePt t="226243" x="800100" y="4235450"/>
          <p14:tracePt t="226260" x="800100" y="4260850"/>
          <p14:tracePt t="226276" x="793750" y="4267200"/>
          <p14:tracePt t="226293" x="793750" y="4273550"/>
          <p14:tracePt t="226312" x="793750" y="4267200"/>
          <p14:tracePt t="226326" x="793750" y="4260850"/>
          <p14:tracePt t="226343" x="793750" y="4248150"/>
          <p14:tracePt t="226360" x="800100" y="4146550"/>
          <p14:tracePt t="226376" x="812800" y="4076700"/>
          <p14:tracePt t="226392" x="819150" y="3898900"/>
          <p14:tracePt t="226409" x="819150" y="3644900"/>
          <p14:tracePt t="226426" x="806450" y="3486150"/>
          <p14:tracePt t="226442" x="793750" y="3168650"/>
          <p14:tracePt t="226459" x="787400" y="2901950"/>
          <p14:tracePt t="226475" x="774700" y="2813050"/>
          <p14:tracePt t="226492" x="774700" y="2749550"/>
          <p14:tracePt t="226509" x="774700" y="2667000"/>
          <p14:tracePt t="226545" x="768350" y="2673350"/>
          <p14:tracePt t="226559" x="762000" y="2673350"/>
          <p14:tracePt t="226575" x="762000" y="2698750"/>
          <p14:tracePt t="226592" x="762000" y="2730500"/>
          <p14:tracePt t="226609" x="762000" y="2762250"/>
          <p14:tracePt t="226625" x="755650" y="2851150"/>
          <p14:tracePt t="226642" x="736600" y="2984500"/>
          <p14:tracePt t="226658" x="736600" y="3060700"/>
          <p14:tracePt t="226675" x="736600" y="3238500"/>
          <p14:tracePt t="226691" x="749300" y="3441700"/>
          <p14:tracePt t="226708" x="749300" y="3556000"/>
          <p14:tracePt t="226725" x="768350" y="3797300"/>
          <p14:tracePt t="226741" x="800100" y="4000500"/>
          <p14:tracePt t="226758" x="819150" y="4095750"/>
          <p14:tracePt t="226775" x="850900" y="4216400"/>
          <p14:tracePt t="226791" x="857250" y="4286250"/>
          <p14:tracePt t="226808" x="863600" y="4298950"/>
          <p14:tracePt t="226824" x="869950" y="4305300"/>
          <p14:tracePt t="226858" x="876300" y="4305300"/>
          <p14:tracePt t="226921" x="882650" y="4305300"/>
          <p14:tracePt t="226928" x="895350" y="4305300"/>
          <p14:tracePt t="226940" x="914400" y="4305300"/>
          <p14:tracePt t="226957" x="952500" y="4292600"/>
          <p14:tracePt t="227329" x="984250" y="4292600"/>
          <p14:tracePt t="227344" x="1028700" y="4292600"/>
          <p14:tracePt t="227351" x="1104900" y="4292600"/>
          <p14:tracePt t="227365" x="1206500" y="4292600"/>
          <p14:tracePt t="227375" x="1333500" y="4292600"/>
          <p14:tracePt t="227389" x="1473200" y="4292600"/>
          <p14:tracePt t="227406" x="1765300" y="4292600"/>
          <p14:tracePt t="227423" x="2127250" y="4324350"/>
          <p14:tracePt t="227439" x="2292350" y="4337050"/>
          <p14:tracePt t="227457" x="2552700" y="4349750"/>
          <p14:tracePt t="227472" x="2768600" y="4368800"/>
          <p14:tracePt t="227489" x="2851150" y="4381500"/>
          <p14:tracePt t="227506" x="2952750" y="4387850"/>
          <p14:tracePt t="227523" x="2971800" y="4387850"/>
          <p14:tracePt t="227539" x="2990850" y="4387850"/>
          <p14:tracePt t="227555" x="2997200" y="4387850"/>
          <p14:tracePt t="227611" x="2990850" y="4394200"/>
          <p14:tracePt t="227639" x="2990850" y="4400550"/>
          <p14:tracePt t="227646" x="2984500" y="4400550"/>
          <p14:tracePt t="227660" x="2978150" y="4400550"/>
          <p14:tracePt t="227674" x="2971800" y="4406900"/>
          <p14:tracePt t="227691" x="2959100" y="4406900"/>
          <p14:tracePt t="227705" x="2946400" y="4406900"/>
          <p14:tracePt t="227721" x="2933700" y="4406900"/>
          <p14:tracePt t="227739" x="2908300" y="4419600"/>
          <p14:tracePt t="227754" x="2895600" y="4419600"/>
          <p14:tracePt t="227772" x="2857500" y="4432300"/>
          <p14:tracePt t="227788" x="2825750" y="4445000"/>
          <p14:tracePt t="227804" x="2787650" y="4451350"/>
          <p14:tracePt t="227822" x="2692400" y="4489450"/>
          <p14:tracePt t="227838" x="2635250" y="4495800"/>
          <p14:tracePt t="227854" x="2584450" y="4514850"/>
          <p14:tracePt t="227872" x="2476500" y="4533900"/>
          <p14:tracePt t="227887" x="2419350" y="4546600"/>
          <p14:tracePt t="227904" x="2381250" y="4552950"/>
          <p14:tracePt t="227921" x="2324100" y="4559300"/>
          <p14:tracePt t="227938" x="2305050" y="4559300"/>
          <p14:tracePt t="227954" x="2292350" y="4559300"/>
          <p14:tracePt t="227970" x="2266950" y="4565650"/>
          <p14:tracePt t="227987" x="2260600" y="4565650"/>
          <p14:tracePt t="228004" x="2247900" y="4572000"/>
          <p14:tracePt t="228046" x="2247900" y="4578350"/>
          <p14:tracePt t="228109" x="2254250" y="4584700"/>
          <p14:tracePt t="228130" x="2260600" y="4584700"/>
          <p14:tracePt t="228144" x="2266950" y="4584700"/>
          <p14:tracePt t="228158" x="2273300" y="4584700"/>
          <p14:tracePt t="228172" x="2279650" y="4584700"/>
          <p14:tracePt t="228179" x="2286000" y="4584700"/>
          <p14:tracePt t="228193" x="2298700" y="4584700"/>
          <p14:tracePt t="228208" x="2305050" y="4584700"/>
          <p14:tracePt t="228219" x="2311400" y="4584700"/>
          <p14:tracePt t="228341" x="2298700" y="4584700"/>
          <p14:tracePt t="228348" x="2292350" y="4584700"/>
          <p14:tracePt t="228362" x="2273300" y="4584700"/>
          <p14:tracePt t="228376" x="2247900" y="4591050"/>
          <p14:tracePt t="228390" x="2216150" y="4591050"/>
          <p14:tracePt t="228402" x="2178050" y="4591050"/>
          <p14:tracePt t="228419" x="2127250" y="4591050"/>
          <p14:tracePt t="228435" x="2038350" y="4591050"/>
          <p14:tracePt t="228452" x="1987550" y="4591050"/>
          <p14:tracePt t="228469" x="1943100" y="4591050"/>
          <p14:tracePt t="228485" x="1885950" y="4597400"/>
          <p14:tracePt t="228503" x="1866900" y="4597400"/>
          <p14:tracePt t="228519" x="1835150" y="4597400"/>
          <p14:tracePt t="228535" x="1828800" y="4597400"/>
          <p14:tracePt t="228552" x="1822450" y="4597400"/>
          <p14:tracePt t="228568" x="1816100" y="4603750"/>
          <p14:tracePt t="228713" x="1809750" y="4603750"/>
          <p14:tracePt t="228797" x="1809750" y="4610100"/>
          <p14:tracePt t="228819" x="1816100" y="4610100"/>
          <p14:tracePt t="228833" x="1828800" y="4610100"/>
          <p14:tracePt t="228847" x="1847850" y="4603750"/>
          <p14:tracePt t="228854" x="1892300" y="4591050"/>
          <p14:tracePt t="228868" x="1943100" y="4565650"/>
          <p14:tracePt t="228884" x="2114550" y="4502150"/>
          <p14:tracePt t="228900" x="2222500" y="4451350"/>
          <p14:tracePt t="228917" x="2425700" y="4337050"/>
          <p14:tracePt t="228934" x="2609850" y="4222750"/>
          <p14:tracePt t="228950" x="2705100" y="4159250"/>
          <p14:tracePt t="228968" x="2914650" y="4000500"/>
          <p14:tracePt t="228984" x="2971800" y="3962400"/>
          <p14:tracePt t="229000" x="3022600" y="3924300"/>
          <p14:tracePt t="229017" x="3130550" y="3854450"/>
          <p14:tracePt t="229033" x="3149600" y="3835400"/>
          <p14:tracePt t="229050" x="3175000" y="3816350"/>
          <p14:tracePt t="229067" x="3194050" y="3790950"/>
          <p14:tracePt t="229083" x="3206750" y="3771900"/>
          <p14:tracePt t="229100" x="3213100" y="3765550"/>
          <p14:tracePt t="229116" x="3219450" y="3759200"/>
          <p14:tracePt t="229133" x="3219450" y="3740150"/>
          <p14:tracePt t="229150" x="3225800" y="3708400"/>
          <p14:tracePt t="229166" x="3232150" y="3695700"/>
          <p14:tracePt t="229183" x="3238500" y="3651250"/>
          <p14:tracePt t="229199" x="3244850" y="3606800"/>
          <p14:tracePt t="229216" x="3251200" y="3575050"/>
          <p14:tracePt t="229220" x="3257550" y="3556000"/>
          <p14:tracePt t="229233" x="3257550" y="3530600"/>
          <p14:tracePt t="229249" x="3263900" y="3517900"/>
          <p14:tracePt t="229265" x="3263900" y="3511550"/>
          <p14:tracePt t="229290" x="3257550" y="3524250"/>
          <p14:tracePt t="229298" x="3251200" y="3536950"/>
          <p14:tracePt t="229315" x="3244850" y="3549650"/>
          <p14:tracePt t="229333" x="3225800" y="3581400"/>
          <p14:tracePt t="229349" x="3219450" y="3606800"/>
          <p14:tracePt t="229365" x="3187700" y="3683000"/>
          <p14:tracePt t="229382" x="3117850" y="3829050"/>
          <p14:tracePt t="229399" x="3079750" y="3911600"/>
          <p14:tracePt t="229416" x="2971800" y="4108450"/>
          <p14:tracePt t="229432" x="2908300" y="4203700"/>
          <p14:tracePt t="229448" x="2787650" y="4381500"/>
          <p14:tracePt t="229466" x="2736850" y="4451350"/>
          <p14:tracePt t="229482" x="2692400" y="4521200"/>
          <p14:tracePt t="229498" x="2622550" y="4597400"/>
          <p14:tracePt t="229515" x="2609850" y="4616450"/>
          <p14:tracePt t="229531" x="2590800" y="4635500"/>
          <p14:tracePt t="229548" x="2584450" y="4635500"/>
          <p14:tracePt t="229592" x="2578100" y="4635500"/>
          <p14:tracePt t="229705" x="2578100" y="4641850"/>
          <p14:tracePt t="229740" x="2584450" y="4641850"/>
          <p14:tracePt t="229775" x="2590800" y="4641850"/>
          <p14:tracePt t="229795" x="2597150" y="4641850"/>
          <p14:tracePt t="229831" x="2609850" y="4641850"/>
          <p14:tracePt t="229845" x="2616200" y="4641850"/>
          <p14:tracePt t="229873" x="2622550" y="4641850"/>
          <p14:tracePt t="229881" x="2628900" y="4641850"/>
          <p14:tracePt t="229894" x="2635250" y="4641850"/>
          <p14:tracePt t="229908" x="2660650" y="4641850"/>
          <p14:tracePt t="229923" x="2679700" y="4641850"/>
          <p14:tracePt t="229930" x="2717800" y="4641850"/>
          <p14:tracePt t="229946" x="2755900" y="4641850"/>
          <p14:tracePt t="229964" x="2857500" y="4641850"/>
          <p14:tracePt t="229979" x="2908300" y="4641850"/>
          <p14:tracePt t="229997" x="2965450" y="4654550"/>
          <p14:tracePt t="230014" x="3041650" y="4654550"/>
          <p14:tracePt t="230029" x="3073400" y="4654550"/>
          <p14:tracePt t="230046" x="3092450" y="4654550"/>
          <p14:tracePt t="230063" x="3124200" y="4654550"/>
          <p14:tracePt t="230079" x="3130550" y="4654550"/>
          <p14:tracePt t="230113" x="3136900" y="4654550"/>
          <p14:tracePt t="230295" x="3130550" y="4654550"/>
          <p14:tracePt t="230365" x="3124200" y="4654550"/>
          <p14:tracePt t="230520" x="3117850" y="4660900"/>
          <p14:tracePt t="230632" x="3117850" y="4667250"/>
          <p14:tracePt t="230787" x="3124200" y="4667250"/>
          <p14:tracePt t="230871" x="3130550" y="4660900"/>
          <p14:tracePt t="230899" x="3136900" y="4654550"/>
          <p14:tracePt t="230913" x="3143250" y="4648200"/>
          <p14:tracePt t="230920" x="3143250" y="4641850"/>
          <p14:tracePt t="230934" x="3149600" y="4635500"/>
          <p14:tracePt t="230948" x="3155950" y="4635500"/>
          <p14:tracePt t="230960" x="3162300" y="4622800"/>
          <p14:tracePt t="230977" x="3187700" y="4584700"/>
          <p14:tracePt t="230993" x="3225800" y="4552950"/>
          <p14:tracePt t="231010" x="3251200" y="4527550"/>
          <p14:tracePt t="231027" x="3282950" y="4483100"/>
          <p14:tracePt t="231044" x="3289300" y="4470400"/>
          <p14:tracePt t="231060" x="3308350" y="4457700"/>
          <p14:tracePt t="231076" x="3314700" y="4457700"/>
          <p14:tracePt t="231110" x="3321050" y="4457700"/>
          <p14:tracePt t="231138" x="3321050" y="4464050"/>
          <p14:tracePt t="231146" x="3321050" y="4470400"/>
          <p14:tracePt t="231160" x="3327400" y="4476750"/>
          <p14:tracePt t="231175" x="3333750" y="4489450"/>
          <p14:tracePt t="231192" x="3359150" y="4508500"/>
          <p14:tracePt t="231209" x="3409950" y="4584700"/>
          <p14:tracePt t="231226" x="3498850" y="4705350"/>
          <p14:tracePt t="231243" x="3575050" y="4832350"/>
          <p14:tracePt t="231259" x="3638550" y="4940300"/>
          <p14:tracePt t="231275" x="3657600" y="4984750"/>
          <p14:tracePt t="231292" x="3663950" y="5048250"/>
          <p14:tracePt t="231309" x="3670300" y="5080000"/>
          <p14:tracePt t="231325" x="3670300" y="5092700"/>
          <p14:tracePt t="231342" x="3663950" y="5105400"/>
          <p14:tracePt t="231359" x="3657600" y="5105400"/>
          <p14:tracePt t="231375" x="3651250" y="5105400"/>
          <p14:tracePt t="231391" x="3638550" y="5105400"/>
          <p14:tracePt t="231428" x="3632200" y="5099050"/>
          <p14:tracePt t="231446" x="3625850" y="5086350"/>
          <p14:tracePt t="231468" x="3625850" y="5080000"/>
          <p14:tracePt t="231477" x="3625850" y="5073650"/>
          <p14:tracePt t="231491" x="3625850" y="5067300"/>
          <p14:tracePt t="231508" x="3625850" y="5060950"/>
          <p14:tracePt t="231525" x="3632200" y="5041900"/>
          <p14:tracePt t="231541" x="3632200" y="5016500"/>
          <p14:tracePt t="231559" x="3632200" y="4978400"/>
          <p14:tracePt t="231574" x="3632200" y="4946650"/>
          <p14:tracePt t="231591" x="3632200" y="4921250"/>
          <p14:tracePt t="231608" x="3606800" y="4826000"/>
          <p14:tracePt t="231624" x="3600450" y="4768850"/>
          <p14:tracePt t="231641" x="3562350" y="4673600"/>
          <p14:tracePt t="231658" x="3530600" y="4597400"/>
          <p14:tracePt t="231674" x="3524250" y="4578350"/>
          <p14:tracePt t="231691" x="3511550" y="4565650"/>
          <p14:tracePt t="231707" x="3511550" y="4559300"/>
          <p14:tracePt t="231742" x="3511550" y="4565650"/>
          <p14:tracePt t="231748" x="3511550" y="4572000"/>
          <p14:tracePt t="231763" x="3517900" y="4578350"/>
          <p14:tracePt t="231777" x="3524250" y="4584700"/>
          <p14:tracePt t="231793" x="3530600" y="4591050"/>
          <p14:tracePt t="231807" x="3536950" y="4597400"/>
          <p14:tracePt t="231823" x="3543300" y="4610100"/>
          <p14:tracePt t="231840" x="3549650" y="4622800"/>
          <p14:tracePt t="231857" x="3556000" y="4629150"/>
          <p14:tracePt t="231873" x="3562350" y="4654550"/>
          <p14:tracePt t="231890" x="3587750" y="4705350"/>
          <p14:tracePt t="231907" x="3594100" y="4737100"/>
          <p14:tracePt t="231924" x="3619500" y="4800600"/>
          <p14:tracePt t="231940" x="3625850" y="4870450"/>
          <p14:tracePt t="231956" x="3632200" y="4895850"/>
          <p14:tracePt t="231973" x="3638550" y="4946650"/>
          <p14:tracePt t="231989" x="3638550" y="4972050"/>
          <p14:tracePt t="232006" x="3638550" y="4984750"/>
          <p14:tracePt t="232023" x="3638550" y="4991100"/>
          <p14:tracePt t="232078" x="3638550" y="4984750"/>
          <p14:tracePt t="232093" x="3632200" y="4978400"/>
          <p14:tracePt t="232099" x="3632200" y="4972050"/>
          <p14:tracePt t="232109" x="3632200" y="4965700"/>
          <p14:tracePt t="232123" x="3632200" y="4959350"/>
          <p14:tracePt t="232139" x="3625850" y="4959350"/>
          <p14:tracePt t="232156" x="3625850" y="4940300"/>
          <p14:tracePt t="232172" x="3619500" y="4921250"/>
          <p14:tracePt t="232189" x="3619500" y="4914900"/>
          <p14:tracePt t="232205" x="3613150" y="4895850"/>
          <p14:tracePt t="232222" x="3600450" y="4864100"/>
          <p14:tracePt t="232239" x="3587750" y="4845050"/>
          <p14:tracePt t="232255" x="3549650" y="4800600"/>
          <p14:tracePt t="232272" x="3524250" y="4775200"/>
          <p14:tracePt t="232289" x="3505200" y="4756150"/>
          <p14:tracePt t="232305" x="3435350" y="4699000"/>
          <p14:tracePt t="232322" x="3378200" y="4660900"/>
          <p14:tracePt t="232339" x="3263900" y="4603750"/>
          <p14:tracePt t="232355" x="3143250" y="4552950"/>
          <p14:tracePt t="232372" x="3098800" y="4533900"/>
          <p14:tracePt t="232388" x="3028950" y="4527550"/>
          <p14:tracePt t="232404" x="3003550" y="4521200"/>
          <p14:tracePt t="232422" x="2959100" y="4521200"/>
          <p14:tracePt t="232438" x="2946400" y="4527550"/>
          <p14:tracePt t="232455" x="2933700" y="4527550"/>
          <p14:tracePt t="232472" x="2921000" y="4546600"/>
          <p14:tracePt t="232504" x="2921000" y="4559300"/>
          <p14:tracePt t="232521" x="2921000" y="4565650"/>
          <p14:tracePt t="232538" x="2914650" y="4565650"/>
          <p14:tracePt t="232554" x="2914650" y="4578350"/>
          <p14:tracePt t="232571" x="2914650" y="4584700"/>
          <p14:tracePt t="232588" x="2914650" y="4591050"/>
          <p14:tracePt t="232605" x="2908300" y="4603750"/>
          <p14:tracePt t="232620" x="2901950" y="4603750"/>
          <p14:tracePt t="232638" x="2889250" y="4616450"/>
          <p14:tracePt t="232655" x="2876550" y="4635500"/>
          <p14:tracePt t="233031" x="2857500" y="4641850"/>
          <p14:tracePt t="233045" x="2819400" y="4648200"/>
          <p14:tracePt t="233051" x="2774950" y="4673600"/>
          <p14:tracePt t="233066" x="2717800" y="4692650"/>
          <p14:tracePt t="233073" x="2673350" y="4711700"/>
          <p14:tracePt t="233086" x="2635250" y="4730750"/>
          <p14:tracePt t="233103" x="2533650" y="4775200"/>
          <p14:tracePt t="233119" x="2476500" y="4800600"/>
          <p14:tracePt t="233136" x="2368550" y="4838700"/>
          <p14:tracePt t="233152" x="2266950" y="4876800"/>
          <p14:tracePt t="233169" x="2241550" y="4883150"/>
          <p14:tracePt t="233186" x="2197100" y="4889500"/>
          <p14:tracePt t="233202" x="2184400" y="4889500"/>
          <p14:tracePt t="233219" x="2178050" y="4895850"/>
          <p14:tracePt t="233222" x="2171700" y="4895850"/>
          <p14:tracePt t="233242" x="2165350" y="4895850"/>
          <p14:tracePt t="233277" x="2159000" y="4902200"/>
          <p14:tracePt t="233452" x="2152650" y="4902200"/>
          <p14:tracePt t="233488" x="2152650" y="4908550"/>
          <p14:tracePt t="233537" x="2152650" y="4914900"/>
          <p14:tracePt t="233558" x="2152650" y="4921250"/>
          <p14:tracePt t="233579" x="2159000" y="4921250"/>
          <p14:tracePt t="233593" x="2165350" y="4921250"/>
          <p14:tracePt t="233607" x="2178050" y="4921250"/>
          <p14:tracePt t="233621" x="2190750" y="4927600"/>
          <p14:tracePt t="233628" x="2209800" y="4927600"/>
          <p14:tracePt t="233642" x="2228850" y="4927600"/>
          <p14:tracePt t="233656" x="2260600" y="4927600"/>
          <p14:tracePt t="233667" x="2286000" y="4927600"/>
          <p14:tracePt t="233684" x="2324100" y="4927600"/>
          <p14:tracePt t="233701" x="2349500" y="4927600"/>
          <p14:tracePt t="233717" x="2400300" y="4933950"/>
          <p14:tracePt t="233734" x="2432050" y="4933950"/>
          <p14:tracePt t="233750" x="2451100" y="4933950"/>
          <p14:tracePt t="233767" x="2482850" y="4933950"/>
          <p14:tracePt t="233784" x="2489200" y="4933950"/>
          <p14:tracePt t="233801" x="2501900" y="4933950"/>
          <p14:tracePt t="233839" x="2508250" y="4933950"/>
          <p14:tracePt t="233937" x="2501900" y="4927600"/>
          <p14:tracePt t="233972" x="2489200" y="4921250"/>
          <p14:tracePt t="235518" x="2501900" y="4895850"/>
          <p14:tracePt t="235532" x="2520950" y="4876800"/>
          <p14:tracePt t="235539" x="2540000" y="4845050"/>
          <p14:tracePt t="235553" x="2565400" y="4800600"/>
          <p14:tracePt t="235561" x="2597150" y="4756150"/>
          <p14:tracePt t="235577" x="2616200" y="4699000"/>
          <p14:tracePt t="235594" x="2660650" y="4552950"/>
          <p14:tracePt t="235610" x="2679700" y="4394200"/>
          <p14:tracePt t="235627" x="2692400" y="4305300"/>
          <p14:tracePt t="235644" x="2692400" y="4076700"/>
          <p14:tracePt t="235660" x="2686050" y="3962400"/>
          <p14:tracePt t="235677" x="2679700" y="3860800"/>
          <p14:tracePt t="235694" x="2647950" y="3670300"/>
          <p14:tracePt t="235710" x="2635250" y="3568700"/>
          <p14:tracePt t="235727" x="2616200" y="3378200"/>
          <p14:tracePt t="235743" x="2565400" y="3206750"/>
          <p14:tracePt t="235760" x="2540000" y="3136900"/>
          <p14:tracePt t="235777" x="2457450" y="3009900"/>
          <p14:tracePt t="235793" x="2413000" y="2895600"/>
          <p14:tracePt t="235809" x="2393950" y="2844800"/>
          <p14:tracePt t="235827" x="2374900" y="2800350"/>
          <p14:tracePt t="235843" x="2368550" y="2768600"/>
          <p14:tracePt t="235860" x="2362200" y="2755900"/>
          <p14:tracePt t="235876" x="2355850" y="2724150"/>
          <p14:tracePt t="235893" x="2355850" y="2698750"/>
          <p14:tracePt t="235909" x="2355850" y="2686050"/>
          <p14:tracePt t="235926" x="2355850" y="2667000"/>
          <p14:tracePt t="235943" x="2355850" y="2641600"/>
          <p14:tracePt t="235961" x="2362200" y="2616200"/>
          <p14:tracePt t="235975" x="2362200" y="2609850"/>
          <p14:tracePt t="235992" x="2362200" y="2597150"/>
          <p14:tracePt t="236009" x="2362200" y="2571750"/>
          <p14:tracePt t="236027" x="2349500" y="2533650"/>
          <p14:tracePt t="236042" x="2343150" y="2508250"/>
          <p14:tracePt t="236059" x="2330450" y="2438400"/>
          <p14:tracePt t="236075" x="2311400" y="2368550"/>
          <p14:tracePt t="236093" x="2305050" y="2343150"/>
          <p14:tracePt t="236108" x="2292350" y="2305050"/>
          <p14:tracePt t="236125" x="2279650" y="2266950"/>
          <p14:tracePt t="236143" x="2273300" y="2260600"/>
          <p14:tracePt t="236185" x="2273300" y="2266950"/>
          <p14:tracePt t="236195" x="2273300" y="2273300"/>
          <p14:tracePt t="236209" x="2273300" y="2292350"/>
          <p14:tracePt t="236225" x="2273300" y="2368550"/>
          <p14:tracePt t="236242" x="2273300" y="2546350"/>
          <p14:tracePt t="236258" x="2266950" y="2673350"/>
          <p14:tracePt t="236275" x="2266950" y="2813050"/>
          <p14:tracePt t="236291" x="2254250" y="3130550"/>
          <p14:tracePt t="236308" x="2254250" y="3289300"/>
          <p14:tracePt t="236325" x="2222500" y="3575050"/>
          <p14:tracePt t="236341" x="2203450" y="3829050"/>
          <p14:tracePt t="236358" x="2190750" y="3930650"/>
          <p14:tracePt t="236375" x="2184400" y="4133850"/>
          <p14:tracePt t="236391" x="2184400" y="4171950"/>
          <p14:tracePt t="236408" x="2184400" y="4222750"/>
          <p14:tracePt t="236424" x="2184400" y="4248150"/>
          <p14:tracePt t="236441" x="2184400" y="4254500"/>
          <p14:tracePt t="236458" x="2190750" y="4254500"/>
          <p14:tracePt t="236474" x="2203450" y="4260850"/>
          <p14:tracePt t="236501" x="2209800" y="4260850"/>
          <p14:tracePt t="236515" x="2216150" y="4260850"/>
          <p14:tracePt t="236524" x="2216150" y="4254500"/>
          <p14:tracePt t="236540" x="2222500" y="4248150"/>
          <p14:tracePt t="236558" x="2235200" y="4241800"/>
          <p14:tracePt t="236574" x="2241550" y="4229100"/>
          <p14:tracePt t="236590" x="2254250" y="4216400"/>
          <p14:tracePt t="236607" x="2286000" y="4152900"/>
          <p14:tracePt t="236624" x="2305050" y="4095750"/>
          <p14:tracePt t="236641" x="2368550" y="3898900"/>
          <p14:tracePt t="236657" x="2419350" y="3632200"/>
          <p14:tracePt t="236673" x="2432050" y="3467100"/>
          <p14:tracePt t="236691" x="2432050" y="3149600"/>
          <p14:tracePt t="236707" x="2432050" y="2857500"/>
          <p14:tracePt t="236723" x="2406650" y="2724150"/>
          <p14:tracePt t="236740" x="2343150" y="2470150"/>
          <p14:tracePt t="236756" x="2279650" y="2260600"/>
          <p14:tracePt t="236773" x="2254250" y="2190750"/>
          <p14:tracePt t="236790" x="2197100" y="2057400"/>
          <p14:tracePt t="236806" x="2165350" y="1962150"/>
          <p14:tracePt t="236824" x="2146300" y="1911350"/>
          <p14:tracePt t="236839" x="2146300" y="1898650"/>
          <p14:tracePt t="236856" x="2133600" y="1892300"/>
          <p14:tracePt t="236958" x="2139950" y="1898650"/>
          <p14:tracePt t="236971" x="2139950" y="1905000"/>
          <p14:tracePt t="236986" x="2146300" y="1911350"/>
          <p14:tracePt t="236993" x="2146300" y="1917700"/>
          <p14:tracePt t="237014" x="2152650" y="1930400"/>
          <p14:tracePt t="237028" x="2152650" y="1936750"/>
          <p14:tracePt t="237038" x="2152650" y="1943100"/>
          <p14:tracePt t="237056" x="2159000" y="1968500"/>
          <p14:tracePt t="237072" x="2159000" y="1987550"/>
          <p14:tracePt t="237089" x="2190750" y="2120900"/>
          <p14:tracePt t="237105" x="2247900" y="2336800"/>
          <p14:tracePt t="237121" x="2279650" y="2501900"/>
          <p14:tracePt t="237139" x="2374900" y="2914650"/>
          <p14:tracePt t="237155" x="2463800" y="3270250"/>
          <p14:tracePt t="237172" x="2489200" y="3441700"/>
          <p14:tracePt t="237190" x="2533650" y="3759200"/>
          <p14:tracePt t="237205" x="2565400" y="4025900"/>
          <p14:tracePt t="237222" x="2565400" y="4140200"/>
          <p14:tracePt t="237239" x="2578100" y="4305300"/>
          <p14:tracePt t="237255" x="2578100" y="4356100"/>
          <p14:tracePt t="237258" x="2578100" y="4394200"/>
          <p14:tracePt t="237272" x="2578100" y="4425950"/>
          <p14:tracePt t="237288" x="2578100" y="4457700"/>
          <p14:tracePt t="237305" x="2578100" y="4464050"/>
          <p14:tracePt t="237321" x="2578100" y="4476750"/>
          <p14:tracePt t="237457" x="2571750" y="4476750"/>
          <p14:tracePt t="237478" x="2565400" y="4476750"/>
          <p14:tracePt t="237484" x="2552700" y="4476750"/>
          <p14:tracePt t="237506" x="2540000" y="4476750"/>
          <p14:tracePt t="237519" x="2527300" y="4476750"/>
          <p14:tracePt t="237527" x="2514600" y="4476750"/>
          <p14:tracePt t="237537" x="2489200" y="4464050"/>
          <p14:tracePt t="237555" x="2444750" y="4451350"/>
          <p14:tracePt t="237570" x="2419350" y="4438650"/>
          <p14:tracePt t="237587" x="2393950" y="4432300"/>
          <p14:tracePt t="237604" x="2336800" y="4400550"/>
          <p14:tracePt t="237620" x="2324100" y="4387850"/>
          <p14:tracePt t="237637" x="2311400" y="4381500"/>
          <p14:tracePt t="237653" x="2305050" y="4349750"/>
          <p14:tracePt t="237670" x="2305050" y="4292600"/>
          <p14:tracePt t="237687" x="2305050" y="4241800"/>
          <p14:tracePt t="237704" x="2311400" y="4095750"/>
          <p14:tracePt t="237720" x="2298700" y="3867150"/>
          <p14:tracePt t="237737" x="2222500" y="3454400"/>
          <p14:tracePt t="237754" x="2146300" y="3194050"/>
          <p14:tracePt t="237770" x="2006600" y="2794000"/>
          <p14:tracePt t="237787" x="1866900" y="2520950"/>
          <p14:tracePt t="237803" x="1809750" y="2419350"/>
          <p14:tracePt t="237820" x="1771650" y="2336800"/>
          <p14:tracePt t="237836" x="1631950" y="2114550"/>
          <p14:tracePt t="237853" x="1593850" y="2057400"/>
          <p14:tracePt t="237869" x="1543050" y="2000250"/>
          <p14:tracePt t="237886" x="1492250" y="1936750"/>
          <p14:tracePt t="237903" x="1460500" y="1905000"/>
          <p14:tracePt t="237920" x="1447800" y="1879600"/>
          <p14:tracePt t="237936" x="1441450" y="1873250"/>
          <p14:tracePt t="237952" x="1441450" y="1866900"/>
          <p14:tracePt t="237969" x="1435100" y="1860550"/>
          <p14:tracePt t="238002" x="1435100" y="1847850"/>
          <p14:tracePt t="238019" x="1428750" y="1841500"/>
          <p14:tracePt t="238036" x="1422400" y="1835150"/>
          <p14:tracePt t="238053" x="1422400" y="1828800"/>
          <p14:tracePt t="238103" x="1422400" y="1835150"/>
          <p14:tracePt t="238110" x="1422400" y="1841500"/>
          <p14:tracePt t="238118" x="1428750" y="1847850"/>
          <p14:tracePt t="238135" x="1435100" y="1854200"/>
          <p14:tracePt t="238152" x="1460500" y="1879600"/>
          <p14:tracePt t="238168" x="1466850" y="1892300"/>
          <p14:tracePt t="238185" x="1492250" y="1911350"/>
          <p14:tracePt t="238202" x="1543050" y="1930400"/>
          <p14:tracePt t="238218" x="1593850" y="1930400"/>
          <p14:tracePt t="238235" x="1739900" y="1949450"/>
          <p14:tracePt t="238252" x="1917700" y="1962150"/>
          <p14:tracePt t="238268" x="2019300" y="1974850"/>
          <p14:tracePt t="238285" x="2203450" y="1955800"/>
          <p14:tracePt t="238301" x="2355850" y="1949450"/>
          <p14:tracePt t="238318" x="2406650" y="1943100"/>
          <p14:tracePt t="238335" x="2489200" y="1930400"/>
          <p14:tracePt t="238351" x="2540000" y="1911350"/>
          <p14:tracePt t="238368" x="2552700" y="1911350"/>
          <p14:tracePt t="238384" x="2571750" y="1898650"/>
          <p14:tracePt t="238401" x="2584450" y="1892300"/>
          <p14:tracePt t="238434" x="2590800" y="1885950"/>
          <p14:tracePt t="238469" x="2590800" y="1892300"/>
          <p14:tracePt t="238489" x="2584450" y="1892300"/>
          <p14:tracePt t="238510" x="2578100" y="1898650"/>
          <p14:tracePt t="238524" x="2571750" y="1898650"/>
          <p14:tracePt t="238531" x="2571750" y="1905000"/>
          <p14:tracePt t="238538" x="2565400" y="1905000"/>
          <p14:tracePt t="238553" x="2552700" y="1911350"/>
          <p14:tracePt t="238573" x="2546350" y="1911350"/>
          <p14:tracePt t="238583" x="2540000" y="1917700"/>
          <p14:tracePt t="238600" x="2533650" y="1924050"/>
          <p14:tracePt t="238616" x="2520950" y="1930400"/>
          <p14:tracePt t="238633" x="2489200" y="1962150"/>
          <p14:tracePt t="238651" x="2451100" y="2051050"/>
          <p14:tracePt t="238667" x="2413000" y="2120900"/>
          <p14:tracePt t="238683" x="2355850" y="2292350"/>
          <p14:tracePt t="238700" x="2292350" y="2501900"/>
          <p14:tracePt t="238716" x="2273300" y="2603500"/>
          <p14:tracePt t="238733" x="2273300" y="2705100"/>
          <p14:tracePt t="238749" x="2260600" y="2971800"/>
          <p14:tracePt t="238766" x="2279650" y="3041650"/>
          <p14:tracePt t="238784" x="2330450" y="3149600"/>
          <p14:tracePt t="238799" x="2355850" y="3181350"/>
          <p14:tracePt t="238816" x="2425700" y="3257550"/>
          <p14:tracePt t="238833" x="2470150" y="3276600"/>
          <p14:tracePt t="238849" x="2482850" y="3282950"/>
          <p14:tracePt t="238866" x="2495550" y="3282950"/>
          <p14:tracePt t="238883" x="2508250" y="3276600"/>
          <p14:tracePt t="238916" x="2508250" y="3270250"/>
          <p14:tracePt t="238932" x="2508250" y="3251200"/>
          <p14:tracePt t="238966" x="2501900" y="3232150"/>
          <p14:tracePt t="238982" x="2489200" y="3225800"/>
          <p14:tracePt t="238999" x="2482850" y="3213100"/>
          <p14:tracePt t="239016" x="2476500" y="3194050"/>
          <p14:tracePt t="239032" x="2463800" y="3162300"/>
          <p14:tracePt t="239049" x="2451100" y="3136900"/>
          <p14:tracePt t="239065" x="2419350" y="3067050"/>
          <p14:tracePt t="239082" x="2349500" y="2952750"/>
          <p14:tracePt t="239099" x="2311400" y="2882900"/>
          <p14:tracePt t="239115" x="2235200" y="2730500"/>
          <p14:tracePt t="239132" x="2178050" y="2654300"/>
          <p14:tracePt t="239149" x="2101850" y="2501900"/>
          <p14:tracePt t="239164" x="2032000" y="2374900"/>
          <p14:tracePt t="239181" x="2006600" y="2330450"/>
          <p14:tracePt t="239198" x="1968500" y="2266950"/>
          <p14:tracePt t="239215" x="1943100" y="2235200"/>
          <p14:tracePt t="239231" x="1930400" y="2228850"/>
          <p14:tracePt t="239248" x="1930400" y="2209800"/>
          <p14:tracePt t="239264" x="1924050" y="2190750"/>
          <p14:tracePt t="239281" x="1924050" y="2178050"/>
          <p14:tracePt t="239298" x="1917700" y="2152650"/>
          <p14:tracePt t="239315" x="1917700" y="2114550"/>
          <p14:tracePt t="239332" x="1898650" y="2044700"/>
          <p14:tracePt t="239347" x="1879600" y="1987550"/>
          <p14:tracePt t="239364" x="1860550" y="1911350"/>
          <p14:tracePt t="239381" x="1778000" y="1689100"/>
          <p14:tracePt t="239398" x="1720850" y="1549400"/>
          <p14:tracePt t="239414" x="1536700" y="1136650"/>
          <p14:tracePt t="239431" x="1346200" y="698500"/>
          <p14:tracePt t="239447" x="1225550" y="469900"/>
          <p14:tracePt t="239464" x="1193800" y="393700"/>
          <p14:tracePt t="239480" x="1162050" y="304800"/>
          <p14:tracePt t="239497" x="1155700" y="266700"/>
          <p14:tracePt t="239515" x="1155700" y="247650"/>
          <p14:tracePt t="239530" x="1155700" y="241300"/>
          <p14:tracePt t="239547" x="1162050" y="234950"/>
          <p14:tracePt t="239564" x="1174750" y="222250"/>
          <p14:tracePt t="239597" x="1181100" y="215900"/>
          <p14:tracePt t="239614" x="1181100" y="209550"/>
          <p14:tracePt t="239629" x="1187450" y="203200"/>
          <p14:tracePt t="239650" x="1187450" y="196850"/>
          <p14:tracePt t="239663" x="1193800" y="190500"/>
          <p14:tracePt t="239697" x="1193800" y="184150"/>
          <p14:tracePt t="239713" x="1200150" y="184150"/>
          <p14:tracePt t="239729" x="1212850" y="190500"/>
          <p14:tracePt t="239746" x="1219200" y="196850"/>
          <p14:tracePt t="239762" x="1231900" y="209550"/>
          <p14:tracePt t="239779" x="1238250" y="215900"/>
          <p14:tracePt t="239796" x="1282700" y="234950"/>
          <p14:tracePt t="239812" x="1314450" y="241300"/>
          <p14:tracePt t="239830" x="1422400" y="266700"/>
          <p14:tracePt t="239845" x="1562100" y="298450"/>
          <p14:tracePt t="239862" x="1631950" y="304800"/>
          <p14:tracePt t="239880" x="1771650" y="323850"/>
          <p14:tracePt t="239896" x="1892300" y="323850"/>
          <p14:tracePt t="239912" x="1930400" y="323850"/>
          <p14:tracePt t="239929" x="1987550" y="311150"/>
          <p14:tracePt t="239945" x="2012950" y="304800"/>
          <p14:tracePt t="239962" x="2032000" y="285750"/>
          <p14:tracePt t="239978" x="2032000" y="279400"/>
          <p14:tracePt t="239995" x="2038350" y="279400"/>
          <p14:tracePt t="240069" x="2032000" y="279400"/>
          <p14:tracePt t="240076" x="2032000" y="292100"/>
          <p14:tracePt t="240083" x="2032000" y="298450"/>
          <p14:tracePt t="240099" x="2032000" y="317500"/>
          <p14:tracePt t="240112" x="2032000" y="336550"/>
          <p14:tracePt t="240128" x="2038350" y="368300"/>
          <p14:tracePt t="240145" x="2070100" y="438150"/>
          <p14:tracePt t="240161" x="2273300" y="800100"/>
          <p14:tracePt t="240178" x="2413000" y="1028700"/>
          <p14:tracePt t="240195" x="2717800" y="1562100"/>
          <p14:tracePt t="240212" x="3022600" y="2095500"/>
          <p14:tracePt t="240228" x="3168650" y="2374900"/>
          <p14:tracePt t="240245" x="3511550" y="3111500"/>
          <p14:tracePt t="240261" x="3606800" y="3308350"/>
          <p14:tracePt t="240278" x="3689350" y="3498850"/>
          <p14:tracePt t="240295" x="3898900" y="3930650"/>
          <p14:tracePt t="240311" x="3962400" y="4051300"/>
          <p14:tracePt t="240328" x="4076700" y="4254500"/>
          <p14:tracePt t="240344" x="4108450" y="4330700"/>
          <p14:tracePt t="240361" x="4184650" y="4470400"/>
          <p14:tracePt t="240378" x="4216400" y="4527550"/>
          <p14:tracePt t="240394" x="4260850" y="4616450"/>
          <p14:tracePt t="240411" x="4286250" y="4660900"/>
          <p14:tracePt t="240428" x="4330700" y="4781550"/>
          <p14:tracePt t="240444" x="4375150" y="4883150"/>
          <p14:tracePt t="240460" x="4394200" y="4927600"/>
          <p14:tracePt t="240477" x="4425950" y="5041900"/>
          <p14:tracePt t="240494" x="4425950" y="5054600"/>
          <p14:tracePt t="240511" x="4432300" y="5067300"/>
          <p14:tracePt t="240562" x="4432300" y="5054600"/>
          <p14:tracePt t="240575" x="4438650" y="5054600"/>
          <p14:tracePt t="241192" x="4438650" y="5041900"/>
          <p14:tracePt t="241198" x="4425950" y="5029200"/>
          <p14:tracePt t="241212" x="4406900" y="5003800"/>
          <p14:tracePt t="241225" x="4375150" y="4991100"/>
          <p14:tracePt t="241241" x="4286250" y="4946650"/>
          <p14:tracePt t="241258" x="4229100" y="4914900"/>
          <p14:tracePt t="241274" x="4127500" y="4864100"/>
          <p14:tracePt t="241291" x="4019550" y="4819650"/>
          <p14:tracePt t="241308" x="3975100" y="4800600"/>
          <p14:tracePt t="241325" x="3905250" y="4775200"/>
          <p14:tracePt t="241341" x="3848100" y="4775200"/>
          <p14:tracePt t="241357" x="3822700" y="4775200"/>
          <p14:tracePt t="241375" x="3790950" y="4787900"/>
          <p14:tracePt t="241390" x="3771900" y="4826000"/>
          <p14:tracePt t="241407" x="3765550" y="4838700"/>
          <p14:tracePt t="241424" x="3746500" y="4864100"/>
          <p14:tracePt t="241440" x="3727450" y="4902200"/>
          <p14:tracePt t="241458" x="3714750" y="4933950"/>
          <p14:tracePt t="241474" x="3702050" y="5003800"/>
          <p14:tracePt t="241490" x="3683000" y="5048250"/>
          <p14:tracePt t="241508" x="3657600" y="5156200"/>
          <p14:tracePt t="241524" x="3613150" y="5302250"/>
          <p14:tracePt t="241540" x="3600450" y="5359400"/>
          <p14:tracePt t="241557" x="3562350" y="5480050"/>
          <p14:tracePt t="241573" x="3536950" y="5562600"/>
          <p14:tracePt t="241590" x="3524250" y="5594350"/>
          <p14:tracePt t="241606" x="3511550" y="5645150"/>
          <p14:tracePt t="241623" x="3498850" y="5676900"/>
          <p14:tracePt t="241640" x="3492500" y="5702300"/>
          <p14:tracePt t="241656" x="3492500" y="5721350"/>
          <p14:tracePt t="241673" x="3486150" y="5746750"/>
          <p14:tracePt t="241690" x="3486150" y="5772150"/>
          <p14:tracePt t="241706" x="3486150" y="5784850"/>
          <p14:tracePt t="241723" x="3492500" y="5797550"/>
          <p14:tracePt t="241739" x="3505200" y="5816600"/>
          <p14:tracePt t="241756" x="3511550" y="5829300"/>
          <p14:tracePt t="241789" x="3536950" y="5861050"/>
          <p14:tracePt t="241806" x="3543300" y="5873750"/>
          <p14:tracePt t="241822" x="3556000" y="5886450"/>
          <p14:tracePt t="241838" x="3575050" y="5905500"/>
          <p14:tracePt t="241856" x="3587750" y="5918200"/>
          <p14:tracePt t="241873" x="3600450" y="5924550"/>
          <p14:tracePt t="241889" x="3619500" y="5930900"/>
          <p14:tracePt t="241905" x="3651250" y="5930900"/>
          <p14:tracePt t="241922" x="3702050" y="5930900"/>
          <p14:tracePt t="241939" x="3740150" y="5918200"/>
          <p14:tracePt t="241955" x="3835400" y="5905500"/>
          <p14:tracePt t="241972" x="3943350" y="5873750"/>
          <p14:tracePt t="241988" x="4000500" y="5867400"/>
          <p14:tracePt t="242005" x="4083050" y="5842000"/>
          <p14:tracePt t="242021" x="4159250" y="5810250"/>
          <p14:tracePt t="242038" x="4184650" y="5803900"/>
          <p14:tracePt t="242055" x="4210050" y="5784850"/>
          <p14:tracePt t="242071" x="4235450" y="5778500"/>
          <p14:tracePt t="242088" x="4235450" y="5772150"/>
          <p14:tracePt t="242126" x="4222750" y="5772150"/>
          <p14:tracePt t="242138" x="4216400" y="5772150"/>
          <p14:tracePt t="242155" x="4210050" y="5778500"/>
          <p14:tracePt t="243845" x="4216400" y="5778500"/>
          <p14:tracePt t="243859" x="4235450" y="5784850"/>
          <p14:tracePt t="243868" x="4254500" y="5784850"/>
          <p14:tracePt t="243882" x="4279900" y="5784850"/>
          <p14:tracePt t="243899" x="4292600" y="5784850"/>
          <p14:tracePt t="243916" x="4343400" y="5803900"/>
          <p14:tracePt t="243932" x="4356100" y="5816600"/>
          <p14:tracePt t="243948" x="4375150" y="5822950"/>
          <p14:tracePt t="243965" x="4419600" y="5848350"/>
          <p14:tracePt t="243981" x="4470400" y="5880100"/>
          <p14:tracePt t="243998" x="4502150" y="5892800"/>
          <p14:tracePt t="244015" x="4546600" y="5930900"/>
          <p14:tracePt t="244032" x="4584700" y="5969000"/>
          <p14:tracePt t="244049" x="4616450" y="6000750"/>
          <p14:tracePt t="244064" x="4635500" y="6032500"/>
          <p14:tracePt t="244081" x="4673600" y="6096000"/>
          <p14:tracePt t="244099" x="4692650" y="6159500"/>
          <p14:tracePt t="244114" x="4711700" y="6184900"/>
          <p14:tracePt t="244131" x="4724400" y="6235700"/>
          <p14:tracePt t="244148" x="4730750" y="6280150"/>
          <p14:tracePt t="244164" x="4737100" y="6292850"/>
          <p14:tracePt t="244181" x="4743450" y="6305550"/>
          <p14:tracePt t="244198" x="4749800" y="6330950"/>
          <p14:tracePt t="244218" x="4749800" y="6337300"/>
          <p14:tracePt t="244253" x="4749800" y="6343650"/>
          <p14:tracePt t="244302" x="4743450" y="6343650"/>
          <p14:tracePt t="244323" x="4743450" y="6337300"/>
          <p14:tracePt t="244351" x="4737100" y="6330950"/>
          <p14:tracePt t="244358" x="4737100" y="6324600"/>
          <p14:tracePt t="244379" x="4737100" y="6318250"/>
          <p14:tracePt t="244393" x="4737100" y="6311900"/>
          <p14:tracePt t="244400" x="4737100" y="6305550"/>
          <p14:tracePt t="244414" x="4737100" y="6299200"/>
          <p14:tracePt t="244430" x="4730750" y="6261100"/>
          <p14:tracePt t="244447" x="4724400" y="6235700"/>
          <p14:tracePt t="244464" x="4711700" y="6153150"/>
          <p14:tracePt t="244480" x="4679950" y="6045200"/>
          <p14:tracePt t="244497" x="4667250" y="5988050"/>
          <p14:tracePt t="244513" x="4616450" y="5867400"/>
          <p14:tracePt t="244529" x="4597400" y="5810250"/>
          <p14:tracePt t="244547" x="4552950" y="5695950"/>
          <p14:tracePt t="244563" x="4521200" y="5626100"/>
          <p14:tracePt t="244579" x="4502150" y="5594350"/>
          <p14:tracePt t="244597" x="4489450" y="5549900"/>
          <p14:tracePt t="244612" x="4483100" y="5537200"/>
          <p14:tracePt t="244629" x="4483100" y="5530850"/>
          <p14:tracePt t="244663" x="4483100" y="5537200"/>
          <p14:tracePt t="244682" x="4489450" y="5549900"/>
          <p14:tracePt t="244696" x="4489450" y="5556250"/>
          <p14:tracePt t="244723" x="4495800" y="5562600"/>
          <p14:tracePt t="244732" x="4495800" y="5568950"/>
          <p14:tracePt t="244751" x="4495800" y="5575300"/>
          <p14:tracePt t="244762" x="4495800" y="5581650"/>
          <p14:tracePt t="244829" x="4502150" y="5588000"/>
          <p14:tracePt t="244849" x="4508500" y="5588000"/>
          <p14:tracePt t="244892" x="4514850" y="5588000"/>
          <p14:tracePt t="244899" x="4521200" y="5588000"/>
          <p14:tracePt t="244920" x="4527550" y="5588000"/>
          <p14:tracePt t="244941" x="4533900" y="5588000"/>
          <p14:tracePt t="244990" x="4546600" y="5588000"/>
          <p14:tracePt t="245013" x="4552950" y="5588000"/>
          <p14:tracePt t="245032" x="4559300" y="5588000"/>
          <p14:tracePt t="245060" x="4565650" y="5588000"/>
          <p14:tracePt t="245081" x="4572000" y="5588000"/>
          <p14:tracePt t="245096" x="4578350" y="5588000"/>
          <p14:tracePt t="245130" x="4591050" y="5594350"/>
          <p14:tracePt t="245146" x="4597400" y="5594350"/>
          <p14:tracePt t="245165" x="4603750" y="5594350"/>
          <p14:tracePt t="245180" x="4610100" y="5594350"/>
          <p14:tracePt t="245201" x="4610100" y="5600700"/>
          <p14:tracePt t="245222" x="4616450" y="5600700"/>
          <p14:tracePt t="245250" x="4616450" y="5607050"/>
          <p14:tracePt t="245285" x="4616450" y="5613400"/>
          <p14:tracePt t="245313" x="4603750" y="5613400"/>
          <p14:tracePt t="245334" x="4591050" y="5613400"/>
          <p14:tracePt t="245341" x="4584700" y="5613400"/>
          <p14:tracePt t="245355" x="4565650" y="5613400"/>
          <p14:tracePt t="245363" x="4546600" y="5613400"/>
          <p14:tracePt t="245378" x="4521200" y="5613400"/>
          <p14:tracePt t="245393" x="4419600" y="5619750"/>
          <p14:tracePt t="245410" x="4356100" y="5619750"/>
          <p14:tracePt t="245427" x="4191000" y="5619750"/>
          <p14:tracePt t="245443" x="4095750" y="5632450"/>
          <p14:tracePt t="245460" x="3803650" y="5645150"/>
          <p14:tracePt t="245476" x="3714750" y="5645150"/>
          <p14:tracePt t="245493" x="3625850" y="5645150"/>
          <p14:tracePt t="245510" x="3460750" y="5645150"/>
          <p14:tracePt t="245526" x="3308350" y="5638800"/>
          <p14:tracePt t="245543" x="3219450" y="5638800"/>
          <p14:tracePt t="245559" x="3003550" y="5619750"/>
          <p14:tracePt t="245576" x="2749550" y="5600700"/>
          <p14:tracePt t="245593" x="2609850" y="5600700"/>
          <p14:tracePt t="245609" x="2330450" y="5600700"/>
          <p14:tracePt t="245626" x="2108200" y="5600700"/>
          <p14:tracePt t="245643" x="1898650" y="5619750"/>
          <p14:tracePt t="245659" x="1784350" y="5632450"/>
          <p14:tracePt t="245676" x="1593850" y="5632450"/>
          <p14:tracePt t="245693" x="1441450" y="5632450"/>
          <p14:tracePt t="245709" x="1390650" y="5632450"/>
          <p14:tracePt t="245725" x="1352550" y="5632450"/>
          <p14:tracePt t="245742" x="1250950" y="5607050"/>
          <p14:tracePt t="245759" x="1231900" y="5600700"/>
          <p14:tracePt t="245776" x="1187450" y="5581650"/>
          <p14:tracePt t="245791" x="1174750" y="5581650"/>
          <p14:tracePt t="245808" x="1130300" y="5556250"/>
          <p14:tracePt t="245826" x="1098550" y="5543550"/>
          <p14:tracePt t="245842" x="1079500" y="5530850"/>
          <p14:tracePt t="245859" x="1054100" y="5518150"/>
          <p14:tracePt t="245875" x="1035050" y="5505450"/>
          <p14:tracePt t="245892" x="1022350" y="5505450"/>
          <p14:tracePt t="245908" x="1009650" y="5505450"/>
          <p14:tracePt t="245925" x="1003300" y="5499100"/>
          <p14:tracePt t="246324" x="996950" y="5499100"/>
          <p14:tracePt t="246338" x="990600" y="5499100"/>
          <p14:tracePt t="246346" x="977900" y="5499100"/>
          <p14:tracePt t="246360" x="971550" y="5499100"/>
          <p14:tracePt t="246374" x="952500" y="5499100"/>
          <p14:tracePt t="246390" x="920750" y="5505450"/>
          <p14:tracePt t="246407" x="901700" y="5511800"/>
          <p14:tracePt t="246423" x="869950" y="5518150"/>
          <p14:tracePt t="246440" x="831850" y="5524500"/>
          <p14:tracePt t="246456" x="819150" y="5530850"/>
          <p14:tracePt t="246473" x="800100" y="5537200"/>
          <p14:tracePt t="246509" x="793750" y="5543550"/>
          <p14:tracePt t="246549" x="793750" y="5549900"/>
          <p14:tracePt t="246809" x="806450" y="5543550"/>
          <p14:tracePt t="246816" x="819150" y="5537200"/>
          <p14:tracePt t="246831" x="831850" y="5530850"/>
          <p14:tracePt t="246838" x="857250" y="5524500"/>
          <p14:tracePt t="246855" x="876300" y="5511800"/>
          <p14:tracePt t="246872" x="927100" y="5486400"/>
          <p14:tracePt t="246888" x="977900" y="5461000"/>
          <p14:tracePt t="246905" x="1009650" y="5448300"/>
          <p14:tracePt t="246922" x="1047750" y="5429250"/>
          <p14:tracePt t="246938" x="1079500" y="5410200"/>
          <p14:tracePt t="246955" x="1079500" y="5403850"/>
          <p14:tracePt t="246971" x="1092200" y="5397500"/>
          <p14:tracePt t="247004" x="1098550" y="5397500"/>
          <p14:tracePt t="247076" x="1098550" y="5403850"/>
          <p14:tracePt t="247111" x="1098550" y="5410200"/>
          <p14:tracePt t="247140" x="1092200" y="5410200"/>
          <p14:tracePt t="247167" x="1085850" y="5416550"/>
          <p14:tracePt t="247189" x="1079500" y="5416550"/>
          <p14:tracePt t="247217" x="1073150" y="5416550"/>
          <p14:tracePt t="247239" x="1066800" y="5416550"/>
          <p14:tracePt t="247259" x="1060450" y="5416550"/>
          <p14:tracePt t="247280" x="1054100" y="5422900"/>
          <p14:tracePt t="247288" x="1054100" y="5429250"/>
          <p14:tracePt t="247301" x="1047750" y="5429250"/>
          <p14:tracePt t="247308" x="1041400" y="5435600"/>
          <p14:tracePt t="247323" x="1035050" y="5435600"/>
          <p14:tracePt t="247337" x="1022350" y="5441950"/>
          <p14:tracePt t="247353" x="996950" y="5454650"/>
          <p14:tracePt t="247372" x="971550" y="5461000"/>
          <p14:tracePt t="247386" x="958850" y="5467350"/>
          <p14:tracePt t="247403" x="933450" y="5480050"/>
          <p14:tracePt t="247421" x="914400" y="5486400"/>
          <p14:tracePt t="247436" x="908050" y="5486400"/>
          <p14:tracePt t="247453" x="901700" y="5492750"/>
          <p14:tracePt t="247540" x="895350" y="5492750"/>
          <p14:tracePt t="247673" x="901700" y="5486400"/>
          <p14:tracePt t="247702" x="908050" y="5486400"/>
          <p14:tracePt t="247709" x="914400" y="5486400"/>
          <p14:tracePt t="247722" x="920750" y="5486400"/>
          <p14:tracePt t="247735" x="927100" y="5486400"/>
          <p14:tracePt t="247752" x="933450" y="5480050"/>
          <p14:tracePt t="247768" x="939800" y="5480050"/>
          <p14:tracePt t="247786" x="965200" y="5473700"/>
          <p14:tracePt t="247801" x="1022350" y="5467350"/>
          <p14:tracePt t="247818" x="1066800" y="5461000"/>
          <p14:tracePt t="247835" x="1181100" y="5448300"/>
          <p14:tracePt t="247851" x="1327150" y="5429250"/>
          <p14:tracePt t="247868" x="1390650" y="5422900"/>
          <p14:tracePt t="247885" x="1511300" y="5410200"/>
          <p14:tracePt t="247901" x="1549400" y="5403850"/>
          <p14:tracePt t="247919" x="1619250" y="5403850"/>
          <p14:tracePt t="247934" x="1638300" y="5403850"/>
          <p14:tracePt t="247968" x="1644650" y="5403850"/>
          <p14:tracePt t="247990" x="1638300" y="5410200"/>
          <p14:tracePt t="248011" x="1631950" y="5416550"/>
          <p14:tracePt t="248032" x="1625600" y="5422900"/>
          <p14:tracePt t="248046" x="1619250" y="5422900"/>
          <p14:tracePt t="248060" x="1612900" y="5422900"/>
          <p14:tracePt t="248081" x="1606550" y="5429250"/>
          <p14:tracePt t="248123" x="1606550" y="5435600"/>
          <p14:tracePt t="248193" x="1612900" y="5435600"/>
          <p14:tracePt t="248221" x="1625600" y="5435600"/>
          <p14:tracePt t="248242" x="1631950" y="5435600"/>
          <p14:tracePt t="248264" x="1638300" y="5435600"/>
          <p14:tracePt t="248285" x="1651000" y="5435600"/>
          <p14:tracePt t="248291" x="1657350" y="5435600"/>
          <p14:tracePt t="248306" x="1670050" y="5435600"/>
          <p14:tracePt t="248316" x="1676400" y="5435600"/>
          <p14:tracePt t="248334" x="1701800" y="5429250"/>
          <p14:tracePt t="248350" x="1701800" y="5422900"/>
          <p14:tracePt t="248366" x="1746250" y="5416550"/>
          <p14:tracePt t="248383" x="1797050" y="5397500"/>
          <p14:tracePt t="248400" x="1835150" y="5391150"/>
          <p14:tracePt t="248416" x="1930400" y="5372100"/>
          <p14:tracePt t="248433" x="2051050" y="5353050"/>
          <p14:tracePt t="248449" x="2114550" y="5346700"/>
          <p14:tracePt t="248467" x="2241550" y="5334000"/>
          <p14:tracePt t="248483" x="2336800" y="5334000"/>
          <p14:tracePt t="248499" x="2374900" y="5327650"/>
          <p14:tracePt t="248516" x="2406650" y="5327650"/>
          <p14:tracePt t="248532" x="2419350" y="5327650"/>
          <p14:tracePt t="248549" x="2425700" y="5327650"/>
          <p14:tracePt t="248566" x="2438400" y="5327650"/>
          <p14:tracePt t="248598" x="2451100" y="5327650"/>
          <p14:tracePt t="248616" x="2463800" y="5334000"/>
          <p14:tracePt t="248632" x="2476500" y="5334000"/>
          <p14:tracePt t="248649" x="2495550" y="5334000"/>
          <p14:tracePt t="248665" x="2508250" y="5334000"/>
          <p14:tracePt t="248699" x="2514600" y="5334000"/>
          <p14:tracePt t="248748" x="2514600" y="5340350"/>
          <p14:tracePt t="248755" x="2508250" y="5340350"/>
          <p14:tracePt t="248765" x="2495550" y="5346700"/>
          <p14:tracePt t="248781" x="2476500" y="5346700"/>
          <p14:tracePt t="248798" x="2387600" y="5372100"/>
          <p14:tracePt t="248815" x="2324100" y="5391150"/>
          <p14:tracePt t="248832" x="2038350" y="5473700"/>
          <p14:tracePt t="248848" x="1905000" y="5505450"/>
          <p14:tracePt t="248865" x="1778000" y="5549900"/>
          <p14:tracePt t="248882" x="1555750" y="5632450"/>
          <p14:tracePt t="248898" x="1358900" y="5695950"/>
          <p14:tracePt t="248902" x="1276350" y="5727700"/>
          <p14:tracePt t="248931" x="1181100" y="5759450"/>
          <p14:tracePt t="248948" x="1136650" y="5778500"/>
          <p14:tracePt t="248964" x="1123950" y="5784850"/>
          <p14:tracePt t="248981" x="1117600" y="5784850"/>
          <p14:tracePt t="249008" x="1130300" y="5784850"/>
          <p14:tracePt t="249017" x="1136650" y="5784850"/>
          <p14:tracePt t="249031" x="1149350" y="5784850"/>
          <p14:tracePt t="249047" x="1174750" y="5778500"/>
          <p14:tracePt t="249064" x="1212850" y="5759450"/>
          <p14:tracePt t="249080" x="1244600" y="5753100"/>
          <p14:tracePt t="249097" x="1282700" y="5740400"/>
          <p14:tracePt t="249114" x="1428750" y="5721350"/>
          <p14:tracePt t="249130" x="1498600" y="5708650"/>
          <p14:tracePt t="249148" x="1562100" y="5708650"/>
          <p14:tracePt t="249164" x="1670050" y="5689600"/>
          <p14:tracePt t="249180" x="1771650" y="5683250"/>
          <p14:tracePt t="249198" x="1866900" y="5664200"/>
          <p14:tracePt t="249213" x="1905000" y="5664200"/>
          <p14:tracePt t="249230" x="1955800" y="5664200"/>
          <p14:tracePt t="249247" x="2000250" y="5664200"/>
          <p14:tracePt t="249280" x="2006600" y="5664200"/>
          <p14:tracePt t="249310" x="2000250" y="5664200"/>
          <p14:tracePt t="249317" x="1987550" y="5664200"/>
          <p14:tracePt t="249329" x="1962150" y="5670550"/>
          <p14:tracePt t="249347" x="1924050" y="5676900"/>
          <p14:tracePt t="249363" x="1892300" y="5683250"/>
          <p14:tracePt t="249380" x="1822450" y="5715000"/>
          <p14:tracePt t="249396" x="1746250" y="5740400"/>
          <p14:tracePt t="249413" x="1714500" y="5753100"/>
          <p14:tracePt t="249416" x="1695450" y="5765800"/>
          <p14:tracePt t="249432" x="1682750" y="5772150"/>
          <p14:tracePt t="249446" x="1676400" y="5772150"/>
          <p14:tracePt t="249463" x="1676400" y="5784850"/>
          <p14:tracePt t="249479" x="1695450" y="5791200"/>
          <p14:tracePt t="249496" x="1714500" y="5791200"/>
          <p14:tracePt t="249513" x="1809750" y="5810250"/>
          <p14:tracePt t="249529" x="1974850" y="5816600"/>
          <p14:tracePt t="249546" x="2051050" y="5829300"/>
          <p14:tracePt t="249563" x="2171700" y="5835650"/>
          <p14:tracePt t="249579" x="2216150" y="5842000"/>
          <p14:tracePt t="249612" x="2209800" y="5842000"/>
          <p14:tracePt t="249628" x="2184400" y="5848350"/>
          <p14:tracePt t="249646" x="2139950" y="5861050"/>
          <p14:tracePt t="249662" x="2012950" y="5867400"/>
          <p14:tracePt t="249679" x="1879600" y="5886450"/>
          <p14:tracePt t="249696" x="1816100" y="5892800"/>
          <p14:tracePt t="249712" x="1733550" y="5905500"/>
          <p14:tracePt t="249729" x="1708150" y="5905500"/>
          <p14:tracePt t="249745" x="1689100" y="5911850"/>
          <p14:tracePt t="249778" x="1689100" y="5924550"/>
          <p14:tracePt t="249796" x="1701800" y="5930900"/>
          <p14:tracePt t="249812" x="1739900" y="5943600"/>
          <p14:tracePt t="249829" x="1771650" y="5956300"/>
          <p14:tracePt t="249845" x="1892300" y="5981700"/>
          <p14:tracePt t="249861" x="2038350" y="6007100"/>
          <p14:tracePt t="249880" x="2139950" y="6019800"/>
          <p14:tracePt t="249894" x="2178050" y="6019800"/>
          <p14:tracePt t="249912" x="2222500" y="6019800"/>
          <p14:tracePt t="249928" x="2228850" y="6013450"/>
          <p14:tracePt t="249944" x="2228850" y="6007100"/>
          <p14:tracePt t="249961" x="2222500" y="5988050"/>
          <p14:tracePt t="249978" x="2203450" y="5975350"/>
          <p14:tracePt t="249994" x="2190750" y="5975350"/>
          <p14:tracePt t="250011" x="2178050" y="5956300"/>
          <p14:tracePt t="250027" x="2076450" y="5867400"/>
          <p14:tracePt t="250044" x="2044700" y="5829300"/>
          <p14:tracePt t="250061" x="1962150" y="5740400"/>
          <p14:tracePt t="250077" x="1936750" y="5702300"/>
          <p14:tracePt t="250094" x="1879600" y="5607050"/>
          <p14:tracePt t="250111" x="1860550" y="5524500"/>
          <p14:tracePt t="250127" x="1854200" y="5492750"/>
          <p14:tracePt t="250144" x="1854200" y="5454650"/>
          <p14:tracePt t="250161" x="1854200" y="5435600"/>
          <p14:tracePt t="250177" x="1860550" y="5429250"/>
          <p14:tracePt t="250194" x="1866900" y="5416550"/>
          <p14:tracePt t="250280" x="1866900" y="5422900"/>
          <p14:tracePt t="250295" x="1866900" y="5429250"/>
          <p14:tracePt t="250308" x="1866900" y="5435600"/>
          <p14:tracePt t="250322" x="1866900" y="5441950"/>
          <p14:tracePt t="250344" x="1866900" y="5448300"/>
          <p14:tracePt t="250349" x="1866900" y="5454650"/>
          <p14:tracePt t="250364" x="1866900" y="5461000"/>
          <p14:tracePt t="250376" x="1866900" y="5467350"/>
          <p14:tracePt t="250393" x="1866900" y="5499100"/>
          <p14:tracePt t="250410" x="1873250" y="5530850"/>
          <p14:tracePt t="250427" x="1898650" y="5613400"/>
          <p14:tracePt t="250443" x="1943100" y="5721350"/>
          <p14:tracePt t="250459" x="1974850" y="5791200"/>
          <p14:tracePt t="250476" x="2032000" y="5918200"/>
          <p14:tracePt t="250492" x="2089150" y="6038850"/>
          <p14:tracePt t="250508" x="2114550" y="6096000"/>
          <p14:tracePt t="250525" x="2171700" y="6210300"/>
          <p14:tracePt t="250542" x="2222500" y="6286500"/>
          <p14:tracePt t="250559" x="2260600" y="6311900"/>
          <p14:tracePt t="250575" x="2292350" y="6330950"/>
          <p14:tracePt t="250592" x="2317750" y="6337300"/>
          <p14:tracePt t="250610" x="2349500" y="6337300"/>
          <p14:tracePt t="250625" x="2362200" y="6337300"/>
          <p14:tracePt t="250642" x="2374900" y="6337300"/>
          <p14:tracePt t="250659" x="2406650" y="6324600"/>
          <p14:tracePt t="250676" x="2470150" y="6299200"/>
          <p14:tracePt t="250692" x="2514600" y="6286500"/>
          <p14:tracePt t="250708" x="2660650" y="6248400"/>
          <p14:tracePt t="250725" x="2851150" y="6216650"/>
          <p14:tracePt t="250742" x="2940050" y="6197600"/>
          <p14:tracePt t="250758" x="3124200" y="6153150"/>
          <p14:tracePt t="250775" x="3346450" y="6115050"/>
          <p14:tracePt t="250792" x="3562350" y="6083300"/>
          <p14:tracePt t="250808" x="3644900" y="6051550"/>
          <p14:tracePt t="250825" x="3810000" y="6000750"/>
          <p14:tracePt t="250842" x="4019550" y="5962650"/>
          <p14:tracePt t="250858" x="4121150" y="5949950"/>
          <p14:tracePt t="250874" x="4311650" y="5930900"/>
          <p14:tracePt t="250891" x="4445000" y="5911850"/>
          <p14:tracePt t="250908" x="4508500" y="5899150"/>
          <p14:tracePt t="250924" x="4565650" y="5892800"/>
          <p14:tracePt t="250941" x="4641850" y="5873750"/>
          <p14:tracePt t="250996" x="4641850" y="5867400"/>
          <p14:tracePt t="251003" x="4635500" y="5867400"/>
          <p14:tracePt t="251010" x="4622800" y="5867400"/>
          <p14:tracePt t="251385" x="4616450" y="5854700"/>
          <p14:tracePt t="251391" x="4591050" y="5822950"/>
          <p14:tracePt t="251406" x="4578350" y="5791200"/>
          <p14:tracePt t="251413" x="4552950" y="5765800"/>
          <p14:tracePt t="251427" x="4533900" y="5746750"/>
          <p14:tracePt t="251439" x="4502150" y="5727700"/>
          <p14:tracePt t="251455" x="4425950" y="5689600"/>
          <p14:tracePt t="251472" x="4381500" y="5670550"/>
          <p14:tracePt t="251489" x="4305300" y="5638800"/>
          <p14:tracePt t="251505" x="4222750" y="5613400"/>
          <p14:tracePt t="251522" x="4165600" y="5581650"/>
          <p14:tracePt t="251539" x="4070350" y="5568950"/>
          <p14:tracePt t="251555" x="4019550" y="5549900"/>
          <p14:tracePt t="251572" x="4006850" y="5549900"/>
          <p14:tracePt t="251588" x="4000500" y="5549900"/>
          <p14:tracePt t="251605" x="4013200" y="5543550"/>
          <p14:tracePt t="251623" x="4051300" y="5537200"/>
          <p14:tracePt t="251638" x="4133850" y="5530850"/>
          <p14:tracePt t="251655" x="4197350" y="5518150"/>
          <p14:tracePt t="251673" x="4527550" y="5480050"/>
          <p14:tracePt t="251688" x="4711700" y="5454650"/>
          <p14:tracePt t="251706" x="4889500" y="5454650"/>
          <p14:tracePt t="251722" x="5372100" y="5429250"/>
          <p14:tracePt t="251738" x="5880100" y="5384800"/>
          <p14:tracePt t="251755" x="6076950" y="5359400"/>
          <p14:tracePt t="251771" x="6369050" y="5346700"/>
          <p14:tracePt t="251788" x="6623050" y="5314950"/>
          <p14:tracePt t="251805" x="6813550" y="5295900"/>
          <p14:tracePt t="251821" x="6889750" y="5295900"/>
          <p14:tracePt t="251838" x="7035800" y="5314950"/>
          <p14:tracePt t="251856" x="7162800" y="5334000"/>
          <p14:tracePt t="251871" x="7219950" y="5334000"/>
          <p14:tracePt t="251888" x="7321550" y="5334000"/>
          <p14:tracePt t="251904" x="7372350" y="5334000"/>
          <p14:tracePt t="251938" x="7378700" y="5340350"/>
          <p14:tracePt t="251954" x="7372350" y="5346700"/>
          <p14:tracePt t="251970" x="7359650" y="5346700"/>
          <p14:tracePt t="251989" x="7334250" y="5353050"/>
          <p14:tracePt t="252003" x="7315200" y="5353050"/>
          <p14:tracePt t="252020" x="7283450" y="5353050"/>
          <p14:tracePt t="252038" x="7239000" y="5353050"/>
          <p14:tracePt t="252054" x="7226300" y="5353050"/>
          <p14:tracePt t="252070" x="7162800" y="5359400"/>
          <p14:tracePt t="252087" x="7004050" y="5391150"/>
          <p14:tracePt t="252104" x="6889750" y="5410200"/>
          <p14:tracePt t="252121" x="6534150" y="5448300"/>
          <p14:tracePt t="252137" x="6070600" y="5505450"/>
          <p14:tracePt t="252153" x="5803900" y="5530850"/>
          <p14:tracePt t="252171" x="5289550" y="5575300"/>
          <p14:tracePt t="252186" x="4883150" y="5613400"/>
          <p14:tracePt t="252203" x="4724400" y="5613400"/>
          <p14:tracePt t="252220" x="4508500" y="5619750"/>
          <p14:tracePt t="252237" x="4368800" y="5613400"/>
          <p14:tracePt t="252253" x="4324350" y="5613400"/>
          <p14:tracePt t="252270" x="4292600" y="5613400"/>
          <p14:tracePt t="252287" x="4273550" y="5619750"/>
          <p14:tracePt t="252303" x="4260850" y="5645150"/>
          <p14:tracePt t="252320" x="4248150" y="5664200"/>
          <p14:tracePt t="252337" x="4241800" y="5676900"/>
          <p14:tracePt t="252353" x="4235450" y="5695950"/>
          <p14:tracePt t="252369" x="4222750" y="5734050"/>
          <p14:tracePt t="252386" x="4203700" y="5765800"/>
          <p14:tracePt t="252731" x="4102100" y="5765800"/>
          <p14:tracePt t="252738" x="3962400" y="5765800"/>
          <p14:tracePt t="252754" x="3803650" y="5778500"/>
          <p14:tracePt t="252768" x="3543300" y="5803900"/>
          <p14:tracePt t="252785" x="3429000" y="5803900"/>
          <p14:tracePt t="252802" x="3187700" y="5784850"/>
          <p14:tracePt t="252817" x="3086100" y="5778500"/>
          <p14:tracePt t="252834" x="2952750" y="5778500"/>
          <p14:tracePt t="252851" x="2863850" y="5778500"/>
          <p14:tracePt t="252868" x="2832100" y="5778500"/>
          <p14:tracePt t="252884" x="2774950" y="5784850"/>
          <p14:tracePt t="252901" x="2743200" y="5778500"/>
          <p14:tracePt t="252917" x="2730500" y="5778500"/>
          <p14:tracePt t="252935" x="2724150" y="5778500"/>
          <p14:tracePt t="252951" x="2717800" y="5772150"/>
          <p14:tracePt t="253040" x="2724150" y="5772150"/>
          <p14:tracePt t="253075" x="2730500" y="5778500"/>
          <p14:tracePt t="255039" x="2762250" y="5765800"/>
          <p14:tracePt t="255046" x="2819400" y="5746750"/>
          <p14:tracePt t="255063" x="2889250" y="5715000"/>
          <p14:tracePt t="255076" x="3073400" y="5664200"/>
          <p14:tracePt t="255093" x="3175000" y="5657850"/>
          <p14:tracePt t="255110" x="3352800" y="5645150"/>
          <p14:tracePt t="255126" x="3441700" y="5632450"/>
          <p14:tracePt t="255145" x="3714750" y="5626100"/>
          <p14:tracePt t="255159" x="3778250" y="5613400"/>
          <p14:tracePt t="255176" x="3829050" y="5607050"/>
          <p14:tracePt t="255193" x="3898900" y="5607050"/>
          <p14:tracePt t="255209" x="3917950" y="5600700"/>
          <p14:tracePt t="255226" x="3937000" y="5600700"/>
          <p14:tracePt t="255243" x="3962400" y="5600700"/>
          <p14:tracePt t="255259" x="3962400" y="5594350"/>
          <p14:tracePt t="255276" x="3968750" y="5594350"/>
          <p14:tracePt t="255309" x="3968750" y="5588000"/>
          <p14:tracePt t="255325" x="3968750" y="5581650"/>
          <p14:tracePt t="255342" x="3968750" y="5575300"/>
          <p14:tracePt t="255362" x="3968750" y="5568950"/>
          <p14:tracePt t="255411" x="3962400" y="5568950"/>
          <p14:tracePt t="255468" x="3956050" y="5568950"/>
          <p14:tracePt t="255474" x="3949700" y="5568950"/>
          <p14:tracePt t="255482" x="3943350" y="5568950"/>
          <p14:tracePt t="255491" x="3937000" y="5568950"/>
          <p14:tracePt t="255509" x="3937000" y="5556250"/>
          <p14:tracePt t="255848" x="3981450" y="5556250"/>
          <p14:tracePt t="255861" x="4057650" y="5556250"/>
          <p14:tracePt t="255868" x="4146550" y="5556250"/>
          <p14:tracePt t="255883" x="4235450" y="5556250"/>
          <p14:tracePt t="255892" x="4337050" y="5556250"/>
          <p14:tracePt t="255907" x="4451350" y="5556250"/>
          <p14:tracePt t="255925" x="4679950" y="5562600"/>
          <p14:tracePt t="255940" x="4883150" y="5562600"/>
          <p14:tracePt t="255957" x="4984750" y="5568950"/>
          <p14:tracePt t="255974" x="5149850" y="5581650"/>
          <p14:tracePt t="255990" x="5264150" y="5581650"/>
          <p14:tracePt t="256007" x="5321300" y="5581650"/>
          <p14:tracePt t="256024" x="5384800" y="5581650"/>
          <p14:tracePt t="256040" x="5429250" y="5581650"/>
          <p14:tracePt t="256056" x="5441950" y="5581650"/>
          <p14:tracePt t="256073" x="5448300" y="5581650"/>
          <p14:tracePt t="256090" x="5454650" y="5581650"/>
          <p14:tracePt t="256106" x="5461000" y="5581650"/>
          <p14:tracePt t="256123" x="5467350" y="5581650"/>
          <p14:tracePt t="256140" x="5480050" y="5581650"/>
          <p14:tracePt t="256157" x="5486400" y="5588000"/>
          <p14:tracePt t="256173" x="5505450" y="5594350"/>
          <p14:tracePt t="256189" x="5530850" y="5600700"/>
          <p14:tracePt t="256206" x="5568950" y="5607050"/>
          <p14:tracePt t="256222" x="5670550" y="5607050"/>
          <p14:tracePt t="256239" x="5746750" y="5613400"/>
          <p14:tracePt t="256256" x="5822950" y="5613400"/>
          <p14:tracePt t="256273" x="6051550" y="5626100"/>
          <p14:tracePt t="256289" x="6191250" y="5638800"/>
          <p14:tracePt t="256306" x="6470650" y="5645150"/>
          <p14:tracePt t="256322" x="6597650" y="5657850"/>
          <p14:tracePt t="256339" x="6800850" y="5670550"/>
          <p14:tracePt t="256356" x="6877050" y="5670550"/>
          <p14:tracePt t="256373" x="6927850" y="5670550"/>
          <p14:tracePt t="256389" x="6978650" y="5676900"/>
          <p14:tracePt t="256405" x="6991350" y="5676900"/>
          <p14:tracePt t="256422" x="7004050" y="5676900"/>
          <p14:tracePt t="256439" x="7010400" y="5676900"/>
          <p14:tracePt t="256543" x="6997700" y="5676900"/>
          <p14:tracePt t="256557" x="6991350" y="5676900"/>
          <p14:tracePt t="256564" x="6985000" y="5676900"/>
          <p14:tracePt t="256578" x="6978650" y="5676900"/>
          <p14:tracePt t="256592" x="6972300" y="5676900"/>
          <p14:tracePt t="256605" x="6965950" y="5676900"/>
          <p14:tracePt t="256948" x="7004050" y="5676900"/>
          <p14:tracePt t="256955" x="7029450" y="5670550"/>
          <p14:tracePt t="256962" x="7061200" y="5670550"/>
          <p14:tracePt t="256976" x="7086600" y="5657850"/>
          <p14:tracePt t="256987" x="7118350" y="5645150"/>
          <p14:tracePt t="257004" x="7162800" y="5638800"/>
          <p14:tracePt t="257020" x="7181850" y="5632450"/>
          <p14:tracePt t="257036" x="7200900" y="5632450"/>
          <p14:tracePt t="257053" x="7264400" y="5613400"/>
          <p14:tracePt t="257069" x="7289800" y="5607050"/>
          <p14:tracePt t="257086" x="7321550" y="5600700"/>
          <p14:tracePt t="257103" x="7372350" y="5588000"/>
          <p14:tracePt t="257119" x="7391400" y="5588000"/>
          <p14:tracePt t="257137" x="7448550" y="5581650"/>
          <p14:tracePt t="257152" x="7461250" y="5575300"/>
          <p14:tracePt t="257169" x="7473950" y="5575300"/>
          <p14:tracePt t="257186" x="7499350" y="5568950"/>
          <p14:tracePt t="257203" x="7505700" y="5568950"/>
          <p14:tracePt t="257236" x="7518400" y="5568950"/>
          <p14:tracePt t="257284" x="7524750" y="5568950"/>
          <p14:tracePt t="257292" x="7531100" y="5568950"/>
          <p14:tracePt t="257306" x="7531100" y="5562600"/>
          <p14:tracePt t="257322" x="7537450" y="5562600"/>
          <p14:tracePt t="257335" x="7543800" y="5562600"/>
          <p14:tracePt t="257352" x="7556500" y="5562600"/>
          <p14:tracePt t="257369" x="7562850" y="5562600"/>
          <p14:tracePt t="257385" x="7581900" y="5562600"/>
          <p14:tracePt t="257402" x="7613650" y="5562600"/>
          <p14:tracePt t="257418" x="7721600" y="5562600"/>
          <p14:tracePt t="257435" x="7810500" y="5562600"/>
          <p14:tracePt t="257452" x="7937500" y="5562600"/>
          <p14:tracePt t="257468" x="8204200" y="5562600"/>
          <p14:tracePt t="257485" x="8362950" y="5575300"/>
          <p14:tracePt t="257502" x="8693150" y="5600700"/>
          <p14:tracePt t="257518" x="8807450" y="5613400"/>
          <p14:tracePt t="257535" x="8921750" y="5619750"/>
          <p14:tracePt t="257551" x="9074150" y="5632450"/>
          <p14:tracePt t="257568" x="9112250" y="5632450"/>
          <p14:tracePt t="257584" x="9131300" y="5638800"/>
          <p14:tracePt t="257882" x="9137650" y="5645150"/>
          <p14:tracePt t="257910" x="9131300" y="5645150"/>
          <p14:tracePt t="257994" x="9124950" y="5645150"/>
          <p14:tracePt t="258008" x="9118600" y="5645150"/>
          <p14:tracePt t="258043" x="9112250" y="5645150"/>
          <p14:tracePt t="258065" x="9099550" y="5645150"/>
          <p14:tracePt t="258093" x="9093200" y="5645150"/>
          <p14:tracePt t="258101" x="9086850" y="5645150"/>
          <p14:tracePt t="258114" x="9061450" y="5645150"/>
          <p14:tracePt t="258127" x="9042400" y="5638800"/>
          <p14:tracePt t="258142" x="8985250" y="5638800"/>
          <p14:tracePt t="258150" x="8909050" y="5638800"/>
          <p14:tracePt t="258165" x="8794750" y="5626100"/>
          <p14:tracePt t="258183" x="8655050" y="5626100"/>
          <p14:tracePt t="258199" x="8178800" y="5626100"/>
          <p14:tracePt t="258216" x="7842250" y="5626100"/>
          <p14:tracePt t="258233" x="6985000" y="5638800"/>
          <p14:tracePt t="258249" x="6045200" y="5689600"/>
          <p14:tracePt t="258265" x="5600700" y="5727700"/>
          <p14:tracePt t="258282" x="4806950" y="5797550"/>
          <p14:tracePt t="258299" x="4140200" y="5861050"/>
          <p14:tracePt t="258315" x="3873500" y="5892800"/>
          <p14:tracePt t="258332" x="3460750" y="5930900"/>
          <p14:tracePt t="258349" x="3187700" y="5962650"/>
          <p14:tracePt t="258366" x="3086100" y="5975350"/>
          <p14:tracePt t="258381" x="2933700" y="5981700"/>
          <p14:tracePt t="258398" x="2870200" y="5981700"/>
          <p14:tracePt t="258416" x="2736850" y="5981700"/>
          <p14:tracePt t="258431" x="2692400" y="5962650"/>
          <p14:tracePt t="258448" x="2667000" y="5956300"/>
          <p14:tracePt t="258465" x="2603500" y="5949950"/>
          <p14:tracePt t="258481" x="2546350" y="5943600"/>
          <p14:tracePt t="258498" x="2527300" y="5937250"/>
          <p14:tracePt t="258514" x="2489200" y="5930900"/>
          <p14:tracePt t="258531" x="2470150" y="5930900"/>
          <p14:tracePt t="258549" x="2463800" y="5924550"/>
          <p14:tracePt t="258564" x="2444750" y="5899150"/>
          <p14:tracePt t="258598" x="2451100" y="5899150"/>
          <p14:tracePt t="258888" x="2381250" y="5899150"/>
          <p14:tracePt t="258901" x="2279650" y="5905500"/>
          <p14:tracePt t="258908" x="2152650" y="5918200"/>
          <p14:tracePt t="258923" x="2051050" y="5924550"/>
          <p14:tracePt t="258931" x="1968500" y="5943600"/>
          <p14:tracePt t="258946" x="1905000" y="5956300"/>
          <p14:tracePt t="258963" x="1809750" y="5975350"/>
          <p14:tracePt t="258980" x="1739900" y="5981700"/>
          <p14:tracePt t="258996" x="1714500" y="5981700"/>
          <p14:tracePt t="259014" x="1676400" y="5981700"/>
          <p14:tracePt t="259030" x="1663700" y="5981700"/>
          <p14:tracePt t="259119" x="1670050" y="5981700"/>
          <p14:tracePt t="259133" x="1676400" y="5981700"/>
          <p14:tracePt t="259161" x="1689100" y="5981700"/>
          <p14:tracePt t="259168" x="1695450" y="5981700"/>
          <p14:tracePt t="259182" x="1701800" y="5981700"/>
          <p14:tracePt t="259196" x="1714500" y="5988050"/>
          <p14:tracePt t="259212" x="1739900" y="5988050"/>
          <p14:tracePt t="259229" x="1752600" y="5988050"/>
          <p14:tracePt t="259246" x="1778000" y="5988050"/>
          <p14:tracePt t="259262" x="1809750" y="5988050"/>
          <p14:tracePt t="259278" x="1847850" y="5975350"/>
          <p14:tracePt t="259295" x="1949450" y="5975350"/>
          <p14:tracePt t="259312" x="2101850" y="5969000"/>
          <p14:tracePt t="259329" x="2260600" y="5956300"/>
          <p14:tracePt t="259345" x="2324100" y="5956300"/>
          <p14:tracePt t="259362" x="2413000" y="5956300"/>
          <p14:tracePt t="259378" x="2463800" y="5956300"/>
          <p14:tracePt t="259395" x="2476500" y="5956300"/>
          <p14:tracePt t="259412" x="2495550" y="5956300"/>
          <p14:tracePt t="259448" x="2501900" y="5962650"/>
          <p14:tracePt t="259476" x="2495550" y="5962650"/>
          <p14:tracePt t="259491" x="2489200" y="5962650"/>
          <p14:tracePt t="259513" x="2476500" y="5962650"/>
          <p14:tracePt t="259518" x="2470150" y="5962650"/>
          <p14:tracePt t="259528" x="2470150" y="5956300"/>
          <p14:tracePt t="259842" x="2501900" y="5956300"/>
          <p14:tracePt t="259848" x="2552700" y="5956300"/>
          <p14:tracePt t="259863" x="2628900" y="5956300"/>
          <p14:tracePt t="259878" x="2794000" y="5956300"/>
          <p14:tracePt t="259893" x="2870200" y="5956300"/>
          <p14:tracePt t="259910" x="2946400" y="5956300"/>
          <p14:tracePt t="259927" x="3048000" y="5949950"/>
          <p14:tracePt t="259943" x="3092450" y="5949950"/>
          <p14:tracePt t="259961" x="3111500" y="5949950"/>
          <p14:tracePt t="260038" x="3111500" y="5956300"/>
          <p14:tracePt t="260088" x="3105150" y="5956300"/>
          <p14:tracePt t="260151" x="3117850" y="5956300"/>
          <p14:tracePt t="260172" x="3130550" y="5956300"/>
          <p14:tracePt t="260178" x="3149600" y="5956300"/>
          <p14:tracePt t="260195" x="3168650" y="5956300"/>
          <p14:tracePt t="260209" x="3194050" y="5956300"/>
          <p14:tracePt t="260225" x="3308350" y="5956300"/>
          <p14:tracePt t="260242" x="3473450" y="5956300"/>
          <p14:tracePt t="260259" x="3575050" y="5956300"/>
          <p14:tracePt t="260275" x="3778250" y="5962650"/>
          <p14:tracePt t="260292" x="3956050" y="5962650"/>
          <p14:tracePt t="260309" x="4032250" y="5956300"/>
          <p14:tracePt t="260326" x="4140200" y="5956300"/>
          <p14:tracePt t="260341" x="4197350" y="5943600"/>
          <p14:tracePt t="260358" x="4222750" y="5943600"/>
          <p14:tracePt t="260375" x="4229100" y="5943600"/>
          <p14:tracePt t="260392" x="4235450" y="5943600"/>
          <p14:tracePt t="260425" x="4241800" y="5943600"/>
          <p14:tracePt t="260474" x="4248150" y="5943600"/>
          <p14:tracePt t="260481" x="4254500" y="5943600"/>
          <p14:tracePt t="260502" x="4267200" y="5943600"/>
          <p14:tracePt t="260523" x="4279900" y="5943600"/>
          <p14:tracePt t="260530" x="4292600" y="5943600"/>
          <p14:tracePt t="260545" x="4311650" y="5943600"/>
          <p14:tracePt t="260558" x="4337050" y="5943600"/>
          <p14:tracePt t="260574" x="4413250" y="5943600"/>
          <p14:tracePt t="260591" x="4451350" y="5943600"/>
          <p14:tracePt t="260607" x="4552950" y="5943600"/>
          <p14:tracePt t="260624" x="4622800" y="5943600"/>
          <p14:tracePt t="260641" x="4654550" y="5943600"/>
          <p14:tracePt t="260657" x="4692650" y="5943600"/>
          <p14:tracePt t="260674" x="4711700" y="5943600"/>
          <p14:tracePt t="260691" x="4718050" y="5943600"/>
          <p14:tracePt t="261425" x="4724400" y="5943600"/>
          <p14:tracePt t="261431" x="4737100" y="5943600"/>
          <p14:tracePt t="261446" x="4749800" y="5943600"/>
          <p14:tracePt t="261467" x="4756150" y="5943600"/>
          <p14:tracePt t="261474" x="4768850" y="5943600"/>
          <p14:tracePt t="261491" x="4775200" y="5943600"/>
          <p14:tracePt t="261504" x="4794250" y="5937250"/>
          <p14:tracePt t="261521" x="4800600" y="5937250"/>
          <p14:tracePt t="261538" x="4806950" y="5930900"/>
          <p14:tracePt t="261554" x="4813300" y="5924550"/>
          <p14:tracePt t="261558" x="4819650" y="5918200"/>
          <p14:tracePt t="261571" x="4826000" y="5918200"/>
          <p14:tracePt t="261588" x="4832350" y="5918200"/>
          <p14:tracePt t="261604" x="4838700" y="5911850"/>
          <p14:tracePt t="261637" x="4845050" y="5905500"/>
          <p14:tracePt t="261654" x="4845050" y="5899150"/>
          <p14:tracePt t="261671" x="4845050" y="5892800"/>
          <p14:tracePt t="261706" x="4845050" y="5886450"/>
          <p14:tracePt t="261713" x="4845050" y="5880100"/>
          <p14:tracePt t="261733" x="4845050" y="5873750"/>
          <p14:tracePt t="261755" x="4838700" y="5867400"/>
          <p14:tracePt t="261776" x="4838700" y="5861050"/>
          <p14:tracePt t="261783" x="4832350" y="5854700"/>
          <p14:tracePt t="261797" x="4826000" y="5848350"/>
          <p14:tracePt t="261807" x="4813300" y="5842000"/>
          <p14:tracePt t="261820" x="4806950" y="5835650"/>
          <p14:tracePt t="261836" x="4794250" y="5822950"/>
          <p14:tracePt t="261854" x="4743450" y="5803900"/>
          <p14:tracePt t="261869" x="4718050" y="5797550"/>
          <p14:tracePt t="261886" x="4705350" y="5791200"/>
          <p14:tracePt t="261903" x="4692650" y="5784850"/>
          <p14:tracePt t="261919" x="4673600" y="5778500"/>
          <p14:tracePt t="261953" x="4667250" y="5778500"/>
          <p14:tracePt t="262008" x="4667250" y="5784850"/>
          <p14:tracePt t="262036" x="4673600" y="5784850"/>
          <p14:tracePt t="262077" x="4673600" y="5791200"/>
          <p14:tracePt t="262120" x="4679950" y="5791200"/>
          <p14:tracePt t="262148" x="4679950" y="5797550"/>
          <p14:tracePt t="262170" x="4686300" y="5797550"/>
          <p14:tracePt t="262177" x="4686300" y="5803900"/>
          <p14:tracePt t="262198" x="4692650" y="5810250"/>
          <p14:tracePt t="262205" x="4692650" y="5816600"/>
          <p14:tracePt t="262222" x="4692650" y="5822950"/>
          <p14:tracePt t="262236" x="4699000" y="5829300"/>
          <p14:tracePt t="262252" x="4718050" y="5842000"/>
          <p14:tracePt t="262268" x="4743450" y="5873750"/>
          <p14:tracePt t="262285" x="4762500" y="5892800"/>
          <p14:tracePt t="262301" x="4800600" y="5949950"/>
          <p14:tracePt t="262318" x="4845050" y="5988050"/>
          <p14:tracePt t="262335" x="4864100" y="6019800"/>
          <p14:tracePt t="262352" x="4883150" y="6057900"/>
          <p14:tracePt t="262368" x="4895850" y="6083300"/>
          <p14:tracePt t="262384" x="4902200" y="6089650"/>
          <p14:tracePt t="262402" x="4908550" y="6096000"/>
          <p14:tracePt t="262418" x="4914900" y="6096000"/>
          <p14:tracePt t="262479" x="4914900" y="6089650"/>
          <p14:tracePt t="262507" x="4921250" y="6083300"/>
          <p14:tracePt t="262528" x="4927600" y="6083300"/>
          <p14:tracePt t="262549" x="4933950" y="6076950"/>
          <p14:tracePt t="262570" x="4933950" y="6070600"/>
          <p14:tracePt t="262577" x="4940300" y="6070600"/>
          <p14:tracePt t="262591" x="4946650" y="6064250"/>
          <p14:tracePt t="262600" x="4946650" y="6057900"/>
          <p14:tracePt t="262617" x="4953000" y="6057900"/>
          <p14:tracePt t="262634" x="4959350" y="6038850"/>
          <p14:tracePt t="262651" x="4978400" y="6007100"/>
          <p14:tracePt t="262668" x="5010150" y="5975350"/>
          <p14:tracePt t="262683" x="5022850" y="5943600"/>
          <p14:tracePt t="262700" x="5035550" y="5892800"/>
          <p14:tracePt t="262718" x="5041900" y="5854700"/>
          <p14:tracePt t="262734" x="5041900" y="5829300"/>
          <p14:tracePt t="262750" x="5041900" y="5816600"/>
          <p14:tracePt t="262767" x="5041900" y="5797550"/>
          <p14:tracePt t="262783" x="5035550" y="5791200"/>
          <p14:tracePt t="262816" x="5029200" y="5791200"/>
          <p14:tracePt t="262833" x="5022850" y="5797550"/>
          <p14:tracePt t="262850" x="5022850" y="5803900"/>
          <p14:tracePt t="263241" x="5022850" y="5810250"/>
          <p14:tracePt t="263255" x="5022850" y="5816600"/>
          <p14:tracePt t="263269" x="5016500" y="5822950"/>
          <p14:tracePt t="263283" x="5016500" y="5829300"/>
          <p14:tracePt t="263304" x="5016500" y="5835650"/>
          <p14:tracePt t="263325" x="5016500" y="5842000"/>
          <p14:tracePt t="263333" x="5016500" y="5848350"/>
          <p14:tracePt t="263423" x="5022850" y="5848350"/>
          <p14:tracePt t="263444" x="5029200" y="5848350"/>
          <p14:tracePt t="263451" x="5035550" y="5848350"/>
          <p14:tracePt t="263467" x="5035550" y="5854700"/>
          <p14:tracePt t="263481" x="5048250" y="5854700"/>
          <p14:tracePt t="263498" x="5054600" y="5854700"/>
          <p14:tracePt t="263515" x="5080000" y="5854700"/>
          <p14:tracePt t="263531" x="5099050" y="5854700"/>
          <p14:tracePt t="263547" x="5137150" y="5854700"/>
          <p14:tracePt t="263564" x="5207000" y="5854700"/>
          <p14:tracePt t="263580" x="5245100" y="5854700"/>
          <p14:tracePt t="263597" x="5346700" y="5848350"/>
          <p14:tracePt t="263614" x="5441950" y="5848350"/>
          <p14:tracePt t="263630" x="5480050" y="5848350"/>
          <p14:tracePt t="263647" x="5530850" y="5842000"/>
          <p14:tracePt t="263663" x="5562600" y="5835650"/>
          <p14:tracePt t="263680" x="5575300" y="5829300"/>
          <p14:tracePt t="263697" x="5581650" y="5822950"/>
          <p14:tracePt t="263713" x="5581650" y="5816600"/>
          <p14:tracePt t="263747" x="5575300" y="5816600"/>
          <p14:tracePt t="263763" x="5562600" y="5816600"/>
          <p14:tracePt t="263796" x="5556250" y="5816600"/>
          <p14:tracePt t="263813" x="5543550" y="5822950"/>
          <p14:tracePt t="263830" x="5537200" y="5829300"/>
          <p14:tracePt t="264658" x="5511800" y="5829300"/>
          <p14:tracePt t="264665" x="5473700" y="5835650"/>
          <p14:tracePt t="264680" x="5429250" y="5848350"/>
          <p14:tracePt t="264693" x="5378450" y="5854700"/>
          <p14:tracePt t="264710" x="5283200" y="5873750"/>
          <p14:tracePt t="264728" x="5200650" y="5892800"/>
          <p14:tracePt t="264743" x="5168900" y="5899150"/>
          <p14:tracePt t="264760" x="5124450" y="5905500"/>
          <p14:tracePt t="264778" x="5073650" y="5918200"/>
          <p14:tracePt t="264793" x="5048250" y="5924550"/>
          <p14:tracePt t="264809" x="5010150" y="5937250"/>
          <p14:tracePt t="264826" x="4965700" y="5956300"/>
          <p14:tracePt t="264843" x="4940300" y="5962650"/>
          <p14:tracePt t="264859" x="4902200" y="5975350"/>
          <p14:tracePt t="264876" x="4870450" y="5981700"/>
          <p14:tracePt t="264893" x="4857750" y="5988050"/>
          <p14:tracePt t="264909" x="4838700" y="5994400"/>
          <p14:tracePt t="264926" x="4781550" y="6013450"/>
          <p14:tracePt t="264942" x="4762500" y="6019800"/>
          <p14:tracePt t="264960" x="4718050" y="6045200"/>
          <p14:tracePt t="264976" x="4699000" y="6051550"/>
          <p14:tracePt t="264992" x="4648200" y="6057900"/>
          <p14:tracePt t="265009" x="4597400" y="6064250"/>
          <p14:tracePt t="265025" x="4578350" y="6064250"/>
          <p14:tracePt t="265042" x="4527550" y="6070600"/>
          <p14:tracePt t="265059" x="4476750" y="6083300"/>
          <p14:tracePt t="265075" x="4457700" y="6083300"/>
          <p14:tracePt t="265621" x="4438650" y="6083300"/>
          <p14:tracePt t="265628" x="4394200" y="6096000"/>
          <p14:tracePt t="265644" x="4356100" y="6096000"/>
          <p14:tracePt t="265657" x="4324350" y="6108700"/>
          <p14:tracePt t="265673" x="4229100" y="6127750"/>
          <p14:tracePt t="265690" x="4191000" y="6134100"/>
          <p14:tracePt t="265706" x="4070350" y="6153150"/>
          <p14:tracePt t="265723" x="3949700" y="6172200"/>
          <p14:tracePt t="265740" x="3898900" y="6191250"/>
          <p14:tracePt t="265756" x="3778250" y="6216650"/>
          <p14:tracePt t="265773" x="3670300" y="6254750"/>
          <p14:tracePt t="265790" x="3556000" y="6292850"/>
          <p14:tracePt t="265806" x="3505200" y="6311900"/>
          <p14:tracePt t="265823" x="3384550" y="6337300"/>
          <p14:tracePt t="265840" x="3289300" y="6343650"/>
          <p14:tracePt t="265856" x="3251200" y="6343650"/>
          <p14:tracePt t="265874" x="3155950" y="6356350"/>
          <p14:tracePt t="265889" x="3048000" y="6381750"/>
          <p14:tracePt t="265906" x="2984500" y="6381750"/>
          <p14:tracePt t="265923" x="2832100" y="6400800"/>
          <p14:tracePt t="265939" x="2755900" y="6400800"/>
          <p14:tracePt t="265956" x="2597150" y="6388100"/>
          <p14:tracePt t="265973" x="2470150" y="6381750"/>
          <p14:tracePt t="265989" x="2400300" y="6369050"/>
          <p14:tracePt t="266005" x="2273300" y="6350000"/>
          <p14:tracePt t="266022" x="2165350" y="6330950"/>
          <p14:tracePt t="266039" x="2120900" y="6324600"/>
          <p14:tracePt t="266056" x="2063750" y="6311900"/>
          <p14:tracePt t="266072" x="2019300" y="6299200"/>
          <p14:tracePt t="266089" x="2000250" y="6299200"/>
          <p14:tracePt t="266105" x="1981200" y="6299200"/>
          <p14:tracePt t="266122" x="1968500" y="6292850"/>
          <p14:tracePt t="266260" x="1974850" y="6292850"/>
          <p14:tracePt t="266281" x="1981200" y="6292850"/>
          <p14:tracePt t="266302" x="1987550" y="6292850"/>
          <p14:tracePt t="266309" x="1993900" y="6292850"/>
          <p14:tracePt t="266324" x="2000250" y="6292850"/>
          <p14:tracePt t="266344" x="2006600" y="6292850"/>
          <p14:tracePt t="266354" x="2012950" y="6292850"/>
          <p14:tracePt t="266371" x="2025650" y="6292850"/>
          <p14:tracePt t="266388" x="2044700" y="6292850"/>
          <p14:tracePt t="266404" x="2076450" y="6292850"/>
          <p14:tracePt t="266422" x="2152650" y="6280150"/>
          <p14:tracePt t="266437" x="2190750" y="6280150"/>
          <p14:tracePt t="266454" x="2324100" y="6261100"/>
          <p14:tracePt t="266471" x="2476500" y="6261100"/>
          <p14:tracePt t="266487" x="2578100" y="6261100"/>
          <p14:tracePt t="266504" x="2781300" y="6261100"/>
          <p14:tracePt t="266520" x="2971800" y="6261100"/>
          <p14:tracePt t="266537" x="3060700" y="6267450"/>
          <p14:tracePt t="266554" x="3136900" y="6273800"/>
          <p14:tracePt t="266570" x="3282950" y="6292850"/>
          <p14:tracePt t="266587" x="3397250" y="6305550"/>
          <p14:tracePt t="266604" x="3505200" y="6299200"/>
          <p14:tracePt t="266620" x="3543300" y="6299200"/>
          <p14:tracePt t="266637" x="3587750" y="6292850"/>
          <p14:tracePt t="266653" x="3613150" y="6292850"/>
          <p14:tracePt t="266686" x="3619500" y="6286500"/>
          <p14:tracePt t="266704" x="3632200" y="6286500"/>
          <p14:tracePt t="266723" x="3638550" y="6286500"/>
          <p14:tracePt t="266744" x="3644900" y="6280150"/>
          <p14:tracePt t="266753" x="3651250" y="6280150"/>
          <p14:tracePt t="266773" x="3657600" y="6280150"/>
          <p14:tracePt t="266789" x="3657600" y="6273800"/>
          <p14:tracePt t="266803" x="3670300" y="6273800"/>
          <p14:tracePt t="266820" x="3676650" y="6273800"/>
          <p14:tracePt t="266836" x="3689350" y="6273800"/>
          <p14:tracePt t="266869" x="3695700" y="6273800"/>
          <p14:tracePt t="266886" x="3714750" y="6267450"/>
          <p14:tracePt t="266902" x="3721100" y="6267450"/>
          <p14:tracePt t="266919" x="3759200" y="6267450"/>
          <p14:tracePt t="266935" x="3829050" y="6261100"/>
          <p14:tracePt t="266952" x="3879850" y="6261100"/>
          <p14:tracePt t="266969" x="3975100" y="6248400"/>
          <p14:tracePt t="266985" x="4089400" y="6248400"/>
          <p14:tracePt t="267002" x="4140200" y="6242050"/>
          <p14:tracePt t="267019" x="4235450" y="6242050"/>
          <p14:tracePt t="267035" x="4324350" y="6242050"/>
          <p14:tracePt t="267052" x="4349750" y="6242050"/>
          <p14:tracePt t="267068" x="4419600" y="6242050"/>
          <p14:tracePt t="267085" x="4476750" y="6242050"/>
          <p14:tracePt t="267103" x="4527550" y="6242050"/>
          <p14:tracePt t="267118" x="4546600" y="6242050"/>
          <p14:tracePt t="267135" x="4559300" y="6242050"/>
          <p14:tracePt t="267152" x="4603750" y="6242050"/>
          <p14:tracePt t="267168" x="4610100" y="6242050"/>
          <p14:tracePt t="267185" x="4616450" y="6248400"/>
          <p14:tracePt t="267218" x="4610100" y="6254750"/>
          <p14:tracePt t="267235" x="4603750" y="6261100"/>
          <p14:tracePt t="267251" x="4584700" y="6273800"/>
          <p14:tracePt t="267268" x="4578350" y="6286500"/>
          <p14:tracePt t="267575" x="4610100" y="6280150"/>
          <p14:tracePt t="267589" x="4667250" y="6273800"/>
          <p14:tracePt t="267596" x="4730750" y="6267450"/>
          <p14:tracePt t="267603" x="4806950" y="6254750"/>
          <p14:tracePt t="267620" x="4902200" y="6235700"/>
          <p14:tracePt t="267633" x="5003800" y="6216650"/>
          <p14:tracePt t="267649" x="5200650" y="6172200"/>
          <p14:tracePt t="267667" x="5340350" y="6146800"/>
          <p14:tracePt t="267683" x="5410200" y="6134100"/>
          <p14:tracePt t="267700" x="5499100" y="6134100"/>
          <p14:tracePt t="267716" x="5549900" y="6134100"/>
          <p14:tracePt t="267733" x="5568950" y="6127750"/>
          <p14:tracePt t="267750" x="5588000" y="6127750"/>
          <p14:tracePt t="267766" x="5588000" y="6121400"/>
          <p14:tracePt t="267807" x="5588000" y="6127750"/>
          <p14:tracePt t="267926" x="5581650" y="6127750"/>
          <p14:tracePt t="268025" x="5588000" y="6134100"/>
          <p14:tracePt t="268067" x="5588000" y="6140450"/>
          <p14:tracePt t="268095" x="5594350" y="6140450"/>
          <p14:tracePt t="268116" x="5600700" y="6140450"/>
          <p14:tracePt t="268130" x="5607050" y="6140450"/>
          <p14:tracePt t="268137" x="5613400" y="6140450"/>
          <p14:tracePt t="268152" x="5619750" y="6140450"/>
          <p14:tracePt t="268165" x="5645150" y="6140450"/>
          <p14:tracePt t="268181" x="5651500" y="6140450"/>
          <p14:tracePt t="268198" x="5683250" y="6140450"/>
          <p14:tracePt t="268214" x="5740400" y="6153150"/>
          <p14:tracePt t="268231" x="5842000" y="6159500"/>
          <p14:tracePt t="268248" x="5918200" y="6159500"/>
          <p14:tracePt t="268264" x="6070600" y="6159500"/>
          <p14:tracePt t="268281" x="6235700" y="6159500"/>
          <p14:tracePt t="268299" x="6400800" y="6159500"/>
          <p14:tracePt t="268314" x="6464300" y="6165850"/>
          <p14:tracePt t="268331" x="6572250" y="6178550"/>
          <p14:tracePt t="268348" x="6654800" y="6184900"/>
          <p14:tracePt t="268364" x="6680200" y="6184900"/>
          <p14:tracePt t="268381" x="6711950" y="6191250"/>
          <p14:tracePt t="268397" x="6731000" y="6191250"/>
          <p14:tracePt t="268414" x="6737350" y="6197600"/>
          <p14:tracePt t="268430" x="6743700" y="6197600"/>
          <p14:tracePt t="268447" x="6750050" y="6203950"/>
          <p14:tracePt t="268464" x="6756400" y="6203950"/>
          <p14:tracePt t="268481" x="6769100" y="6210300"/>
          <p14:tracePt t="268497" x="6775450" y="6210300"/>
          <p14:tracePt t="268513" x="6800850" y="6210300"/>
          <p14:tracePt t="268530" x="6826250" y="6210300"/>
          <p14:tracePt t="268547" x="6845300" y="6210300"/>
          <p14:tracePt t="268563" x="6877050" y="6210300"/>
          <p14:tracePt t="268580" x="6915150" y="6210300"/>
          <p14:tracePt t="268596" x="6940550" y="6210300"/>
          <p14:tracePt t="268614" x="6978650" y="6210300"/>
          <p14:tracePt t="268630" x="7010400" y="6210300"/>
          <p14:tracePt t="268646" x="7016750" y="6210300"/>
          <p14:tracePt t="268663" x="7029450" y="6210300"/>
          <p14:tracePt t="268727" x="7023100" y="6210300"/>
          <p14:tracePt t="268741" x="7016750" y="6210300"/>
          <p14:tracePt t="268763" x="7010400" y="6210300"/>
          <p14:tracePt t="268776" x="7010400" y="6216650"/>
          <p14:tracePt t="269800" x="7035800" y="6223000"/>
          <p14:tracePt t="269814" x="7048500" y="6223000"/>
          <p14:tracePt t="269821" x="7067550" y="6229350"/>
          <p14:tracePt t="269835" x="7086600" y="6229350"/>
          <p14:tracePt t="269845" x="7105650" y="6229350"/>
          <p14:tracePt t="269859" x="7137400" y="6242050"/>
          <p14:tracePt t="269876" x="7194550" y="6248400"/>
          <p14:tracePt t="269892" x="7245350" y="6254750"/>
          <p14:tracePt t="269909" x="7277100" y="6254750"/>
          <p14:tracePt t="269926" x="7302500" y="6261100"/>
          <p14:tracePt t="269942" x="7410450" y="6261100"/>
          <p14:tracePt t="269958" x="7429500" y="6261100"/>
          <p14:tracePt t="269976" x="7486650" y="6261100"/>
          <p14:tracePt t="269992" x="7512050" y="6261100"/>
          <p14:tracePt t="270008" x="7556500" y="6261100"/>
          <p14:tracePt t="270025" x="7594600" y="6261100"/>
          <p14:tracePt t="270041" x="7613650" y="6261100"/>
          <p14:tracePt t="270059" x="7651750" y="6261100"/>
          <p14:tracePt t="270075" x="7677150" y="6261100"/>
          <p14:tracePt t="270092" x="7696200" y="6261100"/>
          <p14:tracePt t="270108" x="7721600" y="6261100"/>
          <p14:tracePt t="270125" x="7740650" y="6267450"/>
          <p14:tracePt t="270141" x="7747000" y="6267450"/>
          <p14:tracePt t="270158" x="7759700" y="6273800"/>
          <p14:tracePt t="270175" x="7778750" y="6273800"/>
          <p14:tracePt t="270191" x="7785100" y="6273800"/>
          <p14:tracePt t="270208" x="7797800" y="6273800"/>
          <p14:tracePt t="270224" x="7804150" y="6273800"/>
          <p14:tracePt t="270240" x="7816850" y="6273800"/>
          <p14:tracePt t="270258" x="7829550" y="6273800"/>
          <p14:tracePt t="270274" x="7835900" y="6273800"/>
          <p14:tracePt t="270291" x="7842250" y="6273800"/>
          <p14:tracePt t="270307" x="7848600" y="6273800"/>
          <p14:tracePt t="270324" x="7854950" y="6273800"/>
          <p14:tracePt t="270361" x="7861300" y="6273800"/>
          <p14:tracePt t="270383" x="7867650" y="6273800"/>
          <p14:tracePt t="270404" x="7874000" y="6273800"/>
          <p14:tracePt t="270418" x="7880350" y="6273800"/>
          <p14:tracePt t="270426" x="7886700" y="6273800"/>
          <p14:tracePt t="270445" x="7893050" y="6267450"/>
          <p14:tracePt t="270456" x="7905750" y="6267450"/>
          <p14:tracePt t="270474" x="7937500" y="6261100"/>
          <p14:tracePt t="270490" x="7969250" y="6248400"/>
          <p14:tracePt t="270507" x="8026400" y="6235700"/>
          <p14:tracePt t="270523" x="8089900" y="6223000"/>
          <p14:tracePt t="270540" x="8128000" y="6216650"/>
          <p14:tracePt t="270557" x="8147050" y="6210300"/>
          <p14:tracePt t="270573" x="8204200" y="6197600"/>
          <p14:tracePt t="270615" x="8204200" y="6191250"/>
          <p14:tracePt t="270636" x="8197850" y="6191250"/>
          <p14:tracePt t="270642" x="8185150" y="6191250"/>
          <p14:tracePt t="270659" x="8178800" y="6191250"/>
          <p14:tracePt t="270673" x="8166100" y="6191250"/>
          <p14:tracePt t="270689" x="8140700" y="6191250"/>
          <p14:tracePt t="270706" x="8121650" y="6197600"/>
          <p14:tracePt t="270723" x="8096250" y="6197600"/>
          <p14:tracePt t="270739" x="8051800" y="6203950"/>
          <p14:tracePt t="270756" x="8001000" y="6223000"/>
          <p14:tracePt t="270772" x="7975600" y="6223000"/>
          <p14:tracePt t="270789" x="7931150" y="6223000"/>
          <p14:tracePt t="270805" x="7899400" y="6223000"/>
          <p14:tracePt t="270822" x="7886700" y="6223000"/>
          <p14:tracePt t="270839" x="7867650" y="6223000"/>
          <p14:tracePt t="270855" x="7854950" y="6223000"/>
          <p14:tracePt t="270872" x="7848600" y="6223000"/>
          <p14:tracePt t="270905" x="7842250" y="6223000"/>
          <p14:tracePt t="270925" x="7842250" y="6229350"/>
          <p14:tracePt t="270945" x="7848600" y="6229350"/>
          <p14:tracePt t="270966" x="7861300" y="6235700"/>
          <p14:tracePt t="270987" x="7874000" y="6235700"/>
          <p14:tracePt t="270993" x="7886700" y="6235700"/>
          <p14:tracePt t="271008" x="7912100" y="6235700"/>
          <p14:tracePt t="271022" x="7931150" y="6235700"/>
          <p14:tracePt t="271038" x="7988300" y="6223000"/>
          <p14:tracePt t="271055" x="8013700" y="6223000"/>
          <p14:tracePt t="271071" x="8077200" y="6216650"/>
          <p14:tracePt t="271088" x="8115300" y="6210300"/>
          <p14:tracePt t="271105" x="8128000" y="6203950"/>
          <p14:tracePt t="271121" x="8140700" y="6197600"/>
          <p14:tracePt t="271163" x="8128000" y="6197600"/>
          <p14:tracePt t="271169" x="8121650" y="6197600"/>
          <p14:tracePt t="271183" x="8102600" y="6197600"/>
          <p14:tracePt t="271191" x="8083550" y="6203950"/>
          <p14:tracePt t="271205" x="8013700" y="6216650"/>
          <p14:tracePt t="271221" x="7962900" y="6216650"/>
          <p14:tracePt t="271237" x="7893050" y="6223000"/>
          <p14:tracePt t="271254" x="7753350" y="6235700"/>
          <p14:tracePt t="271271" x="7632700" y="6248400"/>
          <p14:tracePt t="271287" x="7607300" y="6248400"/>
          <p14:tracePt t="271304" x="7562850" y="6267450"/>
          <p14:tracePt t="271320" x="7543800" y="6267450"/>
          <p14:tracePt t="271337" x="7550150" y="6261100"/>
          <p14:tracePt t="271353" x="7575550" y="6254750"/>
          <p14:tracePt t="271370" x="7626350" y="6229350"/>
          <p14:tracePt t="271387" x="7708900" y="6210300"/>
          <p14:tracePt t="271404" x="7747000" y="6203950"/>
          <p14:tracePt t="271420" x="7835900" y="6178550"/>
          <p14:tracePt t="271437" x="7905750" y="6153150"/>
          <p14:tracePt t="271453" x="7924800" y="6146800"/>
          <p14:tracePt t="271470" x="7956550" y="6140450"/>
          <p14:tracePt t="271486" x="7988300" y="6140450"/>
          <p14:tracePt t="271520" x="7988300" y="6146800"/>
          <p14:tracePt t="271536" x="7975600" y="6159500"/>
          <p14:tracePt t="271553" x="7956550" y="6165850"/>
          <p14:tracePt t="271570" x="7931150" y="6178550"/>
          <p14:tracePt t="271586" x="7912100" y="6184900"/>
          <p14:tracePt t="271603" x="7829550" y="6203950"/>
          <p14:tracePt t="271619" x="7747000" y="6223000"/>
          <p14:tracePt t="271636" x="7689850" y="6229350"/>
          <p14:tracePt t="271654" x="7639050" y="6254750"/>
          <p14:tracePt t="271669" x="7620000" y="6261100"/>
          <p14:tracePt t="271703" x="7658100" y="6261100"/>
          <p14:tracePt t="271719" x="7721600" y="6248400"/>
          <p14:tracePt t="271736" x="7772400" y="6242050"/>
          <p14:tracePt t="271752" x="7893050" y="6210300"/>
          <p14:tracePt t="271769" x="7988300" y="6203950"/>
          <p14:tracePt t="271785" x="8026400" y="6184900"/>
          <p14:tracePt t="271802" x="8077200" y="6172200"/>
          <p14:tracePt t="271818" x="8089900" y="6165850"/>
          <p14:tracePt t="271836" x="8096250" y="6153150"/>
          <p14:tracePt t="271868" x="8083550" y="6153150"/>
          <p14:tracePt t="271885" x="8064500" y="6159500"/>
          <p14:tracePt t="271902" x="8058150" y="6165850"/>
          <p14:tracePt t="271918" x="8026400" y="6184900"/>
          <p14:tracePt t="271935" x="7975600" y="6210300"/>
          <p14:tracePt t="271951" x="7912100" y="6242050"/>
          <p14:tracePt t="271968" x="7886700" y="6254750"/>
          <p14:tracePt t="271985" x="7835900" y="6273800"/>
          <p14:tracePt t="272001" x="7816850" y="6292850"/>
          <p14:tracePt t="272019" x="7810500" y="6305550"/>
          <p14:tracePt t="272034" x="7804150" y="6305550"/>
          <p14:tracePt t="272051" x="7804150" y="6311900"/>
          <p14:tracePt t="272069" x="7810500" y="6305550"/>
          <p14:tracePt t="272084" x="7816850" y="6299200"/>
          <p14:tracePt t="272101" x="7829550" y="6292850"/>
          <p14:tracePt t="272117" x="7842250" y="6273800"/>
          <p14:tracePt t="272134" x="7842250" y="6267450"/>
          <p14:tracePt t="272151" x="7842250" y="6261100"/>
          <p14:tracePt t="272168" x="7842250" y="6254750"/>
          <p14:tracePt t="272184" x="7842250" y="6248400"/>
          <p14:tracePt t="272230" x="7835900" y="6248400"/>
          <p14:tracePt t="272258" x="7829550" y="6248400"/>
          <p14:tracePt t="272279" x="7823200" y="6254750"/>
          <p14:tracePt t="272302" x="7816850" y="6254750"/>
          <p14:tracePt t="272321" x="7816850" y="6261100"/>
          <p14:tracePt t="272328" x="7810500" y="6261100"/>
          <p14:tracePt t="272349" x="7804150" y="6261100"/>
          <p14:tracePt t="272392" x="7797800" y="6267450"/>
          <p14:tracePt t="272419" x="7791450" y="6267450"/>
          <p14:tracePt t="272462" x="7785100" y="6267450"/>
          <p14:tracePt t="272490" x="7778750" y="6267450"/>
          <p14:tracePt t="272511" x="7772400" y="6267450"/>
          <p14:tracePt t="272581" x="7766050" y="6267450"/>
          <p14:tracePt t="272602" x="7759700" y="6267450"/>
          <p14:tracePt t="272631" x="7753350" y="6267450"/>
          <p14:tracePt t="272645" x="7747000" y="6267450"/>
          <p14:tracePt t="272666" x="7734300" y="6267450"/>
          <p14:tracePt t="272673" x="7727950" y="6267450"/>
          <p14:tracePt t="272682" x="7715250" y="6267450"/>
          <p14:tracePt t="272699" x="7696200" y="6248400"/>
          <p14:tracePt t="272715" x="7620000" y="6216650"/>
          <p14:tracePt t="272732" x="7556500" y="6197600"/>
          <p14:tracePt t="272750" x="7289800" y="6076950"/>
          <p14:tracePt t="272766" x="7169150" y="6032500"/>
          <p14:tracePt t="272782" x="7067550" y="5981700"/>
          <p14:tracePt t="272799" x="6845300" y="5905500"/>
          <p14:tracePt t="272815" x="6661150" y="5848350"/>
          <p14:tracePt t="272832" x="6578600" y="5829300"/>
          <p14:tracePt t="272849" x="6464300" y="5797550"/>
          <p14:tracePt t="272865" x="6369050" y="5778500"/>
          <p14:tracePt t="272882" x="6343650" y="5772150"/>
          <p14:tracePt t="272899" x="6305550" y="5765800"/>
          <p14:tracePt t="272915" x="6248400" y="5765800"/>
          <p14:tracePt t="272933" x="6178550" y="57721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9753600" cy="677164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class Deck(</a:t>
            </a:r>
            <a:r>
              <a:rPr lang="en-US" sz="2400" b="1" spc="-100" dirty="0">
                <a:latin typeface="Lucida Console" panose="020B0609040504020204" pitchFamily="49" charset="0"/>
              </a:rPr>
              <a:t>Card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@property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deal(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[0]</a:t>
            </a:r>
            <a:r>
              <a:rPr lang="en-US" sz="2400" spc="-100" dirty="0">
                <a:latin typeface="Lucida Console" panose="020B0609040504020204" pitchFamily="49" charset="0"/>
              </a:rPr>
              <a:t>; del 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[0]</a:t>
            </a:r>
            <a:r>
              <a:rPr lang="en-US" sz="2400" spc="-100" dirty="0">
                <a:latin typeface="Lucida Console" panose="020B0609040504020204" pitchFamily="49" charset="0"/>
              </a:rPr>
              <a:t>; return </a:t>
            </a:r>
            <a:r>
              <a:rPr lang="en-US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__</a:t>
            </a:r>
            <a:r>
              <a:rPr lang="en-US" sz="2400" spc="-100" dirty="0" err="1">
                <a:latin typeface="Lucida Console" panose="020B0609040504020204" pitchFamily="49" charset="0"/>
              </a:rPr>
              <a:t>str</a:t>
            </a:r>
            <a:r>
              <a:rPr lang="en-US" sz="2400" spc="-100" dirty="0">
                <a:latin typeface="Lucida Console" panose="020B0609040504020204" pitchFamily="49" charset="0"/>
              </a:rPr>
              <a:t>__(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self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=(</a:t>
            </a:r>
            <a:r>
              <a:rPr lang="en-US" sz="2400" spc="-100" dirty="0" err="1">
                <a:latin typeface="Lucida Console" panose="020B0609040504020204" pitchFamily="49" charset="0"/>
              </a:rPr>
              <a:t>len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)+23)//24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s=""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for 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 in range(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[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*24+ (</a:t>
            </a:r>
            <a:r>
              <a:rPr lang="en-US" sz="2400" b="1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y:=</a:t>
            </a:r>
            <a:r>
              <a:rPr lang="en-US" sz="2400" spc="-100" dirty="0">
                <a:latin typeface="Lucida Console" panose="020B0609040504020204" pitchFamily="49" charset="0"/>
              </a:rPr>
              <a:t>23 \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if 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&lt;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-1 else(</a:t>
            </a:r>
            <a:r>
              <a:rPr lang="en-US" sz="2400" spc="-100" dirty="0" err="1">
                <a:latin typeface="Lucida Console" panose="020B0609040504020204" pitchFamily="49" charset="0"/>
              </a:rPr>
              <a:t>len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)-1)%24)]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for </a:t>
            </a:r>
            <a:r>
              <a:rPr lang="en-US" sz="24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j</a:t>
            </a:r>
            <a:r>
              <a:rPr lang="en-US" sz="2400" spc="-100" dirty="0">
                <a:latin typeface="Lucida Console" panose="020B0609040504020204" pitchFamily="49" charset="0"/>
              </a:rPr>
              <a:t> in range(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*24+</a:t>
            </a:r>
            <a:r>
              <a:rPr lang="en-US" sz="2400" b="1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y</a:t>
            </a:r>
            <a:r>
              <a:rPr lang="en-US" sz="2400" spc="-100" dirty="0">
                <a:latin typeface="Lucida Console" panose="020B0609040504020204" pitchFamily="49" charset="0"/>
              </a:rPr>
              <a:t>-1,</a:t>
            </a:r>
            <a:r>
              <a:rPr lang="en-US" sz="24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*24-1,-1):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[j]</a:t>
            </a:r>
            <a:r>
              <a:rPr lang="en-US" sz="2400" spc="-100" dirty="0">
                <a:latin typeface="Lucida Console" panose="020B0609040504020204" pitchFamily="49" charset="0"/>
              </a:rPr>
              <a:t>+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sz="2400" spc="-100" dirty="0">
                <a:latin typeface="Lucida Console" panose="020B0609040504020204" pitchFamily="49" charset="0"/>
              </a:rPr>
              <a:t>+=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+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"\n"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return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if __name__ == "__main__":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nt(Deck(joker=</a:t>
            </a:r>
            <a:r>
              <a:rPr lang="en-US" sz="2400" spc="-100" dirty="0" err="1">
                <a:latin typeface="Lucida Console" panose="020B0609040504020204" pitchFamily="49" charset="0"/>
              </a:rPr>
              <a:t>True,shuffle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latin typeface="Lucida Console" panose="020B0609040504020204" pitchFamily="49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</a:rPr>
              <a:t>al</a:t>
            </a:r>
            <a:r>
              <a:rPr lang="en-US" sz="2400" spc="-100" dirty="0" err="1">
                <a:latin typeface="Lucida Console" panose="020B0609040504020204" pitchFamily="49" charset="0"/>
              </a:rPr>
              <a:t>s</a:t>
            </a:r>
            <a:r>
              <a:rPr lang="en-US" sz="2400" spc="-200" dirty="0" err="1">
                <a:latin typeface="Lucida Console" panose="020B0609040504020204" pitchFamily="49" charset="0"/>
              </a:rPr>
              <a:t>e,</a:t>
            </a:r>
            <a:r>
              <a:rPr lang="en-US" sz="2400" spc="-100" dirty="0" err="1"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latin typeface="Lucida Console" panose="020B0609040504020204" pitchFamily="49" charset="0"/>
              </a:rPr>
              <a:t>=F</a:t>
            </a:r>
            <a:r>
              <a:rPr lang="en-US" sz="2400" spc="-300" dirty="0">
                <a:latin typeface="Lucida Console" panose="020B0609040504020204" pitchFamily="49" charset="0"/>
              </a:rPr>
              <a:t>al</a:t>
            </a:r>
            <a:r>
              <a:rPr lang="en-US" sz="2400" spc="-150" dirty="0">
                <a:latin typeface="Lucida Console" panose="020B0609040504020204" pitchFamily="49" charset="0"/>
              </a:rPr>
              <a:t>se</a:t>
            </a:r>
            <a:r>
              <a:rPr lang="en-US" sz="2400" spc="-300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nt(Deck(pinochle=True))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nt(Deck(pinochle=</a:t>
            </a:r>
            <a:r>
              <a:rPr lang="en-US" sz="2400" spc="-100" dirty="0" err="1">
                <a:latin typeface="Lucida Console" panose="020B0609040504020204" pitchFamily="49" charset="0"/>
              </a:rPr>
              <a:t>True,faceup</a:t>
            </a:r>
            <a:r>
              <a:rPr lang="en-US" sz="2400" spc="-100" dirty="0">
                <a:latin typeface="Lucida Console" panose="020B0609040504020204" pitchFamily="49" charset="0"/>
              </a:rPr>
              <a:t>=False),end="")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sz="2400" spc="-100" dirty="0">
                <a:latin typeface="Lucida Console" panose="020B0609040504020204" pitchFamily="49" charset="0"/>
              </a:rPr>
              <a:t> python3 deck.py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spc="-100" dirty="0">
              <a:latin typeface="Lucida Console" panose="020B0609040504020204" pitchFamily="49" charset="0"/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182162" y="319207"/>
            <a:ext cx="258771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from your</a:t>
            </a:r>
            <a:b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homework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6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306"/>
    </mc:Choice>
    <mc:Fallback xmlns="">
      <p:transition spd="slow" advTm="1383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90" x="6178550" y="5734050"/>
          <p14:tracePt t="1405" x="6165850" y="5670550"/>
          <p14:tracePt t="1412" x="6165850" y="5594350"/>
          <p14:tracePt t="1428" x="6159500" y="5492750"/>
          <p14:tracePt t="1442" x="6146800" y="5276850"/>
          <p14:tracePt t="1459" x="6140450" y="5175250"/>
          <p14:tracePt t="1476" x="6127750" y="4959350"/>
          <p14:tracePt t="1493" x="6115050" y="4845050"/>
          <p14:tracePt t="1510" x="6096000" y="4476750"/>
          <p14:tracePt t="1525" x="6076950" y="4362450"/>
          <p14:tracePt t="1542" x="6051550" y="4235450"/>
          <p14:tracePt t="1559" x="5975350" y="3968750"/>
          <p14:tracePt t="1575" x="5911850" y="3727450"/>
          <p14:tracePt t="1592" x="5861050" y="3606800"/>
          <p14:tracePt t="1608" x="5778500" y="3397250"/>
          <p14:tracePt t="1625" x="5695950" y="3213100"/>
          <p14:tracePt t="1642" x="5638800" y="3117850"/>
          <p14:tracePt t="1658" x="5518150" y="2933700"/>
          <p14:tracePt t="1675" x="5454650" y="2851150"/>
          <p14:tracePt t="1692" x="5327650" y="2686050"/>
          <p14:tracePt t="1707" x="5238750" y="2552700"/>
          <p14:tracePt t="1724" x="5200650" y="2495550"/>
          <p14:tracePt t="1742" x="5124450" y="2387600"/>
          <p14:tracePt t="1758" x="5099050" y="2330450"/>
          <p14:tracePt t="1775" x="5073650" y="2286000"/>
          <p14:tracePt t="1791" x="4991100" y="2127250"/>
          <p14:tracePt t="1808" x="4972050" y="2089150"/>
          <p14:tracePt t="1824" x="4946650" y="2044700"/>
          <p14:tracePt t="1841" x="4914900" y="2000250"/>
          <p14:tracePt t="1857" x="4883150" y="1974850"/>
          <p14:tracePt t="1875" x="4826000" y="1955800"/>
          <p14:tracePt t="1891" x="4781550" y="1949450"/>
          <p14:tracePt t="1907" x="4762500" y="1949450"/>
          <p14:tracePt t="5636" x="4692650" y="1949450"/>
          <p14:tracePt t="5643" x="4616450" y="1949450"/>
          <p14:tracePt t="5658" x="4527550" y="1949450"/>
          <p14:tracePt t="5664" x="4438650" y="1949450"/>
          <p14:tracePt t="5681" x="4362450" y="1949450"/>
          <p14:tracePt t="5694" x="4286250" y="1949450"/>
          <p14:tracePt t="5711" x="4152900" y="1949450"/>
          <p14:tracePt t="5728" x="4044950" y="1968500"/>
          <p14:tracePt t="5744" x="3994150" y="1981200"/>
          <p14:tracePt t="5761" x="3924300" y="1993900"/>
          <p14:tracePt t="5777" x="3879850" y="2006600"/>
          <p14:tracePt t="5794" x="3854450" y="2012950"/>
          <p14:tracePt t="5811" x="3797300" y="2044700"/>
          <p14:tracePt t="5827" x="3759200" y="2076450"/>
          <p14:tracePt t="5844" x="3733800" y="2089150"/>
          <p14:tracePt t="5861" x="3689350" y="2114550"/>
          <p14:tracePt t="5877" x="3657600" y="2139950"/>
          <p14:tracePt t="5893" x="3644900" y="2146300"/>
          <p14:tracePt t="5910" x="3619500" y="2165350"/>
          <p14:tracePt t="5927" x="3600450" y="2184400"/>
          <p14:tracePt t="5943" x="3587750" y="2203450"/>
          <p14:tracePt t="5960" x="3562350" y="2247900"/>
          <p14:tracePt t="5977" x="3549650" y="2260600"/>
          <p14:tracePt t="8955" x="3536950" y="2266950"/>
          <p14:tracePt t="8969" x="3524250" y="2279650"/>
          <p14:tracePt t="8976" x="3511550" y="2292350"/>
          <p14:tracePt t="8990" x="3486150" y="2298700"/>
          <p14:tracePt t="9000" x="3467100" y="2317750"/>
          <p14:tracePt t="9016" x="3441700" y="2349500"/>
          <p14:tracePt t="9033" x="3390900" y="2393950"/>
          <p14:tracePt t="9049" x="3327400" y="2463800"/>
          <p14:tracePt t="9066" x="3295650" y="2495550"/>
          <p14:tracePt t="9070" x="3251200" y="2540000"/>
          <p14:tracePt t="9083" x="3213100" y="2578100"/>
          <p14:tracePt t="9099" x="3130550" y="2667000"/>
          <p14:tracePt t="9116" x="3067050" y="2749550"/>
          <p14:tracePt t="9132" x="3035300" y="2794000"/>
          <p14:tracePt t="9149" x="2978150" y="2870200"/>
          <p14:tracePt t="9166" x="2959100" y="2914650"/>
          <p14:tracePt t="9182" x="2952750" y="2933700"/>
          <p14:tracePt t="9199" x="2946400" y="2946400"/>
          <p14:tracePt t="9216" x="2940050" y="2978150"/>
          <p14:tracePt t="9232" x="2940050" y="2984500"/>
          <p14:tracePt t="9248" x="2933700" y="2984500"/>
          <p14:tracePt t="9265" x="2933700" y="2997200"/>
          <p14:tracePt t="9282" x="2927350" y="3009900"/>
          <p14:tracePt t="16006" x="2889250" y="3003550"/>
          <p14:tracePt t="16013" x="2844800" y="2965450"/>
          <p14:tracePt t="16025" x="2787650" y="2927350"/>
          <p14:tracePt t="16042" x="2635250" y="2825750"/>
          <p14:tracePt t="16058" x="2508250" y="2736850"/>
          <p14:tracePt t="16075" x="2393950" y="2628900"/>
          <p14:tracePt t="16092" x="2266950" y="2501900"/>
          <p14:tracePt t="16108" x="2190750" y="2406650"/>
          <p14:tracePt t="16112" x="2165350" y="2374900"/>
          <p14:tracePt t="16125" x="2114550" y="2273300"/>
          <p14:tracePt t="16141" x="2070100" y="2190750"/>
          <p14:tracePt t="16158" x="2032000" y="2101850"/>
          <p14:tracePt t="16175" x="2019300" y="2000250"/>
          <p14:tracePt t="16191" x="2006600" y="1943100"/>
          <p14:tracePt t="16208" x="2006600" y="1905000"/>
          <p14:tracePt t="16224" x="2044700" y="1809750"/>
          <p14:tracePt t="16241" x="2076450" y="1765300"/>
          <p14:tracePt t="16257" x="2127250" y="1708150"/>
          <p14:tracePt t="16274" x="2209800" y="1670050"/>
          <p14:tracePt t="16291" x="2400300" y="1663700"/>
          <p14:tracePt t="16308" x="2965450" y="1778000"/>
          <p14:tracePt t="16324" x="3302000" y="1879600"/>
          <p14:tracePt t="16341" x="3727450" y="2063750"/>
          <p14:tracePt t="16357" x="4749800" y="2673350"/>
          <p14:tracePt t="16374" x="5035550" y="2876550"/>
          <p14:tracePt t="16391" x="5257800" y="3086100"/>
          <p14:tracePt t="16407" x="5524500" y="3390900"/>
          <p14:tracePt t="16424" x="5702300" y="3600450"/>
          <p14:tracePt t="16442" x="5803900" y="3765550"/>
          <p14:tracePt t="16457" x="5842000" y="3841750"/>
          <p14:tracePt t="16474" x="5899150" y="3968750"/>
          <p14:tracePt t="16491" x="5918200" y="4064000"/>
          <p14:tracePt t="16507" x="5918200" y="4114800"/>
          <p14:tracePt t="16524" x="5918200" y="4165600"/>
          <p14:tracePt t="16540" x="5892800" y="4222750"/>
          <p14:tracePt t="16557" x="5880100" y="4235450"/>
          <p14:tracePt t="16574" x="5854700" y="4267200"/>
          <p14:tracePt t="16590" x="5829300" y="4286250"/>
          <p14:tracePt t="16606" x="5816600" y="4292600"/>
          <p14:tracePt t="16610" x="5810250" y="4292600"/>
          <p14:tracePt t="16626" x="5797550" y="4298950"/>
          <p14:tracePt t="16640" x="5784850" y="4298950"/>
          <p14:tracePt t="16657" x="5778500" y="4298950"/>
          <p14:tracePt t="16674" x="5759450" y="4298950"/>
          <p14:tracePt t="16689" x="5740400" y="4298950"/>
          <p14:tracePt t="16706" x="5721350" y="4298950"/>
          <p14:tracePt t="16723" x="5670550" y="4286250"/>
          <p14:tracePt t="16740" x="5632450" y="4273550"/>
          <p14:tracePt t="17203" x="5638800" y="4273550"/>
          <p14:tracePt t="17211" x="5670550" y="4267200"/>
          <p14:tracePt t="17225" x="5702300" y="4254500"/>
          <p14:tracePt t="17238" x="5753100" y="4241800"/>
          <p14:tracePt t="17254" x="5873750" y="4203700"/>
          <p14:tracePt t="17271" x="5943600" y="4184650"/>
          <p14:tracePt t="17288" x="6089650" y="4140200"/>
          <p14:tracePt t="17304" x="6229350" y="4070350"/>
          <p14:tracePt t="17321" x="6292850" y="4038600"/>
          <p14:tracePt t="17337" x="6470650" y="3956050"/>
          <p14:tracePt t="17354" x="6667500" y="3873500"/>
          <p14:tracePt t="17371" x="6769100" y="3841750"/>
          <p14:tracePt t="17387" x="6953250" y="3759200"/>
          <p14:tracePt t="17404" x="7150100" y="3689350"/>
          <p14:tracePt t="17421" x="7359650" y="3638550"/>
          <p14:tracePt t="17437" x="7473950" y="3619500"/>
          <p14:tracePt t="17453" x="7569200" y="3606800"/>
          <p14:tracePt t="17470" x="7835900" y="3587750"/>
          <p14:tracePt t="17487" x="7937500" y="3587750"/>
          <p14:tracePt t="17505" x="8153400" y="3587750"/>
          <p14:tracePt t="17520" x="8261350" y="3587750"/>
          <p14:tracePt t="17536" x="8470900" y="3587750"/>
          <p14:tracePt t="17554" x="8686800" y="3587750"/>
          <p14:tracePt t="17570" x="8775700" y="3587750"/>
          <p14:tracePt t="17586" x="8966200" y="3613150"/>
          <p14:tracePt t="17604" x="9093200" y="3619500"/>
          <p14:tracePt t="17926" x="9093200" y="3505200"/>
          <p14:tracePt t="17933" x="9029700" y="3505200"/>
          <p14:tracePt t="17947" x="8953500" y="3505200"/>
          <p14:tracePt t="17955" x="8870950" y="3498850"/>
          <p14:tracePt t="17968" x="8782050" y="3486150"/>
          <p14:tracePt t="17985" x="8642350" y="3479800"/>
          <p14:tracePt t="18002" x="8578850" y="3467100"/>
          <p14:tracePt t="18019" x="8483600" y="3467100"/>
          <p14:tracePt t="18035" x="8426450" y="3467100"/>
          <p14:tracePt t="18052" x="8394700" y="3460750"/>
          <p14:tracePt t="18068" x="8382000" y="3460750"/>
          <p14:tracePt t="18085" x="8369300" y="3460750"/>
          <p14:tracePt t="18102" x="8350250" y="3460750"/>
          <p14:tracePt t="18118" x="8337550" y="3460750"/>
          <p14:tracePt t="18134" x="8324850" y="3454400"/>
          <p14:tracePt t="18151" x="8305800" y="3454400"/>
          <p14:tracePt t="18168" x="8280400" y="3454400"/>
          <p14:tracePt t="18184" x="8261350" y="3454400"/>
          <p14:tracePt t="18201" x="8210550" y="3473450"/>
          <p14:tracePt t="18217" x="8128000" y="3498850"/>
          <p14:tracePt t="18235" x="8013700" y="3543300"/>
          <p14:tracePt t="18251" x="7956550" y="3581400"/>
          <p14:tracePt t="18267" x="7785100" y="3683000"/>
          <p14:tracePt t="18284" x="7581900" y="3835400"/>
          <p14:tracePt t="18301" x="7454900" y="3924300"/>
          <p14:tracePt t="18317" x="7239000" y="4114800"/>
          <p14:tracePt t="18334" x="7061200" y="4305300"/>
          <p14:tracePt t="18350" x="6985000" y="4400550"/>
          <p14:tracePt t="18367" x="6908800" y="4495800"/>
          <p14:tracePt t="18383" x="6724650" y="4756150"/>
          <p14:tracePt t="18400" x="6673850" y="4838700"/>
          <p14:tracePt t="18417" x="6591300" y="5003800"/>
          <p14:tracePt t="18433" x="6540500" y="5175250"/>
          <p14:tracePt t="18450" x="6534150" y="5238750"/>
          <p14:tracePt t="18467" x="6496050" y="5321300"/>
          <p14:tracePt t="18483" x="6489700" y="5353050"/>
          <p14:tracePt t="18500" x="6477000" y="5384800"/>
          <p14:tracePt t="18517" x="6470650" y="5403850"/>
          <p14:tracePt t="18533" x="6464300" y="5410200"/>
          <p14:tracePt t="18550" x="6457950" y="5422900"/>
          <p14:tracePt t="18566" x="6451600" y="5435600"/>
          <p14:tracePt t="18583" x="6438900" y="5441950"/>
          <p14:tracePt t="18600" x="6426200" y="5454650"/>
          <p14:tracePt t="18616" x="6413500" y="5461000"/>
          <p14:tracePt t="18633" x="6407150" y="5461000"/>
          <p14:tracePt t="18636" x="6400800" y="5461000"/>
          <p14:tracePt t="18651" x="6394450" y="5461000"/>
          <p14:tracePt t="18666" x="6369050" y="5461000"/>
          <p14:tracePt t="18683" x="6350000" y="5461000"/>
          <p14:tracePt t="18699" x="6280150" y="5461000"/>
          <p14:tracePt t="18716" x="6229350" y="5461000"/>
          <p14:tracePt t="18734" x="6127750" y="5486400"/>
          <p14:tracePt t="18749" x="6115050" y="5492750"/>
          <p14:tracePt t="19074" x="6045200" y="5499100"/>
          <p14:tracePt t="19088" x="5956300" y="5518150"/>
          <p14:tracePt t="19095" x="5854700" y="5530850"/>
          <p14:tracePt t="19109" x="5753100" y="5562600"/>
          <p14:tracePt t="19118" x="5657850" y="5594350"/>
          <p14:tracePt t="19132" x="5543550" y="5632450"/>
          <p14:tracePt t="19148" x="5334000" y="5695950"/>
          <p14:tracePt t="19165" x="5238750" y="5715000"/>
          <p14:tracePt t="19181" x="5137150" y="5746750"/>
          <p14:tracePt t="19197" x="4927600" y="5810250"/>
          <p14:tracePt t="19215" x="4737100" y="5842000"/>
          <p14:tracePt t="19231" x="4648200" y="5848350"/>
          <p14:tracePt t="19247" x="4572000" y="5848350"/>
          <p14:tracePt t="19264" x="4400550" y="5867400"/>
          <p14:tracePt t="19280" x="4356100" y="5886450"/>
          <p14:tracePt t="19298" x="4311650" y="5905500"/>
          <p14:tracePt t="19314" x="4254500" y="5924550"/>
          <p14:tracePt t="19330" x="4210050" y="5949950"/>
          <p14:tracePt t="19348" x="4184650" y="5949950"/>
          <p14:tracePt t="19364" x="4178300" y="5956300"/>
          <p14:tracePt t="19380" x="4165600" y="5956300"/>
          <p14:tracePt t="19397" x="4146550" y="5969000"/>
          <p14:tracePt t="19413" x="4133850" y="5975350"/>
          <p14:tracePt t="19430" x="4095750" y="6000750"/>
          <p14:tracePt t="19446" x="4057650" y="6007100"/>
          <p14:tracePt t="19464" x="4038600" y="6013450"/>
          <p14:tracePt t="19482" x="3994150" y="6026150"/>
          <p14:tracePt t="19496" x="3937000" y="6026150"/>
          <p14:tracePt t="19513" x="3911600" y="6026150"/>
          <p14:tracePt t="19530" x="3886200" y="6026150"/>
          <p14:tracePt t="19547" x="3835400" y="6000750"/>
          <p14:tracePt t="19563" x="3784600" y="5981700"/>
          <p14:tracePt t="19580" x="3752850" y="5969000"/>
          <p14:tracePt t="19596" x="3740150" y="5969000"/>
          <p14:tracePt t="19613" x="3721100" y="5956300"/>
          <p14:tracePt t="19657" x="3721100" y="5949950"/>
          <p14:tracePt t="19671" x="3727450" y="5949950"/>
          <p14:tracePt t="19679" x="3733800" y="5949950"/>
          <p14:tracePt t="19695" x="3740150" y="5943600"/>
          <p14:tracePt t="19713" x="3765550" y="5937250"/>
          <p14:tracePt t="19729" x="3829050" y="5930900"/>
          <p14:tracePt t="19745" x="3886200" y="5924550"/>
          <p14:tracePt t="19762" x="4038600" y="5911850"/>
          <p14:tracePt t="19779" x="4241800" y="5892800"/>
          <p14:tracePt t="19795" x="4330700" y="5892800"/>
          <p14:tracePt t="19812" x="4508500" y="5892800"/>
          <p14:tracePt t="19829" x="4597400" y="5892800"/>
          <p14:tracePt t="19847" x="4806950" y="5892800"/>
          <p14:tracePt t="19862" x="4845050" y="5905500"/>
          <p14:tracePt t="19878" x="4876800" y="5905500"/>
          <p14:tracePt t="19895" x="4914900" y="5911850"/>
          <p14:tracePt t="19912" x="4933950" y="5918200"/>
          <p14:tracePt t="19928" x="4946650" y="5918200"/>
          <p14:tracePt t="19945" x="4953000" y="5924550"/>
          <p14:tracePt t="19981" x="4959350" y="5930900"/>
          <p14:tracePt t="20007" x="4953000" y="5930900"/>
          <p14:tracePt t="20071" x="4946650" y="5930900"/>
          <p14:tracePt t="20183" x="4940300" y="5930900"/>
          <p14:tracePt t="20190" x="4933950" y="5930900"/>
          <p14:tracePt t="20212" x="4933950" y="5937250"/>
          <p14:tracePt t="20232" x="4927600" y="5937250"/>
          <p14:tracePt t="20239" x="4921250" y="5937250"/>
          <p14:tracePt t="20253" x="4914900" y="5937250"/>
          <p14:tracePt t="20263" x="4908550" y="5943600"/>
          <p14:tracePt t="20277" x="4902200" y="5943600"/>
          <p14:tracePt t="20294" x="4883150" y="5949950"/>
          <p14:tracePt t="20311" x="4857750" y="5962650"/>
          <p14:tracePt t="20327" x="4787900" y="5988050"/>
          <p14:tracePt t="20344" x="4699000" y="6026150"/>
          <p14:tracePt t="20360" x="4603750" y="6051550"/>
          <p14:tracePt t="20377" x="4559300" y="6064250"/>
          <p14:tracePt t="20393" x="4502150" y="6089650"/>
          <p14:tracePt t="20410" x="4451350" y="6102350"/>
          <p14:tracePt t="20427" x="4438650" y="6102350"/>
          <p14:tracePt t="20443" x="4419600" y="6108700"/>
          <p14:tracePt t="20460" x="4413250" y="6108700"/>
          <p14:tracePt t="20513" x="4419600" y="6108700"/>
          <p14:tracePt t="20520" x="4425950" y="6108700"/>
          <p14:tracePt t="20534" x="4432300" y="6108700"/>
          <p14:tracePt t="20543" x="4432300" y="6102350"/>
          <p14:tracePt t="20559" x="4445000" y="6096000"/>
          <p14:tracePt t="20576" x="4464050" y="6089650"/>
          <p14:tracePt t="20593" x="4508500" y="6083300"/>
          <p14:tracePt t="20611" x="4565650" y="6057900"/>
          <p14:tracePt t="20626" x="4610100" y="6038850"/>
          <p14:tracePt t="20642" x="4718050" y="6013450"/>
          <p14:tracePt t="20660" x="4826000" y="5975350"/>
          <p14:tracePt t="20676" x="4870450" y="5962650"/>
          <p14:tracePt t="20693" x="4927600" y="5949950"/>
          <p14:tracePt t="20709" x="4959350" y="5943600"/>
          <p14:tracePt t="20726" x="4965700" y="5943600"/>
          <p14:tracePt t="20742" x="4972050" y="5943600"/>
          <p14:tracePt t="20990" x="4965700" y="5943600"/>
          <p14:tracePt t="21039" x="4959350" y="5943600"/>
          <p14:tracePt t="21081" x="4953000" y="5943600"/>
          <p14:tracePt t="21109" x="4946650" y="5943600"/>
          <p14:tracePt t="21172" x="4940300" y="5943600"/>
          <p14:tracePt t="21180" x="4933950" y="5943600"/>
          <p14:tracePt t="21201" x="4921250" y="5937250"/>
          <p14:tracePt t="21236" x="4914900" y="5930900"/>
          <p14:tracePt t="21257" x="4902200" y="5924550"/>
          <p14:tracePt t="21270" x="4895850" y="5918200"/>
          <p14:tracePt t="21285" x="4876800" y="5911850"/>
          <p14:tracePt t="21299" x="4864100" y="5905500"/>
          <p14:tracePt t="21307" x="4851400" y="5899150"/>
          <p14:tracePt t="21323" x="4832350" y="5892800"/>
          <p14:tracePt t="21341" x="4806950" y="5880100"/>
          <p14:tracePt t="21357" x="4794250" y="5880100"/>
          <p14:tracePt t="21373" x="4787900" y="5880100"/>
          <p14:tracePt t="21390" x="4775200" y="5880100"/>
          <p14:tracePt t="21432" x="4781550" y="5880100"/>
          <p14:tracePt t="21446" x="4794250" y="5880100"/>
          <p14:tracePt t="21456" x="4794250" y="5886450"/>
          <p14:tracePt t="21476" x="4800600" y="5886450"/>
          <p14:tracePt t="21489" x="4806950" y="5892800"/>
          <p14:tracePt t="21506" x="4813300" y="5899150"/>
          <p14:tracePt t="21551" x="4819650" y="5899150"/>
          <p14:tracePt t="21587" x="4813300" y="5899150"/>
          <p14:tracePt t="21593" x="4806950" y="5899150"/>
          <p14:tracePt t="21606" x="4800600" y="5899150"/>
          <p14:tracePt t="21635" x="4794250" y="5899150"/>
          <p14:tracePt t="21643" x="4787900" y="5899150"/>
          <p14:tracePt t="21656" x="4781550" y="5899150"/>
          <p14:tracePt t="21672" x="4768850" y="5899150"/>
          <p14:tracePt t="21689" x="4762500" y="5899150"/>
          <p14:tracePt t="21706" x="4749800" y="5899150"/>
          <p14:tracePt t="21804" x="4743450" y="5899150"/>
          <p14:tracePt t="21811" x="4737100" y="5899150"/>
          <p14:tracePt t="21825" x="4730750" y="5899150"/>
          <p14:tracePt t="21846" x="4724400" y="5899150"/>
          <p14:tracePt t="21860" x="4718050" y="5892800"/>
          <p14:tracePt t="21890" x="4711700" y="5892800"/>
          <p14:tracePt t="21945" x="4705350" y="5892800"/>
          <p14:tracePt t="22134" x="4699000" y="5892800"/>
          <p14:tracePt t="22156" x="4692650" y="5886450"/>
          <p14:tracePt t="22168" x="4686300" y="5886450"/>
          <p14:tracePt t="22197" x="4679950" y="5886450"/>
          <p14:tracePt t="22260" x="4679950" y="5892800"/>
          <p14:tracePt t="22267" x="4686300" y="5892800"/>
          <p14:tracePt t="22295" x="4692650" y="5892800"/>
          <p14:tracePt t="22331" x="4699000" y="5892800"/>
          <p14:tracePt t="22394" x="4705350" y="5886450"/>
          <p14:tracePt t="22429" x="4711700" y="5886450"/>
          <p14:tracePt t="22450" x="4718050" y="5886450"/>
          <p14:tracePt t="22457" x="4724400" y="5886450"/>
          <p14:tracePt t="22485" x="4730750" y="5886450"/>
          <p14:tracePt t="22499" x="4737100" y="5886450"/>
          <p14:tracePt t="22569" x="4743450" y="5886450"/>
          <p14:tracePt t="22590" x="4749800" y="5886450"/>
          <p14:tracePt t="22632" x="4756150" y="5886450"/>
          <p14:tracePt t="22667" x="4768850" y="5886450"/>
          <p14:tracePt t="22703" x="4775200" y="5880100"/>
          <p14:tracePt t="22717" x="4781550" y="5880100"/>
          <p14:tracePt t="22738" x="4787900" y="5880100"/>
          <p14:tracePt t="22759" x="4794250" y="5880100"/>
          <p14:tracePt t="22773" x="4800600" y="5873750"/>
          <p14:tracePt t="22801" x="4806950" y="5873750"/>
          <p14:tracePt t="22808" x="4813300" y="5873750"/>
          <p14:tracePt t="22892" x="4813300" y="5880100"/>
          <p14:tracePt t="22941" x="4813300" y="5886450"/>
          <p14:tracePt t="22969" x="4813300" y="5892800"/>
          <p14:tracePt t="22976" x="4813300" y="5899150"/>
          <p14:tracePt t="22990" x="4806950" y="5899150"/>
          <p14:tracePt t="23019" x="4800600" y="5899150"/>
          <p14:tracePt t="23025" x="4794250" y="5905500"/>
          <p14:tracePt t="23040" x="4787900" y="5905500"/>
          <p14:tracePt t="23074" x="4781550" y="5905500"/>
          <p14:tracePt t="23103" x="4775200" y="5905500"/>
          <p14:tracePt t="23194" x="4781550" y="5905500"/>
          <p14:tracePt t="23208" x="4781550" y="5899150"/>
          <p14:tracePt t="23236" x="4787900" y="5899150"/>
          <p14:tracePt t="23243" x="4787900" y="5892800"/>
          <p14:tracePt t="23271" x="4794250" y="5886450"/>
          <p14:tracePt t="23320" x="4800600" y="5886450"/>
          <p14:tracePt t="23800" x="4813300" y="5886450"/>
          <p14:tracePt t="23806" x="4845050" y="5867400"/>
          <p14:tracePt t="23821" x="4876800" y="5854700"/>
          <p14:tracePt t="23831" x="4927600" y="5835650"/>
          <p14:tracePt t="23848" x="4984750" y="5816600"/>
          <p14:tracePt t="23865" x="5130800" y="5765800"/>
          <p14:tracePt t="23881" x="5289550" y="5695950"/>
          <p14:tracePt t="23898" x="5441950" y="5626100"/>
          <p14:tracePt t="23915" x="5511800" y="5600700"/>
          <p14:tracePt t="23931" x="5600700" y="5575300"/>
          <p14:tracePt t="23948" x="5880100" y="5486400"/>
          <p14:tracePt t="23964" x="5994400" y="5454650"/>
          <p14:tracePt t="23982" x="6096000" y="5422900"/>
          <p14:tracePt t="23998" x="6292850" y="5353050"/>
          <p14:tracePt t="24015" x="6515100" y="5276850"/>
          <p14:tracePt t="24031" x="6610350" y="5232400"/>
          <p14:tracePt t="24047" x="6819900" y="5162550"/>
          <p14:tracePt t="24064" x="6991350" y="5080000"/>
          <p14:tracePt t="24081" x="7169150" y="4984750"/>
          <p14:tracePt t="24097" x="7258050" y="4933950"/>
          <p14:tracePt t="24115" x="7423150" y="4832350"/>
          <p14:tracePt t="24131" x="7562850" y="4730750"/>
          <p14:tracePt t="24147" x="7620000" y="4673600"/>
          <p14:tracePt t="24164" x="7715250" y="4578350"/>
          <p14:tracePt t="24180" x="7804150" y="4464050"/>
          <p14:tracePt t="24197" x="7842250" y="4419600"/>
          <p14:tracePt t="24214" x="7905750" y="4318000"/>
          <p14:tracePt t="24230" x="7956550" y="4241800"/>
          <p14:tracePt t="24247" x="7969250" y="4210050"/>
          <p14:tracePt t="24263" x="8001000" y="4152900"/>
          <p14:tracePt t="24280" x="8020050" y="4127500"/>
          <p14:tracePt t="24298" x="8045450" y="4064000"/>
          <p14:tracePt t="24313" x="8051800" y="4038600"/>
          <p14:tracePt t="24330" x="8051800" y="4025900"/>
          <p14:tracePt t="24347" x="8058150" y="4000500"/>
          <p14:tracePt t="24363" x="8064500" y="3975100"/>
          <p14:tracePt t="24379" x="8064500" y="3968750"/>
          <p14:tracePt t="24396" x="8070850" y="3949700"/>
          <p14:tracePt t="24413" x="8070850" y="3937000"/>
          <p14:tracePt t="24430" x="8077200" y="3924300"/>
          <p14:tracePt t="24446" x="8077200" y="3905250"/>
          <p14:tracePt t="24463" x="8083550" y="3898900"/>
          <p14:tracePt t="24480" x="8083550" y="3879850"/>
          <p14:tracePt t="24496" x="8083550" y="3873500"/>
          <p14:tracePt t="24513" x="8083550" y="3854450"/>
          <p14:tracePt t="24530" x="8083550" y="3841750"/>
          <p14:tracePt t="24545" x="8083550" y="3829050"/>
          <p14:tracePt t="24563" x="8083550" y="3822700"/>
          <p14:tracePt t="24579" x="8089900" y="3797300"/>
          <p14:tracePt t="24595" x="8089900" y="3790950"/>
          <p14:tracePt t="24612" x="8089900" y="3778250"/>
          <p14:tracePt t="24629" x="8096250" y="3740150"/>
          <p14:tracePt t="24645" x="8102600" y="3708400"/>
          <p14:tracePt t="24662" x="8108950" y="3689350"/>
          <p14:tracePt t="24666" x="8108950" y="3676650"/>
          <p14:tracePt t="24679" x="8115300" y="3657600"/>
          <p14:tracePt t="24695" x="8121650" y="3619500"/>
          <p14:tracePt t="24712" x="8128000" y="3606800"/>
          <p14:tracePt t="24729" x="8128000" y="3594100"/>
          <p14:tracePt t="24745" x="8134350" y="3581400"/>
          <p14:tracePt t="24761" x="8134350" y="3568700"/>
          <p14:tracePt t="24778" x="8140700" y="3568700"/>
          <p14:tracePt t="24796" x="8140700" y="3562350"/>
          <p14:tracePt t="24828" x="8140700" y="3556000"/>
          <p14:tracePt t="24965" x="8147050" y="3556000"/>
          <p14:tracePt t="24993" x="8153400" y="3543300"/>
          <p14:tracePt t="25014" x="8153400" y="3536950"/>
          <p14:tracePt t="25020" x="8153400" y="3530600"/>
          <p14:tracePt t="25042" x="8159750" y="3524250"/>
          <p14:tracePt t="25070" x="8159750" y="3517900"/>
          <p14:tracePt t="25091" x="8159750" y="3511550"/>
          <p14:tracePt t="25105" x="8166100" y="3505200"/>
          <p14:tracePt t="25113" x="8166100" y="3492500"/>
          <p14:tracePt t="25133" x="8166100" y="3479800"/>
          <p14:tracePt t="25143" x="8166100" y="3473450"/>
          <p14:tracePt t="25161" x="8172450" y="3454400"/>
          <p14:tracePt t="25176" x="8172450" y="3441700"/>
          <p14:tracePt t="25193" x="8172450" y="3429000"/>
          <p14:tracePt t="25210" x="8172450" y="3403600"/>
          <p14:tracePt t="25227" x="8172450" y="3397250"/>
          <p14:tracePt t="25294" x="8172450" y="3390900"/>
          <p14:tracePt t="25301" x="8166100" y="3390900"/>
          <p14:tracePt t="25323" x="8159750" y="3390900"/>
          <p14:tracePt t="25344" x="8153400" y="3390900"/>
          <p14:tracePt t="25365" x="8147050" y="3390900"/>
          <p14:tracePt t="25371" x="8140700" y="3390900"/>
          <p14:tracePt t="25386" x="8128000" y="3390900"/>
          <p14:tracePt t="25395" x="8108950" y="3390900"/>
          <p14:tracePt t="25409" x="8070850" y="3390900"/>
          <p14:tracePt t="25426" x="7950200" y="3384550"/>
          <p14:tracePt t="25443" x="7759700" y="3384550"/>
          <p14:tracePt t="25459" x="7651750" y="3384550"/>
          <p14:tracePt t="25477" x="7397750" y="3384550"/>
          <p14:tracePt t="25492" x="7143750" y="3390900"/>
          <p14:tracePt t="25509" x="7042150" y="3390900"/>
          <p14:tracePt t="25527" x="6902450" y="3409950"/>
          <p14:tracePt t="25542" x="6845300" y="3416300"/>
          <p14:tracePt t="25559" x="6794500" y="3441700"/>
          <p14:tracePt t="25576" x="6788150" y="3454400"/>
          <p14:tracePt t="25609" x="6807200" y="3460750"/>
          <p14:tracePt t="25625" x="6838950" y="3460750"/>
          <p14:tracePt t="25642" x="6870700" y="3460750"/>
          <p14:tracePt t="25659" x="6959600" y="3454400"/>
          <p14:tracePt t="25675" x="7080250" y="3441700"/>
          <p14:tracePt t="25692" x="7143750" y="3441700"/>
          <p14:tracePt t="25708" x="7270750" y="3435350"/>
          <p14:tracePt t="25725" x="7391400" y="3403600"/>
          <p14:tracePt t="25742" x="7429500" y="3403600"/>
          <p14:tracePt t="25758" x="7480300" y="3397250"/>
          <p14:tracePt t="25775" x="7512050" y="3384550"/>
          <p14:tracePt t="25792" x="7524750" y="3384550"/>
          <p14:tracePt t="25808" x="7543800" y="3378200"/>
          <p14:tracePt t="25824" x="7556500" y="3371850"/>
          <p14:tracePt t="25843" x="7600950" y="3365500"/>
          <p14:tracePt t="25858" x="7613650" y="3359150"/>
          <p14:tracePt t="25874" x="7626350" y="3359150"/>
          <p14:tracePt t="25891" x="7658100" y="3359150"/>
          <p14:tracePt t="25907" x="7683500" y="3352800"/>
          <p14:tracePt t="25924" x="7696200" y="3352800"/>
          <p14:tracePt t="25941" x="7734300" y="3340100"/>
          <p14:tracePt t="25957" x="7766050" y="3333750"/>
          <p14:tracePt t="25974" x="7778750" y="3333750"/>
          <p14:tracePt t="25991" x="7810500" y="3321050"/>
          <p14:tracePt t="26007" x="7848600" y="3308350"/>
          <p14:tracePt t="26024" x="7874000" y="3295650"/>
          <p14:tracePt t="26040" x="7886700" y="3295650"/>
          <p14:tracePt t="26057" x="7899400" y="3282950"/>
          <p14:tracePt t="26074" x="7912100" y="3270250"/>
          <p14:tracePt t="26090" x="7918450" y="3263900"/>
          <p14:tracePt t="26107" x="7924800" y="3263900"/>
          <p14:tracePt t="26124" x="7931150" y="3251200"/>
          <p14:tracePt t="26140" x="7937500" y="3251200"/>
          <p14:tracePt t="26157" x="7943850" y="3238500"/>
          <p14:tracePt t="26174" x="7950200" y="3232150"/>
          <p14:tracePt t="26190" x="7962900" y="3225800"/>
          <p14:tracePt t="26207" x="7969250" y="3213100"/>
          <p14:tracePt t="26223" x="7969250" y="3206750"/>
          <p14:tracePt t="26239" x="7975600" y="3187700"/>
          <p14:tracePt t="26257" x="7975600" y="3181350"/>
          <p14:tracePt t="26273" x="7981950" y="3175000"/>
          <p14:tracePt t="26290" x="7981950" y="3168650"/>
          <p14:tracePt t="26323" x="7981950" y="3162300"/>
          <p14:tracePt t="26368" x="7981950" y="3168650"/>
          <p14:tracePt t="26390" x="7981950" y="3181350"/>
          <p14:tracePt t="26396" x="7981950" y="3194050"/>
          <p14:tracePt t="26410" x="7988300" y="3225800"/>
          <p14:tracePt t="26422" x="8001000" y="3263900"/>
          <p14:tracePt t="26439" x="8058150" y="3390900"/>
          <p14:tracePt t="26456" x="8102600" y="3473450"/>
          <p14:tracePt t="26473" x="8280400" y="3752850"/>
          <p14:tracePt t="26489" x="8337550" y="3822700"/>
          <p14:tracePt t="26505" x="8401050" y="3886200"/>
          <p14:tracePt t="26523" x="8502650" y="3981450"/>
          <p14:tracePt t="26539" x="8585200" y="4006850"/>
          <p14:tracePt t="26556" x="8616950" y="4006850"/>
          <p14:tracePt t="26572" x="8655050" y="3975100"/>
          <p14:tracePt t="26589" x="8667750" y="3924300"/>
          <p14:tracePt t="26605" x="8667750" y="3886200"/>
          <p14:tracePt t="26621" x="8616950" y="3778250"/>
          <p14:tracePt t="26638" x="8502650" y="3587750"/>
          <p14:tracePt t="26655" x="8413750" y="3479800"/>
          <p14:tracePt t="26672" x="8299450" y="3340100"/>
          <p14:tracePt t="26689" x="8096250" y="3124200"/>
          <p14:tracePt t="26705" x="8013700" y="3060700"/>
          <p14:tracePt t="26721" x="7918450" y="3009900"/>
          <p14:tracePt t="26738" x="7886700" y="3009900"/>
          <p14:tracePt t="26755" x="7874000" y="3009900"/>
          <p14:tracePt t="26772" x="7867650" y="3016250"/>
          <p14:tracePt t="26789" x="7867650" y="3041650"/>
          <p14:tracePt t="26805" x="7867650" y="3060700"/>
          <p14:tracePt t="26821" x="7867650" y="3136900"/>
          <p14:tracePt t="26839" x="7893050" y="3257550"/>
          <p14:tracePt t="26854" x="7899400" y="3327400"/>
          <p14:tracePt t="26871" x="7950200" y="3486150"/>
          <p14:tracePt t="26888" x="8013700" y="3600450"/>
          <p14:tracePt t="26904" x="8051800" y="3644900"/>
          <p14:tracePt t="26922" x="8108950" y="3702050"/>
          <p14:tracePt t="26937" x="8159750" y="3721100"/>
          <p14:tracePt t="26954" x="8178800" y="3721100"/>
          <p14:tracePt t="26971" x="8223250" y="3708400"/>
          <p14:tracePt t="26987" x="8267700" y="3663950"/>
          <p14:tracePt t="27004" x="8286750" y="3638550"/>
          <p14:tracePt t="27021" x="8337550" y="3587750"/>
          <p14:tracePt t="27037" x="8388350" y="3517900"/>
          <p14:tracePt t="27054" x="8401050" y="3479800"/>
          <p14:tracePt t="27070" x="8439150" y="3403600"/>
          <p14:tracePt t="27087" x="8445500" y="3359150"/>
          <p14:tracePt t="27104" x="8445500" y="3302000"/>
          <p14:tracePt t="27121" x="8445500" y="3276600"/>
          <p14:tracePt t="27137" x="8432800" y="3225800"/>
          <p14:tracePt t="27154" x="8413750" y="3213100"/>
          <p14:tracePt t="27170" x="8401050" y="3200400"/>
          <p14:tracePt t="27186" x="8394700" y="3200400"/>
          <p14:tracePt t="27203" x="8388350" y="3200400"/>
          <p14:tracePt t="27220" x="8375650" y="3200400"/>
          <p14:tracePt t="27236" x="8375650" y="3206750"/>
          <p14:tracePt t="27253" x="8369300" y="3213100"/>
          <p14:tracePt t="27269" x="8362950" y="3219450"/>
          <p14:tracePt t="27303" x="8362950" y="3225800"/>
          <p14:tracePt t="27379" x="8356600" y="3225800"/>
          <p14:tracePt t="27421" x="8350250" y="3225800"/>
          <p14:tracePt t="27449" x="8343900" y="3225800"/>
          <p14:tracePt t="27456" x="8337550" y="3219450"/>
          <p14:tracePt t="27498" x="8331200" y="3219450"/>
          <p14:tracePt t="27520" x="8318500" y="3219450"/>
          <p14:tracePt t="27526" x="8318500" y="3225800"/>
          <p14:tracePt t="27547" x="8312150" y="3225800"/>
          <p14:tracePt t="27570" x="8312150" y="3232150"/>
          <p14:tracePt t="27590" x="8299450" y="3232150"/>
          <p14:tracePt t="27596" x="8299450" y="3238500"/>
          <p14:tracePt t="27617" x="8286750" y="3238500"/>
          <p14:tracePt t="27639" x="8280400" y="3244850"/>
          <p14:tracePt t="27653" x="8280400" y="3251200"/>
          <p14:tracePt t="27659" x="8274050" y="3251200"/>
          <p14:tracePt t="27668" x="8274050" y="3257550"/>
          <p14:tracePt t="27684" x="8267700" y="3263900"/>
          <p14:tracePt t="27702" x="8255000" y="3282950"/>
          <p14:tracePt t="27718" x="8242300" y="3289300"/>
          <p14:tracePt t="27735" x="8229600" y="3308350"/>
          <p14:tracePt t="27752" x="8210550" y="3321050"/>
          <p14:tracePt t="27785" x="8197850" y="3327400"/>
          <p14:tracePt t="27801" x="8191500" y="3333750"/>
          <p14:tracePt t="27835" x="8178800" y="3333750"/>
          <p14:tracePt t="27851" x="8166100" y="3333750"/>
          <p14:tracePt t="27867" x="8159750" y="3333750"/>
          <p14:tracePt t="27884" x="8134350" y="3333750"/>
          <p14:tracePt t="27901" x="8102600" y="3327400"/>
          <p14:tracePt t="27917" x="8083550" y="3327400"/>
          <p14:tracePt t="27934" x="8032750" y="3321050"/>
          <p14:tracePt t="27950" x="7962900" y="3314700"/>
          <p14:tracePt t="27969" x="7899400" y="3308350"/>
          <p14:tracePt t="27983" x="7867650" y="3308350"/>
          <p14:tracePt t="28000" x="7829550" y="3308350"/>
          <p14:tracePt t="28018" x="7747000" y="3295650"/>
          <p14:tracePt t="28033" x="7708900" y="3295650"/>
          <p14:tracePt t="28050" x="7689850" y="3295650"/>
          <p14:tracePt t="28067" x="7607300" y="3308350"/>
          <p14:tracePt t="28084" x="7537450" y="3314700"/>
          <p14:tracePt t="28100" x="7486650" y="3314700"/>
          <p14:tracePt t="28117" x="7378700" y="3327400"/>
          <p14:tracePt t="28133" x="7239000" y="3333750"/>
          <p14:tracePt t="28151" x="7035800" y="3352800"/>
          <p14:tracePt t="28166" x="6934200" y="3365500"/>
          <p14:tracePt t="28183" x="6705600" y="3397250"/>
          <p14:tracePt t="28200" x="6445250" y="3429000"/>
          <p14:tracePt t="28216" x="6311900" y="3441700"/>
          <p14:tracePt t="28233" x="6045200" y="3460750"/>
          <p14:tracePt t="28250" x="5765800" y="3460750"/>
          <p14:tracePt t="28266" x="5626100" y="3479800"/>
          <p14:tracePt t="28283" x="5461000" y="3492500"/>
          <p14:tracePt t="28299" x="4978400" y="3486150"/>
          <p14:tracePt t="28316" x="4826000" y="3486150"/>
          <p14:tracePt t="28333" x="4489450" y="3454400"/>
          <p14:tracePt t="28349" x="4343400" y="3429000"/>
          <p14:tracePt t="28366" x="4089400" y="3429000"/>
          <p14:tracePt t="28383" x="3848100" y="3409950"/>
          <p14:tracePt t="28399" x="3759200" y="3397250"/>
          <p14:tracePt t="28416" x="3606800" y="3397250"/>
          <p14:tracePt t="28432" x="3498850" y="3403600"/>
          <p14:tracePt t="28449" x="3473450" y="3403600"/>
          <p14:tracePt t="28466" x="3454400" y="3409950"/>
          <p14:tracePt t="28482" x="3454400" y="3416300"/>
          <p14:tracePt t="28499" x="3460750" y="3422650"/>
          <p14:tracePt t="28516" x="3492500" y="3435350"/>
          <p14:tracePt t="28532" x="3581400" y="3435350"/>
          <p14:tracePt t="28548" x="3657600" y="3435350"/>
          <p14:tracePt t="28565" x="4000500" y="3460750"/>
          <p14:tracePt t="28581" x="4540250" y="3460750"/>
          <p14:tracePt t="28598" x="4876800" y="3460750"/>
          <p14:tracePt t="28615" x="5486400" y="3435350"/>
          <p14:tracePt t="28631" x="5778500" y="3403600"/>
          <p14:tracePt t="28649" x="6572250" y="3359150"/>
          <p14:tracePt t="28664" x="6826250" y="3314700"/>
          <p14:tracePt t="28681" x="7042150" y="3302000"/>
          <p14:tracePt t="28698" x="7454900" y="3244850"/>
          <p14:tracePt t="28715" x="7772400" y="3200400"/>
          <p14:tracePt t="28731" x="7886700" y="3181350"/>
          <p14:tracePt t="28748" x="8121650" y="3136900"/>
          <p14:tracePt t="28764" x="8286750" y="3098800"/>
          <p14:tracePt t="28781" x="8343900" y="3086100"/>
          <p14:tracePt t="28798" x="8426450" y="3073400"/>
          <p14:tracePt t="28814" x="8445500" y="3060700"/>
          <p14:tracePt t="28831" x="8477250" y="3041650"/>
          <p14:tracePt t="28847" x="8496300" y="3028950"/>
          <p14:tracePt t="28864" x="8509000" y="3022600"/>
          <p14:tracePt t="28881" x="8515350" y="3009900"/>
          <p14:tracePt t="28897" x="8515350" y="2997200"/>
          <p14:tracePt t="28914" x="8502650" y="2990850"/>
          <p14:tracePt t="28931" x="8489950" y="2971800"/>
          <p14:tracePt t="29283" x="8458200" y="2971800"/>
          <p14:tracePt t="29297" x="8420100" y="2990850"/>
          <p14:tracePt t="29304" x="8375650" y="3003550"/>
          <p14:tracePt t="29312" x="8331200" y="3035300"/>
          <p14:tracePt t="29329" x="8286750" y="3041650"/>
          <p14:tracePt t="29346" x="8235950" y="3060700"/>
          <p14:tracePt t="29362" x="8140700" y="3086100"/>
          <p14:tracePt t="29379" x="8020050" y="3111500"/>
          <p14:tracePt t="29396" x="7912100" y="3130550"/>
          <p14:tracePt t="29412" x="7854950" y="3143250"/>
          <p14:tracePt t="29429" x="7740650" y="3149600"/>
          <p14:tracePt t="29445" x="7658100" y="3149600"/>
          <p14:tracePt t="29462" x="7620000" y="3136900"/>
          <p14:tracePt t="29480" x="7537450" y="3124200"/>
          <p14:tracePt t="29495" x="7467600" y="3111500"/>
          <p14:tracePt t="29512" x="7429500" y="3111500"/>
          <p14:tracePt t="29529" x="7372350" y="3111500"/>
          <p14:tracePt t="29545" x="7315200" y="3111500"/>
          <p14:tracePt t="29562" x="7277100" y="3111500"/>
          <p14:tracePt t="29579" x="7194550" y="3111500"/>
          <p14:tracePt t="29595" x="7092950" y="3111500"/>
          <p14:tracePt t="29612" x="7029450" y="3111500"/>
          <p14:tracePt t="29628" x="6851650" y="3111500"/>
          <p14:tracePt t="29644" x="6762750" y="3117850"/>
          <p14:tracePt t="29663" x="6407150" y="3149600"/>
          <p14:tracePt t="29678" x="6261100" y="3168650"/>
          <p14:tracePt t="29694" x="6121400" y="3181350"/>
          <p14:tracePt t="29698" x="5969000" y="3194050"/>
          <p14:tracePt t="29711" x="5829300" y="3206750"/>
          <p14:tracePt t="29727" x="5480050" y="3225800"/>
          <p14:tracePt t="29744" x="5289550" y="3238500"/>
          <p14:tracePt t="29762" x="5086350" y="3238500"/>
          <p14:tracePt t="30119" x="4959350" y="3238500"/>
          <p14:tracePt t="30133" x="4819650" y="3225800"/>
          <p14:tracePt t="30139" x="4648200" y="3225800"/>
          <p14:tracePt t="30147" x="4457700" y="3213100"/>
          <p14:tracePt t="30160" x="4241800" y="3187700"/>
          <p14:tracePt t="30176" x="3854450" y="3149600"/>
          <p14:tracePt t="30193" x="3663950" y="3136900"/>
          <p14:tracePt t="30197" x="3498850" y="3124200"/>
          <p14:tracePt t="30213" x="3371850" y="3111500"/>
          <p14:tracePt t="30226" x="3143250" y="3079750"/>
          <p14:tracePt t="30243" x="3041650" y="3073400"/>
          <p14:tracePt t="30259" x="2863850" y="3048000"/>
          <p14:tracePt t="30276" x="2794000" y="3028950"/>
          <p14:tracePt t="30293" x="2679700" y="3022600"/>
          <p14:tracePt t="30309" x="2584450" y="3016250"/>
          <p14:tracePt t="30326" x="2520950" y="3016250"/>
          <p14:tracePt t="30343" x="2381250" y="3016250"/>
          <p14:tracePt t="30359" x="2216150" y="3016250"/>
          <p14:tracePt t="30375" x="2139950" y="3016250"/>
          <p14:tracePt t="30392" x="1981200" y="3048000"/>
          <p14:tracePt t="30409" x="1771650" y="3086100"/>
          <p14:tracePt t="30426" x="1657350" y="3117850"/>
          <p14:tracePt t="30442" x="1435100" y="3175000"/>
          <p14:tracePt t="30458" x="1231900" y="3244850"/>
          <p14:tracePt t="30476" x="1136650" y="3295650"/>
          <p14:tracePt t="30492" x="984250" y="3384550"/>
          <p14:tracePt t="30508" x="927100" y="3422650"/>
          <p14:tracePt t="30910" x="895350" y="3422650"/>
          <p14:tracePt t="30917" x="869950" y="3422650"/>
          <p14:tracePt t="30930" x="831850" y="3422650"/>
          <p14:tracePt t="30941" x="800100" y="3435350"/>
          <p14:tracePt t="30957" x="762000" y="3435350"/>
          <p14:tracePt t="30974" x="711200" y="3448050"/>
          <p14:tracePt t="30990" x="673100" y="3448050"/>
          <p14:tracePt t="31007" x="660400" y="3454400"/>
          <p14:tracePt t="31023" x="628650" y="3454400"/>
          <p14:tracePt t="31040" x="603250" y="3460750"/>
          <p14:tracePt t="31057" x="571500" y="3460750"/>
          <p14:tracePt t="31073" x="558800" y="3460750"/>
          <p14:tracePt t="31090" x="546100" y="3460750"/>
          <p14:tracePt t="31107" x="501650" y="3460750"/>
          <p14:tracePt t="31123" x="488950" y="3460750"/>
          <p14:tracePt t="31140" x="476250" y="3460750"/>
          <p14:tracePt t="31156" x="444500" y="3467100"/>
          <p14:tracePt t="31173" x="406400" y="3467100"/>
          <p14:tracePt t="31190" x="393700" y="3467100"/>
          <p14:tracePt t="31206" x="387350" y="3467100"/>
          <p14:tracePt t="31223" x="374650" y="3467100"/>
          <p14:tracePt t="31240" x="368300" y="3467100"/>
          <p14:tracePt t="31338" x="361950" y="3467100"/>
          <p14:tracePt t="31598" x="361950" y="3460750"/>
          <p14:tracePt t="31619" x="368300" y="3460750"/>
          <p14:tracePt t="31640" x="381000" y="3454400"/>
          <p14:tracePt t="31661" x="387350" y="3454400"/>
          <p14:tracePt t="31668" x="387350" y="3448050"/>
          <p14:tracePt t="31689" x="400050" y="3448050"/>
          <p14:tracePt t="31724" x="406400" y="3448050"/>
          <p14:tracePt t="31731" x="412750" y="3441700"/>
          <p14:tracePt t="31740" x="412750" y="3435350"/>
          <p14:tracePt t="31780" x="419100" y="3422650"/>
          <p14:tracePt t="31794" x="419100" y="3416300"/>
          <p14:tracePt t="31801" x="425450" y="3403600"/>
          <p14:tracePt t="31808" x="425450" y="3384550"/>
          <p14:tracePt t="31824" x="431800" y="3371850"/>
          <p14:tracePt t="31837" x="431800" y="3346450"/>
          <p14:tracePt t="31854" x="431800" y="3289300"/>
          <p14:tracePt t="31871" x="425450" y="3225800"/>
          <p14:tracePt t="31887" x="425450" y="3200400"/>
          <p14:tracePt t="31904" x="393700" y="3149600"/>
          <p14:tracePt t="31921" x="368300" y="3117850"/>
          <p14:tracePt t="31937" x="355600" y="3105150"/>
          <p14:tracePt t="31954" x="323850" y="3086100"/>
          <p14:tracePt t="31970" x="273050" y="3079750"/>
          <p14:tracePt t="31987" x="247650" y="3073400"/>
          <p14:tracePt t="32004" x="209550" y="3073400"/>
          <p14:tracePt t="32020" x="190500" y="3073400"/>
          <p14:tracePt t="32036" x="177800" y="3073400"/>
          <p14:tracePt t="32053" x="177800" y="3079750"/>
          <p14:tracePt t="32070" x="158750" y="3092450"/>
          <p14:tracePt t="32086" x="152400" y="3098800"/>
          <p14:tracePt t="32103" x="146050" y="3111500"/>
          <p14:tracePt t="32120" x="139700" y="3124200"/>
          <p14:tracePt t="32136" x="127000" y="3143250"/>
          <p14:tracePt t="32153" x="120650" y="3168650"/>
          <p14:tracePt t="32169" x="114300" y="3187700"/>
          <p14:tracePt t="32186" x="107950" y="3238500"/>
          <p14:tracePt t="32203" x="107950" y="3276600"/>
          <p14:tracePt t="32219" x="107950" y="3295650"/>
          <p14:tracePt t="32236" x="114300" y="3340100"/>
          <p14:tracePt t="32252" x="139700" y="3390900"/>
          <p14:tracePt t="32269" x="152400" y="3409950"/>
          <p14:tracePt t="32286" x="209550" y="3467100"/>
          <p14:tracePt t="32302" x="266700" y="3517900"/>
          <p14:tracePt t="32319" x="298450" y="3530600"/>
          <p14:tracePt t="32335" x="368300" y="3556000"/>
          <p14:tracePt t="32352" x="400050" y="3562350"/>
          <p14:tracePt t="32370" x="469900" y="3562350"/>
          <p14:tracePt t="32385" x="488950" y="3562350"/>
          <p14:tracePt t="32402" x="508000" y="3556000"/>
          <p14:tracePt t="32419" x="533400" y="3543300"/>
          <p14:tracePt t="32434" x="552450" y="3530600"/>
          <p14:tracePt t="32452" x="552450" y="3517900"/>
          <p14:tracePt t="32468" x="558800" y="3498850"/>
          <p14:tracePt t="32485" x="565150" y="3467100"/>
          <p14:tracePt t="32504" x="565150" y="3448050"/>
          <p14:tracePt t="32518" x="558800" y="3429000"/>
          <p14:tracePt t="32535" x="546100" y="3371850"/>
          <p14:tracePt t="32552" x="501650" y="3295650"/>
          <p14:tracePt t="32568" x="476250" y="3251200"/>
          <p14:tracePt t="32585" x="425450" y="3175000"/>
          <p14:tracePt t="32602" x="368300" y="3130550"/>
          <p14:tracePt t="32618" x="336550" y="3117850"/>
          <p14:tracePt t="32634" x="317500" y="3111500"/>
          <p14:tracePt t="32651" x="234950" y="3098800"/>
          <p14:tracePt t="32668" x="215900" y="3092450"/>
          <p14:tracePt t="32686" x="177800" y="3092450"/>
          <p14:tracePt t="32701" x="152400" y="3092450"/>
          <p14:tracePt t="32717" x="139700" y="3092450"/>
          <p14:tracePt t="32735" x="114300" y="3098800"/>
          <p14:tracePt t="32751" x="101600" y="3105150"/>
          <p14:tracePt t="32768" x="76200" y="3124200"/>
          <p14:tracePt t="32784" x="57150" y="3143250"/>
          <p14:tracePt t="32801" x="38100" y="3155950"/>
          <p14:tracePt t="32817" x="19050" y="3194050"/>
          <p14:tracePt t="32834" x="0" y="3232150"/>
          <p14:tracePt t="33016" x="0" y="3448050"/>
          <p14:tracePt t="33033" x="6350" y="3448050"/>
          <p14:tracePt t="33053" x="12700" y="3441700"/>
          <p14:tracePt t="33066" x="12700" y="3435350"/>
          <p14:tracePt t="33083" x="19050" y="3435350"/>
          <p14:tracePt t="33100" x="19050" y="3429000"/>
          <p14:tracePt t="33116" x="19050" y="3422650"/>
          <p14:tracePt t="33133" x="19050" y="3416300"/>
          <p14:tracePt t="33149" x="25400" y="3403600"/>
          <p14:tracePt t="33182" x="25400" y="3397250"/>
          <p14:tracePt t="33199" x="31750" y="3390900"/>
          <p14:tracePt t="33216" x="31750" y="3378200"/>
          <p14:tracePt t="33233" x="38100" y="3365500"/>
          <p14:tracePt t="33265" x="38100" y="3359150"/>
          <p14:tracePt t="33282" x="44450" y="3346450"/>
          <p14:tracePt t="33316" x="50800" y="3333750"/>
          <p14:tracePt t="33332" x="50800" y="3327400"/>
          <p14:tracePt t="33367" x="50800" y="3321050"/>
          <p14:tracePt t="33373" x="57150" y="3321050"/>
          <p14:tracePt t="33395" x="63500" y="3321050"/>
          <p14:tracePt t="33402" x="63500" y="3314700"/>
          <p14:tracePt t="33423" x="69850" y="3314700"/>
          <p14:tracePt t="33444" x="76200" y="3314700"/>
          <p14:tracePt t="33479" x="76200" y="3308350"/>
          <p14:tracePt t="33485" x="82550" y="3308350"/>
          <p14:tracePt t="33498" x="82550" y="3302000"/>
          <p14:tracePt t="33515" x="88900" y="3302000"/>
          <p14:tracePt t="33535" x="88900" y="3295650"/>
          <p14:tracePt t="33556" x="95250" y="3295650"/>
          <p14:tracePt t="33565" x="101600" y="3295650"/>
          <p14:tracePt t="33584" x="107950" y="3295650"/>
          <p14:tracePt t="33605" x="114300" y="3289300"/>
          <p14:tracePt t="33626" x="120650" y="3289300"/>
          <p14:tracePt t="33703" x="127000" y="3289300"/>
          <p14:tracePt t="33725" x="133350" y="3282950"/>
          <p14:tracePt t="33746" x="139700" y="3282950"/>
          <p14:tracePt t="33767" x="146050" y="3282950"/>
          <p14:tracePt t="33788" x="152400" y="3282950"/>
          <p14:tracePt t="33816" x="165100" y="3282950"/>
          <p14:tracePt t="33858" x="171450" y="3282950"/>
          <p14:tracePt t="33865" x="177800" y="3282950"/>
          <p14:tracePt t="33879" x="184150" y="3282950"/>
          <p14:tracePt t="33900" x="190500" y="3282950"/>
          <p14:tracePt t="33907" x="196850" y="3282950"/>
          <p14:tracePt t="33928" x="203200" y="3282950"/>
          <p14:tracePt t="33956" x="209550" y="3282950"/>
          <p14:tracePt t="33977" x="222250" y="3282950"/>
          <p14:tracePt t="33984" x="222250" y="3276600"/>
          <p14:tracePt t="34000" x="228600" y="3276600"/>
          <p14:tracePt t="34026" x="241300" y="3276600"/>
          <p14:tracePt t="34047" x="247650" y="3276600"/>
          <p14:tracePt t="34139" x="241300" y="3282950"/>
          <p14:tracePt t="34147" x="234950" y="3282950"/>
          <p14:tracePt t="34167" x="234950" y="3289300"/>
          <p14:tracePt t="34173" x="228600" y="3295650"/>
          <p14:tracePt t="34187" x="222250" y="3302000"/>
          <p14:tracePt t="34198" x="215900" y="3308350"/>
          <p14:tracePt t="34212" x="215900" y="3314700"/>
          <p14:tracePt t="34229" x="209550" y="3321050"/>
          <p14:tracePt t="34245" x="196850" y="3340100"/>
          <p14:tracePt t="34263" x="171450" y="3378200"/>
          <p14:tracePt t="34279" x="158750" y="3403600"/>
          <p14:tracePt t="34296" x="158750" y="3409950"/>
          <p14:tracePt t="34312" x="152400" y="3429000"/>
          <p14:tracePt t="34329" x="152400" y="3441700"/>
          <p14:tracePt t="34346" x="152400" y="3454400"/>
          <p14:tracePt t="34362" x="152400" y="3460750"/>
          <p14:tracePt t="34379" x="152400" y="3467100"/>
          <p14:tracePt t="34412" x="152400" y="3473450"/>
          <p14:tracePt t="34476" x="152400" y="3479800"/>
          <p14:tracePt t="34539" x="152400" y="3486150"/>
          <p14:tracePt t="34546" x="158750" y="3486150"/>
          <p14:tracePt t="34588" x="171450" y="3486150"/>
          <p14:tracePt t="34608" x="177800" y="3486150"/>
          <p14:tracePt t="34630" x="184150" y="3486150"/>
          <p14:tracePt t="34637" x="190500" y="3486150"/>
          <p14:tracePt t="34658" x="196850" y="3486150"/>
          <p14:tracePt t="34679" x="203200" y="3486150"/>
          <p14:tracePt t="34686" x="215900" y="3486150"/>
          <p14:tracePt t="34700" x="228600" y="3479800"/>
          <p14:tracePt t="34710" x="241300" y="3479800"/>
          <p14:tracePt t="34728" x="285750" y="3473450"/>
          <p14:tracePt t="34744" x="311150" y="3473450"/>
          <p14:tracePt t="34760" x="361950" y="3467100"/>
          <p14:tracePt t="34777" x="393700" y="3460750"/>
          <p14:tracePt t="34794" x="412750" y="3454400"/>
          <p14:tracePt t="34810" x="425450" y="3454400"/>
          <p14:tracePt t="34827" x="457200" y="3454400"/>
          <p14:tracePt t="34843" x="463550" y="3448050"/>
          <p14:tracePt t="34890" x="469900" y="3448050"/>
          <p14:tracePt t="35171" x="457200" y="3448050"/>
          <p14:tracePt t="35192" x="450850" y="3448050"/>
          <p14:tracePt t="35199" x="444500" y="3448050"/>
          <p14:tracePt t="35212" x="431800" y="3448050"/>
          <p14:tracePt t="35234" x="412750" y="3448050"/>
          <p14:tracePt t="35242" x="400050" y="3448050"/>
          <p14:tracePt t="35259" x="368300" y="3448050"/>
          <p14:tracePt t="35276" x="330200" y="3448050"/>
          <p14:tracePt t="35292" x="292100" y="3448050"/>
          <p14:tracePt t="35309" x="266700" y="3448050"/>
          <p14:tracePt t="35325" x="241300" y="3448050"/>
          <p14:tracePt t="35342" x="228600" y="3448050"/>
          <p14:tracePt t="35359" x="215900" y="3448050"/>
          <p14:tracePt t="35392" x="209550" y="3448050"/>
          <p14:tracePt t="35430" x="203200" y="3448050"/>
          <p14:tracePt t="35521" x="209550" y="3448050"/>
          <p14:tracePt t="35529" x="222250" y="3448050"/>
          <p14:tracePt t="35550" x="234950" y="3448050"/>
          <p14:tracePt t="35571" x="241300" y="3448050"/>
          <p14:tracePt t="35585" x="254000" y="3448050"/>
          <p14:tracePt t="35594" x="260350" y="3448050"/>
          <p14:tracePt t="35607" x="273050" y="3448050"/>
          <p14:tracePt t="35624" x="298450" y="3441700"/>
          <p14:tracePt t="35640" x="304800" y="3441700"/>
          <p14:tracePt t="35657" x="311150" y="3441700"/>
          <p14:tracePt t="35674" x="317500" y="3435350"/>
          <p14:tracePt t="35732" x="311150" y="3435350"/>
          <p14:tracePt t="35760" x="304800" y="3435350"/>
          <p14:tracePt t="35775" x="298450" y="3435350"/>
          <p14:tracePt t="35803" x="292100" y="3429000"/>
          <p14:tracePt t="35809" x="285750" y="3429000"/>
          <p14:tracePt t="35830" x="279400" y="3429000"/>
          <p14:tracePt t="35851" x="273050" y="3429000"/>
          <p14:tracePt t="35880" x="266700" y="3429000"/>
          <p14:tracePt t="35901" x="260350" y="3429000"/>
          <p14:tracePt t="35922" x="254000" y="3429000"/>
          <p14:tracePt t="35936" x="247650" y="3429000"/>
          <p14:tracePt t="35950" x="241300" y="3429000"/>
          <p14:tracePt t="35971" x="234950" y="3429000"/>
          <p14:tracePt t="36090" x="234950" y="3435350"/>
          <p14:tracePt t="36103" x="241300" y="3435350"/>
          <p14:tracePt t="36110" x="247650" y="3435350"/>
          <p14:tracePt t="36132" x="254000" y="3435350"/>
          <p14:tracePt t="36153" x="260350" y="3435350"/>
          <p14:tracePt t="36160" x="266700" y="3435350"/>
          <p14:tracePt t="36203" x="273050" y="3435350"/>
          <p14:tracePt t="36224" x="279400" y="3435350"/>
          <p14:tracePt t="36252" x="285750" y="3435350"/>
          <p14:tracePt t="36287" x="292100" y="3435350"/>
          <p14:tracePt t="36301" x="298450" y="3435350"/>
          <p14:tracePt t="36336" x="304800" y="3435350"/>
          <p14:tracePt t="36392" x="311150" y="3435350"/>
          <p14:tracePt t="36427" x="317500" y="3435350"/>
          <p14:tracePt t="36462" x="330200" y="3435350"/>
          <p14:tracePt t="36483" x="336550" y="3429000"/>
          <p14:tracePt t="36533" x="342900" y="3429000"/>
          <p14:tracePt t="36603" x="349250" y="3429000"/>
          <p14:tracePt t="36672" x="355600" y="3429000"/>
          <p14:tracePt t="36764" x="349250" y="3429000"/>
          <p14:tracePt t="36792" x="342900" y="3429000"/>
          <p14:tracePt t="36813" x="336550" y="3429000"/>
          <p14:tracePt t="36834" x="330200" y="3429000"/>
          <p14:tracePt t="36855" x="323850" y="3429000"/>
          <p14:tracePt t="36862" x="317500" y="3429000"/>
          <p14:tracePt t="36882" x="311150" y="3429000"/>
          <p14:tracePt t="36918" x="304800" y="3429000"/>
          <p14:tracePt t="36925" x="298450" y="3429000"/>
          <p14:tracePt t="36946" x="292100" y="3429000"/>
          <p14:tracePt t="36974" x="279400" y="3429000"/>
          <p14:tracePt t="36996" x="273050" y="3429000"/>
          <p14:tracePt t="37024" x="266700" y="3429000"/>
          <p14:tracePt t="37066" x="260350" y="3429000"/>
          <p14:tracePt t="37094" x="254000" y="3429000"/>
          <p14:tracePt t="37128" x="247650" y="3429000"/>
          <p14:tracePt t="37199" x="254000" y="3429000"/>
          <p14:tracePt t="37206" x="260350" y="3429000"/>
          <p14:tracePt t="37234" x="266700" y="3429000"/>
          <p14:tracePt t="37255" x="273050" y="3429000"/>
          <p14:tracePt t="37276" x="285750" y="3429000"/>
          <p14:tracePt t="37283" x="292100" y="3429000"/>
          <p14:tracePt t="37305" x="298450" y="3429000"/>
          <p14:tracePt t="37319" x="304800" y="3422650"/>
          <p14:tracePt t="37354" x="311150" y="3422650"/>
          <p14:tracePt t="37374" x="317500" y="3422650"/>
          <p14:tracePt t="37396" x="323850" y="3422650"/>
          <p14:tracePt t="37424" x="330200" y="3416300"/>
          <p14:tracePt t="37459" x="330200" y="3409950"/>
          <p14:tracePt t="37480" x="323850" y="3409950"/>
          <p14:tracePt t="37487" x="323850" y="3403600"/>
          <p14:tracePt t="37501" x="317500" y="3403600"/>
          <p14:tracePt t="37517" x="311150" y="3403600"/>
          <p14:tracePt t="37557" x="298450" y="3403600"/>
          <p14:tracePt t="37578" x="292100" y="3397250"/>
          <p14:tracePt t="37585" x="285750" y="3397250"/>
          <p14:tracePt t="37599" x="279400" y="3397250"/>
          <p14:tracePt t="37606" x="279400" y="3390900"/>
          <p14:tracePt t="37621" x="273050" y="3390900"/>
          <p14:tracePt t="37637" x="266700" y="3390900"/>
          <p14:tracePt t="37676" x="260350" y="3384550"/>
          <p14:tracePt t="37719" x="260350" y="3378200"/>
          <p14:tracePt t="37817" x="266700" y="3378200"/>
          <p14:tracePt t="37838" x="273050" y="3378200"/>
          <p14:tracePt t="37845" x="279400" y="3378200"/>
          <p14:tracePt t="37868" x="292100" y="3378200"/>
          <p14:tracePt t="37887" x="298450" y="3378200"/>
          <p14:tracePt t="37908" x="304800" y="3371850"/>
          <p14:tracePt t="37915" x="304800" y="3365500"/>
          <p14:tracePt t="37929" x="304800" y="3359150"/>
          <p14:tracePt t="37951" x="304800" y="3352800"/>
          <p14:tracePt t="37957" x="311150" y="3346450"/>
          <p14:tracePt t="37972" x="311150" y="3333750"/>
          <p14:tracePt t="37982" x="311150" y="3308350"/>
          <p14:tracePt t="38000" x="311150" y="3270250"/>
          <p14:tracePt t="38016" x="311150" y="3238500"/>
          <p14:tracePt t="38032" x="304800" y="3181350"/>
          <p14:tracePt t="38049" x="298450" y="3143250"/>
          <p14:tracePt t="38066" x="292100" y="3124200"/>
          <p14:tracePt t="38082" x="285750" y="3105150"/>
          <p14:tracePt t="38126" x="285750" y="3117850"/>
          <p14:tracePt t="38140" x="285750" y="3124200"/>
          <p14:tracePt t="38149" x="285750" y="3136900"/>
          <p14:tracePt t="38165" x="285750" y="3149600"/>
          <p14:tracePt t="38182" x="285750" y="3181350"/>
          <p14:tracePt t="38198" x="285750" y="3206750"/>
          <p14:tracePt t="38215" x="285750" y="3225800"/>
          <p14:tracePt t="38232" x="292100" y="3257550"/>
          <p14:tracePt t="38248" x="292100" y="3282950"/>
          <p14:tracePt t="38265" x="292100" y="3314700"/>
          <p14:tracePt t="38282" x="292100" y="3346450"/>
          <p14:tracePt t="38298" x="298450" y="3359150"/>
          <p14:tracePt t="38315" x="304800" y="3390900"/>
          <p14:tracePt t="38331" x="317500" y="3409950"/>
          <p14:tracePt t="38348" x="317500" y="3416300"/>
          <p14:tracePt t="38365" x="323850" y="3429000"/>
          <p14:tracePt t="38381" x="323850" y="3435350"/>
          <p14:tracePt t="38398" x="330200" y="3435350"/>
          <p14:tracePt t="38414" x="330200" y="3441700"/>
          <p14:tracePt t="38431" x="330200" y="3448050"/>
          <p14:tracePt t="38477" x="330200" y="3454400"/>
          <p14:tracePt t="38512" x="336550" y="3454400"/>
          <p14:tracePt t="38547" x="342900" y="3454400"/>
          <p14:tracePt t="38582" x="342900" y="3448050"/>
          <p14:tracePt t="38589" x="349250" y="3448050"/>
          <p14:tracePt t="38617" x="349250" y="3441700"/>
          <p14:tracePt t="38653" x="355600" y="3441700"/>
          <p14:tracePt t="38702" x="355600" y="3435350"/>
          <p14:tracePt t="38821" x="349250" y="3435350"/>
          <p14:tracePt t="38891" x="342900" y="3435350"/>
          <p14:tracePt t="38898" x="336550" y="3435350"/>
          <p14:tracePt t="39352" x="336550" y="3422650"/>
          <p14:tracePt t="39359" x="349250" y="3422650"/>
          <p14:tracePt t="39365" x="355600" y="3409950"/>
          <p14:tracePt t="39381" x="361950" y="3403600"/>
          <p14:tracePt t="39394" x="361950" y="3397250"/>
          <p14:tracePt t="39415" x="368300" y="3384550"/>
          <p14:tracePt t="39427" x="368300" y="3378200"/>
          <p14:tracePt t="39444" x="368300" y="3371850"/>
          <p14:tracePt t="39506" x="361950" y="3371850"/>
          <p14:tracePt t="39598" x="355600" y="3378200"/>
          <p14:tracePt t="39689" x="349250" y="3378200"/>
          <p14:tracePt t="39913" x="342900" y="3378200"/>
          <p14:tracePt t="39948" x="336550" y="3378200"/>
          <p14:tracePt t="40089" x="342900" y="3378200"/>
          <p14:tracePt t="40180" x="349250" y="3384550"/>
          <p14:tracePt t="40404" x="355600" y="3384550"/>
          <p14:tracePt t="40475" x="361950" y="3384550"/>
          <p14:tracePt t="40481" x="368300" y="3384550"/>
          <p14:tracePt t="40510" x="368300" y="3378200"/>
          <p14:tracePt t="40545" x="374650" y="3378200"/>
          <p14:tracePt t="40552" x="381000" y="3378200"/>
          <p14:tracePt t="40573" x="381000" y="3371850"/>
          <p14:tracePt t="40580" x="387350" y="3371850"/>
          <p14:tracePt t="40601" x="400050" y="3371850"/>
          <p14:tracePt t="40636" x="406400" y="3371850"/>
          <p14:tracePt t="40643" x="412750" y="3371850"/>
          <p14:tracePt t="40657" x="419100" y="3365500"/>
          <p14:tracePt t="40673" x="444500" y="3359150"/>
          <p14:tracePt t="40690" x="463550" y="3352800"/>
          <p14:tracePt t="40707" x="495300" y="3346450"/>
          <p14:tracePt t="40723" x="539750" y="3327400"/>
          <p14:tracePt t="40740" x="558800" y="3321050"/>
          <p14:tracePt t="40757" x="577850" y="3314700"/>
          <p14:tracePt t="40773" x="590550" y="3314700"/>
          <p14:tracePt t="40791" x="596900" y="3308350"/>
          <p14:tracePt t="40825" x="596900" y="3302000"/>
          <p14:tracePt t="40882" x="596900" y="3295650"/>
          <p14:tracePt t="40917" x="590550" y="3289300"/>
          <p14:tracePt t="40931" x="590550" y="3282950"/>
          <p14:tracePt t="40952" x="590550" y="3276600"/>
          <p14:tracePt t="40994" x="596900" y="3270250"/>
          <p14:tracePt t="41001" x="596900" y="3263900"/>
          <p14:tracePt t="41057" x="596900" y="3257550"/>
          <p14:tracePt t="41064" x="603250" y="3251200"/>
          <p14:tracePt t="41093" x="603250" y="3244850"/>
          <p14:tracePt t="41114" x="603250" y="3238500"/>
          <p14:tracePt t="41233" x="609600" y="3238500"/>
          <p14:tracePt t="41282" x="615950" y="3238500"/>
          <p14:tracePt t="41373" x="615950" y="3244850"/>
          <p14:tracePt t="41416" x="609600" y="3251200"/>
          <p14:tracePt t="41423" x="609600" y="3257550"/>
          <p14:tracePt t="41458" x="603250" y="3257550"/>
          <p14:tracePt t="41493" x="603250" y="3263900"/>
          <p14:tracePt t="41535" x="596900" y="3270250"/>
          <p14:tracePt t="41584" x="590550" y="3270250"/>
          <p14:tracePt t="41654" x="590550" y="3276600"/>
          <p14:tracePt t="41774" x="596900" y="3276600"/>
          <p14:tracePt t="41865" x="603250" y="3276600"/>
          <p14:tracePt t="41887" x="609600" y="3276600"/>
          <p14:tracePt t="41907" x="622300" y="3276600"/>
          <p14:tracePt t="41928" x="628650" y="3276600"/>
          <p14:tracePt t="41956" x="641350" y="3276600"/>
          <p14:tracePt t="41977" x="647700" y="3276600"/>
          <p14:tracePt t="42005" x="654050" y="3270250"/>
          <p14:tracePt t="42020" x="660400" y="3270250"/>
          <p14:tracePt t="42026" x="666750" y="3270250"/>
          <p14:tracePt t="42047" x="673100" y="3270250"/>
          <p14:tracePt t="42055" x="679450" y="3270250"/>
          <p14:tracePt t="42076" x="679450" y="3263900"/>
          <p14:tracePt t="42097" x="685800" y="3263900"/>
          <p14:tracePt t="42117" x="692150" y="3263900"/>
          <p14:tracePt t="42146" x="698500" y="3263900"/>
          <p14:tracePt t="42167" x="704850" y="3257550"/>
          <p14:tracePt t="42209" x="711200" y="3257550"/>
          <p14:tracePt t="42251" x="711200" y="3263900"/>
          <p14:tracePt t="42258" x="704850" y="3263900"/>
          <p14:tracePt t="42267" x="698500" y="3270250"/>
          <p14:tracePt t="42287" x="692150" y="3270250"/>
          <p14:tracePt t="42306" x="685800" y="3270250"/>
          <p14:tracePt t="42321" x="685800" y="3276600"/>
          <p14:tracePt t="42335" x="673100" y="3282950"/>
          <p14:tracePt t="42351" x="673100" y="3289300"/>
          <p14:tracePt t="42367" x="660400" y="3302000"/>
          <p14:tracePt t="42384" x="641350" y="3321050"/>
          <p14:tracePt t="42401" x="628650" y="3333750"/>
          <p14:tracePt t="42417" x="622300" y="3352800"/>
          <p14:tracePt t="42433" x="596900" y="3390900"/>
          <p14:tracePt t="42450" x="590550" y="3403600"/>
          <p14:tracePt t="42468" x="571500" y="3416300"/>
          <p14:tracePt t="42484" x="558800" y="3441700"/>
          <p14:tracePt t="42500" x="558800" y="3448050"/>
          <p14:tracePt t="42518" x="552450" y="3460750"/>
          <p14:tracePt t="42735" x="558800" y="3460750"/>
          <p14:tracePt t="42751" x="577850" y="3460750"/>
          <p14:tracePt t="42756" x="596900" y="3460750"/>
          <p14:tracePt t="42770" x="615950" y="3454400"/>
          <p14:tracePt t="42786" x="647700" y="3454400"/>
          <p14:tracePt t="42800" x="666750" y="3454400"/>
          <p14:tracePt t="42816" x="685800" y="3454400"/>
          <p14:tracePt t="42833" x="730250" y="3454400"/>
          <p14:tracePt t="42849" x="749300" y="3454400"/>
          <p14:tracePt t="42866" x="762000" y="3454400"/>
          <p14:tracePt t="42883" x="768350" y="3454400"/>
          <p14:tracePt t="42899" x="774700" y="3454400"/>
          <p14:tracePt t="42932" x="781050" y="3454400"/>
          <p14:tracePt t="43072" x="774700" y="3454400"/>
          <p14:tracePt t="43107" x="768350" y="3454400"/>
          <p14:tracePt t="43135" x="762000" y="3454400"/>
          <p14:tracePt t="43150" x="755650" y="3454400"/>
          <p14:tracePt t="43156" x="749300" y="3454400"/>
          <p14:tracePt t="43171" x="742950" y="3454400"/>
          <p14:tracePt t="43185" x="736600" y="3454400"/>
          <p14:tracePt t="43220" x="723900" y="3454400"/>
          <p14:tracePt t="43234" x="717550" y="3454400"/>
          <p14:tracePt t="43240" x="711200" y="3454400"/>
          <p14:tracePt t="43255" x="698500" y="3454400"/>
          <p14:tracePt t="43269" x="685800" y="3454400"/>
          <p14:tracePt t="43281" x="673100" y="3454400"/>
          <p14:tracePt t="43298" x="660400" y="3454400"/>
          <p14:tracePt t="43314" x="654050" y="3454400"/>
          <p14:tracePt t="43332" x="628650" y="3454400"/>
          <p14:tracePt t="43347" x="622300" y="3454400"/>
          <p14:tracePt t="43364" x="615950" y="3454400"/>
          <p14:tracePt t="43381" x="609600" y="3454400"/>
          <p14:tracePt t="43451" x="609600" y="3460750"/>
          <p14:tracePt t="43873" x="609600" y="3454400"/>
          <p14:tracePt t="43886" x="615950" y="3454400"/>
          <p14:tracePt t="43893" x="622300" y="3454400"/>
          <p14:tracePt t="43908" x="628650" y="3454400"/>
          <p14:tracePt t="43930" x="641350" y="3454400"/>
          <p14:tracePt t="43943" x="654050" y="3454400"/>
          <p14:tracePt t="43957" x="666750" y="3454400"/>
          <p14:tracePt t="43971" x="679450" y="3448050"/>
          <p14:tracePt t="43979" x="692150" y="3448050"/>
          <p14:tracePt t="43995" x="711200" y="3448050"/>
          <p14:tracePt t="44011" x="717550" y="3448050"/>
          <p14:tracePt t="44028" x="736600" y="3441700"/>
          <p14:tracePt t="44045" x="742950" y="3441700"/>
          <p14:tracePt t="44111" x="736600" y="3435350"/>
          <p14:tracePt t="44139" x="730250" y="3435350"/>
          <p14:tracePt t="44174" x="723900" y="3429000"/>
          <p14:tracePt t="44188" x="717550" y="3429000"/>
          <p14:tracePt t="44231" x="711200" y="3429000"/>
          <p14:tracePt t="44237" x="704850" y="3422650"/>
          <p14:tracePt t="44247" x="698500" y="3422650"/>
          <p14:tracePt t="44266" x="692150" y="3416300"/>
          <p14:tracePt t="44277" x="685800" y="3416300"/>
          <p14:tracePt t="44295" x="679450" y="3409950"/>
          <p14:tracePt t="44322" x="673100" y="3409950"/>
          <p14:tracePt t="44343" x="666750" y="3403600"/>
          <p14:tracePt t="44363" x="654050" y="3403600"/>
          <p14:tracePt t="44392" x="647700" y="3397250"/>
          <p14:tracePt t="44413" x="641350" y="3397250"/>
          <p14:tracePt t="44441" x="635000" y="3390900"/>
          <p14:tracePt t="44476" x="635000" y="3384550"/>
          <p14:tracePt t="44504" x="628650" y="3378200"/>
          <p14:tracePt t="44532" x="622300" y="3378200"/>
          <p14:tracePt t="44575" x="615950" y="3378200"/>
          <p14:tracePt t="44602" x="609600" y="3378200"/>
          <p14:tracePt t="44645" x="603250" y="3371850"/>
          <p14:tracePt t="44652" x="603250" y="3365500"/>
          <p14:tracePt t="44666" x="596900" y="3365500"/>
          <p14:tracePt t="44686" x="596900" y="3359150"/>
          <p14:tracePt t="44696" x="596900" y="3352800"/>
          <p14:tracePt t="44715" x="596900" y="3346450"/>
          <p14:tracePt t="44736" x="596900" y="3340100"/>
          <p14:tracePt t="44746" x="596900" y="3333750"/>
          <p14:tracePt t="44764" x="596900" y="3327400"/>
          <p14:tracePt t="44779" x="590550" y="3327400"/>
          <p14:tracePt t="44795" x="590550" y="3321050"/>
          <p14:tracePt t="44813" x="584200" y="3314700"/>
          <p14:tracePt t="44829" x="577850" y="3308350"/>
          <p14:tracePt t="44848" x="571500" y="3302000"/>
          <p14:tracePt t="44858" x="565150" y="3295650"/>
          <p14:tracePt t="44876" x="552450" y="3289300"/>
          <p14:tracePt t="44892" x="527050" y="3276600"/>
          <p14:tracePt t="44909" x="495300" y="3263900"/>
          <p14:tracePt t="44926" x="450850" y="3251200"/>
          <p14:tracePt t="44942" x="431800" y="3244850"/>
          <p14:tracePt t="44958" x="400050" y="3238500"/>
          <p14:tracePt t="44975" x="368300" y="3232150"/>
          <p14:tracePt t="44992" x="355600" y="3232150"/>
          <p14:tracePt t="45009" x="330200" y="3232150"/>
          <p14:tracePt t="45025" x="323850" y="3232150"/>
          <p14:tracePt t="45041" x="317500" y="3232150"/>
          <p14:tracePt t="45058" x="311150" y="3232150"/>
          <p14:tracePt t="45074" x="304800" y="3232150"/>
          <p14:tracePt t="45095" x="298450" y="3238500"/>
          <p14:tracePt t="45115" x="292100" y="3238500"/>
          <p14:tracePt t="45157" x="285750" y="3244850"/>
          <p14:tracePt t="45164" x="285750" y="3251200"/>
          <p14:tracePt t="45185" x="285750" y="3257550"/>
          <p14:tracePt t="45213" x="279400" y="3263900"/>
          <p14:tracePt t="45234" x="279400" y="3270250"/>
          <p14:tracePt t="45353" x="285750" y="3270250"/>
          <p14:tracePt t="45375" x="298450" y="3276600"/>
          <p14:tracePt t="45395" x="304800" y="3276600"/>
          <p14:tracePt t="45424" x="311150" y="3276600"/>
          <p14:tracePt t="45445" x="317500" y="3276600"/>
          <p14:tracePt t="45466" x="323850" y="3276600"/>
          <p14:tracePt t="45494" x="330200" y="3276600"/>
          <p14:tracePt t="45508" x="336550" y="3276600"/>
          <p14:tracePt t="45515" x="342900" y="3270250"/>
          <p14:tracePt t="45529" x="349250" y="3270250"/>
          <p14:tracePt t="45539" x="361950" y="3270250"/>
          <p14:tracePt t="45557" x="406400" y="3263900"/>
          <p14:tracePt t="45573" x="431800" y="3263900"/>
          <p14:tracePt t="45589" x="514350" y="3244850"/>
          <p14:tracePt t="45607" x="596900" y="3238500"/>
          <p14:tracePt t="45623" x="635000" y="3232150"/>
          <p14:tracePt t="45639" x="704850" y="3219450"/>
          <p14:tracePt t="45656" x="736600" y="3213100"/>
          <p14:tracePt t="45673" x="749300" y="3213100"/>
          <p14:tracePt t="45690" x="762000" y="3213100"/>
          <p14:tracePt t="45722" x="755650" y="3213100"/>
          <p14:tracePt t="45740" x="736600" y="3219450"/>
          <p14:tracePt t="45756" x="723900" y="3219450"/>
          <p14:tracePt t="45773" x="698500" y="3225800"/>
          <p14:tracePt t="45789" x="660400" y="3238500"/>
          <p14:tracePt t="45805" x="647700" y="3244850"/>
          <p14:tracePt t="45822" x="615950" y="3251200"/>
          <p14:tracePt t="45839" x="571500" y="3270250"/>
          <p14:tracePt t="45855" x="558800" y="3270250"/>
          <p14:tracePt t="45859" x="539750" y="3270250"/>
          <p14:tracePt t="45872" x="520700" y="3276600"/>
          <p14:tracePt t="45889" x="469900" y="3276600"/>
          <p14:tracePt t="45905" x="444500" y="3282950"/>
          <p14:tracePt t="45922" x="412750" y="3282950"/>
          <p14:tracePt t="45938" x="387350" y="3282950"/>
          <p14:tracePt t="45955" x="374650" y="3282950"/>
          <p14:tracePt t="45972" x="361950" y="3289300"/>
          <p14:tracePt t="45989" x="349250" y="3289300"/>
          <p14:tracePt t="46005" x="342900" y="3295650"/>
          <p14:tracePt t="46021" x="336550" y="3295650"/>
          <p14:tracePt t="46042" x="330200" y="3295650"/>
          <p14:tracePt t="46112" x="330200" y="3302000"/>
          <p14:tracePt t="46126" x="336550" y="3302000"/>
          <p14:tracePt t="46140" x="342900" y="3302000"/>
          <p14:tracePt t="46146" x="349250" y="3302000"/>
          <p14:tracePt t="46161" x="355600" y="3295650"/>
          <p14:tracePt t="46171" x="368300" y="3295650"/>
          <p14:tracePt t="46188" x="381000" y="3295650"/>
          <p14:tracePt t="46204" x="412750" y="3289300"/>
          <p14:tracePt t="46221" x="450850" y="3289300"/>
          <p14:tracePt t="46238" x="476250" y="3282950"/>
          <p14:tracePt t="46254" x="488950" y="3282950"/>
          <p14:tracePt t="46271" x="495300" y="3282950"/>
          <p14:tracePt t="46308" x="488950" y="3282950"/>
          <p14:tracePt t="46324" x="482600" y="3282950"/>
          <p14:tracePt t="46337" x="476250" y="3282950"/>
          <p14:tracePt t="46357" x="469900" y="3282950"/>
          <p14:tracePt t="46374" x="463550" y="3282950"/>
          <p14:tracePt t="46388" x="457200" y="3282950"/>
          <p14:tracePt t="46404" x="431800" y="3295650"/>
          <p14:tracePt t="46421" x="406400" y="3308350"/>
          <p14:tracePt t="46437" x="393700" y="3314700"/>
          <p14:tracePt t="46453" x="368300" y="3333750"/>
          <p14:tracePt t="46470" x="342900" y="3340100"/>
          <p14:tracePt t="46486" x="330200" y="3346450"/>
          <p14:tracePt t="46503" x="317500" y="3352800"/>
          <p14:tracePt t="46520" x="304800" y="3352800"/>
          <p14:tracePt t="46536" x="298450" y="3352800"/>
          <p14:tracePt t="46553" x="292100" y="3352800"/>
          <p14:tracePt t="46569" x="292100" y="3340100"/>
          <p14:tracePt t="46586" x="285750" y="3327400"/>
          <p14:tracePt t="46603" x="285750" y="3321050"/>
          <p14:tracePt t="46620" x="285750" y="3314700"/>
          <p14:tracePt t="46637" x="285750" y="3302000"/>
          <p14:tracePt t="46653" x="279400" y="3289300"/>
          <p14:tracePt t="46669" x="273050" y="3282950"/>
          <p14:tracePt t="46686" x="266700" y="3270250"/>
          <p14:tracePt t="46703" x="254000" y="3251200"/>
          <p14:tracePt t="46719" x="247650" y="3251200"/>
          <p14:tracePt t="46814" x="247650" y="3257550"/>
          <p14:tracePt t="46842" x="247650" y="3263900"/>
          <p14:tracePt t="46870" x="247650" y="3270250"/>
          <p14:tracePt t="46891" x="247650" y="3276600"/>
          <p14:tracePt t="46898" x="247650" y="3282950"/>
          <p14:tracePt t="46920" x="247650" y="3289300"/>
          <p14:tracePt t="46933" x="247650" y="3295650"/>
          <p14:tracePt t="46954" x="247650" y="3302000"/>
          <p14:tracePt t="46961" x="247650" y="3308350"/>
          <p14:tracePt t="46982" x="247650" y="3314700"/>
          <p14:tracePt t="46989" x="247650" y="3321050"/>
          <p14:tracePt t="47005" x="247650" y="3333750"/>
          <p14:tracePt t="47024" x="247650" y="3352800"/>
          <p14:tracePt t="47034" x="247650" y="3365500"/>
          <p14:tracePt t="47053" x="247650" y="3390900"/>
          <p14:tracePt t="47068" x="247650" y="3403600"/>
          <p14:tracePt t="47084" x="247650" y="3429000"/>
          <p14:tracePt t="47102" x="247650" y="3448050"/>
          <p14:tracePt t="47134" x="247650" y="3454400"/>
          <p14:tracePt t="47154" x="247650" y="3460750"/>
          <p14:tracePt t="47179" x="247650" y="3467100"/>
          <p14:tracePt t="47214" x="247650" y="3473450"/>
          <p14:tracePt t="47242" x="247650" y="3479800"/>
          <p14:tracePt t="47248" x="247650" y="3486150"/>
          <p14:tracePt t="47361" x="247650" y="3479800"/>
          <p14:tracePt t="47383" x="247650" y="3473450"/>
          <p14:tracePt t="47389" x="247650" y="3467100"/>
          <p14:tracePt t="47404" x="247650" y="3460750"/>
          <p14:tracePt t="47417" x="247650" y="3454400"/>
          <p14:tracePt t="47433" x="247650" y="3435350"/>
          <p14:tracePt t="47450" x="247650" y="3416300"/>
          <p14:tracePt t="47467" x="247650" y="3365500"/>
          <p14:tracePt t="47483" x="247650" y="3314700"/>
          <p14:tracePt t="47500" x="254000" y="3295650"/>
          <p14:tracePt t="47516" x="254000" y="3238500"/>
          <p14:tracePt t="47533" x="254000" y="3194050"/>
          <p14:tracePt t="47550" x="254000" y="3168650"/>
          <p14:tracePt t="47566" x="254000" y="3162300"/>
          <p14:tracePt t="47582" x="254000" y="3143250"/>
          <p14:tracePt t="47600" x="254000" y="3136900"/>
          <p14:tracePt t="47656" x="254000" y="3143250"/>
          <p14:tracePt t="47663" x="254000" y="3149600"/>
          <p14:tracePt t="47684" x="254000" y="3155950"/>
          <p14:tracePt t="47691" x="254000" y="3162300"/>
          <p14:tracePt t="47712" x="254000" y="3168650"/>
          <p14:tracePt t="47719" x="254000" y="3175000"/>
          <p14:tracePt t="47740" x="254000" y="3181350"/>
          <p14:tracePt t="47755" x="254000" y="3187700"/>
          <p14:tracePt t="47776" x="254000" y="3194050"/>
          <p14:tracePt t="47785" x="254000" y="3200400"/>
          <p14:tracePt t="47799" x="254000" y="3206750"/>
          <p14:tracePt t="47815" x="254000" y="3232150"/>
          <p14:tracePt t="47832" x="254000" y="3251200"/>
          <p14:tracePt t="47848" x="254000" y="3263900"/>
          <p14:tracePt t="47865" x="254000" y="3276600"/>
          <p14:tracePt t="47882" x="241300" y="3340100"/>
          <p14:tracePt t="47898" x="234950" y="3352800"/>
          <p14:tracePt t="47916" x="234950" y="3384550"/>
          <p14:tracePt t="47932" x="234950" y="3397250"/>
          <p14:tracePt t="47948" x="234950" y="3422650"/>
          <p14:tracePt t="47965" x="234950" y="3435350"/>
          <p14:tracePt t="47998" x="234950" y="3454400"/>
          <p14:tracePt t="48014" x="234950" y="3460750"/>
          <p14:tracePt t="48031" x="234950" y="3467100"/>
          <p14:tracePt t="48049" x="234950" y="3473450"/>
          <p14:tracePt t="48080" x="234950" y="3479800"/>
          <p14:tracePt t="48106" x="234950" y="3486150"/>
          <p14:tracePt t="48155" x="234950" y="3492500"/>
          <p14:tracePt t="48197" x="234950" y="3498850"/>
          <p14:tracePt t="48534" x="234950" y="3511550"/>
          <p14:tracePt t="48548" x="234950" y="3517900"/>
          <p14:tracePt t="48555" x="234950" y="3530600"/>
          <p14:tracePt t="48569" x="234950" y="3543300"/>
          <p14:tracePt t="48579" x="234950" y="3556000"/>
          <p14:tracePt t="48597" x="234950" y="3587750"/>
          <p14:tracePt t="48612" x="234950" y="3606800"/>
          <p14:tracePt t="48629" x="234950" y="3657600"/>
          <p14:tracePt t="48646" x="247650" y="3695700"/>
          <p14:tracePt t="48662" x="247650" y="3727450"/>
          <p14:tracePt t="48679" x="247650" y="3759200"/>
          <p14:tracePt t="48695" x="247650" y="3784600"/>
          <p14:tracePt t="48712" x="254000" y="3797300"/>
          <p14:tracePt t="48730" x="254000" y="3803650"/>
          <p14:tracePt t="48745" x="254000" y="3810000"/>
          <p14:tracePt t="48780" x="254000" y="3816350"/>
          <p14:tracePt t="48906" x="254000" y="3810000"/>
          <p14:tracePt t="48976" x="254000" y="3803650"/>
          <p14:tracePt t="49004" x="254000" y="3797300"/>
          <p14:tracePt t="49039" x="254000" y="3790950"/>
          <p14:tracePt t="49137" x="254000" y="3797300"/>
          <p14:tracePt t="49145" x="254000" y="3803650"/>
          <p14:tracePt t="49158" x="254000" y="3810000"/>
          <p14:tracePt t="49180" x="254000" y="3816350"/>
          <p14:tracePt t="49186" x="254000" y="3829050"/>
          <p14:tracePt t="49201" x="254000" y="3841750"/>
          <p14:tracePt t="49210" x="254000" y="3854450"/>
          <p14:tracePt t="49227" x="254000" y="3879850"/>
          <p14:tracePt t="49243" x="254000" y="3943350"/>
          <p14:tracePt t="49260" x="260350" y="4006850"/>
          <p14:tracePt t="49278" x="266700" y="4064000"/>
          <p14:tracePt t="49294" x="266700" y="4095750"/>
          <p14:tracePt t="49310" x="273050" y="4127500"/>
          <p14:tracePt t="49327" x="273050" y="4152900"/>
          <p14:tracePt t="49343" x="273050" y="4159250"/>
          <p14:tracePt t="49411" x="279400" y="4159250"/>
          <p14:tracePt t="49425" x="279400" y="4152900"/>
          <p14:tracePt t="49439" x="279400" y="4146550"/>
          <p14:tracePt t="49446" x="279400" y="4133850"/>
          <p14:tracePt t="49463" x="279400" y="4127500"/>
          <p14:tracePt t="49476" x="285750" y="4121150"/>
          <p14:tracePt t="49493" x="285750" y="4083050"/>
          <p14:tracePt t="49510" x="298450" y="4044950"/>
          <p14:tracePt t="49527" x="298450" y="4013200"/>
          <p14:tracePt t="49543" x="304800" y="3975100"/>
          <p14:tracePt t="49559" x="304800" y="3943350"/>
          <p14:tracePt t="49576" x="311150" y="3930650"/>
          <p14:tracePt t="49593" x="311150" y="3911600"/>
          <p14:tracePt t="49609" x="311150" y="3905250"/>
          <p14:tracePt t="49699" x="311150" y="3911600"/>
          <p14:tracePt t="49706" x="311150" y="3917950"/>
          <p14:tracePt t="49731" x="311150" y="3924300"/>
          <p14:tracePt t="49766" x="311150" y="3937000"/>
          <p14:tracePt t="49787" x="311150" y="3943350"/>
          <p14:tracePt t="49793" x="311150" y="3949700"/>
          <p14:tracePt t="49810" x="311150" y="3956050"/>
          <p14:tracePt t="49825" x="311150" y="3962400"/>
          <p14:tracePt t="49842" x="311150" y="3968750"/>
          <p14:tracePt t="49858" x="311150" y="3981450"/>
          <p14:tracePt t="49875" x="311150" y="3987800"/>
          <p14:tracePt t="49893" x="317500" y="4025900"/>
          <p14:tracePt t="49908" x="317500" y="4032250"/>
          <p14:tracePt t="49925" x="317500" y="4038600"/>
          <p14:tracePt t="49942" x="323850" y="4044950"/>
          <p14:tracePt t="49958" x="323850" y="4051300"/>
          <p14:tracePt t="50019" x="323850" y="4057650"/>
          <p14:tracePt t="50068" x="323850" y="4051300"/>
          <p14:tracePt t="50075" x="330200" y="4044950"/>
          <p14:tracePt t="50103" x="330200" y="4038600"/>
          <p14:tracePt t="50117" x="336550" y="4025900"/>
          <p14:tracePt t="50127" x="336550" y="4013200"/>
          <p14:tracePt t="50140" x="342900" y="3994150"/>
          <p14:tracePt t="50157" x="342900" y="3968750"/>
          <p14:tracePt t="50174" x="374650" y="3898900"/>
          <p14:tracePt t="50190" x="381000" y="3879850"/>
          <p14:tracePt t="50208" x="393700" y="3835400"/>
          <p14:tracePt t="50223" x="400050" y="3816350"/>
          <p14:tracePt t="50240" x="412750" y="3803650"/>
          <p14:tracePt t="50258" x="425450" y="3790950"/>
          <p14:tracePt t="50314" x="425450" y="3797300"/>
          <p14:tracePt t="51789" x="431800" y="3797300"/>
          <p14:tracePt t="51803" x="438150" y="3797300"/>
          <p14:tracePt t="51824" x="444500" y="3797300"/>
          <p14:tracePt t="51831" x="457200" y="3797300"/>
          <p14:tracePt t="51838" x="463550" y="3797300"/>
          <p14:tracePt t="51854" x="469900" y="3797300"/>
          <p14:tracePt t="51867" x="482600" y="3797300"/>
          <p14:tracePt t="51884" x="508000" y="3778250"/>
          <p14:tracePt t="51902" x="539750" y="3759200"/>
          <p14:tracePt t="51918" x="552450" y="3746500"/>
          <p14:tracePt t="51934" x="577850" y="3708400"/>
          <p14:tracePt t="51951" x="596900" y="3683000"/>
          <p14:tracePt t="51968" x="603250" y="3670300"/>
          <p14:tracePt t="51984" x="615950" y="3651250"/>
          <p14:tracePt t="52000" x="615950" y="3632200"/>
          <p14:tracePt t="52035" x="622300" y="3613150"/>
          <p14:tracePt t="52050" x="628650" y="3600450"/>
          <p14:tracePt t="52067" x="628650" y="3594100"/>
          <p14:tracePt t="52084" x="628650" y="3587750"/>
          <p14:tracePt t="52112" x="628650" y="3581400"/>
          <p14:tracePt t="52154" x="628650" y="3575050"/>
          <p14:tracePt t="52183" x="622300" y="3568700"/>
          <p14:tracePt t="52189" x="622300" y="3562350"/>
          <p14:tracePt t="52210" x="615950" y="3562350"/>
          <p14:tracePt t="52231" x="609600" y="3562350"/>
          <p14:tracePt t="52245" x="603250" y="3556000"/>
          <p14:tracePt t="52254" x="596900" y="3556000"/>
          <p14:tracePt t="52266" x="590550" y="3556000"/>
          <p14:tracePt t="52283" x="577850" y="3543300"/>
          <p14:tracePt t="52301" x="533400" y="3530600"/>
          <p14:tracePt t="52316" x="514350" y="3524250"/>
          <p14:tracePt t="52333" x="450850" y="3505200"/>
          <p14:tracePt t="52351" x="400050" y="3473450"/>
          <p14:tracePt t="52366" x="361950" y="3454400"/>
          <p14:tracePt t="52383" x="330200" y="3441700"/>
          <p14:tracePt t="52401" x="260350" y="3409950"/>
          <p14:tracePt t="52415" x="234950" y="3409950"/>
          <p14:tracePt t="52433" x="222250" y="3403600"/>
          <p14:tracePt t="52449" x="209550" y="3403600"/>
          <p14:tracePt t="52466" x="196850" y="3397250"/>
          <p14:tracePt t="52484" x="190500" y="3397250"/>
          <p14:tracePt t="52515" x="184150" y="3403600"/>
          <p14:tracePt t="52535" x="184150" y="3409950"/>
          <p14:tracePt t="52561" x="184150" y="3416300"/>
          <p14:tracePt t="52597" x="184150" y="3422650"/>
          <p14:tracePt t="52631" x="184150" y="3429000"/>
          <p14:tracePt t="52723" x="190500" y="3429000"/>
          <p14:tracePt t="52744" x="196850" y="3429000"/>
          <p14:tracePt t="52750" x="203200" y="3429000"/>
          <p14:tracePt t="52772" x="203200" y="3422650"/>
          <p14:tracePt t="52807" x="209550" y="3422650"/>
          <p14:tracePt t="52835" x="215900" y="3422650"/>
          <p14:tracePt t="52842" x="215900" y="3429000"/>
          <p14:tracePt t="52856" x="222250" y="3429000"/>
          <p14:tracePt t="52877" x="222250" y="3435350"/>
          <p14:tracePt t="52884" x="222250" y="3441700"/>
          <p14:tracePt t="52898" x="228600" y="3441700"/>
          <p14:tracePt t="52915" x="228600" y="3460750"/>
          <p14:tracePt t="52931" x="228600" y="3467100"/>
          <p14:tracePt t="52948" x="234950" y="3498850"/>
          <p14:tracePt t="52964" x="247650" y="3536950"/>
          <p14:tracePt t="52981" x="254000" y="3562350"/>
          <p14:tracePt t="52998" x="279400" y="3619500"/>
          <p14:tracePt t="53014" x="285750" y="3651250"/>
          <p14:tracePt t="53032" x="311150" y="3714750"/>
          <p14:tracePt t="53048" x="317500" y="3727450"/>
          <p14:tracePt t="53064" x="323850" y="3740150"/>
          <p14:tracePt t="53081" x="330200" y="3752850"/>
          <p14:tracePt t="53097" x="336550" y="3759200"/>
          <p14:tracePt t="53130" x="336550" y="3765550"/>
          <p14:tracePt t="53147" x="349250" y="3765550"/>
          <p14:tracePt t="53167" x="355600" y="3765550"/>
          <p14:tracePt t="53207" x="361950" y="3765550"/>
          <p14:tracePt t="53235" x="368300" y="3765550"/>
          <p14:tracePt t="53277" x="374650" y="3765550"/>
          <p14:tracePt t="53284" x="381000" y="3759200"/>
          <p14:tracePt t="53355" x="387350" y="3759200"/>
          <p14:tracePt t="53369" x="393700" y="3759200"/>
          <p14:tracePt t="53397" x="400050" y="3759200"/>
          <p14:tracePt t="53403" x="406400" y="3752850"/>
          <p14:tracePt t="53418" x="412750" y="3752850"/>
          <p14:tracePt t="53429" x="412750" y="3746500"/>
          <p14:tracePt t="53448" x="425450" y="3740150"/>
          <p14:tracePt t="53463" x="431800" y="3733800"/>
          <p14:tracePt t="53479" x="450850" y="3721100"/>
          <p14:tracePt t="53496" x="476250" y="3676650"/>
          <p14:tracePt t="53512" x="488950" y="3644900"/>
          <p14:tracePt t="53529" x="527050" y="3562350"/>
          <p14:tracePt t="53545" x="539750" y="3486150"/>
          <p14:tracePt t="53562" x="539750" y="3460750"/>
          <p14:tracePt t="53579" x="539750" y="3409950"/>
          <p14:tracePt t="53595" x="527050" y="3378200"/>
          <p14:tracePt t="53612" x="520700" y="3371850"/>
          <p14:tracePt t="53629" x="501650" y="3352800"/>
          <p14:tracePt t="53645" x="495300" y="3352800"/>
          <p14:tracePt t="53662" x="463550" y="3340100"/>
          <p14:tracePt t="53679" x="438150" y="3321050"/>
          <p14:tracePt t="53695" x="425450" y="3314700"/>
          <p14:tracePt t="53712" x="406400" y="3295650"/>
          <p14:tracePt t="53728" x="393700" y="3282950"/>
          <p14:tracePt t="53762" x="393700" y="3270250"/>
          <p14:tracePt t="53778" x="393700" y="3263900"/>
          <p14:tracePt t="53867" x="400050" y="3263900"/>
          <p14:tracePt t="53888" x="406400" y="3263900"/>
          <p14:tracePt t="53896" x="412750" y="3263900"/>
          <p14:tracePt t="53909" x="425450" y="3263900"/>
          <p14:tracePt t="53930" x="438150" y="3263900"/>
          <p14:tracePt t="53937" x="457200" y="3263900"/>
          <p14:tracePt t="53947" x="488950" y="3263900"/>
          <p14:tracePt t="53960" x="514350" y="3263900"/>
          <p14:tracePt t="53977" x="565150" y="3270250"/>
          <p14:tracePt t="53994" x="698500" y="3276600"/>
          <p14:tracePt t="54011" x="863600" y="3289300"/>
          <p14:tracePt t="54028" x="965200" y="3289300"/>
          <p14:tracePt t="54044" x="1181100" y="3308350"/>
          <p14:tracePt t="54060" x="1397000" y="3321050"/>
          <p14:tracePt t="54077" x="1638300" y="3327400"/>
          <p14:tracePt t="54093" x="1752600" y="3340100"/>
          <p14:tracePt t="54110" x="2012950" y="3340100"/>
          <p14:tracePt t="54127" x="2241550" y="3340100"/>
          <p14:tracePt t="54143" x="2368550" y="3340100"/>
          <p14:tracePt t="54160" x="2609850" y="3340100"/>
          <p14:tracePt t="54177" x="2851150" y="3327400"/>
          <p14:tracePt t="54193" x="2965450" y="3314700"/>
          <p14:tracePt t="54210" x="3079750" y="3302000"/>
          <p14:tracePt t="54226" x="3460750" y="3263900"/>
          <p14:tracePt t="54243" x="3575050" y="3238500"/>
          <p14:tracePt t="54261" x="3822700" y="3187700"/>
          <p14:tracePt t="54276" x="3924300" y="3175000"/>
          <p14:tracePt t="54293" x="4165600" y="3124200"/>
          <p14:tracePt t="54310" x="4394200" y="3086100"/>
          <p14:tracePt t="54326" x="4489450" y="3060700"/>
          <p14:tracePt t="54343" x="4705350" y="3054350"/>
          <p14:tracePt t="54359" x="4908550" y="3022600"/>
          <p14:tracePt t="54376" x="5010150" y="3003550"/>
          <p14:tracePt t="54393" x="5181600" y="2978150"/>
          <p14:tracePt t="54409" x="5346700" y="2971800"/>
          <p14:tracePt t="54425" x="5435600" y="2959100"/>
          <p14:tracePt t="54443" x="5607050" y="2921000"/>
          <p14:tracePt t="54459" x="5740400" y="2895600"/>
          <p14:tracePt t="54476" x="5778500" y="2895600"/>
          <p14:tracePt t="54492" x="5854700" y="2895600"/>
          <p14:tracePt t="54509" x="5930900" y="2895600"/>
          <p14:tracePt t="54526" x="5975350" y="2895600"/>
          <p14:tracePt t="54542" x="6057900" y="2876550"/>
          <p14:tracePt t="54559" x="6096000" y="2876550"/>
          <p14:tracePt t="54576" x="6203950" y="2876550"/>
          <p14:tracePt t="54592" x="6229350" y="2876550"/>
          <p14:tracePt t="54608" x="6254750" y="2876550"/>
          <p14:tracePt t="54625" x="6299200" y="2876550"/>
          <p14:tracePt t="54642" x="6350000" y="2882900"/>
          <p14:tracePt t="54658" x="6375400" y="2882900"/>
          <p14:tracePt t="54675" x="6457950" y="2895600"/>
          <p14:tracePt t="54691" x="6515100" y="2908300"/>
          <p14:tracePt t="54708" x="6559550" y="2914650"/>
          <p14:tracePt t="54725" x="6616700" y="2927350"/>
          <p14:tracePt t="54741" x="6667500" y="2946400"/>
          <p14:tracePt t="54758" x="6705600" y="2965450"/>
          <p14:tracePt t="54774" x="6731000" y="2971800"/>
          <p14:tracePt t="54791" x="6756400" y="2984500"/>
          <p14:tracePt t="54808" x="6775450" y="2990850"/>
          <p14:tracePt t="54824" x="6775450" y="2997200"/>
          <p14:tracePt t="54857" x="6775450" y="3003550"/>
          <p14:tracePt t="54874" x="6769100" y="3003550"/>
          <p14:tracePt t="54891" x="6762750" y="3003550"/>
          <p14:tracePt t="54907" x="6756400" y="3009900"/>
          <p14:tracePt t="54924" x="6750050" y="3016250"/>
          <p14:tracePt t="54941" x="6724650" y="3016250"/>
          <p14:tracePt t="54957" x="6711950" y="3016250"/>
          <p14:tracePt t="55216" x="6642100" y="3016250"/>
          <p14:tracePt t="55224" x="6565900" y="3016250"/>
          <p14:tracePt t="55230" x="6464300" y="3022600"/>
          <p14:tracePt t="55244" x="6350000" y="3048000"/>
          <p14:tracePt t="55256" x="6203950" y="3067050"/>
          <p14:tracePt t="55273" x="5892800" y="3098800"/>
          <p14:tracePt t="55289" x="5695950" y="3143250"/>
          <p14:tracePt t="55307" x="5314950" y="3168650"/>
          <p14:tracePt t="55322" x="4940300" y="3181350"/>
          <p14:tracePt t="55339" x="4730750" y="3194050"/>
          <p14:tracePt t="55356" x="4279900" y="3206750"/>
          <p14:tracePt t="55373" x="3924300" y="3232150"/>
          <p14:tracePt t="55389" x="3714750" y="3244850"/>
          <p14:tracePt t="55406" x="3333750" y="3251200"/>
          <p14:tracePt t="55422" x="3003550" y="3244850"/>
          <p14:tracePt t="55439" x="2838450" y="3257550"/>
          <p14:tracePt t="55455" x="2495550" y="3251200"/>
          <p14:tracePt t="55472" x="2171700" y="3257550"/>
          <p14:tracePt t="55490" x="1816100" y="3289300"/>
          <p14:tracePt t="55506" x="1689100" y="3289300"/>
          <p14:tracePt t="55522" x="1562100" y="3289300"/>
          <p14:tracePt t="55539" x="1219200" y="3321050"/>
          <p14:tracePt t="55555" x="1117600" y="3346450"/>
          <p14:tracePt t="55572" x="1016000" y="3346450"/>
          <p14:tracePt t="55588" x="869950" y="3346450"/>
          <p14:tracePt t="55605" x="755650" y="3352800"/>
          <p14:tracePt t="55622" x="704850" y="3359150"/>
          <p14:tracePt t="55638" x="628650" y="3352800"/>
          <p14:tracePt t="55655" x="571500" y="3346450"/>
          <p14:tracePt t="55672" x="552450" y="3333750"/>
          <p14:tracePt t="55688" x="546100" y="3333750"/>
          <p14:tracePt t="55705" x="533400" y="3314700"/>
          <p14:tracePt t="55722" x="527050" y="3308350"/>
          <p14:tracePt t="55755" x="520700" y="3289300"/>
          <p14:tracePt t="55771" x="520700" y="3276600"/>
          <p14:tracePt t="55788" x="520700" y="3270250"/>
          <p14:tracePt t="55805" x="514350" y="3263900"/>
          <p14:tracePt t="55821" x="514350" y="3257550"/>
          <p14:tracePt t="55855" x="508000" y="3257550"/>
          <p14:tracePt t="55871" x="501650" y="3251200"/>
          <p14:tracePt t="55887" x="482600" y="3238500"/>
          <p14:tracePt t="55904" x="463550" y="3225800"/>
          <p14:tracePt t="55921" x="450850" y="3225800"/>
          <p14:tracePt t="55925" x="438150" y="3219450"/>
          <p14:tracePt t="55937" x="419100" y="3206750"/>
          <p14:tracePt t="55954" x="387350" y="3200400"/>
          <p14:tracePt t="55970" x="361950" y="3181350"/>
          <p14:tracePt t="55988" x="304800" y="3181350"/>
          <p14:tracePt t="56003" x="260350" y="3181350"/>
          <p14:tracePt t="56020" x="234950" y="3181350"/>
          <p14:tracePt t="56037" x="203200" y="3181350"/>
          <p14:tracePt t="56054" x="184150" y="3181350"/>
          <p14:tracePt t="56114" x="177800" y="3181350"/>
          <p14:tracePt t="56157" x="177800" y="3187700"/>
          <p14:tracePt t="56192" x="177800" y="3194050"/>
          <p14:tracePt t="56304" x="177800" y="3200400"/>
          <p14:tracePt t="56346" x="177800" y="3206750"/>
          <p14:tracePt t="56353" x="184150" y="3206750"/>
          <p14:tracePt t="56374" x="190500" y="3206750"/>
          <p14:tracePt t="56395" x="196850" y="3213100"/>
          <p14:tracePt t="56404" x="203200" y="3213100"/>
          <p14:tracePt t="56416" x="209550" y="3213100"/>
          <p14:tracePt t="56423" x="215900" y="3213100"/>
          <p14:tracePt t="56439" x="222250" y="3213100"/>
          <p14:tracePt t="56453" x="260350" y="3213100"/>
          <p14:tracePt t="56469" x="279400" y="3219450"/>
          <p14:tracePt t="56486" x="336550" y="3219450"/>
          <p14:tracePt t="56502" x="374650" y="3225800"/>
          <p14:tracePt t="56518" x="488950" y="3225800"/>
          <p14:tracePt t="56536" x="628650" y="3225800"/>
          <p14:tracePt t="56552" x="730250" y="3225800"/>
          <p14:tracePt t="56569" x="920750" y="3225800"/>
          <p14:tracePt t="56585" x="1162050" y="3225800"/>
          <p14:tracePt t="56601" x="1301750" y="3225800"/>
          <p14:tracePt t="56618" x="1593850" y="3225800"/>
          <p14:tracePt t="56635" x="1930400" y="3225800"/>
          <p14:tracePt t="56651" x="2114550" y="3225800"/>
          <p14:tracePt t="56669" x="2438400" y="3225800"/>
          <p14:tracePt t="56684" x="2673350" y="3219450"/>
          <p14:tracePt t="56701" x="2755900" y="3219450"/>
          <p14:tracePt t="56718" x="2832100" y="3213100"/>
          <p14:tracePt t="56734" x="2851150" y="3213100"/>
          <p14:tracePt t="56768" x="2819400" y="3219450"/>
          <p14:tracePt t="56785" x="2800350" y="3219450"/>
          <p14:tracePt t="56801" x="2762250" y="3219450"/>
          <p14:tracePt t="56817" x="2705100" y="3225800"/>
          <p14:tracePt t="56834" x="2673350" y="3232150"/>
          <p14:tracePt t="56851" x="2546350" y="3244850"/>
          <p14:tracePt t="56867" x="2330450" y="3244850"/>
          <p14:tracePt t="56884" x="2203450" y="3244850"/>
          <p14:tracePt t="56901" x="1905000" y="3251200"/>
          <p14:tracePt t="56917" x="1543050" y="3251200"/>
          <p14:tracePt t="56934" x="1403350" y="3251200"/>
          <p14:tracePt t="56950" x="1149350" y="3263900"/>
          <p14:tracePt t="56967" x="946150" y="3308350"/>
          <p14:tracePt t="56984" x="838200" y="3340100"/>
          <p14:tracePt t="57000" x="679450" y="3378200"/>
          <p14:tracePt t="57017" x="558800" y="3403600"/>
          <p14:tracePt t="57034" x="501650" y="3422650"/>
          <p14:tracePt t="57050" x="488950" y="3429000"/>
          <p14:tracePt t="57067" x="476250" y="3429000"/>
          <p14:tracePt t="57083" x="450850" y="3441700"/>
          <p14:tracePt t="57100" x="444500" y="3441700"/>
          <p14:tracePt t="57146" x="438150" y="3441700"/>
          <p14:tracePt t="57364" x="438150" y="3448050"/>
          <p14:tracePt t="57378" x="431800" y="3448050"/>
          <p14:tracePt t="57385" x="425450" y="3448050"/>
          <p14:tracePt t="57406" x="419100" y="3448050"/>
          <p14:tracePt t="57420" x="412750" y="3448050"/>
          <p14:tracePt t="57432" x="400050" y="3454400"/>
          <p14:tracePt t="57449" x="381000" y="3454400"/>
          <p14:tracePt t="57465" x="361950" y="3460750"/>
          <p14:tracePt t="57482" x="330200" y="3460750"/>
          <p14:tracePt t="57498" x="304800" y="3467100"/>
          <p14:tracePt t="57515" x="292100" y="3467100"/>
          <p14:tracePt t="57532" x="285750" y="3473450"/>
          <p14:tracePt t="57548" x="292100" y="3479800"/>
          <p14:tracePt t="57565" x="292100" y="3486150"/>
          <p14:tracePt t="57582" x="317500" y="3486150"/>
          <p14:tracePt t="57598" x="361950" y="3492500"/>
          <p14:tracePt t="57615" x="400050" y="3498850"/>
          <p14:tracePt t="57632" x="527050" y="3511550"/>
          <p14:tracePt t="57648" x="704850" y="3517900"/>
          <p14:tracePt t="57665" x="933450" y="3517900"/>
          <p14:tracePt t="57681" x="1035050" y="3517900"/>
          <p14:tracePt t="57698" x="1149350" y="3517900"/>
          <p14:tracePt t="57715" x="1454150" y="3492500"/>
          <p14:tracePt t="57731" x="1536700" y="3486150"/>
          <p14:tracePt t="57748" x="1612900" y="3486150"/>
          <p14:tracePt t="57764" x="1727200" y="3486150"/>
          <p14:tracePt t="57781" x="1790700" y="3498850"/>
          <p14:tracePt t="57797" x="1816100" y="3498850"/>
          <p14:tracePt t="57814" x="1835150" y="3505200"/>
          <p14:tracePt t="57831" x="1841500" y="3505200"/>
          <p14:tracePt t="57877" x="1835150" y="3505200"/>
          <p14:tracePt t="57891" x="1828800" y="3505200"/>
          <p14:tracePt t="57900" x="1822450" y="3505200"/>
          <p14:tracePt t="57913" x="1816100" y="3505200"/>
          <p14:tracePt t="57930" x="1803400" y="3505200"/>
          <p14:tracePt t="57947" x="1790700" y="3505200"/>
          <p14:tracePt t="57963" x="1784350" y="3505200"/>
          <p14:tracePt t="57989" x="1778000" y="3505200"/>
          <p14:tracePt t="58017" x="1771650" y="3505200"/>
          <p14:tracePt t="58401" x="1733550" y="3505200"/>
          <p14:tracePt t="58408" x="1695450" y="3498850"/>
          <p14:tracePt t="58422" x="1638300" y="3479800"/>
          <p14:tracePt t="58431" x="1587500" y="3473450"/>
          <p14:tracePt t="58445" x="1530350" y="3460750"/>
          <p14:tracePt t="58462" x="1377950" y="3441700"/>
          <p14:tracePt t="58478" x="1181100" y="3416300"/>
          <p14:tracePt t="58495" x="1092200" y="3390900"/>
          <p14:tracePt t="58514" x="933450" y="3365500"/>
          <p14:tracePt t="58528" x="806450" y="3333750"/>
          <p14:tracePt t="58545" x="742950" y="3333750"/>
          <p14:tracePt t="58562" x="635000" y="3327400"/>
          <p14:tracePt t="58577" x="539750" y="3314700"/>
          <p14:tracePt t="58594" x="501650" y="3314700"/>
          <p14:tracePt t="58612" x="463550" y="3308350"/>
          <p14:tracePt t="58628" x="431800" y="3302000"/>
          <p14:tracePt t="58644" x="393700" y="3289300"/>
          <p14:tracePt t="58661" x="368300" y="3289300"/>
          <p14:tracePt t="58678" x="342900" y="3289300"/>
          <p14:tracePt t="58695" x="330200" y="3289300"/>
          <p14:tracePt t="58711" x="317500" y="3289300"/>
          <p14:tracePt t="58728" x="304800" y="3289300"/>
          <p14:tracePt t="58745" x="298450" y="3289300"/>
          <p14:tracePt t="58760" x="292100" y="3289300"/>
          <p14:tracePt t="58777" x="285750" y="3289300"/>
          <p14:tracePt t="58794" x="273050" y="3289300"/>
          <p14:tracePt t="58831" x="266700" y="3289300"/>
          <p14:tracePt t="58893" x="266700" y="3295650"/>
          <p14:tracePt t="58913" x="273050" y="3295650"/>
          <p14:tracePt t="58929" x="279400" y="3295650"/>
          <p14:tracePt t="58949" x="285750" y="3295650"/>
          <p14:tracePt t="58970" x="292100" y="3295650"/>
          <p14:tracePt t="58991" x="298450" y="3295650"/>
          <p14:tracePt t="59005" x="311150" y="3295650"/>
          <p14:tracePt t="59013" x="323850" y="3295650"/>
          <p14:tracePt t="59026" x="342900" y="3295650"/>
          <p14:tracePt t="59043" x="469900" y="3295650"/>
          <p14:tracePt t="59061" x="660400" y="3295650"/>
          <p14:tracePt t="59076" x="787400" y="3295650"/>
          <p14:tracePt t="59093" x="1079500" y="3295650"/>
          <p14:tracePt t="59110" x="1257300" y="3295650"/>
          <p14:tracePt t="59126" x="1581150" y="3302000"/>
          <p14:tracePt t="59143" x="1720850" y="3302000"/>
          <p14:tracePt t="59160" x="2101850" y="3282950"/>
          <p14:tracePt t="59176" x="2203450" y="3263900"/>
          <p14:tracePt t="59193" x="2266950" y="3257550"/>
          <p14:tracePt t="59209" x="2362200" y="3238500"/>
          <p14:tracePt t="59226" x="2393950" y="3238500"/>
          <p14:tracePt t="59243" x="2393950" y="3232150"/>
          <p14:tracePt t="59265" x="2387600" y="3232150"/>
          <p14:tracePt t="59275" x="2374900" y="3232150"/>
          <p14:tracePt t="59293" x="2349500" y="3238500"/>
          <p14:tracePt t="59309" x="2317750" y="3238500"/>
          <p14:tracePt t="59325" x="2209800" y="3263900"/>
          <p14:tracePt t="59342" x="2044700" y="3308350"/>
          <p14:tracePt t="59359" x="1924050" y="3327400"/>
          <p14:tracePt t="59376" x="1593850" y="3384550"/>
          <p14:tracePt t="59392" x="1301750" y="3429000"/>
          <p14:tracePt t="59408" x="1187450" y="3441700"/>
          <p14:tracePt t="59427" x="952500" y="3486150"/>
          <p14:tracePt t="59441" x="781050" y="3524250"/>
          <p14:tracePt t="59459" x="717550" y="3530600"/>
          <p14:tracePt t="59475" x="615950" y="3543300"/>
          <p14:tracePt t="59492" x="552450" y="3556000"/>
          <p14:tracePt t="59508" x="533400" y="3562350"/>
          <p14:tracePt t="59525" x="508000" y="3568700"/>
          <p14:tracePt t="59541" x="495300" y="3568700"/>
          <p14:tracePt t="59559" x="482600" y="3568700"/>
          <p14:tracePt t="59602" x="476250" y="3575050"/>
          <p14:tracePt t="59651" x="469900" y="3575050"/>
          <p14:tracePt t="59672" x="463550" y="3575050"/>
          <p14:tracePt t="59700" x="457200" y="3575050"/>
          <p14:tracePt t="59756" x="450850" y="3575050"/>
          <p14:tracePt t="59791" x="444500" y="3575050"/>
          <p14:tracePt t="59833" x="444500" y="3568700"/>
          <p14:tracePt t="59953" x="457200" y="3568700"/>
          <p14:tracePt t="59967" x="476250" y="3568700"/>
          <p14:tracePt t="59976" x="514350" y="3568700"/>
          <p14:tracePt t="59990" x="596900" y="3556000"/>
          <p14:tracePt t="60007" x="800100" y="3543300"/>
          <p14:tracePt t="60023" x="1092200" y="3543300"/>
          <p14:tracePt t="60040" x="1244600" y="3543300"/>
          <p14:tracePt t="60058" x="1511300" y="3536950"/>
          <p14:tracePt t="60073" x="1714500" y="3524250"/>
          <p14:tracePt t="60089" x="1778000" y="3530600"/>
          <p14:tracePt t="60107" x="1847850" y="3536950"/>
          <p14:tracePt t="60123" x="1854200" y="3536950"/>
          <p14:tracePt t="60139" x="1860550" y="3568700"/>
          <p14:tracePt t="60156" x="1866900" y="3581400"/>
          <p14:tracePt t="65846" x="1854200" y="3575050"/>
          <p14:tracePt t="65854" x="1841500" y="3568700"/>
          <p14:tracePt t="65860" x="1809750" y="3568700"/>
          <p14:tracePt t="65869" x="1771650" y="3556000"/>
          <p14:tracePt t="65886" x="1682750" y="3517900"/>
          <p14:tracePt t="65903" x="1530350" y="3454400"/>
          <p14:tracePt t="65919" x="1409700" y="3409950"/>
          <p14:tracePt t="65937" x="1231900" y="3352800"/>
          <p14:tracePt t="65952" x="1155700" y="3308350"/>
          <p14:tracePt t="65969" x="1041400" y="3263900"/>
          <p14:tracePt t="65986" x="939800" y="3225800"/>
          <p14:tracePt t="66003" x="895350" y="3219450"/>
          <p14:tracePt t="66019" x="863600" y="3219450"/>
          <p14:tracePt t="66036" x="844550" y="3219450"/>
          <p14:tracePt t="66052" x="825500" y="3219450"/>
          <p14:tracePt t="66069" x="806450" y="3219450"/>
          <p14:tracePt t="66086" x="793750" y="3219450"/>
          <p14:tracePt t="66102" x="781050" y="3219450"/>
          <p14:tracePt t="66120" x="768350" y="3225800"/>
          <p14:tracePt t="66135" x="755650" y="3238500"/>
          <p14:tracePt t="66152" x="736600" y="3244850"/>
          <p14:tracePt t="66169" x="704850" y="3244850"/>
          <p14:tracePt t="66185" x="685800" y="3251200"/>
          <p14:tracePt t="66202" x="666750" y="3251200"/>
          <p14:tracePt t="66219" x="628650" y="3257550"/>
          <p14:tracePt t="66235" x="596900" y="3257550"/>
          <p14:tracePt t="66252" x="558800" y="3257550"/>
          <p14:tracePt t="66268" x="501650" y="3270250"/>
          <p14:tracePt t="66285" x="463550" y="3282950"/>
          <p14:tracePt t="66302" x="406400" y="3295650"/>
          <p14:tracePt t="66318" x="361950" y="3314700"/>
          <p14:tracePt t="66334" x="330200" y="3321050"/>
          <p14:tracePt t="66351" x="266700" y="3346450"/>
          <p14:tracePt t="66368" x="222250" y="3352800"/>
          <p14:tracePt t="66384" x="190500" y="3359150"/>
          <p14:tracePt t="66401" x="152400" y="3365500"/>
          <p14:tracePt t="66418" x="133350" y="3365500"/>
          <p14:tracePt t="66435" x="127000" y="3371850"/>
          <p14:tracePt t="66451" x="120650" y="3371850"/>
          <p14:tracePt t="66471" x="114300" y="3371850"/>
          <p14:tracePt t="66492" x="107950" y="3371850"/>
          <p14:tracePt t="66590" x="107950" y="3378200"/>
          <p14:tracePt t="66632" x="107950" y="3390900"/>
          <p14:tracePt t="66646" x="114300" y="3390900"/>
          <p14:tracePt t="66653" x="120650" y="3390900"/>
          <p14:tracePt t="66667" x="120650" y="3397250"/>
          <p14:tracePt t="66683" x="133350" y="3403600"/>
          <p14:tracePt t="66700" x="146050" y="3409950"/>
          <p14:tracePt t="66717" x="171450" y="3422650"/>
          <p14:tracePt t="66733" x="184150" y="3435350"/>
          <p14:tracePt t="66751" x="215900" y="3448050"/>
          <p14:tracePt t="66767" x="241300" y="3454400"/>
          <p14:tracePt t="66783" x="266700" y="3460750"/>
          <p14:tracePt t="66800" x="285750" y="3460750"/>
          <p14:tracePt t="66816" x="304800" y="3460750"/>
          <p14:tracePt t="66833" x="317500" y="3460750"/>
          <p14:tracePt t="66850" x="323850" y="3460750"/>
          <p14:tracePt t="66866" x="330200" y="3454400"/>
          <p14:tracePt t="66883" x="336550" y="3448050"/>
          <p14:tracePt t="66899" x="349250" y="3429000"/>
          <p14:tracePt t="66916" x="355600" y="3416300"/>
          <p14:tracePt t="66934" x="361950" y="3397250"/>
          <p14:tracePt t="66949" x="361950" y="3384550"/>
          <p14:tracePt t="66966" x="361950" y="3378200"/>
          <p14:tracePt t="66983" x="355600" y="3352800"/>
          <p14:tracePt t="66999" x="342900" y="3340100"/>
          <p14:tracePt t="67016" x="330200" y="3333750"/>
          <p14:tracePt t="67033" x="292100" y="3321050"/>
          <p14:tracePt t="67049" x="266700" y="3308350"/>
          <p14:tracePt t="67067" x="241300" y="3308350"/>
          <p14:tracePt t="67083" x="203200" y="3295650"/>
          <p14:tracePt t="67099" x="177800" y="3295650"/>
          <p14:tracePt t="67116" x="152400" y="3295650"/>
          <p14:tracePt t="67132" x="139700" y="3295650"/>
          <p14:tracePt t="67149" x="127000" y="3302000"/>
          <p14:tracePt t="67166" x="107950" y="3308350"/>
          <p14:tracePt t="67183" x="88900" y="3321050"/>
          <p14:tracePt t="67198" x="76200" y="3327400"/>
          <p14:tracePt t="67215" x="69850" y="3346450"/>
          <p14:tracePt t="67231" x="63500" y="3346450"/>
          <p14:tracePt t="67249" x="57150" y="3365500"/>
          <p14:tracePt t="67265" x="50800" y="3378200"/>
          <p14:tracePt t="67281" x="44450" y="3390900"/>
          <p14:tracePt t="67298" x="44450" y="3409950"/>
          <p14:tracePt t="67314" x="50800" y="3435350"/>
          <p14:tracePt t="67331" x="57150" y="3448050"/>
          <p14:tracePt t="67349" x="88900" y="3473450"/>
          <p14:tracePt t="67365" x="120650" y="3492500"/>
          <p14:tracePt t="67381" x="152400" y="3511550"/>
          <p14:tracePt t="67398" x="203200" y="3517900"/>
          <p14:tracePt t="67414" x="266700" y="3524250"/>
          <p14:tracePt t="67432" x="317500" y="3524250"/>
          <p14:tracePt t="67447" x="336550" y="3524250"/>
          <p14:tracePt t="67464" x="349250" y="3511550"/>
          <p14:tracePt t="67482" x="381000" y="3492500"/>
          <p14:tracePt t="67498" x="387350" y="3486150"/>
          <p14:tracePt t="67514" x="400050" y="3454400"/>
          <p14:tracePt t="67531" x="400050" y="3422650"/>
          <p14:tracePt t="67547" x="400050" y="3384550"/>
          <p14:tracePt t="67564" x="400050" y="3365500"/>
          <p14:tracePt t="67581" x="374650" y="3333750"/>
          <p14:tracePt t="67597" x="349250" y="3270250"/>
          <p14:tracePt t="67614" x="304800" y="3219450"/>
          <p14:tracePt t="67630" x="292100" y="3194050"/>
          <p14:tracePt t="67647" x="247650" y="3155950"/>
          <p14:tracePt t="67665" x="209550" y="3130550"/>
          <p14:tracePt t="67680" x="196850" y="3124200"/>
          <p14:tracePt t="67697" x="158750" y="3117850"/>
          <p14:tracePt t="67713" x="127000" y="3117850"/>
          <p14:tracePt t="67730" x="120650" y="3117850"/>
          <p14:tracePt t="67746" x="107950" y="3117850"/>
          <p14:tracePt t="67763" x="95250" y="3124200"/>
          <p14:tracePt t="67780" x="88900" y="3130550"/>
          <p14:tracePt t="67797" x="88900" y="3143250"/>
          <p14:tracePt t="67813" x="76200" y="3155950"/>
          <p14:tracePt t="67829" x="69850" y="3168650"/>
          <p14:tracePt t="67846" x="69850" y="3187700"/>
          <p14:tracePt t="67863" x="69850" y="3194050"/>
          <p14:tracePt t="67879" x="63500" y="3225800"/>
          <p14:tracePt t="67896" x="63500" y="3270250"/>
          <p14:tracePt t="67912" x="63500" y="3308350"/>
          <p14:tracePt t="67930" x="63500" y="3371850"/>
          <p14:tracePt t="67945" x="76200" y="3454400"/>
          <p14:tracePt t="67962" x="95250" y="3486150"/>
          <p14:tracePt t="67980" x="120650" y="3562350"/>
          <p14:tracePt t="67995" x="139700" y="3625850"/>
          <p14:tracePt t="68012" x="152400" y="3644900"/>
          <p14:tracePt t="68029" x="184150" y="3676650"/>
          <p14:tracePt t="68045" x="215900" y="3708400"/>
          <p14:tracePt t="68062" x="241300" y="3708400"/>
          <p14:tracePt t="68078" x="273050" y="3714750"/>
          <p14:tracePt t="68095" x="292100" y="3714750"/>
          <p14:tracePt t="68112" x="355600" y="3714750"/>
          <p14:tracePt t="68128" x="368300" y="3702050"/>
          <p14:tracePt t="68145" x="387350" y="3689350"/>
          <p14:tracePt t="68162" x="406400" y="3670300"/>
          <p14:tracePt t="68178" x="431800" y="3644900"/>
          <p14:tracePt t="68194" x="444500" y="3632200"/>
          <p14:tracePt t="68211" x="450850" y="3600450"/>
          <p14:tracePt t="68228" x="457200" y="3568700"/>
          <p14:tracePt t="68245" x="457200" y="3543300"/>
          <p14:tracePt t="68261" x="457200" y="3511550"/>
          <p14:tracePt t="68278" x="444500" y="3454400"/>
          <p14:tracePt t="68295" x="438150" y="3422650"/>
          <p14:tracePt t="68311" x="406400" y="3340100"/>
          <p14:tracePt t="68328" x="361950" y="3251200"/>
          <p14:tracePt t="68345" x="304800" y="3162300"/>
          <p14:tracePt t="68361" x="279400" y="3130550"/>
          <p14:tracePt t="68378" x="260350" y="3098800"/>
          <p14:tracePt t="68394" x="177800" y="3028950"/>
          <p14:tracePt t="68411" x="158750" y="3016250"/>
          <p14:tracePt t="68428" x="127000" y="2990850"/>
          <p14:tracePt t="68444" x="101600" y="2990850"/>
          <p14:tracePt t="68461" x="82550" y="2990850"/>
          <p14:tracePt t="68478" x="50800" y="3003550"/>
          <p14:tracePt t="68494" x="44450" y="3009900"/>
          <p14:tracePt t="68510" x="38100" y="3028950"/>
          <p14:tracePt t="68527" x="31750" y="3048000"/>
          <p14:tracePt t="68544" x="25400" y="3060700"/>
          <p14:tracePt t="68561" x="19050" y="3073400"/>
          <p14:tracePt t="68577" x="12700" y="3098800"/>
          <p14:tracePt t="68594" x="12700" y="3111500"/>
          <p14:tracePt t="68597" x="6350" y="3136900"/>
          <p14:tracePt t="68610" x="6350" y="3155950"/>
          <p14:tracePt t="68627" x="6350" y="3213100"/>
          <p14:tracePt t="68643" x="6350" y="3238500"/>
          <p14:tracePt t="68660" x="31750" y="3327400"/>
          <p14:tracePt t="68676" x="76200" y="3422650"/>
          <p14:tracePt t="68693" x="114300" y="3460750"/>
          <p14:tracePt t="68709" x="158750" y="3524250"/>
          <p14:tracePt t="68726" x="196850" y="3549650"/>
          <p14:tracePt t="68743" x="228600" y="3587750"/>
          <p14:tracePt t="68759" x="266700" y="3606800"/>
          <p14:tracePt t="68776" x="285750" y="3613150"/>
          <p14:tracePt t="68793" x="311150" y="3625850"/>
          <p14:tracePt t="68809" x="336550" y="3625850"/>
          <p14:tracePt t="68826" x="342900" y="3625850"/>
          <p14:tracePt t="68843" x="361950" y="3619500"/>
          <p14:tracePt t="68859" x="368300" y="3613150"/>
          <p14:tracePt t="68893" x="374650" y="3600450"/>
          <p14:tracePt t="68909" x="381000" y="3581400"/>
          <p14:tracePt t="68925" x="381000" y="3568700"/>
          <p14:tracePt t="68942" x="381000" y="3556000"/>
          <p14:tracePt t="68959" x="381000" y="3549650"/>
          <p14:tracePt t="68976" x="381000" y="3511550"/>
          <p14:tracePt t="68992" x="374650" y="3498850"/>
          <p14:tracePt t="69009" x="361950" y="3479800"/>
          <p14:tracePt t="69025" x="336550" y="3416300"/>
          <p14:tracePt t="69042" x="323850" y="3390900"/>
          <p14:tracePt t="69059" x="311150" y="3371850"/>
          <p14:tracePt t="69075" x="279400" y="3327400"/>
          <p14:tracePt t="69092" x="260350" y="3295650"/>
          <p14:tracePt t="69095" x="247650" y="3282950"/>
          <p14:tracePt t="69112" x="241300" y="3270250"/>
          <p14:tracePt t="69126" x="234950" y="3257550"/>
          <p14:tracePt t="69141" x="222250" y="3244850"/>
          <p14:tracePt t="69158" x="215900" y="3238500"/>
          <p14:tracePt t="69278" x="215900" y="3244850"/>
          <p14:tracePt t="69299" x="215900" y="3251200"/>
          <p14:tracePt t="69320" x="215900" y="3257550"/>
          <p14:tracePt t="69831" x="222250" y="3263900"/>
          <p14:tracePt t="69838" x="234950" y="3276600"/>
          <p14:tracePt t="69853" x="247650" y="3289300"/>
          <p14:tracePt t="69859" x="260350" y="3314700"/>
          <p14:tracePt t="69876" x="279400" y="3333750"/>
          <p14:tracePt t="69889" x="304800" y="3371850"/>
          <p14:tracePt t="69906" x="374650" y="3479800"/>
          <p14:tracePt t="69923" x="495300" y="3594100"/>
          <p14:tracePt t="69939" x="565150" y="3670300"/>
          <p14:tracePt t="69955" x="749300" y="3829050"/>
          <p14:tracePt t="69972" x="939800" y="4000500"/>
          <p14:tracePt t="69988" x="1073150" y="4095750"/>
          <p14:tracePt t="70005" x="1390650" y="4305300"/>
          <p14:tracePt t="70022" x="1682750" y="4464050"/>
          <p14:tracePt t="70038" x="1809750" y="4533900"/>
          <p14:tracePt t="70056" x="2032000" y="4616450"/>
          <p14:tracePt t="70072" x="2241550" y="4667250"/>
          <p14:tracePt t="70088" x="2317750" y="4699000"/>
          <p14:tracePt t="70105" x="2425700" y="4737100"/>
          <p14:tracePt t="70121" x="2482850" y="4737100"/>
          <p14:tracePt t="70138" x="2495550" y="4737100"/>
          <p14:tracePt t="70155" x="2514600" y="4730750"/>
          <p14:tracePt t="70172" x="2527300" y="4718050"/>
          <p14:tracePt t="70190" x="2533650" y="4705350"/>
          <p14:tracePt t="70204" x="2540000" y="4699000"/>
          <p14:tracePt t="70221" x="2546350" y="4699000"/>
          <p14:tracePt t="70238" x="2571750" y="4699000"/>
          <p14:tracePt t="70254" x="2584450" y="4705350"/>
          <p14:tracePt t="70271" x="2603500" y="4711700"/>
          <p14:tracePt t="70288" x="2654300" y="4730750"/>
          <p14:tracePt t="70304" x="2743200" y="4762500"/>
          <p14:tracePt t="70321" x="2800350" y="4794250"/>
          <p14:tracePt t="70337" x="2889250" y="4838700"/>
          <p14:tracePt t="70354" x="2965450" y="4889500"/>
          <p14:tracePt t="70372" x="3009900" y="4927600"/>
          <p14:tracePt t="70387" x="3028950" y="4940300"/>
          <p14:tracePt t="70404" x="3073400" y="4978400"/>
          <p14:tracePt t="70421" x="3105150" y="5010150"/>
          <p14:tracePt t="70437" x="3130550" y="5022850"/>
          <p14:tracePt t="70454" x="3162300" y="5054600"/>
          <p14:tracePt t="70470" x="3213100" y="5080000"/>
          <p14:tracePt t="70487" x="3238500" y="5092700"/>
          <p14:tracePt t="70505" x="3257550" y="5099050"/>
          <p14:tracePt t="70520" x="3321050" y="5118100"/>
          <p14:tracePt t="70537" x="3340100" y="5124450"/>
          <p14:tracePt t="70554" x="3384550" y="5156200"/>
          <p14:tracePt t="70570" x="3416300" y="5168900"/>
          <p14:tracePt t="70587" x="3479800" y="5207000"/>
          <p14:tracePt t="70604" x="3543300" y="5251450"/>
          <p14:tracePt t="70620" x="3581400" y="5276850"/>
          <p14:tracePt t="70636" x="3644900" y="5314950"/>
          <p14:tracePt t="70653" x="3670300" y="5327650"/>
          <p14:tracePt t="70669" x="3683000" y="5327650"/>
          <p14:tracePt t="70703" x="3683000" y="5321300"/>
          <p14:tracePt t="70723" x="3670300" y="5314950"/>
          <p14:tracePt t="70736" x="3663950" y="5308600"/>
          <p14:tracePt t="70753" x="3644900" y="5295900"/>
          <p14:tracePt t="70769" x="3644900" y="5289550"/>
          <p14:tracePt t="70786" x="3625850" y="5276850"/>
          <p14:tracePt t="70803" x="3594100" y="5270500"/>
          <p14:tracePt t="70819" x="3575050" y="5264150"/>
          <p14:tracePt t="70836" x="3524250" y="5257800"/>
          <p14:tracePt t="70852" x="3492500" y="5257800"/>
          <p14:tracePt t="70869" x="3422650" y="5270500"/>
          <p14:tracePt t="70885" x="3397250" y="5289550"/>
          <p14:tracePt t="70902" x="3371850" y="5302250"/>
          <p14:tracePt t="70919" x="3327400" y="5321300"/>
          <p14:tracePt t="70935" x="3295650" y="5346700"/>
          <p14:tracePt t="70952" x="3263900" y="5353050"/>
          <p14:tracePt t="70968" x="3219450" y="5359400"/>
          <p14:tracePt t="70985" x="3149600" y="5359400"/>
          <p14:tracePt t="71002" x="3124200" y="5359400"/>
          <p14:tracePt t="71018" x="3079750" y="5359400"/>
          <p14:tracePt t="71035" x="3041650" y="5359400"/>
          <p14:tracePt t="71052" x="3028950" y="5359400"/>
          <p14:tracePt t="71068" x="3016250" y="5359400"/>
          <p14:tracePt t="71085" x="3009900" y="5359400"/>
          <p14:tracePt t="71235" x="3003550" y="5359400"/>
          <p14:tracePt t="71257" x="3003550" y="5353050"/>
          <p14:tracePt t="71277" x="3003550" y="5346700"/>
          <p14:tracePt t="71285" x="2997200" y="5340350"/>
          <p14:tracePt t="71292" x="2997200" y="5334000"/>
          <p14:tracePt t="71306" x="2990850" y="5334000"/>
          <p14:tracePt t="71317" x="2978150" y="5327650"/>
          <p14:tracePt t="71334" x="2946400" y="5295900"/>
          <p14:tracePt t="71350" x="2921000" y="5276850"/>
          <p14:tracePt t="71367" x="2819400" y="5213350"/>
          <p14:tracePt t="71384" x="2679700" y="5118100"/>
          <p14:tracePt t="71400" x="2609850" y="5073650"/>
          <p14:tracePt t="71418" x="2438400" y="4978400"/>
          <p14:tracePt t="71433" x="2260600" y="4883150"/>
          <p14:tracePt t="71450" x="2178050" y="4857750"/>
          <p14:tracePt t="71467" x="2019300" y="4787900"/>
          <p14:tracePt t="71483" x="1949450" y="4743450"/>
          <p14:tracePt t="71500" x="1809750" y="4667250"/>
          <p14:tracePt t="71517" x="1689100" y="4591050"/>
          <p14:tracePt t="71533" x="1631950" y="4559300"/>
          <p14:tracePt t="71550" x="1517650" y="4495800"/>
          <p14:tracePt t="71566" x="1416050" y="4419600"/>
          <p14:tracePt t="71583" x="1358900" y="4381500"/>
          <p14:tracePt t="71600" x="1257300" y="4324350"/>
          <p14:tracePt t="71616" x="1168400" y="4260850"/>
          <p14:tracePt t="71633" x="1130300" y="4241800"/>
          <p14:tracePt t="71650" x="1079500" y="4191000"/>
          <p14:tracePt t="71666" x="1041400" y="4146550"/>
          <p14:tracePt t="71683" x="1022350" y="4133850"/>
          <p14:tracePt t="71699" x="990600" y="4114800"/>
          <p14:tracePt t="71716" x="965200" y="4089400"/>
          <p14:tracePt t="71733" x="958850" y="4076700"/>
          <p14:tracePt t="71749" x="952500" y="4070350"/>
          <p14:tracePt t="71784" x="952500" y="4057650"/>
          <p14:tracePt t="71819" x="952500" y="4051300"/>
          <p14:tracePt t="71846" x="952500" y="4044950"/>
          <p14:tracePt t="71853" x="952500" y="4038600"/>
          <p14:tracePt t="71874" x="952500" y="4032250"/>
          <p14:tracePt t="71888" x="946150" y="4025900"/>
          <p14:tracePt t="71898" x="939800" y="4025900"/>
          <p14:tracePt t="71915" x="933450" y="4019550"/>
          <p14:tracePt t="71932" x="920750" y="4013200"/>
          <p14:tracePt t="71948" x="889000" y="3987800"/>
          <p14:tracePt t="71966" x="844550" y="3949700"/>
          <p14:tracePt t="71982" x="812800" y="3924300"/>
          <p14:tracePt t="71998" x="749300" y="3873500"/>
          <p14:tracePt t="72015" x="666750" y="3822700"/>
          <p14:tracePt t="72032" x="635000" y="3797300"/>
          <p14:tracePt t="72048" x="571500" y="3746500"/>
          <p14:tracePt t="72065" x="501650" y="3702050"/>
          <p14:tracePt t="72081" x="482600" y="3683000"/>
          <p14:tracePt t="72099" x="457200" y="3663950"/>
          <p14:tracePt t="72114" x="444500" y="3663950"/>
          <p14:tracePt t="72118" x="438150" y="3657600"/>
          <p14:tracePt t="72132" x="431800" y="3651250"/>
          <p14:tracePt t="72148" x="425450" y="3651250"/>
          <p14:tracePt t="72176" x="419100" y="3644900"/>
          <p14:tracePt t="72185" x="419100" y="3638550"/>
          <p14:tracePt t="72225" x="419100" y="3632200"/>
          <p14:tracePt t="72267" x="412750" y="3632200"/>
          <p14:tracePt t="72274" x="412750" y="3625850"/>
          <p14:tracePt t="72295" x="406400" y="3619500"/>
          <p14:tracePt t="72316" x="400050" y="3613150"/>
          <p14:tracePt t="72338" x="393700" y="3613150"/>
          <p14:tracePt t="72344" x="387350" y="3606800"/>
          <p14:tracePt t="72359" x="387350" y="3600450"/>
          <p14:tracePt t="72367" x="381000" y="3587750"/>
          <p14:tracePt t="72381" x="374650" y="3575050"/>
          <p14:tracePt t="72397" x="342900" y="3549650"/>
          <p14:tracePt t="72414" x="317500" y="3511550"/>
          <p14:tracePt t="72430" x="311150" y="3498850"/>
          <p14:tracePt t="72447" x="298450" y="3479800"/>
          <p14:tracePt t="72464" x="279400" y="3448050"/>
          <p14:tracePt t="72480" x="273050" y="3441700"/>
          <p14:tracePt t="72497" x="266700" y="3435350"/>
          <p14:tracePt t="72513" x="266700" y="3429000"/>
          <p14:tracePt t="72555" x="266700" y="3422650"/>
          <p14:tracePt t="72590" x="266700" y="3416300"/>
          <p14:tracePt t="72604" x="266700" y="3409950"/>
          <p14:tracePt t="72618" x="266700" y="3403600"/>
          <p14:tracePt t="72625" x="266700" y="3397250"/>
          <p14:tracePt t="72648" x="266700" y="3390900"/>
          <p14:tracePt t="72696" x="266700" y="3384550"/>
          <p14:tracePt t="72716" x="266700" y="3378200"/>
          <p14:tracePt t="72745" x="266700" y="3371850"/>
          <p14:tracePt t="72780" x="260350" y="3371850"/>
          <p14:tracePt t="72815" x="254000" y="3371850"/>
          <p14:tracePt t="72871" x="247650" y="3371850"/>
          <p14:tracePt t="72899" x="247650" y="3359150"/>
          <p14:tracePt t="72920" x="247650" y="3352800"/>
          <p14:tracePt t="72941" x="247650" y="3346450"/>
          <p14:tracePt t="72955" x="254000" y="3346450"/>
          <p14:tracePt t="72969" x="260350" y="3346450"/>
          <p14:tracePt t="72990" x="273050" y="3340100"/>
          <p14:tracePt t="72998" x="279400" y="3340100"/>
          <p14:tracePt t="73014" x="292100" y="3340100"/>
          <p14:tracePt t="73028" x="317500" y="3327400"/>
          <p14:tracePt t="73045" x="330200" y="3321050"/>
          <p14:tracePt t="73062" x="361950" y="3295650"/>
          <p14:tracePt t="73078" x="368300" y="3295650"/>
          <p14:tracePt t="73094" x="381000" y="3282950"/>
          <p14:tracePt t="73110" x="381000" y="3270250"/>
          <p14:tracePt t="73138" x="381000" y="3263900"/>
          <p14:tracePt t="73152" x="374650" y="3263900"/>
          <p14:tracePt t="73161" x="368300" y="3263900"/>
          <p14:tracePt t="73187" x="361950" y="3263900"/>
          <p14:tracePt t="73208" x="355600" y="3270250"/>
          <p14:tracePt t="73236" x="349250" y="3270250"/>
          <p14:tracePt t="73250" x="342900" y="3276600"/>
          <p14:tracePt t="73257" x="336550" y="3276600"/>
          <p14:tracePt t="73271" x="330200" y="3282950"/>
          <p14:tracePt t="73281" x="323850" y="3282950"/>
          <p14:tracePt t="73294" x="311150" y="3289300"/>
          <p14:tracePt t="73310" x="273050" y="3295650"/>
          <p14:tracePt t="73327" x="215900" y="3308350"/>
          <p14:tracePt t="73344" x="184150" y="3314700"/>
          <p14:tracePt t="73360" x="139700" y="3327400"/>
          <p14:tracePt t="73377" x="101600" y="3346450"/>
          <p14:tracePt t="73394" x="88900" y="3352800"/>
          <p14:tracePt t="73412" x="76200" y="3365500"/>
          <p14:tracePt t="73427" x="76200" y="3378200"/>
          <p14:tracePt t="73443" x="76200" y="3384550"/>
          <p14:tracePt t="73460" x="82550" y="3390900"/>
          <p14:tracePt t="73476" x="82550" y="3397250"/>
          <p14:tracePt t="73493" x="88900" y="3403600"/>
          <p14:tracePt t="73526" x="95250" y="3403600"/>
          <p14:tracePt t="73543" x="95250" y="3409950"/>
          <p14:tracePt t="73566" x="101600" y="3416300"/>
          <p14:tracePt t="73587" x="101600" y="3422650"/>
          <p14:tracePt t="73601" x="101600" y="3429000"/>
          <p14:tracePt t="73622" x="107950" y="3435350"/>
          <p14:tracePt t="73629" x="107950" y="3441700"/>
          <p14:tracePt t="73693" x="107950" y="3448050"/>
          <p14:tracePt t="73699" x="114300" y="3448050"/>
          <p14:tracePt t="73721" x="114300" y="3454400"/>
          <p14:tracePt t="73729" x="120650" y="3454400"/>
          <p14:tracePt t="73749" x="127000" y="3454400"/>
          <p14:tracePt t="73783" x="127000" y="3448050"/>
          <p14:tracePt t="73790" x="133350" y="3448050"/>
          <p14:tracePt t="73798" x="133350" y="3441700"/>
          <p14:tracePt t="73812" x="139700" y="3435350"/>
          <p14:tracePt t="73826" x="146050" y="3429000"/>
          <p14:tracePt t="73842" x="152400" y="3403600"/>
          <p14:tracePt t="73859" x="158750" y="3390900"/>
          <p14:tracePt t="73875" x="171450" y="3359150"/>
          <p14:tracePt t="73892" x="177800" y="3340100"/>
          <p14:tracePt t="73909" x="184150" y="3333750"/>
          <p14:tracePt t="73925" x="196850" y="3321050"/>
          <p14:tracePt t="73942" x="203200" y="3321050"/>
          <p14:tracePt t="73959" x="209550" y="3321050"/>
          <p14:tracePt t="73980" x="215900" y="3321050"/>
          <p14:tracePt t="74001" x="222250" y="3321050"/>
          <p14:tracePt t="74029" x="228600" y="3321050"/>
          <p14:tracePt t="74064" x="234950" y="3327400"/>
          <p14:tracePt t="74093" x="241300" y="3327400"/>
          <p14:tracePt t="74121" x="247650" y="3327400"/>
          <p14:tracePt t="74254" x="247650" y="3321050"/>
          <p14:tracePt t="74282" x="247650" y="3314700"/>
          <p14:tracePt t="74289" x="254000" y="3314700"/>
          <p14:tracePt t="74303" x="254000" y="3308350"/>
          <p14:tracePt t="74325" x="260350" y="3308350"/>
          <p14:tracePt t="74352" x="266700" y="3302000"/>
          <p14:tracePt t="74379" x="266700" y="3289300"/>
          <p14:tracePt t="74422" x="260350" y="3276600"/>
          <p14:tracePt t="74450" x="254000" y="3270250"/>
          <p14:tracePt t="74464" x="254000" y="3263900"/>
          <p14:tracePt t="74471" x="247650" y="3263900"/>
          <p14:tracePt t="74493" x="247650" y="3257550"/>
          <p14:tracePt t="74521" x="241300" y="3257550"/>
          <p14:tracePt t="74542" x="241300" y="3251200"/>
          <p14:tracePt t="74563" x="241300" y="3244850"/>
          <p14:tracePt t="74605" x="241300" y="3238500"/>
          <p14:tracePt t="74633" x="254000" y="3238500"/>
          <p14:tracePt t="74641" x="260350" y="3238500"/>
          <p14:tracePt t="74654" x="279400" y="3238500"/>
          <p14:tracePt t="74661" x="298450" y="3238500"/>
          <p14:tracePt t="74676" x="330200" y="3238500"/>
          <p14:tracePt t="74689" x="374650" y="3232150"/>
          <p14:tracePt t="74705" x="495300" y="3219450"/>
          <p14:tracePt t="74722" x="584200" y="3219450"/>
          <p14:tracePt t="74739" x="787400" y="3200400"/>
          <p14:tracePt t="74755" x="1054100" y="3181350"/>
          <p14:tracePt t="74773" x="1352550" y="3155950"/>
          <p14:tracePt t="74788" x="1517650" y="3143250"/>
          <p14:tracePt t="74805" x="1866900" y="3117850"/>
          <p14:tracePt t="74823" x="2197100" y="3098800"/>
          <p14:tracePt t="74838" x="2336800" y="3086100"/>
          <p14:tracePt t="74855" x="2476500" y="3073400"/>
          <p14:tracePt t="74872" x="2832100" y="3054350"/>
          <p14:tracePt t="74888" x="2908300" y="3041650"/>
          <p14:tracePt t="74905" x="2984500" y="3041650"/>
          <p14:tracePt t="74922" x="3111500" y="3048000"/>
          <p14:tracePt t="74938" x="3181350" y="3048000"/>
          <p14:tracePt t="74955" x="3219450" y="3048000"/>
          <p14:tracePt t="74971" x="3225800" y="3041650"/>
          <p14:tracePt t="75012" x="3219450" y="3041650"/>
          <p14:tracePt t="75026" x="3213100" y="3041650"/>
          <p14:tracePt t="75038" x="3200400" y="3041650"/>
          <p14:tracePt t="75055" x="3181350" y="3048000"/>
          <p14:tracePt t="75071" x="3168650" y="3048000"/>
          <p14:tracePt t="75088" x="3143250" y="3054350"/>
          <p14:tracePt t="75104" x="3117850" y="3067050"/>
          <p14:tracePt t="75121" x="3105150" y="3067050"/>
          <p14:tracePt t="75138" x="3060700" y="3079750"/>
          <p14:tracePt t="75154" x="2952750" y="3105150"/>
          <p14:tracePt t="75170" x="2857500" y="3136900"/>
          <p14:tracePt t="75188" x="2628900" y="3168650"/>
          <p14:tracePt t="75204" x="2482850" y="3194050"/>
          <p14:tracePt t="75221" x="2165350" y="3238500"/>
          <p14:tracePt t="75238" x="1835150" y="3276600"/>
          <p14:tracePt t="75254" x="1708150" y="3276600"/>
          <p14:tracePt t="75271" x="1466850" y="3282950"/>
          <p14:tracePt t="75287" x="1263650" y="3282950"/>
          <p14:tracePt t="75304" x="1174750" y="3295650"/>
          <p14:tracePt t="75321" x="1047750" y="3295650"/>
          <p14:tracePt t="75337" x="984250" y="3295650"/>
          <p14:tracePt t="75353" x="965200" y="3295650"/>
          <p14:tracePt t="75370" x="946150" y="3295650"/>
          <p14:tracePt t="75386" x="939800" y="3295650"/>
          <p14:tracePt t="75404" x="933450" y="3302000"/>
          <p14:tracePt t="75420" x="914400" y="3302000"/>
          <p14:tracePt t="75437" x="882650" y="3308350"/>
          <p14:tracePt t="75454" x="850900" y="3321050"/>
          <p14:tracePt t="75470" x="838200" y="3327400"/>
          <p14:tracePt t="75486" x="812800" y="3327400"/>
          <p14:tracePt t="75503" x="787400" y="3327400"/>
          <p14:tracePt t="75519" x="774700" y="3327400"/>
          <p14:tracePt t="75536" x="768350" y="3327400"/>
          <p14:tracePt t="75553" x="755650" y="3327400"/>
          <p14:tracePt t="75586" x="749300" y="3327400"/>
          <p14:tracePt t="75658" x="749300" y="3333750"/>
          <p14:tracePt t="75686" x="749300" y="3340100"/>
          <p14:tracePt t="75735" x="742950" y="3346450"/>
          <p14:tracePt t="75749" x="736600" y="3352800"/>
          <p14:tracePt t="75756" x="730250" y="3352800"/>
          <p14:tracePt t="75768" x="723900" y="3359150"/>
          <p14:tracePt t="75786" x="704850" y="3365500"/>
          <p14:tracePt t="75802" x="679450" y="3371850"/>
          <p14:tracePt t="75819" x="622300" y="3384550"/>
          <p14:tracePt t="75835" x="539750" y="3403600"/>
          <p14:tracePt t="75852" x="482600" y="3409950"/>
          <p14:tracePt t="75868" x="412750" y="3422650"/>
          <p14:tracePt t="75885" x="355600" y="3435350"/>
          <p14:tracePt t="75902" x="336550" y="3435350"/>
          <p14:tracePt t="75918" x="304800" y="3441700"/>
          <p14:tracePt t="75935" x="298450" y="3448050"/>
          <p14:tracePt t="75952" x="292100" y="3448050"/>
          <p14:tracePt t="75968" x="292100" y="3454400"/>
          <p14:tracePt t="75988" x="292100" y="3460750"/>
          <p14:tracePt t="76002" x="298450" y="3467100"/>
          <p14:tracePt t="76034" x="304800" y="3467100"/>
          <p14:tracePt t="76051" x="317500" y="3467100"/>
          <p14:tracePt t="76068" x="336550" y="3473450"/>
          <p14:tracePt t="76084" x="349250" y="3473450"/>
          <p14:tracePt t="76101" x="425450" y="3473450"/>
          <p14:tracePt t="76117" x="488950" y="3486150"/>
          <p14:tracePt t="76135" x="793750" y="3505200"/>
          <p14:tracePt t="76150" x="933450" y="3505200"/>
          <p14:tracePt t="76168" x="1085850" y="3505200"/>
          <p14:tracePt t="76171" x="1276350" y="3517900"/>
          <p14:tracePt t="76185" x="1492250" y="3530600"/>
          <p14:tracePt t="76201" x="1943100" y="3543300"/>
          <p14:tracePt t="76217" x="2171700" y="3543300"/>
          <p14:tracePt t="76234" x="2590800" y="3543300"/>
          <p14:tracePt t="76250" x="2895600" y="3556000"/>
          <p14:tracePt t="76268" x="3028950" y="3556000"/>
          <p14:tracePt t="76284" x="3232150" y="3556000"/>
          <p14:tracePt t="76300" x="3352800" y="3575050"/>
          <p14:tracePt t="76317" x="3416300" y="3575050"/>
          <p14:tracePt t="76350" x="3429000" y="3575050"/>
          <p14:tracePt t="76367" x="3435350" y="3575050"/>
          <p14:tracePt t="76409" x="3435350" y="3568700"/>
          <p14:tracePt t="76450" x="3429000" y="3562350"/>
          <p14:tracePt t="76471" x="3422650" y="3562350"/>
          <p14:tracePt t="78613" x="3422650" y="3575050"/>
          <p14:tracePt t="78627" x="3454400" y="3594100"/>
          <p14:tracePt t="78634" x="3479800" y="3613150"/>
          <p14:tracePt t="78648" x="3511550" y="3632200"/>
          <p14:tracePt t="78658" x="3530600" y="3651250"/>
          <p14:tracePt t="78676" x="3575050" y="3695700"/>
          <p14:tracePt t="78692" x="3600450" y="3714750"/>
          <p14:tracePt t="78695" x="3632200" y="3740150"/>
          <p14:tracePt t="78709" x="3657600" y="3778250"/>
          <p14:tracePt t="78725" x="3689350" y="3822700"/>
          <p14:tracePt t="78742" x="3778250" y="3924300"/>
          <p14:tracePt t="78758" x="3822700" y="3981450"/>
          <p14:tracePt t="78775" x="3962400" y="4171950"/>
          <p14:tracePt t="78791" x="4006850" y="4216400"/>
          <p14:tracePt t="78809" x="4070350" y="4305300"/>
          <p14:tracePt t="78825" x="4133850" y="4394200"/>
          <p14:tracePt t="78841" x="4171950" y="4445000"/>
          <p14:tracePt t="78858" x="4235450" y="4533900"/>
          <p14:tracePt t="78874" x="4279900" y="4610100"/>
          <p14:tracePt t="78891" x="4298950" y="4629150"/>
          <p14:tracePt t="78907" x="4311650" y="4648200"/>
          <p14:tracePt t="78924" x="4318000" y="4660900"/>
          <p14:tracePt t="78941" x="4324350" y="4673600"/>
          <p14:tracePt t="78957" x="4324350" y="4686300"/>
          <p14:tracePt t="78978" x="4324350" y="4692650"/>
          <p14:tracePt t="79005" x="4324350" y="4699000"/>
          <p14:tracePt t="79013" x="4324350" y="4705350"/>
          <p14:tracePt t="79034" x="4318000" y="4711700"/>
          <p14:tracePt t="79048" x="4318000" y="4718050"/>
          <p14:tracePt t="79076" x="4318000" y="4724400"/>
          <p14:tracePt t="79097" x="4318000" y="4737100"/>
          <p14:tracePt t="79104" x="4318000" y="4743450"/>
          <p14:tracePt t="79118" x="4318000" y="4756150"/>
          <p14:tracePt t="79127" x="4318000" y="4768850"/>
          <p14:tracePt t="79141" x="4318000" y="4787900"/>
          <p14:tracePt t="79157" x="4324350" y="4845050"/>
          <p14:tracePt t="79174" x="4324350" y="4883150"/>
          <p14:tracePt t="79659" x="4318000" y="4914900"/>
          <p14:tracePt t="79666" x="4292600" y="4959350"/>
          <p14:tracePt t="79681" x="4260850" y="5029200"/>
          <p14:tracePt t="79689" x="4241800" y="5086350"/>
          <p14:tracePt t="79705" x="4216400" y="5130800"/>
          <p14:tracePt t="79722" x="4191000" y="5200650"/>
          <p14:tracePt t="79738" x="4159250" y="5264150"/>
          <p14:tracePt t="79755" x="4152900" y="5295900"/>
          <p14:tracePt t="79772" x="4127500" y="5353050"/>
          <p14:tracePt t="79788" x="4108450" y="5403850"/>
          <p14:tracePt t="79805" x="4102100" y="5448300"/>
          <p14:tracePt t="79821" x="4070350" y="5518150"/>
          <p14:tracePt t="79838" x="4044950" y="5594350"/>
          <p14:tracePt t="79856" x="4032250" y="5645150"/>
          <p14:tracePt t="79871" x="4019550" y="5670550"/>
          <p14:tracePt t="79888" x="4019550" y="5695950"/>
          <p14:tracePt t="79905" x="4013200" y="5746750"/>
          <p14:tracePt t="79921" x="4013200" y="5759450"/>
          <p14:tracePt t="79937" x="4013200" y="5772150"/>
          <p14:tracePt t="79954" x="4013200" y="5797550"/>
          <p14:tracePt t="79971" x="4032250" y="5829300"/>
          <p14:tracePt t="79988" x="4044950" y="5867400"/>
          <p14:tracePt t="91420" x="4038600" y="5867400"/>
          <p14:tracePt t="91427" x="4019550" y="5854700"/>
          <p14:tracePt t="91434" x="3987800" y="5822950"/>
          <p14:tracePt t="91448" x="3892550" y="5746750"/>
          <p14:tracePt t="91464" x="3752850" y="5626100"/>
          <p14:tracePt t="91481" x="3619500" y="5505450"/>
          <p14:tracePt t="91498" x="3422650" y="5346700"/>
          <p14:tracePt t="91514" x="3270250" y="5200650"/>
          <p14:tracePt t="91531" x="3067050" y="5067300"/>
          <p14:tracePt t="91548" x="2819400" y="4876800"/>
          <p14:tracePt t="91564" x="2679700" y="4768850"/>
          <p14:tracePt t="91581" x="2470150" y="4616450"/>
          <p14:tracePt t="91597" x="2381250" y="4565650"/>
          <p14:tracePt t="91614" x="2324100" y="4514850"/>
          <p14:tracePt t="91631" x="2254250" y="4495800"/>
          <p14:tracePt t="91647" x="2228850" y="4489450"/>
          <p14:tracePt t="91664" x="2203450" y="4476750"/>
          <p14:tracePt t="91680" x="2152650" y="4457700"/>
          <p14:tracePt t="91696" x="2133600" y="4445000"/>
          <p14:tracePt t="91714" x="2108200" y="4432300"/>
          <p14:tracePt t="91730" x="2057400" y="4419600"/>
          <p14:tracePt t="91747" x="2000250" y="4413250"/>
          <p14:tracePt t="91764" x="1905000" y="4368800"/>
          <p14:tracePt t="91780" x="1828800" y="4337050"/>
          <p14:tracePt t="91797" x="1708150" y="4279900"/>
          <p14:tracePt t="91814" x="1498600" y="4171950"/>
          <p14:tracePt t="91830" x="1352550" y="4127500"/>
          <p14:tracePt t="91846" x="1168400" y="4064000"/>
          <p14:tracePt t="91863" x="939800" y="3981450"/>
          <p14:tracePt t="91880" x="857250" y="3956050"/>
          <p14:tracePt t="91897" x="755650" y="3911600"/>
          <p14:tracePt t="91913" x="666750" y="3873500"/>
          <p14:tracePt t="91929" x="622300" y="3860800"/>
          <p14:tracePt t="91947" x="584200" y="3841750"/>
          <p14:tracePt t="91963" x="565150" y="3829050"/>
          <p14:tracePt t="91980" x="558800" y="3822700"/>
          <p14:tracePt t="91996" x="552450" y="3816350"/>
          <p14:tracePt t="92012" x="552450" y="3810000"/>
          <p14:tracePt t="92080" x="552450" y="3803650"/>
          <p14:tracePt t="92087" x="558800" y="3803650"/>
          <p14:tracePt t="92101" x="565150" y="3803650"/>
          <p14:tracePt t="92112" x="565150" y="3790950"/>
          <p14:tracePt t="92129" x="577850" y="3778250"/>
          <p14:tracePt t="92145" x="584200" y="3778250"/>
          <p14:tracePt t="92162" x="590550" y="3765550"/>
          <p14:tracePt t="92179" x="603250" y="3759200"/>
          <p14:tracePt t="92195" x="609600" y="3740150"/>
          <p14:tracePt t="92213" x="622300" y="3721100"/>
          <p14:tracePt t="92228" x="628650" y="3702050"/>
          <p14:tracePt t="92245" x="635000" y="3683000"/>
          <p14:tracePt t="92262" x="641350" y="3657600"/>
          <p14:tracePt t="92278" x="641350" y="3619500"/>
          <p14:tracePt t="92295" x="641350" y="3587750"/>
          <p14:tracePt t="92312" x="622300" y="3543300"/>
          <p14:tracePt t="92328" x="603250" y="3505200"/>
          <p14:tracePt t="92345" x="584200" y="3473450"/>
          <p14:tracePt t="92361" x="558800" y="3435350"/>
          <p14:tracePt t="92378" x="546100" y="3416300"/>
          <p14:tracePt t="92395" x="533400" y="3397250"/>
          <p14:tracePt t="92411" x="520700" y="3378200"/>
          <p14:tracePt t="92428" x="508000" y="3371850"/>
          <p14:tracePt t="92445" x="501650" y="3359150"/>
          <p14:tracePt t="92461" x="495300" y="3346450"/>
          <p14:tracePt t="92478" x="488950" y="3346450"/>
          <p14:tracePt t="92494" x="488950" y="3340100"/>
          <p14:tracePt t="92510" x="482600" y="3340100"/>
          <p14:tracePt t="92543" x="476250" y="3340100"/>
          <p14:tracePt t="92649" x="482600" y="3352800"/>
          <p14:tracePt t="92670" x="488950" y="3359150"/>
          <p14:tracePt t="92691" x="495300" y="3365500"/>
          <p14:tracePt t="92705" x="495300" y="3371850"/>
          <p14:tracePt t="92713" x="501650" y="3371850"/>
          <p14:tracePt t="92727" x="508000" y="3378200"/>
          <p14:tracePt t="92743" x="514350" y="3378200"/>
          <p14:tracePt t="92760" x="539750" y="3384550"/>
          <p14:tracePt t="92776" x="565150" y="3390900"/>
          <p14:tracePt t="92793" x="577850" y="3390900"/>
          <p14:tracePt t="92797" x="603250" y="3397250"/>
          <p14:tracePt t="92810" x="622300" y="3397250"/>
          <p14:tracePt t="92826" x="666750" y="3397250"/>
          <p14:tracePt t="92843" x="698500" y="3397250"/>
          <p14:tracePt t="92860" x="749300" y="3397250"/>
          <p14:tracePt t="92876" x="781050" y="3397250"/>
          <p14:tracePt t="92893" x="825500" y="3397250"/>
          <p14:tracePt t="92910" x="882650" y="3397250"/>
          <p14:tracePt t="92926" x="927100" y="3397250"/>
          <p14:tracePt t="92943" x="977900" y="3397250"/>
          <p14:tracePt t="92976" x="990600" y="3397250"/>
          <p14:tracePt t="92993" x="990600" y="3390900"/>
          <p14:tracePt t="93025" x="984250" y="3384550"/>
          <p14:tracePt t="93042" x="977900" y="3384550"/>
          <p14:tracePt t="93059" x="971550" y="3384550"/>
          <p14:tracePt t="93076" x="958850" y="3384550"/>
          <p14:tracePt t="93092" x="946150" y="3384550"/>
          <p14:tracePt t="94878" x="920750" y="3384550"/>
          <p14:tracePt t="94884" x="869950" y="3384550"/>
          <p14:tracePt t="94898" x="819150" y="3384550"/>
          <p14:tracePt t="94906" x="755650" y="3384550"/>
          <p14:tracePt t="94922" x="704850" y="3384550"/>
          <p14:tracePt t="94936" x="641350" y="3384550"/>
          <p14:tracePt t="94953" x="520700" y="3384550"/>
          <p14:tracePt t="94969" x="444500" y="3384550"/>
          <p14:tracePt t="94986" x="406400" y="3384550"/>
          <p14:tracePt t="95002" x="355600" y="3384550"/>
          <p14:tracePt t="95019" x="317500" y="3384550"/>
          <p14:tracePt t="95035" x="304800" y="3384550"/>
          <p14:tracePt t="95053" x="279400" y="3384550"/>
          <p14:tracePt t="95068" x="260350" y="3384550"/>
          <p14:tracePt t="95085" x="254000" y="3378200"/>
          <p14:tracePt t="95102" x="247650" y="3378200"/>
          <p14:tracePt t="95118" x="241300" y="3371850"/>
          <p14:tracePt t="95135" x="234950" y="3371850"/>
          <p14:tracePt t="95151" x="228600" y="3371850"/>
          <p14:tracePt t="95168" x="222250" y="3371850"/>
          <p14:tracePt t="95200" x="215900" y="3365500"/>
          <p14:tracePt t="95236" x="209550" y="3365500"/>
          <p14:tracePt t="95306" x="203200" y="3365500"/>
          <p14:tracePt t="95320" x="196850" y="3371850"/>
          <p14:tracePt t="95348" x="190500" y="3378200"/>
          <p14:tracePt t="95369" x="184150" y="3384550"/>
          <p14:tracePt t="95397" x="177800" y="3390900"/>
          <p14:tracePt t="95404" x="171450" y="3390900"/>
          <p14:tracePt t="95958" x="171450" y="3397250"/>
          <p14:tracePt t="95971" x="171450" y="3403600"/>
          <p14:tracePt t="95978" x="177800" y="3416300"/>
          <p14:tracePt t="95993" x="177800" y="3422650"/>
          <p14:tracePt t="96002" x="184150" y="3429000"/>
          <p14:tracePt t="96015" x="184150" y="3435350"/>
          <p14:tracePt t="96032" x="190500" y="3435350"/>
          <p14:tracePt t="96049" x="196850" y="3448050"/>
          <p14:tracePt t="96082" x="196850" y="3454400"/>
          <p14:tracePt t="96099" x="209550" y="3467100"/>
          <p14:tracePt t="96132" x="209550" y="3479800"/>
          <p14:tracePt t="96161" x="209550" y="3486150"/>
          <p14:tracePt t="96168" x="209550" y="3492500"/>
          <p14:tracePt t="96189" x="215900" y="3492500"/>
          <p14:tracePt t="96210" x="222250" y="3498850"/>
          <p14:tracePt t="96233" x="222250" y="3505200"/>
          <p14:tracePt t="96238" x="228600" y="3511550"/>
          <p14:tracePt t="96294" x="241300" y="3511550"/>
          <p14:tracePt t="96309" x="247650" y="3511550"/>
          <p14:tracePt t="96329" x="247650" y="3505200"/>
          <p14:tracePt t="96344" x="254000" y="3498850"/>
          <p14:tracePt t="96366" x="254000" y="3492500"/>
          <p14:tracePt t="96372" x="254000" y="3486150"/>
          <p14:tracePt t="96393" x="254000" y="3479800"/>
          <p14:tracePt t="96401" x="254000" y="3467100"/>
          <p14:tracePt t="96417" x="254000" y="3454400"/>
          <p14:tracePt t="96431" x="254000" y="3435350"/>
          <p14:tracePt t="96448" x="254000" y="3384550"/>
          <p14:tracePt t="96464" x="254000" y="3333750"/>
          <p14:tracePt t="96480" x="254000" y="3308350"/>
          <p14:tracePt t="96497" x="254000" y="3257550"/>
          <p14:tracePt t="96514" x="254000" y="3219450"/>
          <p14:tracePt t="96530" x="254000" y="3206750"/>
          <p14:tracePt t="96547" x="254000" y="3181350"/>
          <p14:tracePt t="96564" x="254000" y="3175000"/>
          <p14:tracePt t="96596" x="260350" y="3175000"/>
          <p14:tracePt t="96614" x="266700" y="3175000"/>
          <p14:tracePt t="96631" x="279400" y="3175000"/>
          <p14:tracePt t="96646" x="285750" y="3181350"/>
          <p14:tracePt t="96664" x="292100" y="3181350"/>
          <p14:tracePt t="96681" x="311150" y="3187700"/>
          <p14:tracePt t="96697" x="323850" y="3187700"/>
          <p14:tracePt t="96712" x="336550" y="3194050"/>
          <p14:tracePt t="96730" x="406400" y="3213100"/>
          <p14:tracePt t="96746" x="431800" y="3225800"/>
          <p14:tracePt t="96763" x="450850" y="3244850"/>
          <p14:tracePt t="96779" x="501650" y="3282950"/>
          <p14:tracePt t="96796" x="533400" y="3333750"/>
          <p14:tracePt t="96814" x="552450" y="3384550"/>
          <p14:tracePt t="96829" x="558800" y="3403600"/>
          <p14:tracePt t="96846" x="577850" y="3460750"/>
          <p14:tracePt t="96863" x="577850" y="3492500"/>
          <p14:tracePt t="96879" x="577850" y="3536950"/>
          <p14:tracePt t="96896" x="584200" y="3581400"/>
          <p14:tracePt t="96913" x="590550" y="3606800"/>
          <p14:tracePt t="96929" x="590550" y="3619500"/>
          <p14:tracePt t="96946" x="590550" y="3625850"/>
          <p14:tracePt t="96962" x="590550" y="3632200"/>
          <p14:tracePt t="97053" x="584200" y="3632200"/>
          <p14:tracePt t="97080" x="577850" y="3632200"/>
          <p14:tracePt t="97374" x="552450" y="3606800"/>
          <p14:tracePt t="97382" x="520700" y="3575050"/>
          <p14:tracePt t="97397" x="482600" y="3524250"/>
          <p14:tracePt t="97410" x="444500" y="3492500"/>
          <p14:tracePt t="97427" x="387350" y="3422650"/>
          <p14:tracePt t="97444" x="381000" y="3403600"/>
          <p14:tracePt t="97460" x="361950" y="3359150"/>
          <p14:tracePt t="97477" x="361950" y="3327400"/>
          <p14:tracePt t="97495" x="361950" y="3295650"/>
          <p14:tracePt t="97510" x="374650" y="3282950"/>
          <p14:tracePt t="97527" x="393700" y="3263900"/>
          <p14:tracePt t="97544" x="425450" y="3238500"/>
          <p14:tracePt t="97560" x="438150" y="3232150"/>
          <p14:tracePt t="97577" x="482600" y="3225800"/>
          <p14:tracePt t="97593" x="539750" y="3219450"/>
          <p14:tracePt t="97610" x="558800" y="3219450"/>
          <p14:tracePt t="97627" x="609600" y="3219450"/>
          <p14:tracePt t="97643" x="647700" y="3225800"/>
          <p14:tracePt t="97660" x="660400" y="3232150"/>
          <p14:tracePt t="97677" x="679450" y="3244850"/>
          <p14:tracePt t="97693" x="679450" y="3257550"/>
          <p14:tracePt t="97709" x="679450" y="3263900"/>
          <p14:tracePt t="97726" x="679450" y="3282950"/>
          <p14:tracePt t="102490" x="711200" y="3295650"/>
          <p14:tracePt t="102496" x="768350" y="3314700"/>
          <p14:tracePt t="102512" x="831850" y="3333750"/>
          <p14:tracePt t="102526" x="990600" y="3390900"/>
          <p14:tracePt t="102543" x="1073150" y="3409950"/>
          <p14:tracePt t="102559" x="1206500" y="3448050"/>
          <p14:tracePt t="102576" x="1270000" y="3448050"/>
          <p14:tracePt t="102593" x="1403350" y="3435350"/>
          <p14:tracePt t="102609" x="1504950" y="3371850"/>
          <p14:tracePt t="102626" x="1536700" y="3346450"/>
          <p14:tracePt t="102643" x="1562100" y="3302000"/>
          <p14:tracePt t="102660" x="1581150" y="3232150"/>
          <p14:tracePt t="102675" x="1581150" y="3194050"/>
          <p14:tracePt t="102693" x="1555750" y="3111500"/>
          <p14:tracePt t="102709" x="1511300" y="3022600"/>
          <p14:tracePt t="102725" x="1485900" y="2984500"/>
          <p14:tracePt t="102742" x="1441450" y="2921000"/>
          <p14:tracePt t="102759" x="1409700" y="2889250"/>
          <p14:tracePt t="102775" x="1397000" y="2863850"/>
          <p14:tracePt t="102792" x="1365250" y="2844800"/>
          <p14:tracePt t="102808" x="1352550" y="2832100"/>
          <p14:tracePt t="102826" x="1346200" y="2832100"/>
          <p14:tracePt t="102859" x="1346200" y="2844800"/>
          <p14:tracePt t="102876" x="1346200" y="2882900"/>
          <p14:tracePt t="102891" x="1352550" y="2895600"/>
          <p14:tracePt t="102908" x="1352550" y="2908300"/>
          <p14:tracePt t="102925" x="1371600" y="2940050"/>
          <p14:tracePt t="102941" x="1377950" y="2984500"/>
          <p14:tracePt t="102959" x="1390650" y="3003550"/>
          <p14:tracePt t="102975" x="1409700" y="3060700"/>
          <p14:tracePt t="102991" x="1441450" y="3105150"/>
          <p14:tracePt t="103008" x="1454150" y="3136900"/>
          <p14:tracePt t="103024" x="1498600" y="3213100"/>
          <p14:tracePt t="103041" x="1530350" y="3257550"/>
          <p14:tracePt t="103058" x="1543050" y="3314700"/>
          <p14:tracePt t="103074" x="1562100" y="3352800"/>
          <p14:tracePt t="103091" x="1568450" y="3397250"/>
          <p14:tracePt t="107083" x="1638300" y="3384550"/>
          <p14:tracePt t="107090" x="1727200" y="3378200"/>
          <p14:tracePt t="107104" x="1841500" y="3378200"/>
          <p14:tracePt t="107114" x="1981200" y="3378200"/>
          <p14:tracePt t="107127" x="2133600" y="3378200"/>
          <p14:tracePt t="107144" x="2584450" y="3371850"/>
          <p14:tracePt t="107160" x="3143250" y="3346450"/>
          <p14:tracePt t="107177" x="3460750" y="3327400"/>
          <p14:tracePt t="107194" x="4140200" y="3295650"/>
          <p14:tracePt t="107211" x="4838700" y="3295650"/>
          <p14:tracePt t="107226" x="5200650" y="3295650"/>
          <p14:tracePt t="107244" x="5822950" y="3295650"/>
          <p14:tracePt t="107260" x="6375400" y="3321050"/>
          <p14:tracePt t="107276" x="6642100" y="3333750"/>
          <p14:tracePt t="107294" x="7067550" y="3365500"/>
          <p14:tracePt t="107310" x="7416800" y="3378200"/>
          <p14:tracePt t="107326" x="7543800" y="3371850"/>
          <p14:tracePt t="107343" x="7747000" y="3352800"/>
          <p14:tracePt t="107359" x="7893050" y="3321050"/>
          <p14:tracePt t="107376" x="7962900" y="3302000"/>
          <p14:tracePt t="107393" x="8115300" y="3302000"/>
          <p14:tracePt t="107410" x="8178800" y="3302000"/>
          <p14:tracePt t="107427" x="8407400" y="3308350"/>
          <p14:tracePt t="107443" x="8458200" y="3302000"/>
          <p14:tracePt t="107459" x="8515350" y="3302000"/>
          <p14:tracePt t="107476" x="8604250" y="3289300"/>
          <p14:tracePt t="107493" x="8648700" y="3282950"/>
          <p14:tracePt t="107509" x="8661400" y="3282950"/>
          <p14:tracePt t="107526" x="8667750" y="3276600"/>
          <p14:tracePt t="107553" x="8655050" y="3276600"/>
          <p14:tracePt t="107561" x="8648700" y="3276600"/>
          <p14:tracePt t="107575" x="8636000" y="3276600"/>
          <p14:tracePt t="107592" x="8610600" y="3270250"/>
          <p14:tracePt t="107609" x="8578850" y="3263900"/>
          <p14:tracePt t="107625" x="8559800" y="3263900"/>
          <p14:tracePt t="107641" x="8534400" y="3263900"/>
          <p14:tracePt t="107658" x="8483600" y="3251200"/>
          <p14:tracePt t="107675" x="8445500" y="3251200"/>
          <p14:tracePt t="107692" x="8394700" y="3251200"/>
          <p14:tracePt t="107709" x="8229600" y="3244850"/>
          <p14:tracePt t="107724" x="8166100" y="3244850"/>
          <p14:tracePt t="107743" x="8045450" y="3244850"/>
          <p14:tracePt t="107758" x="7994650" y="3244850"/>
          <p14:tracePt t="107774" x="7924800" y="3251200"/>
          <p14:tracePt t="107792" x="7893050" y="3270250"/>
          <p14:tracePt t="107808" x="7880350" y="3270250"/>
          <p14:tracePt t="107825" x="7874000" y="3282950"/>
          <p14:tracePt t="107841" x="7867650" y="3295650"/>
          <p14:tracePt t="107858" x="7867650" y="3302000"/>
          <p14:tracePt t="107874" x="7867650" y="3314700"/>
          <p14:tracePt t="107907" x="7874000" y="3321050"/>
          <p14:tracePt t="107925" x="7886700" y="3327400"/>
          <p14:tracePt t="107940" x="7899400" y="3333750"/>
          <p14:tracePt t="107957" x="7912100" y="3333750"/>
          <p14:tracePt t="107974" x="7937500" y="3321050"/>
          <p14:tracePt t="107990" x="7956550" y="3302000"/>
          <p14:tracePt t="108007" x="7969250" y="3289300"/>
          <p14:tracePt t="108024" x="7981950" y="3263900"/>
          <p14:tracePt t="108041" x="7988300" y="3251200"/>
          <p14:tracePt t="108044" x="7988300" y="3238500"/>
          <p14:tracePt t="108058" x="7988300" y="3225800"/>
          <p14:tracePt t="108074" x="7988300" y="3219450"/>
          <p14:tracePt t="108093" x="7981950" y="3213100"/>
          <p14:tracePt t="108107" x="7975600" y="3206750"/>
          <p14:tracePt t="108123" x="7962900" y="3200400"/>
          <p14:tracePt t="108140" x="7956550" y="3200400"/>
          <p14:tracePt t="108173" x="7950200" y="3200400"/>
          <p14:tracePt t="108193" x="7943850" y="3200400"/>
          <p14:tracePt t="108213" x="7943850" y="3206750"/>
          <p14:tracePt t="108223" x="7937500" y="3206750"/>
          <p14:tracePt t="108240" x="7937500" y="3213100"/>
          <p14:tracePt t="108257" x="7931150" y="3219450"/>
          <p14:tracePt t="108273" x="7931150" y="3225800"/>
          <p14:tracePt t="108290" x="7931150" y="3244850"/>
          <p14:tracePt t="108306" x="7931150" y="3251200"/>
          <p14:tracePt t="108323" x="7937500" y="3257550"/>
          <p14:tracePt t="108340" x="7975600" y="3289300"/>
          <p14:tracePt t="108356" x="7988300" y="3295650"/>
          <p14:tracePt t="108373" x="8007350" y="3295650"/>
          <p14:tracePt t="108389" x="8051800" y="3295650"/>
          <p14:tracePt t="108406" x="8083550" y="3276600"/>
          <p14:tracePt t="108424" x="8089900" y="3257550"/>
          <p14:tracePt t="108439" x="8089900" y="3251200"/>
          <p14:tracePt t="108456" x="8077200" y="3244850"/>
          <p14:tracePt t="108473" x="8051800" y="3244850"/>
          <p14:tracePt t="108489" x="8032750" y="3244850"/>
          <p14:tracePt t="108505" x="7969250" y="3244850"/>
          <p14:tracePt t="108523" x="7880350" y="3270250"/>
          <p14:tracePt t="108539" x="7810500" y="3289300"/>
          <p14:tracePt t="108556" x="7689850" y="3333750"/>
          <p14:tracePt t="108572" x="7600950" y="3371850"/>
          <p14:tracePt t="108588" x="7581900" y="3378200"/>
          <p14:tracePt t="108606" x="7575550" y="3384550"/>
          <p14:tracePt t="108622" x="7562850" y="3384550"/>
          <p14:tracePt t="108638" x="7588250" y="3384550"/>
          <p14:tracePt t="108655" x="7626350" y="3378200"/>
          <p14:tracePt t="108671" x="7651750" y="3371850"/>
          <p14:tracePt t="108688" x="7702550" y="3346450"/>
          <p14:tracePt t="108705" x="7734300" y="3340100"/>
          <p14:tracePt t="108721" x="7740650" y="3333750"/>
          <p14:tracePt t="108738" x="7747000" y="3327400"/>
          <p14:tracePt t="108755" x="7740650" y="3327400"/>
          <p14:tracePt t="108771" x="7727950" y="3321050"/>
          <p14:tracePt t="108788" x="7696200" y="3321050"/>
          <p14:tracePt t="108804" x="7658100" y="3321050"/>
          <p14:tracePt t="108821" x="7632700" y="3321050"/>
          <p14:tracePt t="108838" x="7556500" y="3321050"/>
          <p14:tracePt t="108854" x="7429500" y="3302000"/>
          <p14:tracePt t="108871" x="7346950" y="3289300"/>
          <p14:tracePt t="108887" x="7207250" y="3270250"/>
          <p14:tracePt t="108904" x="7061200" y="3238500"/>
          <p14:tracePt t="108922" x="6972300" y="3238500"/>
          <p14:tracePt t="108937" x="6940550" y="3232150"/>
          <p14:tracePt t="108954" x="6927850" y="3232150"/>
          <p14:tracePt t="108971" x="6908800" y="3232150"/>
          <p14:tracePt t="108987" x="6902450" y="3232150"/>
          <p14:tracePt t="109004" x="6902450" y="3238500"/>
          <p14:tracePt t="109020" x="6902450" y="3251200"/>
          <p14:tracePt t="109037" x="6902450" y="3257550"/>
          <p14:tracePt t="109057" x="6902450" y="3263900"/>
          <p14:tracePt t="109076" x="6915150" y="3270250"/>
          <p14:tracePt t="109086" x="6921500" y="3270250"/>
          <p14:tracePt t="109104" x="6953250" y="3276600"/>
          <p14:tracePt t="109120" x="6991350" y="3289300"/>
          <p14:tracePt t="109137" x="7124700" y="3314700"/>
          <p14:tracePt t="109155" x="7334250" y="3359150"/>
          <p14:tracePt t="109169" x="7435850" y="3365500"/>
          <p14:tracePt t="109186" x="7626350" y="3390900"/>
          <p14:tracePt t="109203" x="7791450" y="3390900"/>
          <p14:tracePt t="109220" x="7842250" y="3390900"/>
          <p14:tracePt t="109237" x="7905750" y="3390900"/>
          <p14:tracePt t="109253" x="8020050" y="3359150"/>
          <p14:tracePt t="109269" x="8045450" y="3346450"/>
          <p14:tracePt t="109287" x="8083550" y="3327400"/>
          <p14:tracePt t="109303" x="8096250" y="3314700"/>
          <p14:tracePt t="109319" x="8108950" y="3295650"/>
          <p14:tracePt t="109336" x="8115300" y="3282950"/>
          <p14:tracePt t="109369" x="8102600" y="3276600"/>
          <p14:tracePt t="109386" x="8083550" y="3270250"/>
          <p14:tracePt t="109402" x="8070850" y="3270250"/>
          <p14:tracePt t="109419" x="8026400" y="3263900"/>
          <p14:tracePt t="109435" x="7937500" y="3257550"/>
          <p14:tracePt t="109452" x="7861300" y="3244850"/>
          <p14:tracePt t="109469" x="7645400" y="3225800"/>
          <p14:tracePt t="109485" x="7391400" y="3206750"/>
          <p14:tracePt t="109502" x="7232650" y="3194050"/>
          <p14:tracePt t="109519" x="6896100" y="3194050"/>
          <p14:tracePt t="109535" x="6546850" y="3181350"/>
          <p14:tracePt t="109552" x="6356350" y="3187700"/>
          <p14:tracePt t="109569" x="6026150" y="3213100"/>
          <p14:tracePt t="109585" x="5886450" y="3219450"/>
          <p14:tracePt t="109602" x="5505450" y="3295650"/>
          <p14:tracePt t="109618" x="5384800" y="3321050"/>
          <p14:tracePt t="109635" x="5270500" y="3340100"/>
          <p14:tracePt t="109652" x="5111750" y="3397250"/>
          <p14:tracePt t="109668" x="5035550" y="3441700"/>
          <p14:tracePt t="109684" x="5022850" y="3448050"/>
          <p14:tracePt t="109701" x="5010150" y="3460750"/>
          <p14:tracePt t="109718" x="5003800" y="3492500"/>
          <p14:tracePt t="109735" x="5003800" y="3498850"/>
          <p14:tracePt t="109751" x="5022850" y="3511550"/>
          <p14:tracePt t="109768" x="5048250" y="3517900"/>
          <p14:tracePt t="109786" x="5213350" y="3536950"/>
          <p14:tracePt t="109801" x="5321300" y="3562350"/>
          <p14:tracePt t="109818" x="5575300" y="3600450"/>
          <p14:tracePt t="109835" x="5969000" y="3638550"/>
          <p14:tracePt t="109851" x="6216650" y="3670300"/>
          <p14:tracePt t="109868" x="6470650" y="3670300"/>
          <p14:tracePt t="109884" x="6972300" y="3657600"/>
          <p14:tracePt t="109901" x="7175500" y="3619500"/>
          <p14:tracePt t="109917" x="7442200" y="3543300"/>
          <p14:tracePt t="109934" x="7645400" y="3429000"/>
          <p14:tracePt t="109950" x="7747000" y="3327400"/>
          <p14:tracePt t="109968" x="7766050" y="3302000"/>
          <p14:tracePt t="109984" x="7772400" y="3238500"/>
          <p14:tracePt t="110000" x="7759700" y="3213100"/>
          <p14:tracePt t="110017" x="7715250" y="3194050"/>
          <p14:tracePt t="110034" x="7696200" y="3194050"/>
          <p14:tracePt t="110050" x="7620000" y="3187700"/>
          <p14:tracePt t="110067" x="7423150" y="3162300"/>
          <p14:tracePt t="110084" x="7302500" y="3162300"/>
          <p14:tracePt t="110087" x="7143750" y="3162300"/>
          <p14:tracePt t="110101" x="6953250" y="3168650"/>
          <p14:tracePt t="110116" x="6591300" y="3219450"/>
          <p14:tracePt t="110133" x="6362700" y="3263900"/>
          <p14:tracePt t="110150" x="6007100" y="3352800"/>
          <p14:tracePt t="110167" x="5746750" y="3467100"/>
          <p14:tracePt t="110183" x="5632450" y="3511550"/>
          <p14:tracePt t="110200" x="5448300" y="3568700"/>
          <p14:tracePt t="110216" x="5391150" y="3619500"/>
          <p14:tracePt t="110233" x="5321300" y="3670300"/>
          <p14:tracePt t="110249" x="5295900" y="3721100"/>
          <p14:tracePt t="110266" x="5295900" y="3733800"/>
          <p14:tracePt t="110284" x="5295900" y="3752850"/>
          <p14:tracePt t="110299" x="5314950" y="3765550"/>
          <p14:tracePt t="110316" x="5327650" y="3765550"/>
          <p14:tracePt t="110333" x="5346700" y="3771900"/>
          <p14:tracePt t="110349" x="5359400" y="3771900"/>
          <p14:tracePt t="110383" x="5359400" y="3765550"/>
          <p14:tracePt t="110399" x="5353050" y="3759200"/>
          <p14:tracePt t="110417" x="5340350" y="3752850"/>
          <p14:tracePt t="110432" x="5334000" y="3746500"/>
          <p14:tracePt t="110449" x="5321300" y="3740150"/>
          <p14:tracePt t="110466" x="5308600" y="3727450"/>
          <p14:tracePt t="110482" x="5295900" y="3714750"/>
          <p14:tracePt t="110499" x="5289550" y="3702050"/>
          <p14:tracePt t="110516" x="5257800" y="3683000"/>
          <p14:tracePt t="110532" x="5187950" y="3632200"/>
          <p14:tracePt t="110549" x="5124450" y="3600450"/>
          <p14:tracePt t="110565" x="4921250" y="3511550"/>
          <p14:tracePt t="110582" x="4648200" y="3397250"/>
          <p14:tracePt t="110599" x="4457700" y="3327400"/>
          <p14:tracePt t="110615" x="4006850" y="3225800"/>
          <p14:tracePt t="110631" x="3625850" y="3149600"/>
          <p14:tracePt t="110649" x="3454400" y="3124200"/>
          <p14:tracePt t="110665" x="3124200" y="3086100"/>
          <p14:tracePt t="110681" x="2870200" y="3086100"/>
          <p14:tracePt t="110698" x="2654300" y="3079750"/>
          <p14:tracePt t="110715" x="2552700" y="3079750"/>
          <p14:tracePt t="110731" x="2393950" y="3111500"/>
          <p14:tracePt t="110748" x="2292350" y="3130550"/>
          <p14:tracePt t="110764" x="2260600" y="3136900"/>
          <p14:tracePt t="110781" x="2228850" y="3149600"/>
          <p14:tracePt t="110797" x="2209800" y="3162300"/>
          <p14:tracePt t="110815" x="2203450" y="3168650"/>
          <p14:tracePt t="110831" x="2178050" y="3187700"/>
          <p14:tracePt t="110847" x="2133600" y="3206750"/>
          <p14:tracePt t="110864" x="2114550" y="3213100"/>
          <p14:tracePt t="110881" x="2063750" y="3238500"/>
          <p14:tracePt t="110897" x="2012950" y="3257550"/>
          <p14:tracePt t="110914" x="1993900" y="3270250"/>
          <p14:tracePt t="110931" x="1930400" y="3302000"/>
          <p14:tracePt t="110947" x="1828800" y="3359150"/>
          <p14:tracePt t="110965" x="1778000" y="3390900"/>
          <p14:tracePt t="111120" x="1765300" y="3403600"/>
          <p14:tracePt t="111220" x="1835150" y="3397250"/>
          <p14:tracePt t="111227" x="1898650" y="3390900"/>
          <p14:tracePt t="111241" x="1955800" y="3378200"/>
          <p14:tracePt t="111249" x="1981200" y="3371850"/>
          <p14:tracePt t="111265" x="2006600" y="3365500"/>
          <p14:tracePt t="111279" x="2012950" y="3359150"/>
          <p14:tracePt t="111295" x="2006600" y="3359150"/>
          <p14:tracePt t="111312" x="1987550" y="3352800"/>
          <p14:tracePt t="111329" x="1981200" y="3352800"/>
          <p14:tracePt t="111346" x="1968500" y="3352800"/>
          <p14:tracePt t="111362" x="1955800" y="3352800"/>
          <p14:tracePt t="111379" x="1949450" y="3352800"/>
          <p14:tracePt t="111396" x="1943100" y="3346450"/>
          <p14:tracePt t="111712" x="1822450" y="3333750"/>
          <p14:tracePt t="111719" x="1562100" y="3321050"/>
          <p14:tracePt t="111733" x="1301750" y="3321050"/>
          <p14:tracePt t="111748" x="1041400" y="3321050"/>
          <p14:tracePt t="111761" x="717550" y="3321050"/>
          <p14:tracePt t="111777" x="590550" y="3308350"/>
          <p14:tracePt t="111794" x="488950" y="3308350"/>
          <p14:tracePt t="111811" x="222250" y="3308350"/>
          <p14:tracePt t="111827" x="158750" y="3308350"/>
          <p14:tracePt t="111845" x="107950" y="3308350"/>
          <p14:tracePt t="111861" x="19050" y="3308350"/>
          <p14:tracePt t="112976" x="31750" y="3143250"/>
          <p14:tracePt t="112990" x="76200" y="3194050"/>
          <p14:tracePt t="113004" x="139700" y="3238500"/>
          <p14:tracePt t="113011" x="196850" y="3289300"/>
          <p14:tracePt t="113026" x="241300" y="3333750"/>
          <p14:tracePt t="113040" x="298450" y="3371850"/>
          <p14:tracePt t="113056" x="374650" y="3416300"/>
          <p14:tracePt t="113075" x="425450" y="3429000"/>
          <p14:tracePt t="113090" x="444500" y="3429000"/>
          <p14:tracePt t="113106" x="469900" y="3429000"/>
          <p14:tracePt t="113110" x="488950" y="3422650"/>
          <p14:tracePt t="113126" x="520700" y="3416300"/>
          <p14:tracePt t="113139" x="533400" y="3409950"/>
          <p14:tracePt t="113156" x="571500" y="3371850"/>
          <p14:tracePt t="113173" x="615950" y="3327400"/>
          <p14:tracePt t="113189" x="647700" y="3282950"/>
          <p14:tracePt t="113207" x="685800" y="3219450"/>
          <p14:tracePt t="113222" x="692150" y="3194050"/>
          <p14:tracePt t="113239" x="717550" y="3149600"/>
          <p14:tracePt t="113256" x="730250" y="3117850"/>
          <p14:tracePt t="113273" x="736600" y="3105150"/>
          <p14:tracePt t="113289" x="736600" y="3086100"/>
          <p14:tracePt t="113306" x="736600" y="3073400"/>
          <p14:tracePt t="113339" x="730250" y="3073400"/>
          <p14:tracePt t="113355" x="711200" y="3073400"/>
          <p14:tracePt t="113372" x="704850" y="3073400"/>
          <p14:tracePt t="113389" x="692150" y="3073400"/>
          <p14:tracePt t="113405" x="673100" y="3079750"/>
          <p14:tracePt t="113422" x="641350" y="3092450"/>
          <p14:tracePt t="113439" x="603250" y="3111500"/>
          <p14:tracePt t="113455" x="577850" y="3130550"/>
          <p14:tracePt t="113472" x="520700" y="3168650"/>
          <p14:tracePt t="113488" x="469900" y="3213100"/>
          <p14:tracePt t="113506" x="444500" y="3238500"/>
          <p14:tracePt t="113521" x="425450" y="3257550"/>
          <p14:tracePt t="113538" x="393700" y="3295650"/>
          <p14:tracePt t="113555" x="381000" y="3314700"/>
          <p14:tracePt t="113572" x="374650" y="3327400"/>
          <p14:tracePt t="113588" x="368300" y="3346450"/>
          <p14:tracePt t="113605" x="361950" y="3359150"/>
          <p14:tracePt t="113622" x="361950" y="3365500"/>
          <p14:tracePt t="113657" x="361950" y="3371850"/>
          <p14:tracePt t="114484" x="368300" y="3371850"/>
          <p14:tracePt t="114491" x="374650" y="3371850"/>
          <p14:tracePt t="114504" x="381000" y="3371850"/>
          <p14:tracePt t="114519" x="400050" y="3365500"/>
          <p14:tracePt t="114534" x="412750" y="3352800"/>
          <p14:tracePt t="114551" x="425450" y="3346450"/>
          <p14:tracePt t="114568" x="476250" y="3289300"/>
          <p14:tracePt t="114584" x="508000" y="3257550"/>
          <p14:tracePt t="114601" x="533400" y="3232150"/>
          <p14:tracePt t="114617" x="590550" y="3155950"/>
          <p14:tracePt t="114634" x="660400" y="3041650"/>
          <p14:tracePt t="114653" x="723900" y="2914650"/>
          <p14:tracePt t="114667" x="755650" y="2832100"/>
          <p14:tracePt t="114684" x="806450" y="2667000"/>
          <p14:tracePt t="114701" x="838200" y="2508250"/>
          <p14:tracePt t="114717" x="844550" y="2419350"/>
          <p14:tracePt t="114734" x="863600" y="2247900"/>
          <p14:tracePt t="114751" x="863600" y="2082800"/>
          <p14:tracePt t="114767" x="863600" y="1993900"/>
          <p14:tracePt t="114784" x="850900" y="1854200"/>
          <p14:tracePt t="114800" x="844550" y="1733550"/>
          <p14:tracePt t="114817" x="838200" y="1682750"/>
          <p14:tracePt t="114834" x="825500" y="1625600"/>
          <p14:tracePt t="114850" x="819150" y="1568450"/>
          <p14:tracePt t="114867" x="812800" y="1543050"/>
          <p14:tracePt t="114884" x="800100" y="1511300"/>
          <p14:tracePt t="114900" x="793750" y="1511300"/>
          <p14:tracePt t="114933" x="781050" y="1517650"/>
          <p14:tracePt t="114950" x="781050" y="1524000"/>
          <p14:tracePt t="114966" x="781050" y="1530350"/>
          <p14:tracePt t="114983" x="781050" y="1549400"/>
          <p14:tracePt t="115016" x="781050" y="1562100"/>
          <p14:tracePt t="115033" x="774700" y="1587500"/>
          <p14:tracePt t="115049" x="774700" y="1606550"/>
          <p14:tracePt t="115066" x="768350" y="1631950"/>
          <p14:tracePt t="115083" x="762000" y="1638300"/>
          <p14:tracePt t="115099" x="762000" y="1644650"/>
          <p14:tracePt t="115116" x="762000" y="1657350"/>
          <p14:tracePt t="115133" x="755650" y="1670050"/>
          <p14:tracePt t="115149" x="755650" y="1682750"/>
          <p14:tracePt t="115166" x="755650" y="1689100"/>
          <p14:tracePt t="115183" x="755650" y="1701800"/>
          <p14:tracePt t="115199" x="755650" y="1720850"/>
          <p14:tracePt t="115216" x="762000" y="1746250"/>
          <p14:tracePt t="115249" x="774700" y="1784350"/>
          <p14:tracePt t="115266" x="781050" y="1797050"/>
          <p14:tracePt t="115282" x="781050" y="1803400"/>
          <p14:tracePt t="115299" x="787400" y="1816100"/>
          <p14:tracePt t="115315" x="787400" y="1822450"/>
          <p14:tracePt t="115335" x="800100" y="1828800"/>
          <p14:tracePt t="115375" x="806450" y="1828800"/>
          <p14:tracePt t="115383" x="812800" y="1828800"/>
          <p14:tracePt t="115403" x="819150" y="1828800"/>
          <p14:tracePt t="115431" x="831850" y="1828800"/>
          <p14:tracePt t="115466" x="838200" y="1828800"/>
          <p14:tracePt t="115473" x="844550" y="1828800"/>
          <p14:tracePt t="115481" x="863600" y="1828800"/>
          <p14:tracePt t="115498" x="882650" y="1822450"/>
          <p14:tracePt t="115515" x="933450" y="1822450"/>
          <p14:tracePt t="115531" x="971550" y="1816100"/>
          <p14:tracePt t="115548" x="1073150" y="1816100"/>
          <p14:tracePt t="115565" x="1206500" y="1816100"/>
          <p14:tracePt t="115581" x="1295400" y="1816100"/>
          <p14:tracePt t="115598" x="1479550" y="1816100"/>
          <p14:tracePt t="115614" x="1695450" y="1816100"/>
          <p14:tracePt t="115631" x="1809750" y="1828800"/>
          <p14:tracePt t="115648" x="2082800" y="1860550"/>
          <p14:tracePt t="115664" x="2159000" y="1866900"/>
          <p14:tracePt t="115680" x="2235200" y="1866900"/>
          <p14:tracePt t="115698" x="2444750" y="1905000"/>
          <p14:tracePt t="115714" x="2489200" y="1905000"/>
          <p14:tracePt t="115731" x="2527300" y="1905000"/>
          <p14:tracePt t="115747" x="2565400" y="1905000"/>
          <p14:tracePt t="115764" x="2578100" y="1905000"/>
          <p14:tracePt t="115781" x="2584450" y="1898650"/>
          <p14:tracePt t="115803" x="2584450" y="1892300"/>
          <p14:tracePt t="115813" x="2578100" y="1892300"/>
          <p14:tracePt t="115833" x="2571750" y="1885950"/>
          <p14:tracePt t="115846" x="2559050" y="1885950"/>
          <p14:tracePt t="115863" x="2552700" y="1885950"/>
          <p14:tracePt t="115880" x="2540000" y="1885950"/>
          <p14:tracePt t="115896" x="2533650" y="1879600"/>
          <p14:tracePt t="115914" x="2527300" y="1879600"/>
          <p14:tracePt t="115929" x="2520950" y="1873250"/>
          <p14:tracePt t="115992" x="2527300" y="1866900"/>
          <p14:tracePt t="115999" x="2533650" y="1866900"/>
          <p14:tracePt t="116015" x="2546350" y="1866900"/>
          <p14:tracePt t="116029" x="2552700" y="1866900"/>
          <p14:tracePt t="116046" x="2597150" y="1866900"/>
          <p14:tracePt t="116063" x="2711450" y="1866900"/>
          <p14:tracePt t="116079" x="2787650" y="1866900"/>
          <p14:tracePt t="116096" x="3003550" y="1854200"/>
          <p14:tracePt t="116112" x="3251200" y="1854200"/>
          <p14:tracePt t="116129" x="3378200" y="1854200"/>
          <p14:tracePt t="116146" x="3606800" y="1847850"/>
          <p14:tracePt t="116163" x="3765550" y="1835150"/>
          <p14:tracePt t="116180" x="3816350" y="1828800"/>
          <p14:tracePt t="116195" x="3867150" y="1822450"/>
          <p14:tracePt t="116212" x="3873500" y="1816100"/>
          <p14:tracePt t="116246" x="3860800" y="1809750"/>
          <p14:tracePt t="116262" x="3841750" y="1809750"/>
          <p14:tracePt t="116280" x="3822700" y="1803400"/>
          <p14:tracePt t="116295" x="3822700" y="1797050"/>
          <p14:tracePt t="116312" x="3810000" y="1790700"/>
          <p14:tracePt t="116329" x="3797300" y="1784350"/>
          <p14:tracePt t="116345" x="3790950" y="1778000"/>
          <p14:tracePt t="116362" x="3790950" y="1771650"/>
          <p14:tracePt t="116379" x="3790950" y="1758950"/>
          <p14:tracePt t="116395" x="3797300" y="1739900"/>
          <p14:tracePt t="116411" x="3810000" y="1733550"/>
          <p14:tracePt t="116428" x="3835400" y="1708150"/>
          <p14:tracePt t="116444" x="3848100" y="1695450"/>
          <p14:tracePt t="116463" x="3892550" y="1651000"/>
          <p14:tracePt t="116478" x="3924300" y="1619250"/>
          <p14:tracePt t="116495" x="3962400" y="1593850"/>
          <p14:tracePt t="116511" x="4013200" y="1555750"/>
          <p14:tracePt t="116528" x="4025900" y="1536700"/>
          <p14:tracePt t="116544" x="4038600" y="1530350"/>
          <p14:tracePt t="116561" x="4044950" y="1530350"/>
          <p14:tracePt t="116578" x="4044950" y="1543050"/>
          <p14:tracePt t="116595" x="4044950" y="1555750"/>
          <p14:tracePt t="116610" x="4038600" y="1600200"/>
          <p14:tracePt t="116627" x="4038600" y="1619250"/>
          <p14:tracePt t="116645" x="4051300" y="1714500"/>
          <p14:tracePt t="116661" x="4070350" y="1790700"/>
          <p14:tracePt t="116677" x="4133850" y="1987550"/>
          <p14:tracePt t="116681" x="4165600" y="2120900"/>
          <p14:tracePt t="116697" x="4210050" y="2266950"/>
          <p14:tracePt t="116710" x="4254500" y="2400300"/>
          <p14:tracePt t="116727" x="4337050" y="2711450"/>
          <p14:tracePt t="116743" x="4425950" y="2965450"/>
          <p14:tracePt t="116760" x="4470400" y="3060700"/>
          <p14:tracePt t="116778" x="4540250" y="3270250"/>
          <p14:tracePt t="116794" x="4610100" y="3429000"/>
          <p14:tracePt t="116810" x="4654550" y="3524250"/>
          <p14:tracePt t="116827" x="4711700" y="3632200"/>
          <p14:tracePt t="116843" x="4749800" y="3708400"/>
          <p14:tracePt t="116860" x="4768850" y="3740150"/>
          <p14:tracePt t="116877" x="4794250" y="3778250"/>
          <p14:tracePt t="116893" x="4813300" y="3810000"/>
          <p14:tracePt t="116910" x="4832350" y="3829050"/>
          <p14:tracePt t="116927" x="4857750" y="3860800"/>
          <p14:tracePt t="116943" x="4870450" y="3879850"/>
          <p14:tracePt t="116960" x="4902200" y="3911600"/>
          <p14:tracePt t="116976" x="4908550" y="3917950"/>
          <p14:tracePt t="116993" x="4914900" y="3924300"/>
          <p14:tracePt t="117010" x="4933950" y="3949700"/>
          <p14:tracePt t="117026" x="4972050" y="3987800"/>
          <p14:tracePt t="117043" x="4991100" y="4019550"/>
          <p14:tracePt t="117059" x="5041900" y="4095750"/>
          <p14:tracePt t="117076" x="5111750" y="4165600"/>
          <p14:tracePt t="117093" x="5124450" y="4184650"/>
          <p14:tracePt t="117109" x="5168900" y="4229100"/>
          <p14:tracePt t="117126" x="5200650" y="4254500"/>
          <p14:tracePt t="117143" x="5226050" y="4273550"/>
          <p14:tracePt t="117159" x="5232400" y="4279900"/>
          <p14:tracePt t="117175" x="5245100" y="4292600"/>
          <p14:tracePt t="117192" x="5251450" y="4292600"/>
          <p14:tracePt t="117209" x="5257800" y="4292600"/>
          <p14:tracePt t="117242" x="5270500" y="4298950"/>
          <p14:tracePt t="117304" x="5276850" y="4292600"/>
          <p14:tracePt t="117318" x="5276850" y="4286250"/>
          <p14:tracePt t="117333" x="5276850" y="4279900"/>
          <p14:tracePt t="117347" x="5283200" y="4279900"/>
          <p14:tracePt t="117358" x="5283200" y="4273550"/>
          <p14:tracePt t="117375" x="5289550" y="4235450"/>
          <p14:tracePt t="117391" x="5289550" y="4152900"/>
          <p14:tracePt t="117408" x="5289550" y="4102100"/>
          <p14:tracePt t="117425" x="5283200" y="3822700"/>
          <p14:tracePt t="117441" x="5270500" y="3695700"/>
          <p14:tracePt t="117459" x="5238750" y="3416300"/>
          <p14:tracePt t="117474" x="5194300" y="3124200"/>
          <p14:tracePt t="117491" x="5168900" y="2952750"/>
          <p14:tracePt t="117508" x="5111750" y="2654300"/>
          <p14:tracePt t="117524" x="5073650" y="2425700"/>
          <p14:tracePt t="117541" x="5054600" y="2349500"/>
          <p14:tracePt t="117557" x="5022850" y="2241550"/>
          <p14:tracePt t="117574" x="5022850" y="2209800"/>
          <p14:tracePt t="117591" x="5016500" y="2178050"/>
          <p14:tracePt t="117607" x="5016500" y="2165350"/>
          <p14:tracePt t="117624" x="5016500" y="2159000"/>
          <p14:tracePt t="117663" x="5016500" y="2165350"/>
          <p14:tracePt t="117676" x="5016500" y="2171700"/>
          <p14:tracePt t="117698" x="5016500" y="2178050"/>
          <p14:tracePt t="117719" x="5016500" y="2184400"/>
          <p14:tracePt t="117725" x="5016500" y="2197100"/>
          <p14:tracePt t="117732" x="5016500" y="2209800"/>
          <p14:tracePt t="117741" x="5016500" y="2216150"/>
          <p14:tracePt t="117757" x="5016500" y="2228850"/>
          <p14:tracePt t="119290" x="5016500" y="2241550"/>
          <p14:tracePt t="119296" x="5016500" y="2254250"/>
          <p14:tracePt t="119311" x="5016500" y="2273300"/>
          <p14:tracePt t="119320" x="5016500" y="2292350"/>
          <p14:tracePt t="119334" x="5016500" y="2305050"/>
          <p14:tracePt t="119352" x="5016500" y="2324100"/>
          <p14:tracePt t="119368" x="5029200" y="2362200"/>
          <p14:tracePt t="119384" x="5035550" y="2368550"/>
          <p14:tracePt t="119402" x="5048250" y="2387600"/>
          <p14:tracePt t="119418" x="5048250" y="2393950"/>
          <p14:tracePt t="119434" x="5054600" y="2393950"/>
          <p14:tracePt t="119451" x="5060950" y="2413000"/>
          <p14:tracePt t="119467" x="5067300" y="2425700"/>
          <p14:tracePt t="119484" x="5067300" y="2432050"/>
          <p14:tracePt t="119501" x="5073650" y="2451100"/>
          <p14:tracePt t="119517" x="5080000" y="2457450"/>
          <p14:tracePt t="119535" x="5086350" y="2457450"/>
          <p14:tracePt t="119633" x="5092700" y="2457450"/>
          <p14:tracePt t="119725" x="5092700" y="2463800"/>
          <p14:tracePt t="119739" x="5099050" y="2470150"/>
          <p14:tracePt t="119746" x="5099050" y="2476500"/>
          <p14:tracePt t="119760" x="5105400" y="2482850"/>
          <p14:tracePt t="119770" x="5105400" y="2495550"/>
          <p14:tracePt t="119784" x="5111750" y="2495550"/>
          <p14:tracePt t="119800" x="5111750" y="2501900"/>
          <p14:tracePt t="119816" x="5111750" y="2514600"/>
          <p14:tracePt t="119833" x="5118100" y="2527300"/>
          <p14:tracePt t="119866" x="5118100" y="2540000"/>
          <p14:tracePt t="119884" x="5124450" y="2565400"/>
          <p14:tracePt t="119901" x="5124450" y="2609850"/>
          <p14:tracePt t="119916" x="5130800" y="2635250"/>
          <p14:tracePt t="122067" x="5143500" y="2705100"/>
          <p14:tracePt t="122081" x="5149850" y="2794000"/>
          <p14:tracePt t="122088" x="5181600" y="2882900"/>
          <p14:tracePt t="122095" x="5238750" y="3003550"/>
          <p14:tracePt t="122112" x="5276850" y="3117850"/>
          <p14:tracePt t="122125" x="5334000" y="3238500"/>
          <p14:tracePt t="122142" x="5441950" y="3460750"/>
          <p14:tracePt t="122159" x="5543550" y="3683000"/>
          <p14:tracePt t="122175" x="5588000" y="3778250"/>
          <p14:tracePt t="122191" x="5619750" y="3867150"/>
          <p14:tracePt t="122208" x="5702300" y="4178300"/>
          <p14:tracePt t="122225" x="5708650" y="4273550"/>
          <p14:tracePt t="122242" x="5753100" y="4438650"/>
          <p14:tracePt t="122258" x="5772150" y="4597400"/>
          <p14:tracePt t="122274" x="5772150" y="4660900"/>
          <p14:tracePt t="122292" x="5759450" y="4756150"/>
          <p14:tracePt t="122308" x="5753100" y="4819650"/>
          <p14:tracePt t="122324" x="5734050" y="4857750"/>
          <p14:tracePt t="122341" x="5708650" y="4908550"/>
          <p14:tracePt t="122358" x="5670550" y="4959350"/>
          <p14:tracePt t="122374" x="5651500" y="4991100"/>
          <p14:tracePt t="122391" x="5594350" y="5048250"/>
          <p14:tracePt t="122407" x="5562600" y="5086350"/>
          <p14:tracePt t="122425" x="5391150" y="5181600"/>
          <p14:tracePt t="122440" x="5334000" y="5207000"/>
          <p14:tracePt t="122457" x="5276850" y="5245100"/>
          <p14:tracePt t="122474" x="5175250" y="5308600"/>
          <p14:tracePt t="122490" x="5060950" y="5365750"/>
          <p14:tracePt t="122507" x="5016500" y="5403850"/>
          <p14:tracePt t="122524" x="4921250" y="5499100"/>
          <p14:tracePt t="122540" x="4832350" y="5568950"/>
          <p14:tracePt t="122557" x="4806950" y="5594350"/>
          <p14:tracePt t="122574" x="4737100" y="5676900"/>
          <p14:tracePt t="122590" x="4699000" y="5740400"/>
          <p14:tracePt t="122608" x="4679950" y="5772150"/>
          <p14:tracePt t="122991" x="4705350" y="5784850"/>
          <p14:tracePt t="122998" x="4737100" y="5803900"/>
          <p14:tracePt t="123013" x="4768850" y="5816600"/>
          <p14:tracePt t="123022" x="4794250" y="5822950"/>
          <p14:tracePt t="123038" x="4819650" y="5829300"/>
          <p14:tracePt t="123055" x="4838700" y="5842000"/>
          <p14:tracePt t="123072" x="4870450" y="5842000"/>
          <p14:tracePt t="123088" x="4883150" y="5842000"/>
          <p14:tracePt t="123105" x="4895850" y="5842000"/>
          <p14:tracePt t="123139" x="4908550" y="5848350"/>
          <p14:tracePt t="123171" x="4908550" y="5861050"/>
          <p14:tracePt t="123207" x="4908550" y="5867400"/>
          <p14:tracePt t="123273" x="4908550" y="5873750"/>
          <p14:tracePt t="123392" x="4914900" y="5873750"/>
          <p14:tracePt t="123406" x="4927600" y="5873750"/>
          <p14:tracePt t="123420" x="4933950" y="5873750"/>
          <p14:tracePt t="123427" x="4946650" y="5867400"/>
          <p14:tracePt t="123441" x="4972050" y="5867400"/>
          <p14:tracePt t="123457" x="5003800" y="5861050"/>
          <p14:tracePt t="123470" x="5067300" y="5861050"/>
          <p14:tracePt t="123488" x="5156200" y="5848350"/>
          <p14:tracePt t="123505" x="5397500" y="5829300"/>
          <p14:tracePt t="123520" x="5537200" y="5816600"/>
          <p14:tracePt t="123537" x="5676900" y="5803900"/>
          <p14:tracePt t="123553" x="5988050" y="5797550"/>
          <p14:tracePt t="123570" x="6127750" y="5784850"/>
          <p14:tracePt t="123588" x="6369050" y="5772150"/>
          <p14:tracePt t="123604" x="6457950" y="5772150"/>
          <p14:tracePt t="123620" x="6534150" y="5772150"/>
          <p14:tracePt t="123637" x="6623050" y="5772150"/>
          <p14:tracePt t="123653" x="6648450" y="5772150"/>
          <p14:tracePt t="123670" x="6654800" y="5772150"/>
          <p14:tracePt t="123687" x="6654800" y="5778500"/>
          <p14:tracePt t="123708" x="6648450" y="5778500"/>
          <p14:tracePt t="123723" x="6635750" y="5778500"/>
          <p14:tracePt t="123736" x="6629400" y="5778500"/>
          <p14:tracePt t="123753" x="6616700" y="5778500"/>
          <p14:tracePt t="123770" x="6604000" y="5778500"/>
          <p14:tracePt t="123786" x="6578600" y="5778500"/>
          <p14:tracePt t="123803" x="6534150" y="5778500"/>
          <p14:tracePt t="123820" x="6496050" y="5778500"/>
          <p14:tracePt t="123836" x="6426200" y="5784850"/>
          <p14:tracePt t="123853" x="6299200" y="5784850"/>
          <p14:tracePt t="123869" x="6235700" y="5784850"/>
          <p14:tracePt t="123886" x="6083300" y="5784850"/>
          <p14:tracePt t="123903" x="6007100" y="5784850"/>
          <p14:tracePt t="123919" x="5930900" y="5791200"/>
          <p14:tracePt t="123936" x="5791200" y="5791200"/>
          <p14:tracePt t="123953" x="5734050" y="5791200"/>
          <p14:tracePt t="123969" x="5683250" y="5791200"/>
          <p14:tracePt t="123985" x="5613400" y="5791200"/>
          <p14:tracePt t="124002" x="5575300" y="5791200"/>
          <p14:tracePt t="124019" x="5473700" y="5791200"/>
          <p14:tracePt t="124036" x="5422900" y="5791200"/>
          <p14:tracePt t="124052" x="5346700" y="5791200"/>
          <p14:tracePt t="124068" x="5207000" y="5791200"/>
          <p14:tracePt t="124085" x="5130800" y="5797550"/>
          <p14:tracePt t="124102" x="5010150" y="5803900"/>
          <p14:tracePt t="124118" x="4972050" y="5803900"/>
          <p14:tracePt t="124136" x="4940300" y="5803900"/>
          <p14:tracePt t="124151" x="4902200" y="5803900"/>
          <p14:tracePt t="124168" x="4889500" y="5803900"/>
          <p14:tracePt t="124185" x="4870450" y="5810250"/>
          <p14:tracePt t="124201" x="4864100" y="5816600"/>
          <p14:tracePt t="124218" x="4851400" y="5822950"/>
          <p14:tracePt t="124235" x="4832350" y="5822950"/>
          <p14:tracePt t="124251" x="4826000" y="5829300"/>
          <p14:tracePt t="124268" x="4813300" y="5835650"/>
          <p14:tracePt t="124284" x="4800600" y="5848350"/>
          <p14:tracePt t="124318" x="4781550" y="5861050"/>
          <p14:tracePt t="124335" x="4768850" y="5867400"/>
          <p14:tracePt t="124351" x="4762500" y="5867400"/>
          <p14:tracePt t="124367" x="4749800" y="5880100"/>
          <p14:tracePt t="124384" x="4743450" y="5880100"/>
          <p14:tracePt t="124401" x="4737100" y="5880100"/>
          <p14:tracePt t="124417" x="4737100" y="5886450"/>
          <p14:tracePt t="124434" x="4724400" y="5886450"/>
          <p14:tracePt t="124529" x="4724400" y="5892800"/>
          <p14:tracePt t="125890" x="4806950" y="5892800"/>
          <p14:tracePt t="125904" x="4933950" y="5886450"/>
          <p14:tracePt t="125919" x="5130800" y="5861050"/>
          <p14:tracePt t="125925" x="5365750" y="5861050"/>
          <p14:tracePt t="125939" x="5676900" y="5861050"/>
          <p14:tracePt t="125953" x="5988050" y="5861050"/>
          <p14:tracePt t="125962" x="6350000" y="5861050"/>
          <p14:tracePt t="125978" x="6711950" y="5861050"/>
          <p14:tracePt t="125996" x="7048500" y="5873750"/>
          <p14:tracePt t="126012" x="7759700" y="5848350"/>
          <p14:tracePt t="126028" x="8077200" y="5829300"/>
          <p14:tracePt t="126045" x="8661400" y="5784850"/>
          <p14:tracePt t="126061" x="8985250" y="5727700"/>
          <p14:tracePt t="126480" x="9124950" y="5638800"/>
          <p14:tracePt t="126486" x="9086850" y="5638800"/>
          <p14:tracePt t="126501" x="9036050" y="5626100"/>
          <p14:tracePt t="126510" x="8978900" y="5619750"/>
          <p14:tracePt t="126526" x="8915400" y="5607050"/>
          <p14:tracePt t="126543" x="8788400" y="5600700"/>
          <p14:tracePt t="126560" x="8655050" y="5568950"/>
          <p14:tracePt t="126576" x="8610600" y="5562600"/>
          <p14:tracePt t="126593" x="8540750" y="5549900"/>
          <p14:tracePt t="126610" x="8509000" y="5537200"/>
          <p14:tracePt t="126627" x="8496300" y="5537200"/>
          <p14:tracePt t="126643" x="8489950" y="5530850"/>
          <p14:tracePt t="126679" x="8489950" y="5524500"/>
          <p14:tracePt t="126697" x="8496300" y="5524500"/>
          <p14:tracePt t="126719" x="8502650" y="5524500"/>
          <p14:tracePt t="126838" x="8509000" y="5524500"/>
          <p14:tracePt t="126873" x="8509000" y="5530850"/>
          <p14:tracePt t="126907" x="8496300" y="5537200"/>
          <p14:tracePt t="126922" x="8489950" y="5537200"/>
          <p14:tracePt t="126929" x="8489950" y="5543550"/>
          <p14:tracePt t="126945" x="8483600" y="5549900"/>
          <p14:tracePt t="126959" x="8470900" y="5556250"/>
          <p14:tracePt t="126975" x="8458200" y="5562600"/>
          <p14:tracePt t="126992" x="8413750" y="5581650"/>
          <p14:tracePt t="127008" x="8382000" y="5600700"/>
          <p14:tracePt t="127024" x="8267700" y="5657850"/>
          <p14:tracePt t="127041" x="8121650" y="5727700"/>
          <p14:tracePt t="127058" x="8026400" y="5765800"/>
          <p14:tracePt t="127075" x="7816850" y="5842000"/>
          <p14:tracePt t="127091" x="7575550" y="5937250"/>
          <p14:tracePt t="127108" x="7410450" y="6000750"/>
          <p14:tracePt t="127125" x="7162800" y="6108700"/>
          <p14:tracePt t="127141" x="6889750" y="6254750"/>
          <p14:tracePt t="127158" x="6756400" y="6299200"/>
          <p14:tracePt t="127175" x="6546850" y="6394450"/>
          <p14:tracePt t="127192" x="6388100" y="6438900"/>
          <p14:tracePt t="127208" x="6305550" y="6464300"/>
          <p14:tracePt t="127224" x="6210300" y="6489700"/>
          <p14:tracePt t="127241" x="6172200" y="6489700"/>
          <p14:tracePt t="127258" x="6159500" y="6489700"/>
          <p14:tracePt t="127274" x="6146800" y="6489700"/>
          <p14:tracePt t="127350" x="6153150" y="6483350"/>
          <p14:tracePt t="127364" x="6153150" y="6477000"/>
          <p14:tracePt t="127371" x="6159500" y="6477000"/>
          <p14:tracePt t="127378" x="6165850" y="6470650"/>
          <p14:tracePt t="127394" x="6172200" y="6464300"/>
          <p14:tracePt t="127407" x="6191250" y="6451600"/>
          <p14:tracePt t="127423" x="6197600" y="6432550"/>
          <p14:tracePt t="127442" x="6235700" y="6407150"/>
          <p14:tracePt t="127456" x="6254750" y="6388100"/>
          <p14:tracePt t="127473" x="6350000" y="6324600"/>
          <p14:tracePt t="127491" x="6502400" y="6223000"/>
          <p14:tracePt t="127508" x="6604000" y="6165850"/>
          <p14:tracePt t="127525" x="6813550" y="6064250"/>
          <p14:tracePt t="127540" x="7029450" y="5969000"/>
          <p14:tracePt t="127556" x="7131050" y="5937250"/>
          <p14:tracePt t="127573" x="7239000" y="5892800"/>
          <p14:tracePt t="127590" x="7512050" y="5772150"/>
          <p14:tracePt t="127606" x="7588250" y="5721350"/>
          <p14:tracePt t="127623" x="7702550" y="5645150"/>
          <p14:tracePt t="127639" x="7747000" y="5619750"/>
          <p14:tracePt t="127656" x="7810500" y="5568950"/>
          <p14:tracePt t="127673" x="7854950" y="5524500"/>
          <p14:tracePt t="127689" x="7874000" y="5499100"/>
          <p14:tracePt t="127706" x="7912100" y="5467350"/>
          <p14:tracePt t="127722" x="7937500" y="5448300"/>
          <p14:tracePt t="127739" x="7943850" y="5441950"/>
          <p14:tracePt t="127785" x="7937500" y="5441950"/>
          <p14:tracePt t="127792" x="7918450" y="5454650"/>
          <p14:tracePt t="127806" x="7918450" y="5461000"/>
          <p14:tracePt t="127822" x="7880350" y="5480050"/>
          <p14:tracePt t="127839" x="7867650" y="5486400"/>
          <p14:tracePt t="127856" x="7835900" y="5505450"/>
          <p14:tracePt t="127872" x="7747000" y="5537200"/>
          <p14:tracePt t="127889" x="7670800" y="5568950"/>
          <p14:tracePt t="127906" x="7461250" y="5632450"/>
          <p14:tracePt t="127922" x="7346950" y="5676900"/>
          <p14:tracePt t="127939" x="7092950" y="5772150"/>
          <p14:tracePt t="127954" x="6851650" y="5880100"/>
          <p14:tracePt t="127971" x="6737350" y="5937250"/>
          <p14:tracePt t="127989" x="6527800" y="6019800"/>
          <p14:tracePt t="128005" x="6388100" y="6089650"/>
          <p14:tracePt t="128022" x="6356350" y="6102350"/>
          <p14:tracePt t="128039" x="6311900" y="6134100"/>
          <p14:tracePt t="128055" x="6299200" y="6140450"/>
          <p14:tracePt t="128071" x="6299200" y="6146800"/>
          <p14:tracePt t="128170" x="6299200" y="6165850"/>
          <p14:tracePt t="130008" x="6242050" y="6134100"/>
          <p14:tracePt t="130016" x="6134100" y="6070600"/>
          <p14:tracePt t="130029" x="6000750" y="5962650"/>
          <p14:tracePt t="130036" x="5816600" y="5835650"/>
          <p14:tracePt t="130051" x="5588000" y="5702300"/>
          <p14:tracePt t="130064" x="5378450" y="5549900"/>
          <p14:tracePt t="130081" x="4978400" y="5321300"/>
          <p14:tracePt t="130098" x="4775200" y="5207000"/>
          <p14:tracePt t="130114" x="4419600" y="5003800"/>
          <p14:tracePt t="130131" x="4152900" y="4864100"/>
          <p14:tracePt t="130148" x="3949700" y="4756150"/>
          <p14:tracePt t="130164" x="3848100" y="4705350"/>
          <p14:tracePt t="130181" x="3752850" y="4648200"/>
          <p14:tracePt t="130197" x="3549650" y="4527550"/>
          <p14:tracePt t="130214" x="3467100" y="4464050"/>
          <p14:tracePt t="130231" x="3384550" y="4413250"/>
          <p14:tracePt t="130247" x="3232150" y="4298950"/>
          <p14:tracePt t="130264" x="3162300" y="4248150"/>
          <p14:tracePt t="130281" x="3022600" y="4159250"/>
          <p14:tracePt t="130296" x="2914650" y="4095750"/>
          <p14:tracePt t="130313" x="2832100" y="4025900"/>
          <p14:tracePt t="130330" x="2800350" y="4000500"/>
          <p14:tracePt t="130334" x="2774950" y="3975100"/>
          <p14:tracePt t="130347" x="2755900" y="3956050"/>
          <p14:tracePt t="130363" x="2705100" y="3898900"/>
          <p14:tracePt t="130380" x="2647950" y="3829050"/>
          <p14:tracePt t="130396" x="2609850" y="3784600"/>
          <p14:tracePt t="130414" x="2546350" y="3727450"/>
          <p14:tracePt t="130429" x="2463800" y="3663950"/>
          <p14:tracePt t="130446" x="2432050" y="3632200"/>
          <p14:tracePt t="130463" x="2336800" y="3556000"/>
          <p14:tracePt t="130479" x="2260600" y="3486150"/>
          <p14:tracePt t="130496" x="2216150" y="3448050"/>
          <p14:tracePt t="130513" x="2146300" y="3390900"/>
          <p14:tracePt t="130529" x="2089150" y="3333750"/>
          <p14:tracePt t="130546" x="2076450" y="3314700"/>
          <p14:tracePt t="130563" x="2051050" y="3282950"/>
          <p14:tracePt t="130579" x="2019300" y="3251200"/>
          <p14:tracePt t="130596" x="2012950" y="3238500"/>
          <p14:tracePt t="130613" x="1993900" y="3213100"/>
          <p14:tracePt t="130629" x="1987550" y="3206750"/>
          <p14:tracePt t="130645" x="1974850" y="3181350"/>
          <p14:tracePt t="130662" x="1962150" y="3162300"/>
          <p14:tracePt t="130682" x="1955800" y="3149600"/>
          <p14:tracePt t="130696" x="1949450" y="3149600"/>
          <p14:tracePt t="130712" x="1943100" y="3143250"/>
          <p14:tracePt t="130729" x="1936750" y="3136900"/>
          <p14:tracePt t="130745" x="1936750" y="3130550"/>
          <p14:tracePt t="130762" x="1930400" y="3124200"/>
          <p14:tracePt t="130787" x="1930400" y="3117850"/>
          <p14:tracePt t="130899" x="1936750" y="3124200"/>
          <p14:tracePt t="130914" x="1936750" y="3130550"/>
          <p14:tracePt t="130928" x="1943100" y="3136900"/>
          <p14:tracePt t="130963" x="1943100" y="3143250"/>
          <p14:tracePt t="130984" x="1943100" y="3149600"/>
          <p14:tracePt t="130998" x="1936750" y="3155950"/>
          <p14:tracePt t="131012" x="1917700" y="3162300"/>
          <p14:tracePt t="131019" x="1898650" y="3168650"/>
          <p14:tracePt t="131033" x="1866900" y="3175000"/>
          <p14:tracePt t="131044" x="1816100" y="3194050"/>
          <p14:tracePt t="131061" x="1670050" y="3225800"/>
          <p14:tracePt t="131077" x="1581150" y="3225800"/>
          <p14:tracePt t="131094" x="1365250" y="3257550"/>
          <p14:tracePt t="131111" x="1143000" y="3276600"/>
          <p14:tracePt t="131127" x="1041400" y="3282950"/>
          <p14:tracePt t="131144" x="863600" y="3295650"/>
          <p14:tracePt t="131160" x="730250" y="3314700"/>
          <p14:tracePt t="131177" x="679450" y="3314700"/>
          <p14:tracePt t="131195" x="609600" y="3327400"/>
          <p14:tracePt t="131211" x="558800" y="3333750"/>
          <p14:tracePt t="131227" x="539750" y="3333750"/>
          <p14:tracePt t="131244" x="508000" y="3352800"/>
          <p14:tracePt t="131260" x="501650" y="3365500"/>
          <p14:tracePt t="131277" x="476250" y="3371850"/>
          <p14:tracePt t="131294" x="463550" y="3384550"/>
          <p14:tracePt t="131310" x="450850" y="3390900"/>
          <p14:tracePt t="131327" x="438150" y="3390900"/>
          <p14:tracePt t="131343" x="431800" y="3390900"/>
          <p14:tracePt t="131347" x="425450" y="3390900"/>
          <p14:tracePt t="131377" x="412750" y="3390900"/>
          <p14:tracePt t="131393" x="400050" y="3390900"/>
          <p14:tracePt t="131426" x="393700" y="3390900"/>
          <p14:tracePt t="131443" x="387350" y="3390900"/>
          <p14:tracePt t="131475" x="381000" y="3390900"/>
          <p14:tracePt t="131559" x="387350" y="3390900"/>
          <p14:tracePt t="131580" x="393700" y="3390900"/>
          <p14:tracePt t="131601" x="400050" y="3390900"/>
          <p14:tracePt t="131615" x="412750" y="3390900"/>
          <p14:tracePt t="131623" x="431800" y="3390900"/>
          <p14:tracePt t="131629" x="450850" y="3390900"/>
          <p14:tracePt t="131646" x="482600" y="3390900"/>
          <p14:tracePt t="131658" x="520700" y="3390900"/>
          <p14:tracePt t="131675" x="628650" y="3390900"/>
          <p14:tracePt t="131692" x="692150" y="3390900"/>
          <p14:tracePt t="131709" x="831850" y="3390900"/>
          <p14:tracePt t="131725" x="996950" y="3384550"/>
          <p14:tracePt t="131742" x="1162050" y="3365500"/>
          <p14:tracePt t="131759" x="1244600" y="3346450"/>
          <p14:tracePt t="131775" x="1422400" y="3314700"/>
          <p14:tracePt t="131792" x="1606550" y="3295650"/>
          <p14:tracePt t="131808" x="1720850" y="3295650"/>
          <p14:tracePt t="131826" x="1943100" y="3295650"/>
          <p14:tracePt t="131842" x="2197100" y="3295650"/>
          <p14:tracePt t="131858" x="2324100" y="3308350"/>
          <p14:tracePt t="131862" x="2482850" y="3321050"/>
          <p14:tracePt t="131878" x="2673350" y="3333750"/>
          <p14:tracePt t="131891" x="2857500" y="3333750"/>
          <p14:tracePt t="131908" x="3263900" y="3371850"/>
          <p14:tracePt t="131925" x="3663950" y="3384550"/>
          <p14:tracePt t="131941" x="3848100" y="3384550"/>
          <p14:tracePt t="131958" x="4140200" y="3397250"/>
          <p14:tracePt t="131974" x="4394200" y="3390900"/>
          <p14:tracePt t="131991" x="4502150" y="3390900"/>
          <p14:tracePt t="132008" x="4686300" y="3378200"/>
          <p14:tracePt t="132024" x="4838700" y="3378200"/>
          <p14:tracePt t="132041" x="4914900" y="3359150"/>
          <p14:tracePt t="132058" x="5080000" y="3352800"/>
          <p14:tracePt t="132074" x="5226050" y="3333750"/>
          <p14:tracePt t="132090" x="5289550" y="3333750"/>
          <p14:tracePt t="132107" x="5384800" y="3314700"/>
          <p14:tracePt t="132124" x="5448300" y="3314700"/>
          <p14:tracePt t="132142" x="5543550" y="3308350"/>
          <p14:tracePt t="132157" x="5594350" y="3308350"/>
          <p14:tracePt t="132174" x="5670550" y="3308350"/>
          <p14:tracePt t="132191" x="5867400" y="3321050"/>
          <p14:tracePt t="132207" x="5918200" y="3327400"/>
          <p14:tracePt t="132224" x="5988050" y="3333750"/>
          <p14:tracePt t="132240" x="6089650" y="3352800"/>
          <p14:tracePt t="132257" x="6210300" y="3359150"/>
          <p14:tracePt t="132273" x="6280150" y="3352800"/>
          <p14:tracePt t="132290" x="6356350" y="3346450"/>
          <p14:tracePt t="132307" x="6432550" y="3346450"/>
          <p14:tracePt t="132324" x="6527800" y="3346450"/>
          <p14:tracePt t="132340" x="6578600" y="3352800"/>
          <p14:tracePt t="132356" x="6711950" y="3390900"/>
          <p14:tracePt t="132373" x="6870700" y="3422650"/>
          <p14:tracePt t="132389" x="6921500" y="3429000"/>
          <p14:tracePt t="132406" x="7029450" y="3448050"/>
          <p14:tracePt t="132423" x="7112000" y="3460750"/>
          <p14:tracePt t="132439" x="7150100" y="3467100"/>
          <p14:tracePt t="132457" x="7194550" y="3473450"/>
          <p14:tracePt t="132473" x="7315200" y="3492500"/>
          <p14:tracePt t="132489" x="7366000" y="3492500"/>
          <p14:tracePt t="132506" x="7486650" y="3498850"/>
          <p14:tracePt t="132523" x="7537450" y="3511550"/>
          <p14:tracePt t="132539" x="7620000" y="3517900"/>
          <p14:tracePt t="132556" x="7689850" y="3524250"/>
          <p14:tracePt t="132572" x="7715250" y="3524250"/>
          <p14:tracePt t="132589" x="7772400" y="3530600"/>
          <p14:tracePt t="132605" x="7835900" y="3549650"/>
          <p14:tracePt t="132622" x="7854950" y="3556000"/>
          <p14:tracePt t="132640" x="7899400" y="3568700"/>
          <p14:tracePt t="132655" x="7937500" y="3575050"/>
          <p14:tracePt t="132672" x="7943850" y="3581400"/>
          <p14:tracePt t="132689" x="7956550" y="3581400"/>
          <p14:tracePt t="134050" x="7899400" y="3568700"/>
          <p14:tracePt t="134057" x="7785100" y="3524250"/>
          <p14:tracePt t="134067" x="7651750" y="3486150"/>
          <p14:tracePt t="134084" x="7518400" y="3435350"/>
          <p14:tracePt t="134100" x="7207250" y="3352800"/>
          <p14:tracePt t="134117" x="6902450" y="3282950"/>
          <p14:tracePt t="134134" x="6635750" y="3194050"/>
          <p14:tracePt t="134150" x="6426200" y="3117850"/>
          <p14:tracePt t="134167" x="6318250" y="3098800"/>
          <p14:tracePt t="134183" x="6127750" y="3048000"/>
          <p14:tracePt t="134200" x="5969000" y="3016250"/>
          <p14:tracePt t="134217" x="5867400" y="3016250"/>
          <p14:tracePt t="134233" x="5822950" y="3003550"/>
          <p14:tracePt t="134250" x="5753100" y="2978150"/>
          <p14:tracePt t="134267" x="5689600" y="2971800"/>
          <p14:tracePt t="134283" x="5670550" y="2971800"/>
          <p14:tracePt t="134300" x="5645150" y="2971800"/>
          <p14:tracePt t="134317" x="5562600" y="2952750"/>
          <p14:tracePt t="134333" x="5543550" y="2952750"/>
          <p14:tracePt t="134350" x="5518150" y="2952750"/>
          <p14:tracePt t="134367" x="5467350" y="2952750"/>
          <p14:tracePt t="134383" x="5422900" y="2965450"/>
          <p14:tracePt t="134401" x="5384800" y="2978150"/>
          <p14:tracePt t="134416" x="5359400" y="2984500"/>
          <p14:tracePt t="134433" x="5308600" y="3003550"/>
          <p14:tracePt t="134449" x="5283200" y="3016250"/>
          <p14:tracePt t="134466" x="5207000" y="3054350"/>
          <p14:tracePt t="134483" x="5080000" y="3130550"/>
          <p14:tracePt t="134500" x="4927600" y="3232150"/>
          <p14:tracePt t="134516" x="4845050" y="3295650"/>
          <p14:tracePt t="134532" x="4775200" y="3346450"/>
          <p14:tracePt t="134549" x="4635500" y="3454400"/>
          <p14:tracePt t="134565" x="4508500" y="3524250"/>
          <p14:tracePt t="134583" x="4432300" y="3568700"/>
          <p14:tracePt t="134599" x="4400550" y="3575050"/>
          <p14:tracePt t="134615" x="4394200" y="3581400"/>
          <p14:tracePt t="134632" x="4387850" y="3581400"/>
          <p14:tracePt t="134660" x="4387850" y="3594100"/>
          <p14:tracePt t="134668" x="4394200" y="3594100"/>
          <p14:tracePt t="134684" x="4406900" y="3594100"/>
          <p14:tracePt t="134699" x="4419600" y="3594100"/>
          <p14:tracePt t="134715" x="4457700" y="3594100"/>
          <p14:tracePt t="134731" x="4489450" y="3581400"/>
          <p14:tracePt t="134748" x="4559300" y="3568700"/>
          <p14:tracePt t="134765" x="4622800" y="3556000"/>
          <p14:tracePt t="134781" x="4806950" y="3530600"/>
          <p14:tracePt t="134798" x="4908550" y="3505200"/>
          <p14:tracePt t="134815" x="5111750" y="3479800"/>
          <p14:tracePt t="134831" x="5295900" y="3435350"/>
          <p14:tracePt t="134848" x="5384800" y="3429000"/>
          <p14:tracePt t="134864" x="5530850" y="3397250"/>
          <p14:tracePt t="134881" x="5657850" y="3378200"/>
          <p14:tracePt t="134899" x="5734050" y="3371850"/>
          <p14:tracePt t="134915" x="5753100" y="3365500"/>
          <p14:tracePt t="134931" x="5765800" y="3359150"/>
          <p14:tracePt t="134950" x="5765800" y="3352800"/>
          <p14:tracePt t="134964" x="5759450" y="3352800"/>
          <p14:tracePt t="134981" x="5740400" y="3346450"/>
          <p14:tracePt t="134998" x="5740400" y="33401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9753600" cy="677164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class Deck(</a:t>
            </a:r>
            <a:r>
              <a:rPr lang="en-US" sz="2400" b="1" spc="-100" dirty="0">
                <a:latin typeface="Lucida Console" panose="020B0609040504020204" pitchFamily="49" charset="0"/>
              </a:rPr>
              <a:t>Card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@property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deal(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[0]</a:t>
            </a:r>
            <a:r>
              <a:rPr lang="en-US" sz="2400" spc="-100" dirty="0">
                <a:latin typeface="Lucida Console" panose="020B0609040504020204" pitchFamily="49" charset="0"/>
              </a:rPr>
              <a:t>; del 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[0]</a:t>
            </a:r>
            <a:r>
              <a:rPr lang="en-US" sz="2400" spc="-100" dirty="0">
                <a:latin typeface="Lucida Console" panose="020B0609040504020204" pitchFamily="49" charset="0"/>
              </a:rPr>
              <a:t>; return </a:t>
            </a:r>
            <a:r>
              <a:rPr lang="en-US" sz="240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</a:t>
            </a:r>
            <a:r>
              <a:rPr 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sz="2400" spc="-100" dirty="0">
                <a:latin typeface="Lucida Console" panose="020B0609040504020204" pitchFamily="49" charset="0"/>
              </a:rPr>
              <a:t> __</a:t>
            </a:r>
            <a:r>
              <a:rPr lang="en-US" sz="2400" spc="-100" dirty="0" err="1">
                <a:latin typeface="Lucida Console" panose="020B0609040504020204" pitchFamily="49" charset="0"/>
              </a:rPr>
              <a:t>str</a:t>
            </a:r>
            <a:r>
              <a:rPr lang="en-US" sz="2400" spc="-100" dirty="0">
                <a:latin typeface="Lucida Console" panose="020B0609040504020204" pitchFamily="49" charset="0"/>
              </a:rPr>
              <a:t>__(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self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=(</a:t>
            </a:r>
            <a:r>
              <a:rPr lang="en-US" sz="2400" spc="-100" dirty="0" err="1">
                <a:latin typeface="Lucida Console" panose="020B0609040504020204" pitchFamily="49" charset="0"/>
              </a:rPr>
              <a:t>len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)+23)//24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s=""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for 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 in range(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[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*24+ (</a:t>
            </a:r>
            <a:r>
              <a:rPr lang="en-US" sz="2400" b="1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y:=</a:t>
            </a:r>
            <a:r>
              <a:rPr lang="en-US" sz="2400" spc="-100" dirty="0">
                <a:latin typeface="Lucida Console" panose="020B0609040504020204" pitchFamily="49" charset="0"/>
              </a:rPr>
              <a:t>23 \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if 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&lt;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rows</a:t>
            </a:r>
            <a:r>
              <a:rPr lang="en-US" sz="2400" spc="-100" dirty="0">
                <a:latin typeface="Lucida Console" panose="020B0609040504020204" pitchFamily="49" charset="0"/>
              </a:rPr>
              <a:t>-1 else(</a:t>
            </a:r>
            <a:r>
              <a:rPr lang="en-US" sz="2400" spc="-100" dirty="0" err="1">
                <a:latin typeface="Lucida Console" panose="020B0609040504020204" pitchFamily="49" charset="0"/>
              </a:rPr>
              <a:t>len</a:t>
            </a:r>
            <a:r>
              <a:rPr lang="en-US" sz="2400" spc="-100" dirty="0">
                <a:latin typeface="Lucida Console" panose="020B0609040504020204" pitchFamily="49" charset="0"/>
              </a:rPr>
              <a:t>(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latin typeface="Lucida Console" panose="020B0609040504020204" pitchFamily="49" charset="0"/>
              </a:rPr>
              <a:t>)-1)%24)]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for </a:t>
            </a:r>
            <a:r>
              <a:rPr lang="en-US" sz="24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j</a:t>
            </a:r>
            <a:r>
              <a:rPr lang="en-US" sz="2400" spc="-100" dirty="0">
                <a:latin typeface="Lucida Console" panose="020B0609040504020204" pitchFamily="49" charset="0"/>
              </a:rPr>
              <a:t> in range(</a:t>
            </a:r>
            <a:r>
              <a:rPr lang="en-US" sz="2400" b="1" spc="-100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*24+</a:t>
            </a:r>
            <a:r>
              <a:rPr lang="en-US" sz="2400" b="1" spc="-100" dirty="0">
                <a:solidFill>
                  <a:srgbClr val="719707"/>
                </a:solidFill>
                <a:latin typeface="Lucida Console" panose="020B0609040504020204" pitchFamily="49" charset="0"/>
              </a:rPr>
              <a:t>y</a:t>
            </a:r>
            <a:r>
              <a:rPr lang="en-US" sz="2400" spc="-100" dirty="0">
                <a:latin typeface="Lucida Console" panose="020B0609040504020204" pitchFamily="49" charset="0"/>
              </a:rPr>
              <a:t>-1,</a:t>
            </a:r>
            <a:r>
              <a:rPr lang="en-US" sz="24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*24-1,-1):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   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self._deck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[j]</a:t>
            </a:r>
            <a:r>
              <a:rPr lang="en-US" sz="2400" spc="-100" dirty="0">
                <a:latin typeface="Lucida Console" panose="020B0609040504020204" pitchFamily="49" charset="0"/>
              </a:rPr>
              <a:t>+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;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  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sz="2400" spc="-100" dirty="0">
                <a:latin typeface="Lucida Console" panose="020B0609040504020204" pitchFamily="49" charset="0"/>
              </a:rPr>
              <a:t>+=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t</a:t>
            </a:r>
            <a:r>
              <a:rPr lang="en-US" sz="2400" spc="-100" dirty="0">
                <a:latin typeface="Lucida Console" panose="020B0609040504020204" pitchFamily="49" charset="0"/>
              </a:rPr>
              <a:t>+</a:t>
            </a:r>
            <a:r>
              <a:rPr lang="en-US" sz="2400" b="1" spc="-100" dirty="0">
                <a:solidFill>
                  <a:srgbClr val="00A850"/>
                </a:solidFill>
                <a:latin typeface="Lucida Console" panose="020B0609040504020204" pitchFamily="49" charset="0"/>
              </a:rPr>
              <a:t>"\n"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   return </a:t>
            </a:r>
            <a:r>
              <a:rPr lang="en-US" sz="24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if __name__ == "__main__":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nt(Deck(joker=</a:t>
            </a:r>
            <a:r>
              <a:rPr lang="en-US" sz="2400" spc="-100" dirty="0" err="1">
                <a:latin typeface="Lucida Console" panose="020B0609040504020204" pitchFamily="49" charset="0"/>
              </a:rPr>
              <a:t>True,shuffle</a:t>
            </a:r>
            <a:r>
              <a:rPr lang="en-US" sz="2400" spc="-100" dirty="0">
                <a:latin typeface="Lucida Console" panose="020B0609040504020204" pitchFamily="49" charset="0"/>
              </a:rPr>
              <a:t>=</a:t>
            </a:r>
            <a:r>
              <a:rPr lang="en-US" sz="2400" spc="-100" dirty="0" err="1">
                <a:latin typeface="Lucida Console" panose="020B0609040504020204" pitchFamily="49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</a:rPr>
              <a:t>al</a:t>
            </a:r>
            <a:r>
              <a:rPr lang="en-US" sz="2400" spc="-100" dirty="0" err="1">
                <a:latin typeface="Lucida Console" panose="020B0609040504020204" pitchFamily="49" charset="0"/>
              </a:rPr>
              <a:t>s</a:t>
            </a:r>
            <a:r>
              <a:rPr lang="en-US" sz="2400" spc="-200" dirty="0" err="1">
                <a:latin typeface="Lucida Console" panose="020B0609040504020204" pitchFamily="49" charset="0"/>
              </a:rPr>
              <a:t>e,</a:t>
            </a:r>
            <a:r>
              <a:rPr lang="en-US" sz="2400" spc="-100" dirty="0" err="1">
                <a:latin typeface="Lucida Console" panose="020B0609040504020204" pitchFamily="49" charset="0"/>
              </a:rPr>
              <a:t>faceup</a:t>
            </a:r>
            <a:r>
              <a:rPr lang="en-US" sz="2400" spc="-100" dirty="0">
                <a:latin typeface="Lucida Console" panose="020B0609040504020204" pitchFamily="49" charset="0"/>
              </a:rPr>
              <a:t>=F</a:t>
            </a:r>
            <a:r>
              <a:rPr lang="en-US" sz="2400" spc="-300" dirty="0">
                <a:latin typeface="Lucida Console" panose="020B0609040504020204" pitchFamily="49" charset="0"/>
              </a:rPr>
              <a:t>al</a:t>
            </a:r>
            <a:r>
              <a:rPr lang="en-US" sz="2400" spc="-150" dirty="0">
                <a:latin typeface="Lucida Console" panose="020B0609040504020204" pitchFamily="49" charset="0"/>
              </a:rPr>
              <a:t>se</a:t>
            </a:r>
            <a:r>
              <a:rPr lang="en-US" sz="2400" spc="-300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nt(Deck(pinochle=True))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</a:rPr>
              <a:t>   pr</a:t>
            </a:r>
            <a:r>
              <a:rPr lang="en-US" sz="2400" spc="-200" dirty="0">
                <a:latin typeface="Lucida Console" panose="020B0609040504020204" pitchFamily="49" charset="0"/>
              </a:rPr>
              <a:t>i</a:t>
            </a:r>
            <a:r>
              <a:rPr lang="en-US" sz="2400" spc="-100" dirty="0">
                <a:latin typeface="Lucida Console" panose="020B0609040504020204" pitchFamily="49" charset="0"/>
              </a:rPr>
              <a:t>nt(Deck(pinochle=</a:t>
            </a:r>
            <a:r>
              <a:rPr lang="en-US" sz="2400" spc="-100" dirty="0" err="1">
                <a:latin typeface="Lucida Console" panose="020B0609040504020204" pitchFamily="49" charset="0"/>
              </a:rPr>
              <a:t>True,faceup</a:t>
            </a:r>
            <a:r>
              <a:rPr lang="en-US" sz="2400" spc="-100" dirty="0">
                <a:latin typeface="Lucida Console" panose="020B0609040504020204" pitchFamily="49" charset="0"/>
              </a:rPr>
              <a:t>=False),end="")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sz="2400" spc="-100" dirty="0">
                <a:latin typeface="Lucida Console" panose="020B0609040504020204" pitchFamily="49" charset="0"/>
              </a:rPr>
              <a:t> python3 deck.py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spc="-100" dirty="0">
              <a:latin typeface="Lucida Console" panose="020B060904050402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"/>
          <a:stretch/>
        </p:blipFill>
        <p:spPr>
          <a:xfrm>
            <a:off x="0" y="0"/>
            <a:ext cx="9144000" cy="5003289"/>
          </a:xfrm>
          <a:prstGeom prst="rect">
            <a:avLst/>
          </a:prstGeom>
        </p:spPr>
      </p:pic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182162" y="319207"/>
            <a:ext cx="258771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from your</a:t>
            </a:r>
            <a:b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homework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306"/>
    </mc:Choice>
    <mc:Fallback xmlns="">
      <p:transition spd="slow" advTm="1383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90" x="6178550" y="5734050"/>
          <p14:tracePt t="1405" x="6165850" y="5670550"/>
          <p14:tracePt t="1412" x="6165850" y="5594350"/>
          <p14:tracePt t="1428" x="6159500" y="5492750"/>
          <p14:tracePt t="1442" x="6146800" y="5276850"/>
          <p14:tracePt t="1459" x="6140450" y="5175250"/>
          <p14:tracePt t="1476" x="6127750" y="4959350"/>
          <p14:tracePt t="1493" x="6115050" y="4845050"/>
          <p14:tracePt t="1510" x="6096000" y="4476750"/>
          <p14:tracePt t="1525" x="6076950" y="4362450"/>
          <p14:tracePt t="1542" x="6051550" y="4235450"/>
          <p14:tracePt t="1559" x="5975350" y="3968750"/>
          <p14:tracePt t="1575" x="5911850" y="3727450"/>
          <p14:tracePt t="1592" x="5861050" y="3606800"/>
          <p14:tracePt t="1608" x="5778500" y="3397250"/>
          <p14:tracePt t="1625" x="5695950" y="3213100"/>
          <p14:tracePt t="1642" x="5638800" y="3117850"/>
          <p14:tracePt t="1658" x="5518150" y="2933700"/>
          <p14:tracePt t="1675" x="5454650" y="2851150"/>
          <p14:tracePt t="1692" x="5327650" y="2686050"/>
          <p14:tracePt t="1707" x="5238750" y="2552700"/>
          <p14:tracePt t="1724" x="5200650" y="2495550"/>
          <p14:tracePt t="1742" x="5124450" y="2387600"/>
          <p14:tracePt t="1758" x="5099050" y="2330450"/>
          <p14:tracePt t="1775" x="5073650" y="2286000"/>
          <p14:tracePt t="1791" x="4991100" y="2127250"/>
          <p14:tracePt t="1808" x="4972050" y="2089150"/>
          <p14:tracePt t="1824" x="4946650" y="2044700"/>
          <p14:tracePt t="1841" x="4914900" y="2000250"/>
          <p14:tracePt t="1857" x="4883150" y="1974850"/>
          <p14:tracePt t="1875" x="4826000" y="1955800"/>
          <p14:tracePt t="1891" x="4781550" y="1949450"/>
          <p14:tracePt t="1907" x="4762500" y="1949450"/>
          <p14:tracePt t="5636" x="4692650" y="1949450"/>
          <p14:tracePt t="5643" x="4616450" y="1949450"/>
          <p14:tracePt t="5658" x="4527550" y="1949450"/>
          <p14:tracePt t="5664" x="4438650" y="1949450"/>
          <p14:tracePt t="5681" x="4362450" y="1949450"/>
          <p14:tracePt t="5694" x="4286250" y="1949450"/>
          <p14:tracePt t="5711" x="4152900" y="1949450"/>
          <p14:tracePt t="5728" x="4044950" y="1968500"/>
          <p14:tracePt t="5744" x="3994150" y="1981200"/>
          <p14:tracePt t="5761" x="3924300" y="1993900"/>
          <p14:tracePt t="5777" x="3879850" y="2006600"/>
          <p14:tracePt t="5794" x="3854450" y="2012950"/>
          <p14:tracePt t="5811" x="3797300" y="2044700"/>
          <p14:tracePt t="5827" x="3759200" y="2076450"/>
          <p14:tracePt t="5844" x="3733800" y="2089150"/>
          <p14:tracePt t="5861" x="3689350" y="2114550"/>
          <p14:tracePt t="5877" x="3657600" y="2139950"/>
          <p14:tracePt t="5893" x="3644900" y="2146300"/>
          <p14:tracePt t="5910" x="3619500" y="2165350"/>
          <p14:tracePt t="5927" x="3600450" y="2184400"/>
          <p14:tracePt t="5943" x="3587750" y="2203450"/>
          <p14:tracePt t="5960" x="3562350" y="2247900"/>
          <p14:tracePt t="5977" x="3549650" y="2260600"/>
          <p14:tracePt t="8955" x="3536950" y="2266950"/>
          <p14:tracePt t="8969" x="3524250" y="2279650"/>
          <p14:tracePt t="8976" x="3511550" y="2292350"/>
          <p14:tracePt t="8990" x="3486150" y="2298700"/>
          <p14:tracePt t="9000" x="3467100" y="2317750"/>
          <p14:tracePt t="9016" x="3441700" y="2349500"/>
          <p14:tracePt t="9033" x="3390900" y="2393950"/>
          <p14:tracePt t="9049" x="3327400" y="2463800"/>
          <p14:tracePt t="9066" x="3295650" y="2495550"/>
          <p14:tracePt t="9070" x="3251200" y="2540000"/>
          <p14:tracePt t="9083" x="3213100" y="2578100"/>
          <p14:tracePt t="9099" x="3130550" y="2667000"/>
          <p14:tracePt t="9116" x="3067050" y="2749550"/>
          <p14:tracePt t="9132" x="3035300" y="2794000"/>
          <p14:tracePt t="9149" x="2978150" y="2870200"/>
          <p14:tracePt t="9166" x="2959100" y="2914650"/>
          <p14:tracePt t="9182" x="2952750" y="2933700"/>
          <p14:tracePt t="9199" x="2946400" y="2946400"/>
          <p14:tracePt t="9216" x="2940050" y="2978150"/>
          <p14:tracePt t="9232" x="2940050" y="2984500"/>
          <p14:tracePt t="9248" x="2933700" y="2984500"/>
          <p14:tracePt t="9265" x="2933700" y="2997200"/>
          <p14:tracePt t="9282" x="2927350" y="3009900"/>
          <p14:tracePt t="16006" x="2889250" y="3003550"/>
          <p14:tracePt t="16013" x="2844800" y="2965450"/>
          <p14:tracePt t="16025" x="2787650" y="2927350"/>
          <p14:tracePt t="16042" x="2635250" y="2825750"/>
          <p14:tracePt t="16058" x="2508250" y="2736850"/>
          <p14:tracePt t="16075" x="2393950" y="2628900"/>
          <p14:tracePt t="16092" x="2266950" y="2501900"/>
          <p14:tracePt t="16108" x="2190750" y="2406650"/>
          <p14:tracePt t="16112" x="2165350" y="2374900"/>
          <p14:tracePt t="16125" x="2114550" y="2273300"/>
          <p14:tracePt t="16141" x="2070100" y="2190750"/>
          <p14:tracePt t="16158" x="2032000" y="2101850"/>
          <p14:tracePt t="16175" x="2019300" y="2000250"/>
          <p14:tracePt t="16191" x="2006600" y="1943100"/>
          <p14:tracePt t="16208" x="2006600" y="1905000"/>
          <p14:tracePt t="16224" x="2044700" y="1809750"/>
          <p14:tracePt t="16241" x="2076450" y="1765300"/>
          <p14:tracePt t="16257" x="2127250" y="1708150"/>
          <p14:tracePt t="16274" x="2209800" y="1670050"/>
          <p14:tracePt t="16291" x="2400300" y="1663700"/>
          <p14:tracePt t="16308" x="2965450" y="1778000"/>
          <p14:tracePt t="16324" x="3302000" y="1879600"/>
          <p14:tracePt t="16341" x="3727450" y="2063750"/>
          <p14:tracePt t="16357" x="4749800" y="2673350"/>
          <p14:tracePt t="16374" x="5035550" y="2876550"/>
          <p14:tracePt t="16391" x="5257800" y="3086100"/>
          <p14:tracePt t="16407" x="5524500" y="3390900"/>
          <p14:tracePt t="16424" x="5702300" y="3600450"/>
          <p14:tracePt t="16442" x="5803900" y="3765550"/>
          <p14:tracePt t="16457" x="5842000" y="3841750"/>
          <p14:tracePt t="16474" x="5899150" y="3968750"/>
          <p14:tracePt t="16491" x="5918200" y="4064000"/>
          <p14:tracePt t="16507" x="5918200" y="4114800"/>
          <p14:tracePt t="16524" x="5918200" y="4165600"/>
          <p14:tracePt t="16540" x="5892800" y="4222750"/>
          <p14:tracePt t="16557" x="5880100" y="4235450"/>
          <p14:tracePt t="16574" x="5854700" y="4267200"/>
          <p14:tracePt t="16590" x="5829300" y="4286250"/>
          <p14:tracePt t="16606" x="5816600" y="4292600"/>
          <p14:tracePt t="16610" x="5810250" y="4292600"/>
          <p14:tracePt t="16626" x="5797550" y="4298950"/>
          <p14:tracePt t="16640" x="5784850" y="4298950"/>
          <p14:tracePt t="16657" x="5778500" y="4298950"/>
          <p14:tracePt t="16674" x="5759450" y="4298950"/>
          <p14:tracePt t="16689" x="5740400" y="4298950"/>
          <p14:tracePt t="16706" x="5721350" y="4298950"/>
          <p14:tracePt t="16723" x="5670550" y="4286250"/>
          <p14:tracePt t="16740" x="5632450" y="4273550"/>
          <p14:tracePt t="17203" x="5638800" y="4273550"/>
          <p14:tracePt t="17211" x="5670550" y="4267200"/>
          <p14:tracePt t="17225" x="5702300" y="4254500"/>
          <p14:tracePt t="17238" x="5753100" y="4241800"/>
          <p14:tracePt t="17254" x="5873750" y="4203700"/>
          <p14:tracePt t="17271" x="5943600" y="4184650"/>
          <p14:tracePt t="17288" x="6089650" y="4140200"/>
          <p14:tracePt t="17304" x="6229350" y="4070350"/>
          <p14:tracePt t="17321" x="6292850" y="4038600"/>
          <p14:tracePt t="17337" x="6470650" y="3956050"/>
          <p14:tracePt t="17354" x="6667500" y="3873500"/>
          <p14:tracePt t="17371" x="6769100" y="3841750"/>
          <p14:tracePt t="17387" x="6953250" y="3759200"/>
          <p14:tracePt t="17404" x="7150100" y="3689350"/>
          <p14:tracePt t="17421" x="7359650" y="3638550"/>
          <p14:tracePt t="17437" x="7473950" y="3619500"/>
          <p14:tracePt t="17453" x="7569200" y="3606800"/>
          <p14:tracePt t="17470" x="7835900" y="3587750"/>
          <p14:tracePt t="17487" x="7937500" y="3587750"/>
          <p14:tracePt t="17505" x="8153400" y="3587750"/>
          <p14:tracePt t="17520" x="8261350" y="3587750"/>
          <p14:tracePt t="17536" x="8470900" y="3587750"/>
          <p14:tracePt t="17554" x="8686800" y="3587750"/>
          <p14:tracePt t="17570" x="8775700" y="3587750"/>
          <p14:tracePt t="17586" x="8966200" y="3613150"/>
          <p14:tracePt t="17604" x="9093200" y="3619500"/>
          <p14:tracePt t="17926" x="9093200" y="3505200"/>
          <p14:tracePt t="17933" x="9029700" y="3505200"/>
          <p14:tracePt t="17947" x="8953500" y="3505200"/>
          <p14:tracePt t="17955" x="8870950" y="3498850"/>
          <p14:tracePt t="17968" x="8782050" y="3486150"/>
          <p14:tracePt t="17985" x="8642350" y="3479800"/>
          <p14:tracePt t="18002" x="8578850" y="3467100"/>
          <p14:tracePt t="18019" x="8483600" y="3467100"/>
          <p14:tracePt t="18035" x="8426450" y="3467100"/>
          <p14:tracePt t="18052" x="8394700" y="3460750"/>
          <p14:tracePt t="18068" x="8382000" y="3460750"/>
          <p14:tracePt t="18085" x="8369300" y="3460750"/>
          <p14:tracePt t="18102" x="8350250" y="3460750"/>
          <p14:tracePt t="18118" x="8337550" y="3460750"/>
          <p14:tracePt t="18134" x="8324850" y="3454400"/>
          <p14:tracePt t="18151" x="8305800" y="3454400"/>
          <p14:tracePt t="18168" x="8280400" y="3454400"/>
          <p14:tracePt t="18184" x="8261350" y="3454400"/>
          <p14:tracePt t="18201" x="8210550" y="3473450"/>
          <p14:tracePt t="18217" x="8128000" y="3498850"/>
          <p14:tracePt t="18235" x="8013700" y="3543300"/>
          <p14:tracePt t="18251" x="7956550" y="3581400"/>
          <p14:tracePt t="18267" x="7785100" y="3683000"/>
          <p14:tracePt t="18284" x="7581900" y="3835400"/>
          <p14:tracePt t="18301" x="7454900" y="3924300"/>
          <p14:tracePt t="18317" x="7239000" y="4114800"/>
          <p14:tracePt t="18334" x="7061200" y="4305300"/>
          <p14:tracePt t="18350" x="6985000" y="4400550"/>
          <p14:tracePt t="18367" x="6908800" y="4495800"/>
          <p14:tracePt t="18383" x="6724650" y="4756150"/>
          <p14:tracePt t="18400" x="6673850" y="4838700"/>
          <p14:tracePt t="18417" x="6591300" y="5003800"/>
          <p14:tracePt t="18433" x="6540500" y="5175250"/>
          <p14:tracePt t="18450" x="6534150" y="5238750"/>
          <p14:tracePt t="18467" x="6496050" y="5321300"/>
          <p14:tracePt t="18483" x="6489700" y="5353050"/>
          <p14:tracePt t="18500" x="6477000" y="5384800"/>
          <p14:tracePt t="18517" x="6470650" y="5403850"/>
          <p14:tracePt t="18533" x="6464300" y="5410200"/>
          <p14:tracePt t="18550" x="6457950" y="5422900"/>
          <p14:tracePt t="18566" x="6451600" y="5435600"/>
          <p14:tracePt t="18583" x="6438900" y="5441950"/>
          <p14:tracePt t="18600" x="6426200" y="5454650"/>
          <p14:tracePt t="18616" x="6413500" y="5461000"/>
          <p14:tracePt t="18633" x="6407150" y="5461000"/>
          <p14:tracePt t="18636" x="6400800" y="5461000"/>
          <p14:tracePt t="18651" x="6394450" y="5461000"/>
          <p14:tracePt t="18666" x="6369050" y="5461000"/>
          <p14:tracePt t="18683" x="6350000" y="5461000"/>
          <p14:tracePt t="18699" x="6280150" y="5461000"/>
          <p14:tracePt t="18716" x="6229350" y="5461000"/>
          <p14:tracePt t="18734" x="6127750" y="5486400"/>
          <p14:tracePt t="18749" x="6115050" y="5492750"/>
          <p14:tracePt t="19074" x="6045200" y="5499100"/>
          <p14:tracePt t="19088" x="5956300" y="5518150"/>
          <p14:tracePt t="19095" x="5854700" y="5530850"/>
          <p14:tracePt t="19109" x="5753100" y="5562600"/>
          <p14:tracePt t="19118" x="5657850" y="5594350"/>
          <p14:tracePt t="19132" x="5543550" y="5632450"/>
          <p14:tracePt t="19148" x="5334000" y="5695950"/>
          <p14:tracePt t="19165" x="5238750" y="5715000"/>
          <p14:tracePt t="19181" x="5137150" y="5746750"/>
          <p14:tracePt t="19197" x="4927600" y="5810250"/>
          <p14:tracePt t="19215" x="4737100" y="5842000"/>
          <p14:tracePt t="19231" x="4648200" y="5848350"/>
          <p14:tracePt t="19247" x="4572000" y="5848350"/>
          <p14:tracePt t="19264" x="4400550" y="5867400"/>
          <p14:tracePt t="19280" x="4356100" y="5886450"/>
          <p14:tracePt t="19298" x="4311650" y="5905500"/>
          <p14:tracePt t="19314" x="4254500" y="5924550"/>
          <p14:tracePt t="19330" x="4210050" y="5949950"/>
          <p14:tracePt t="19348" x="4184650" y="5949950"/>
          <p14:tracePt t="19364" x="4178300" y="5956300"/>
          <p14:tracePt t="19380" x="4165600" y="5956300"/>
          <p14:tracePt t="19397" x="4146550" y="5969000"/>
          <p14:tracePt t="19413" x="4133850" y="5975350"/>
          <p14:tracePt t="19430" x="4095750" y="6000750"/>
          <p14:tracePt t="19446" x="4057650" y="6007100"/>
          <p14:tracePt t="19464" x="4038600" y="6013450"/>
          <p14:tracePt t="19482" x="3994150" y="6026150"/>
          <p14:tracePt t="19496" x="3937000" y="6026150"/>
          <p14:tracePt t="19513" x="3911600" y="6026150"/>
          <p14:tracePt t="19530" x="3886200" y="6026150"/>
          <p14:tracePt t="19547" x="3835400" y="6000750"/>
          <p14:tracePt t="19563" x="3784600" y="5981700"/>
          <p14:tracePt t="19580" x="3752850" y="5969000"/>
          <p14:tracePt t="19596" x="3740150" y="5969000"/>
          <p14:tracePt t="19613" x="3721100" y="5956300"/>
          <p14:tracePt t="19657" x="3721100" y="5949950"/>
          <p14:tracePt t="19671" x="3727450" y="5949950"/>
          <p14:tracePt t="19679" x="3733800" y="5949950"/>
          <p14:tracePt t="19695" x="3740150" y="5943600"/>
          <p14:tracePt t="19713" x="3765550" y="5937250"/>
          <p14:tracePt t="19729" x="3829050" y="5930900"/>
          <p14:tracePt t="19745" x="3886200" y="5924550"/>
          <p14:tracePt t="19762" x="4038600" y="5911850"/>
          <p14:tracePt t="19779" x="4241800" y="5892800"/>
          <p14:tracePt t="19795" x="4330700" y="5892800"/>
          <p14:tracePt t="19812" x="4508500" y="5892800"/>
          <p14:tracePt t="19829" x="4597400" y="5892800"/>
          <p14:tracePt t="19847" x="4806950" y="5892800"/>
          <p14:tracePt t="19862" x="4845050" y="5905500"/>
          <p14:tracePt t="19878" x="4876800" y="5905500"/>
          <p14:tracePt t="19895" x="4914900" y="5911850"/>
          <p14:tracePt t="19912" x="4933950" y="5918200"/>
          <p14:tracePt t="19928" x="4946650" y="5918200"/>
          <p14:tracePt t="19945" x="4953000" y="5924550"/>
          <p14:tracePt t="19981" x="4959350" y="5930900"/>
          <p14:tracePt t="20007" x="4953000" y="5930900"/>
          <p14:tracePt t="20071" x="4946650" y="5930900"/>
          <p14:tracePt t="20183" x="4940300" y="5930900"/>
          <p14:tracePt t="20190" x="4933950" y="5930900"/>
          <p14:tracePt t="20212" x="4933950" y="5937250"/>
          <p14:tracePt t="20232" x="4927600" y="5937250"/>
          <p14:tracePt t="20239" x="4921250" y="5937250"/>
          <p14:tracePt t="20253" x="4914900" y="5937250"/>
          <p14:tracePt t="20263" x="4908550" y="5943600"/>
          <p14:tracePt t="20277" x="4902200" y="5943600"/>
          <p14:tracePt t="20294" x="4883150" y="5949950"/>
          <p14:tracePt t="20311" x="4857750" y="5962650"/>
          <p14:tracePt t="20327" x="4787900" y="5988050"/>
          <p14:tracePt t="20344" x="4699000" y="6026150"/>
          <p14:tracePt t="20360" x="4603750" y="6051550"/>
          <p14:tracePt t="20377" x="4559300" y="6064250"/>
          <p14:tracePt t="20393" x="4502150" y="6089650"/>
          <p14:tracePt t="20410" x="4451350" y="6102350"/>
          <p14:tracePt t="20427" x="4438650" y="6102350"/>
          <p14:tracePt t="20443" x="4419600" y="6108700"/>
          <p14:tracePt t="20460" x="4413250" y="6108700"/>
          <p14:tracePt t="20513" x="4419600" y="6108700"/>
          <p14:tracePt t="20520" x="4425950" y="6108700"/>
          <p14:tracePt t="20534" x="4432300" y="6108700"/>
          <p14:tracePt t="20543" x="4432300" y="6102350"/>
          <p14:tracePt t="20559" x="4445000" y="6096000"/>
          <p14:tracePt t="20576" x="4464050" y="6089650"/>
          <p14:tracePt t="20593" x="4508500" y="6083300"/>
          <p14:tracePt t="20611" x="4565650" y="6057900"/>
          <p14:tracePt t="20626" x="4610100" y="6038850"/>
          <p14:tracePt t="20642" x="4718050" y="6013450"/>
          <p14:tracePt t="20660" x="4826000" y="5975350"/>
          <p14:tracePt t="20676" x="4870450" y="5962650"/>
          <p14:tracePt t="20693" x="4927600" y="5949950"/>
          <p14:tracePt t="20709" x="4959350" y="5943600"/>
          <p14:tracePt t="20726" x="4965700" y="5943600"/>
          <p14:tracePt t="20742" x="4972050" y="5943600"/>
          <p14:tracePt t="20990" x="4965700" y="5943600"/>
          <p14:tracePt t="21039" x="4959350" y="5943600"/>
          <p14:tracePt t="21081" x="4953000" y="5943600"/>
          <p14:tracePt t="21109" x="4946650" y="5943600"/>
          <p14:tracePt t="21172" x="4940300" y="5943600"/>
          <p14:tracePt t="21180" x="4933950" y="5943600"/>
          <p14:tracePt t="21201" x="4921250" y="5937250"/>
          <p14:tracePt t="21236" x="4914900" y="5930900"/>
          <p14:tracePt t="21257" x="4902200" y="5924550"/>
          <p14:tracePt t="21270" x="4895850" y="5918200"/>
          <p14:tracePt t="21285" x="4876800" y="5911850"/>
          <p14:tracePt t="21299" x="4864100" y="5905500"/>
          <p14:tracePt t="21307" x="4851400" y="5899150"/>
          <p14:tracePt t="21323" x="4832350" y="5892800"/>
          <p14:tracePt t="21341" x="4806950" y="5880100"/>
          <p14:tracePt t="21357" x="4794250" y="5880100"/>
          <p14:tracePt t="21373" x="4787900" y="5880100"/>
          <p14:tracePt t="21390" x="4775200" y="5880100"/>
          <p14:tracePt t="21432" x="4781550" y="5880100"/>
          <p14:tracePt t="21446" x="4794250" y="5880100"/>
          <p14:tracePt t="21456" x="4794250" y="5886450"/>
          <p14:tracePt t="21476" x="4800600" y="5886450"/>
          <p14:tracePt t="21489" x="4806950" y="5892800"/>
          <p14:tracePt t="21506" x="4813300" y="5899150"/>
          <p14:tracePt t="21551" x="4819650" y="5899150"/>
          <p14:tracePt t="21587" x="4813300" y="5899150"/>
          <p14:tracePt t="21593" x="4806950" y="5899150"/>
          <p14:tracePt t="21606" x="4800600" y="5899150"/>
          <p14:tracePt t="21635" x="4794250" y="5899150"/>
          <p14:tracePt t="21643" x="4787900" y="5899150"/>
          <p14:tracePt t="21656" x="4781550" y="5899150"/>
          <p14:tracePt t="21672" x="4768850" y="5899150"/>
          <p14:tracePt t="21689" x="4762500" y="5899150"/>
          <p14:tracePt t="21706" x="4749800" y="5899150"/>
          <p14:tracePt t="21804" x="4743450" y="5899150"/>
          <p14:tracePt t="21811" x="4737100" y="5899150"/>
          <p14:tracePt t="21825" x="4730750" y="5899150"/>
          <p14:tracePt t="21846" x="4724400" y="5899150"/>
          <p14:tracePt t="21860" x="4718050" y="5892800"/>
          <p14:tracePt t="21890" x="4711700" y="5892800"/>
          <p14:tracePt t="21945" x="4705350" y="5892800"/>
          <p14:tracePt t="22134" x="4699000" y="5892800"/>
          <p14:tracePt t="22156" x="4692650" y="5886450"/>
          <p14:tracePt t="22168" x="4686300" y="5886450"/>
          <p14:tracePt t="22197" x="4679950" y="5886450"/>
          <p14:tracePt t="22260" x="4679950" y="5892800"/>
          <p14:tracePt t="22267" x="4686300" y="5892800"/>
          <p14:tracePt t="22295" x="4692650" y="5892800"/>
          <p14:tracePt t="22331" x="4699000" y="5892800"/>
          <p14:tracePt t="22394" x="4705350" y="5886450"/>
          <p14:tracePt t="22429" x="4711700" y="5886450"/>
          <p14:tracePt t="22450" x="4718050" y="5886450"/>
          <p14:tracePt t="22457" x="4724400" y="5886450"/>
          <p14:tracePt t="22485" x="4730750" y="5886450"/>
          <p14:tracePt t="22499" x="4737100" y="5886450"/>
          <p14:tracePt t="22569" x="4743450" y="5886450"/>
          <p14:tracePt t="22590" x="4749800" y="5886450"/>
          <p14:tracePt t="22632" x="4756150" y="5886450"/>
          <p14:tracePt t="22667" x="4768850" y="5886450"/>
          <p14:tracePt t="22703" x="4775200" y="5880100"/>
          <p14:tracePt t="22717" x="4781550" y="5880100"/>
          <p14:tracePt t="22738" x="4787900" y="5880100"/>
          <p14:tracePt t="22759" x="4794250" y="5880100"/>
          <p14:tracePt t="22773" x="4800600" y="5873750"/>
          <p14:tracePt t="22801" x="4806950" y="5873750"/>
          <p14:tracePt t="22808" x="4813300" y="5873750"/>
          <p14:tracePt t="22892" x="4813300" y="5880100"/>
          <p14:tracePt t="22941" x="4813300" y="5886450"/>
          <p14:tracePt t="22969" x="4813300" y="5892800"/>
          <p14:tracePt t="22976" x="4813300" y="5899150"/>
          <p14:tracePt t="22990" x="4806950" y="5899150"/>
          <p14:tracePt t="23019" x="4800600" y="5899150"/>
          <p14:tracePt t="23025" x="4794250" y="5905500"/>
          <p14:tracePt t="23040" x="4787900" y="5905500"/>
          <p14:tracePt t="23074" x="4781550" y="5905500"/>
          <p14:tracePt t="23103" x="4775200" y="5905500"/>
          <p14:tracePt t="23194" x="4781550" y="5905500"/>
          <p14:tracePt t="23208" x="4781550" y="5899150"/>
          <p14:tracePt t="23236" x="4787900" y="5899150"/>
          <p14:tracePt t="23243" x="4787900" y="5892800"/>
          <p14:tracePt t="23271" x="4794250" y="5886450"/>
          <p14:tracePt t="23320" x="4800600" y="5886450"/>
          <p14:tracePt t="23800" x="4813300" y="5886450"/>
          <p14:tracePt t="23806" x="4845050" y="5867400"/>
          <p14:tracePt t="23821" x="4876800" y="5854700"/>
          <p14:tracePt t="23831" x="4927600" y="5835650"/>
          <p14:tracePt t="23848" x="4984750" y="5816600"/>
          <p14:tracePt t="23865" x="5130800" y="5765800"/>
          <p14:tracePt t="23881" x="5289550" y="5695950"/>
          <p14:tracePt t="23898" x="5441950" y="5626100"/>
          <p14:tracePt t="23915" x="5511800" y="5600700"/>
          <p14:tracePt t="23931" x="5600700" y="5575300"/>
          <p14:tracePt t="23948" x="5880100" y="5486400"/>
          <p14:tracePt t="23964" x="5994400" y="5454650"/>
          <p14:tracePt t="23982" x="6096000" y="5422900"/>
          <p14:tracePt t="23998" x="6292850" y="5353050"/>
          <p14:tracePt t="24015" x="6515100" y="5276850"/>
          <p14:tracePt t="24031" x="6610350" y="5232400"/>
          <p14:tracePt t="24047" x="6819900" y="5162550"/>
          <p14:tracePt t="24064" x="6991350" y="5080000"/>
          <p14:tracePt t="24081" x="7169150" y="4984750"/>
          <p14:tracePt t="24097" x="7258050" y="4933950"/>
          <p14:tracePt t="24115" x="7423150" y="4832350"/>
          <p14:tracePt t="24131" x="7562850" y="4730750"/>
          <p14:tracePt t="24147" x="7620000" y="4673600"/>
          <p14:tracePt t="24164" x="7715250" y="4578350"/>
          <p14:tracePt t="24180" x="7804150" y="4464050"/>
          <p14:tracePt t="24197" x="7842250" y="4419600"/>
          <p14:tracePt t="24214" x="7905750" y="4318000"/>
          <p14:tracePt t="24230" x="7956550" y="4241800"/>
          <p14:tracePt t="24247" x="7969250" y="4210050"/>
          <p14:tracePt t="24263" x="8001000" y="4152900"/>
          <p14:tracePt t="24280" x="8020050" y="4127500"/>
          <p14:tracePt t="24298" x="8045450" y="4064000"/>
          <p14:tracePt t="24313" x="8051800" y="4038600"/>
          <p14:tracePt t="24330" x="8051800" y="4025900"/>
          <p14:tracePt t="24347" x="8058150" y="4000500"/>
          <p14:tracePt t="24363" x="8064500" y="3975100"/>
          <p14:tracePt t="24379" x="8064500" y="3968750"/>
          <p14:tracePt t="24396" x="8070850" y="3949700"/>
          <p14:tracePt t="24413" x="8070850" y="3937000"/>
          <p14:tracePt t="24430" x="8077200" y="3924300"/>
          <p14:tracePt t="24446" x="8077200" y="3905250"/>
          <p14:tracePt t="24463" x="8083550" y="3898900"/>
          <p14:tracePt t="24480" x="8083550" y="3879850"/>
          <p14:tracePt t="24496" x="8083550" y="3873500"/>
          <p14:tracePt t="24513" x="8083550" y="3854450"/>
          <p14:tracePt t="24530" x="8083550" y="3841750"/>
          <p14:tracePt t="24545" x="8083550" y="3829050"/>
          <p14:tracePt t="24563" x="8083550" y="3822700"/>
          <p14:tracePt t="24579" x="8089900" y="3797300"/>
          <p14:tracePt t="24595" x="8089900" y="3790950"/>
          <p14:tracePt t="24612" x="8089900" y="3778250"/>
          <p14:tracePt t="24629" x="8096250" y="3740150"/>
          <p14:tracePt t="24645" x="8102600" y="3708400"/>
          <p14:tracePt t="24662" x="8108950" y="3689350"/>
          <p14:tracePt t="24666" x="8108950" y="3676650"/>
          <p14:tracePt t="24679" x="8115300" y="3657600"/>
          <p14:tracePt t="24695" x="8121650" y="3619500"/>
          <p14:tracePt t="24712" x="8128000" y="3606800"/>
          <p14:tracePt t="24729" x="8128000" y="3594100"/>
          <p14:tracePt t="24745" x="8134350" y="3581400"/>
          <p14:tracePt t="24761" x="8134350" y="3568700"/>
          <p14:tracePt t="24778" x="8140700" y="3568700"/>
          <p14:tracePt t="24796" x="8140700" y="3562350"/>
          <p14:tracePt t="24828" x="8140700" y="3556000"/>
          <p14:tracePt t="24965" x="8147050" y="3556000"/>
          <p14:tracePt t="24993" x="8153400" y="3543300"/>
          <p14:tracePt t="25014" x="8153400" y="3536950"/>
          <p14:tracePt t="25020" x="8153400" y="3530600"/>
          <p14:tracePt t="25042" x="8159750" y="3524250"/>
          <p14:tracePt t="25070" x="8159750" y="3517900"/>
          <p14:tracePt t="25091" x="8159750" y="3511550"/>
          <p14:tracePt t="25105" x="8166100" y="3505200"/>
          <p14:tracePt t="25113" x="8166100" y="3492500"/>
          <p14:tracePt t="25133" x="8166100" y="3479800"/>
          <p14:tracePt t="25143" x="8166100" y="3473450"/>
          <p14:tracePt t="25161" x="8172450" y="3454400"/>
          <p14:tracePt t="25176" x="8172450" y="3441700"/>
          <p14:tracePt t="25193" x="8172450" y="3429000"/>
          <p14:tracePt t="25210" x="8172450" y="3403600"/>
          <p14:tracePt t="25227" x="8172450" y="3397250"/>
          <p14:tracePt t="25294" x="8172450" y="3390900"/>
          <p14:tracePt t="25301" x="8166100" y="3390900"/>
          <p14:tracePt t="25323" x="8159750" y="3390900"/>
          <p14:tracePt t="25344" x="8153400" y="3390900"/>
          <p14:tracePt t="25365" x="8147050" y="3390900"/>
          <p14:tracePt t="25371" x="8140700" y="3390900"/>
          <p14:tracePt t="25386" x="8128000" y="3390900"/>
          <p14:tracePt t="25395" x="8108950" y="3390900"/>
          <p14:tracePt t="25409" x="8070850" y="3390900"/>
          <p14:tracePt t="25426" x="7950200" y="3384550"/>
          <p14:tracePt t="25443" x="7759700" y="3384550"/>
          <p14:tracePt t="25459" x="7651750" y="3384550"/>
          <p14:tracePt t="25477" x="7397750" y="3384550"/>
          <p14:tracePt t="25492" x="7143750" y="3390900"/>
          <p14:tracePt t="25509" x="7042150" y="3390900"/>
          <p14:tracePt t="25527" x="6902450" y="3409950"/>
          <p14:tracePt t="25542" x="6845300" y="3416300"/>
          <p14:tracePt t="25559" x="6794500" y="3441700"/>
          <p14:tracePt t="25576" x="6788150" y="3454400"/>
          <p14:tracePt t="25609" x="6807200" y="3460750"/>
          <p14:tracePt t="25625" x="6838950" y="3460750"/>
          <p14:tracePt t="25642" x="6870700" y="3460750"/>
          <p14:tracePt t="25659" x="6959600" y="3454400"/>
          <p14:tracePt t="25675" x="7080250" y="3441700"/>
          <p14:tracePt t="25692" x="7143750" y="3441700"/>
          <p14:tracePt t="25708" x="7270750" y="3435350"/>
          <p14:tracePt t="25725" x="7391400" y="3403600"/>
          <p14:tracePt t="25742" x="7429500" y="3403600"/>
          <p14:tracePt t="25758" x="7480300" y="3397250"/>
          <p14:tracePt t="25775" x="7512050" y="3384550"/>
          <p14:tracePt t="25792" x="7524750" y="3384550"/>
          <p14:tracePt t="25808" x="7543800" y="3378200"/>
          <p14:tracePt t="25824" x="7556500" y="3371850"/>
          <p14:tracePt t="25843" x="7600950" y="3365500"/>
          <p14:tracePt t="25858" x="7613650" y="3359150"/>
          <p14:tracePt t="25874" x="7626350" y="3359150"/>
          <p14:tracePt t="25891" x="7658100" y="3359150"/>
          <p14:tracePt t="25907" x="7683500" y="3352800"/>
          <p14:tracePt t="25924" x="7696200" y="3352800"/>
          <p14:tracePt t="25941" x="7734300" y="3340100"/>
          <p14:tracePt t="25957" x="7766050" y="3333750"/>
          <p14:tracePt t="25974" x="7778750" y="3333750"/>
          <p14:tracePt t="25991" x="7810500" y="3321050"/>
          <p14:tracePt t="26007" x="7848600" y="3308350"/>
          <p14:tracePt t="26024" x="7874000" y="3295650"/>
          <p14:tracePt t="26040" x="7886700" y="3295650"/>
          <p14:tracePt t="26057" x="7899400" y="3282950"/>
          <p14:tracePt t="26074" x="7912100" y="3270250"/>
          <p14:tracePt t="26090" x="7918450" y="3263900"/>
          <p14:tracePt t="26107" x="7924800" y="3263900"/>
          <p14:tracePt t="26124" x="7931150" y="3251200"/>
          <p14:tracePt t="26140" x="7937500" y="3251200"/>
          <p14:tracePt t="26157" x="7943850" y="3238500"/>
          <p14:tracePt t="26174" x="7950200" y="3232150"/>
          <p14:tracePt t="26190" x="7962900" y="3225800"/>
          <p14:tracePt t="26207" x="7969250" y="3213100"/>
          <p14:tracePt t="26223" x="7969250" y="3206750"/>
          <p14:tracePt t="26239" x="7975600" y="3187700"/>
          <p14:tracePt t="26257" x="7975600" y="3181350"/>
          <p14:tracePt t="26273" x="7981950" y="3175000"/>
          <p14:tracePt t="26290" x="7981950" y="3168650"/>
          <p14:tracePt t="26323" x="7981950" y="3162300"/>
          <p14:tracePt t="26368" x="7981950" y="3168650"/>
          <p14:tracePt t="26390" x="7981950" y="3181350"/>
          <p14:tracePt t="26396" x="7981950" y="3194050"/>
          <p14:tracePt t="26410" x="7988300" y="3225800"/>
          <p14:tracePt t="26422" x="8001000" y="3263900"/>
          <p14:tracePt t="26439" x="8058150" y="3390900"/>
          <p14:tracePt t="26456" x="8102600" y="3473450"/>
          <p14:tracePt t="26473" x="8280400" y="3752850"/>
          <p14:tracePt t="26489" x="8337550" y="3822700"/>
          <p14:tracePt t="26505" x="8401050" y="3886200"/>
          <p14:tracePt t="26523" x="8502650" y="3981450"/>
          <p14:tracePt t="26539" x="8585200" y="4006850"/>
          <p14:tracePt t="26556" x="8616950" y="4006850"/>
          <p14:tracePt t="26572" x="8655050" y="3975100"/>
          <p14:tracePt t="26589" x="8667750" y="3924300"/>
          <p14:tracePt t="26605" x="8667750" y="3886200"/>
          <p14:tracePt t="26621" x="8616950" y="3778250"/>
          <p14:tracePt t="26638" x="8502650" y="3587750"/>
          <p14:tracePt t="26655" x="8413750" y="3479800"/>
          <p14:tracePt t="26672" x="8299450" y="3340100"/>
          <p14:tracePt t="26689" x="8096250" y="3124200"/>
          <p14:tracePt t="26705" x="8013700" y="3060700"/>
          <p14:tracePt t="26721" x="7918450" y="3009900"/>
          <p14:tracePt t="26738" x="7886700" y="3009900"/>
          <p14:tracePt t="26755" x="7874000" y="3009900"/>
          <p14:tracePt t="26772" x="7867650" y="3016250"/>
          <p14:tracePt t="26789" x="7867650" y="3041650"/>
          <p14:tracePt t="26805" x="7867650" y="3060700"/>
          <p14:tracePt t="26821" x="7867650" y="3136900"/>
          <p14:tracePt t="26839" x="7893050" y="3257550"/>
          <p14:tracePt t="26854" x="7899400" y="3327400"/>
          <p14:tracePt t="26871" x="7950200" y="3486150"/>
          <p14:tracePt t="26888" x="8013700" y="3600450"/>
          <p14:tracePt t="26904" x="8051800" y="3644900"/>
          <p14:tracePt t="26922" x="8108950" y="3702050"/>
          <p14:tracePt t="26937" x="8159750" y="3721100"/>
          <p14:tracePt t="26954" x="8178800" y="3721100"/>
          <p14:tracePt t="26971" x="8223250" y="3708400"/>
          <p14:tracePt t="26987" x="8267700" y="3663950"/>
          <p14:tracePt t="27004" x="8286750" y="3638550"/>
          <p14:tracePt t="27021" x="8337550" y="3587750"/>
          <p14:tracePt t="27037" x="8388350" y="3517900"/>
          <p14:tracePt t="27054" x="8401050" y="3479800"/>
          <p14:tracePt t="27070" x="8439150" y="3403600"/>
          <p14:tracePt t="27087" x="8445500" y="3359150"/>
          <p14:tracePt t="27104" x="8445500" y="3302000"/>
          <p14:tracePt t="27121" x="8445500" y="3276600"/>
          <p14:tracePt t="27137" x="8432800" y="3225800"/>
          <p14:tracePt t="27154" x="8413750" y="3213100"/>
          <p14:tracePt t="27170" x="8401050" y="3200400"/>
          <p14:tracePt t="27186" x="8394700" y="3200400"/>
          <p14:tracePt t="27203" x="8388350" y="3200400"/>
          <p14:tracePt t="27220" x="8375650" y="3200400"/>
          <p14:tracePt t="27236" x="8375650" y="3206750"/>
          <p14:tracePt t="27253" x="8369300" y="3213100"/>
          <p14:tracePt t="27269" x="8362950" y="3219450"/>
          <p14:tracePt t="27303" x="8362950" y="3225800"/>
          <p14:tracePt t="27379" x="8356600" y="3225800"/>
          <p14:tracePt t="27421" x="8350250" y="3225800"/>
          <p14:tracePt t="27449" x="8343900" y="3225800"/>
          <p14:tracePt t="27456" x="8337550" y="3219450"/>
          <p14:tracePt t="27498" x="8331200" y="3219450"/>
          <p14:tracePt t="27520" x="8318500" y="3219450"/>
          <p14:tracePt t="27526" x="8318500" y="3225800"/>
          <p14:tracePt t="27547" x="8312150" y="3225800"/>
          <p14:tracePt t="27570" x="8312150" y="3232150"/>
          <p14:tracePt t="27590" x="8299450" y="3232150"/>
          <p14:tracePt t="27596" x="8299450" y="3238500"/>
          <p14:tracePt t="27617" x="8286750" y="3238500"/>
          <p14:tracePt t="27639" x="8280400" y="3244850"/>
          <p14:tracePt t="27653" x="8280400" y="3251200"/>
          <p14:tracePt t="27659" x="8274050" y="3251200"/>
          <p14:tracePt t="27668" x="8274050" y="3257550"/>
          <p14:tracePt t="27684" x="8267700" y="3263900"/>
          <p14:tracePt t="27702" x="8255000" y="3282950"/>
          <p14:tracePt t="27718" x="8242300" y="3289300"/>
          <p14:tracePt t="27735" x="8229600" y="3308350"/>
          <p14:tracePt t="27752" x="8210550" y="3321050"/>
          <p14:tracePt t="27785" x="8197850" y="3327400"/>
          <p14:tracePt t="27801" x="8191500" y="3333750"/>
          <p14:tracePt t="27835" x="8178800" y="3333750"/>
          <p14:tracePt t="27851" x="8166100" y="3333750"/>
          <p14:tracePt t="27867" x="8159750" y="3333750"/>
          <p14:tracePt t="27884" x="8134350" y="3333750"/>
          <p14:tracePt t="27901" x="8102600" y="3327400"/>
          <p14:tracePt t="27917" x="8083550" y="3327400"/>
          <p14:tracePt t="27934" x="8032750" y="3321050"/>
          <p14:tracePt t="27950" x="7962900" y="3314700"/>
          <p14:tracePt t="27969" x="7899400" y="3308350"/>
          <p14:tracePt t="27983" x="7867650" y="3308350"/>
          <p14:tracePt t="28000" x="7829550" y="3308350"/>
          <p14:tracePt t="28018" x="7747000" y="3295650"/>
          <p14:tracePt t="28033" x="7708900" y="3295650"/>
          <p14:tracePt t="28050" x="7689850" y="3295650"/>
          <p14:tracePt t="28067" x="7607300" y="3308350"/>
          <p14:tracePt t="28084" x="7537450" y="3314700"/>
          <p14:tracePt t="28100" x="7486650" y="3314700"/>
          <p14:tracePt t="28117" x="7378700" y="3327400"/>
          <p14:tracePt t="28133" x="7239000" y="3333750"/>
          <p14:tracePt t="28151" x="7035800" y="3352800"/>
          <p14:tracePt t="28166" x="6934200" y="3365500"/>
          <p14:tracePt t="28183" x="6705600" y="3397250"/>
          <p14:tracePt t="28200" x="6445250" y="3429000"/>
          <p14:tracePt t="28216" x="6311900" y="3441700"/>
          <p14:tracePt t="28233" x="6045200" y="3460750"/>
          <p14:tracePt t="28250" x="5765800" y="3460750"/>
          <p14:tracePt t="28266" x="5626100" y="3479800"/>
          <p14:tracePt t="28283" x="5461000" y="3492500"/>
          <p14:tracePt t="28299" x="4978400" y="3486150"/>
          <p14:tracePt t="28316" x="4826000" y="3486150"/>
          <p14:tracePt t="28333" x="4489450" y="3454400"/>
          <p14:tracePt t="28349" x="4343400" y="3429000"/>
          <p14:tracePt t="28366" x="4089400" y="3429000"/>
          <p14:tracePt t="28383" x="3848100" y="3409950"/>
          <p14:tracePt t="28399" x="3759200" y="3397250"/>
          <p14:tracePt t="28416" x="3606800" y="3397250"/>
          <p14:tracePt t="28432" x="3498850" y="3403600"/>
          <p14:tracePt t="28449" x="3473450" y="3403600"/>
          <p14:tracePt t="28466" x="3454400" y="3409950"/>
          <p14:tracePt t="28482" x="3454400" y="3416300"/>
          <p14:tracePt t="28499" x="3460750" y="3422650"/>
          <p14:tracePt t="28516" x="3492500" y="3435350"/>
          <p14:tracePt t="28532" x="3581400" y="3435350"/>
          <p14:tracePt t="28548" x="3657600" y="3435350"/>
          <p14:tracePt t="28565" x="4000500" y="3460750"/>
          <p14:tracePt t="28581" x="4540250" y="3460750"/>
          <p14:tracePt t="28598" x="4876800" y="3460750"/>
          <p14:tracePt t="28615" x="5486400" y="3435350"/>
          <p14:tracePt t="28631" x="5778500" y="3403600"/>
          <p14:tracePt t="28649" x="6572250" y="3359150"/>
          <p14:tracePt t="28664" x="6826250" y="3314700"/>
          <p14:tracePt t="28681" x="7042150" y="3302000"/>
          <p14:tracePt t="28698" x="7454900" y="3244850"/>
          <p14:tracePt t="28715" x="7772400" y="3200400"/>
          <p14:tracePt t="28731" x="7886700" y="3181350"/>
          <p14:tracePt t="28748" x="8121650" y="3136900"/>
          <p14:tracePt t="28764" x="8286750" y="3098800"/>
          <p14:tracePt t="28781" x="8343900" y="3086100"/>
          <p14:tracePt t="28798" x="8426450" y="3073400"/>
          <p14:tracePt t="28814" x="8445500" y="3060700"/>
          <p14:tracePt t="28831" x="8477250" y="3041650"/>
          <p14:tracePt t="28847" x="8496300" y="3028950"/>
          <p14:tracePt t="28864" x="8509000" y="3022600"/>
          <p14:tracePt t="28881" x="8515350" y="3009900"/>
          <p14:tracePt t="28897" x="8515350" y="2997200"/>
          <p14:tracePt t="28914" x="8502650" y="2990850"/>
          <p14:tracePt t="28931" x="8489950" y="2971800"/>
          <p14:tracePt t="29283" x="8458200" y="2971800"/>
          <p14:tracePt t="29297" x="8420100" y="2990850"/>
          <p14:tracePt t="29304" x="8375650" y="3003550"/>
          <p14:tracePt t="29312" x="8331200" y="3035300"/>
          <p14:tracePt t="29329" x="8286750" y="3041650"/>
          <p14:tracePt t="29346" x="8235950" y="3060700"/>
          <p14:tracePt t="29362" x="8140700" y="3086100"/>
          <p14:tracePt t="29379" x="8020050" y="3111500"/>
          <p14:tracePt t="29396" x="7912100" y="3130550"/>
          <p14:tracePt t="29412" x="7854950" y="3143250"/>
          <p14:tracePt t="29429" x="7740650" y="3149600"/>
          <p14:tracePt t="29445" x="7658100" y="3149600"/>
          <p14:tracePt t="29462" x="7620000" y="3136900"/>
          <p14:tracePt t="29480" x="7537450" y="3124200"/>
          <p14:tracePt t="29495" x="7467600" y="3111500"/>
          <p14:tracePt t="29512" x="7429500" y="3111500"/>
          <p14:tracePt t="29529" x="7372350" y="3111500"/>
          <p14:tracePt t="29545" x="7315200" y="3111500"/>
          <p14:tracePt t="29562" x="7277100" y="3111500"/>
          <p14:tracePt t="29579" x="7194550" y="3111500"/>
          <p14:tracePt t="29595" x="7092950" y="3111500"/>
          <p14:tracePt t="29612" x="7029450" y="3111500"/>
          <p14:tracePt t="29628" x="6851650" y="3111500"/>
          <p14:tracePt t="29644" x="6762750" y="3117850"/>
          <p14:tracePt t="29663" x="6407150" y="3149600"/>
          <p14:tracePt t="29678" x="6261100" y="3168650"/>
          <p14:tracePt t="29694" x="6121400" y="3181350"/>
          <p14:tracePt t="29698" x="5969000" y="3194050"/>
          <p14:tracePt t="29711" x="5829300" y="3206750"/>
          <p14:tracePt t="29727" x="5480050" y="3225800"/>
          <p14:tracePt t="29744" x="5289550" y="3238500"/>
          <p14:tracePt t="29762" x="5086350" y="3238500"/>
          <p14:tracePt t="30119" x="4959350" y="3238500"/>
          <p14:tracePt t="30133" x="4819650" y="3225800"/>
          <p14:tracePt t="30139" x="4648200" y="3225800"/>
          <p14:tracePt t="30147" x="4457700" y="3213100"/>
          <p14:tracePt t="30160" x="4241800" y="3187700"/>
          <p14:tracePt t="30176" x="3854450" y="3149600"/>
          <p14:tracePt t="30193" x="3663950" y="3136900"/>
          <p14:tracePt t="30197" x="3498850" y="3124200"/>
          <p14:tracePt t="30213" x="3371850" y="3111500"/>
          <p14:tracePt t="30226" x="3143250" y="3079750"/>
          <p14:tracePt t="30243" x="3041650" y="3073400"/>
          <p14:tracePt t="30259" x="2863850" y="3048000"/>
          <p14:tracePt t="30276" x="2794000" y="3028950"/>
          <p14:tracePt t="30293" x="2679700" y="3022600"/>
          <p14:tracePt t="30309" x="2584450" y="3016250"/>
          <p14:tracePt t="30326" x="2520950" y="3016250"/>
          <p14:tracePt t="30343" x="2381250" y="3016250"/>
          <p14:tracePt t="30359" x="2216150" y="3016250"/>
          <p14:tracePt t="30375" x="2139950" y="3016250"/>
          <p14:tracePt t="30392" x="1981200" y="3048000"/>
          <p14:tracePt t="30409" x="1771650" y="3086100"/>
          <p14:tracePt t="30426" x="1657350" y="3117850"/>
          <p14:tracePt t="30442" x="1435100" y="3175000"/>
          <p14:tracePt t="30458" x="1231900" y="3244850"/>
          <p14:tracePt t="30476" x="1136650" y="3295650"/>
          <p14:tracePt t="30492" x="984250" y="3384550"/>
          <p14:tracePt t="30508" x="927100" y="3422650"/>
          <p14:tracePt t="30910" x="895350" y="3422650"/>
          <p14:tracePt t="30917" x="869950" y="3422650"/>
          <p14:tracePt t="30930" x="831850" y="3422650"/>
          <p14:tracePt t="30941" x="800100" y="3435350"/>
          <p14:tracePt t="30957" x="762000" y="3435350"/>
          <p14:tracePt t="30974" x="711200" y="3448050"/>
          <p14:tracePt t="30990" x="673100" y="3448050"/>
          <p14:tracePt t="31007" x="660400" y="3454400"/>
          <p14:tracePt t="31023" x="628650" y="3454400"/>
          <p14:tracePt t="31040" x="603250" y="3460750"/>
          <p14:tracePt t="31057" x="571500" y="3460750"/>
          <p14:tracePt t="31073" x="558800" y="3460750"/>
          <p14:tracePt t="31090" x="546100" y="3460750"/>
          <p14:tracePt t="31107" x="501650" y="3460750"/>
          <p14:tracePt t="31123" x="488950" y="3460750"/>
          <p14:tracePt t="31140" x="476250" y="3460750"/>
          <p14:tracePt t="31156" x="444500" y="3467100"/>
          <p14:tracePt t="31173" x="406400" y="3467100"/>
          <p14:tracePt t="31190" x="393700" y="3467100"/>
          <p14:tracePt t="31206" x="387350" y="3467100"/>
          <p14:tracePt t="31223" x="374650" y="3467100"/>
          <p14:tracePt t="31240" x="368300" y="3467100"/>
          <p14:tracePt t="31338" x="361950" y="3467100"/>
          <p14:tracePt t="31598" x="361950" y="3460750"/>
          <p14:tracePt t="31619" x="368300" y="3460750"/>
          <p14:tracePt t="31640" x="381000" y="3454400"/>
          <p14:tracePt t="31661" x="387350" y="3454400"/>
          <p14:tracePt t="31668" x="387350" y="3448050"/>
          <p14:tracePt t="31689" x="400050" y="3448050"/>
          <p14:tracePt t="31724" x="406400" y="3448050"/>
          <p14:tracePt t="31731" x="412750" y="3441700"/>
          <p14:tracePt t="31740" x="412750" y="3435350"/>
          <p14:tracePt t="31780" x="419100" y="3422650"/>
          <p14:tracePt t="31794" x="419100" y="3416300"/>
          <p14:tracePt t="31801" x="425450" y="3403600"/>
          <p14:tracePt t="31808" x="425450" y="3384550"/>
          <p14:tracePt t="31824" x="431800" y="3371850"/>
          <p14:tracePt t="31837" x="431800" y="3346450"/>
          <p14:tracePt t="31854" x="431800" y="3289300"/>
          <p14:tracePt t="31871" x="425450" y="3225800"/>
          <p14:tracePt t="31887" x="425450" y="3200400"/>
          <p14:tracePt t="31904" x="393700" y="3149600"/>
          <p14:tracePt t="31921" x="368300" y="3117850"/>
          <p14:tracePt t="31937" x="355600" y="3105150"/>
          <p14:tracePt t="31954" x="323850" y="3086100"/>
          <p14:tracePt t="31970" x="273050" y="3079750"/>
          <p14:tracePt t="31987" x="247650" y="3073400"/>
          <p14:tracePt t="32004" x="209550" y="3073400"/>
          <p14:tracePt t="32020" x="190500" y="3073400"/>
          <p14:tracePt t="32036" x="177800" y="3073400"/>
          <p14:tracePt t="32053" x="177800" y="3079750"/>
          <p14:tracePt t="32070" x="158750" y="3092450"/>
          <p14:tracePt t="32086" x="152400" y="3098800"/>
          <p14:tracePt t="32103" x="146050" y="3111500"/>
          <p14:tracePt t="32120" x="139700" y="3124200"/>
          <p14:tracePt t="32136" x="127000" y="3143250"/>
          <p14:tracePt t="32153" x="120650" y="3168650"/>
          <p14:tracePt t="32169" x="114300" y="3187700"/>
          <p14:tracePt t="32186" x="107950" y="3238500"/>
          <p14:tracePt t="32203" x="107950" y="3276600"/>
          <p14:tracePt t="32219" x="107950" y="3295650"/>
          <p14:tracePt t="32236" x="114300" y="3340100"/>
          <p14:tracePt t="32252" x="139700" y="3390900"/>
          <p14:tracePt t="32269" x="152400" y="3409950"/>
          <p14:tracePt t="32286" x="209550" y="3467100"/>
          <p14:tracePt t="32302" x="266700" y="3517900"/>
          <p14:tracePt t="32319" x="298450" y="3530600"/>
          <p14:tracePt t="32335" x="368300" y="3556000"/>
          <p14:tracePt t="32352" x="400050" y="3562350"/>
          <p14:tracePt t="32370" x="469900" y="3562350"/>
          <p14:tracePt t="32385" x="488950" y="3562350"/>
          <p14:tracePt t="32402" x="508000" y="3556000"/>
          <p14:tracePt t="32419" x="533400" y="3543300"/>
          <p14:tracePt t="32434" x="552450" y="3530600"/>
          <p14:tracePt t="32452" x="552450" y="3517900"/>
          <p14:tracePt t="32468" x="558800" y="3498850"/>
          <p14:tracePt t="32485" x="565150" y="3467100"/>
          <p14:tracePt t="32504" x="565150" y="3448050"/>
          <p14:tracePt t="32518" x="558800" y="3429000"/>
          <p14:tracePt t="32535" x="546100" y="3371850"/>
          <p14:tracePt t="32552" x="501650" y="3295650"/>
          <p14:tracePt t="32568" x="476250" y="3251200"/>
          <p14:tracePt t="32585" x="425450" y="3175000"/>
          <p14:tracePt t="32602" x="368300" y="3130550"/>
          <p14:tracePt t="32618" x="336550" y="3117850"/>
          <p14:tracePt t="32634" x="317500" y="3111500"/>
          <p14:tracePt t="32651" x="234950" y="3098800"/>
          <p14:tracePt t="32668" x="215900" y="3092450"/>
          <p14:tracePt t="32686" x="177800" y="3092450"/>
          <p14:tracePt t="32701" x="152400" y="3092450"/>
          <p14:tracePt t="32717" x="139700" y="3092450"/>
          <p14:tracePt t="32735" x="114300" y="3098800"/>
          <p14:tracePt t="32751" x="101600" y="3105150"/>
          <p14:tracePt t="32768" x="76200" y="3124200"/>
          <p14:tracePt t="32784" x="57150" y="3143250"/>
          <p14:tracePt t="32801" x="38100" y="3155950"/>
          <p14:tracePt t="32817" x="19050" y="3194050"/>
          <p14:tracePt t="32834" x="0" y="3232150"/>
          <p14:tracePt t="33016" x="0" y="3448050"/>
          <p14:tracePt t="33033" x="6350" y="3448050"/>
          <p14:tracePt t="33053" x="12700" y="3441700"/>
          <p14:tracePt t="33066" x="12700" y="3435350"/>
          <p14:tracePt t="33083" x="19050" y="3435350"/>
          <p14:tracePt t="33100" x="19050" y="3429000"/>
          <p14:tracePt t="33116" x="19050" y="3422650"/>
          <p14:tracePt t="33133" x="19050" y="3416300"/>
          <p14:tracePt t="33149" x="25400" y="3403600"/>
          <p14:tracePt t="33182" x="25400" y="3397250"/>
          <p14:tracePt t="33199" x="31750" y="3390900"/>
          <p14:tracePt t="33216" x="31750" y="3378200"/>
          <p14:tracePt t="33233" x="38100" y="3365500"/>
          <p14:tracePt t="33265" x="38100" y="3359150"/>
          <p14:tracePt t="33282" x="44450" y="3346450"/>
          <p14:tracePt t="33316" x="50800" y="3333750"/>
          <p14:tracePt t="33332" x="50800" y="3327400"/>
          <p14:tracePt t="33367" x="50800" y="3321050"/>
          <p14:tracePt t="33373" x="57150" y="3321050"/>
          <p14:tracePt t="33395" x="63500" y="3321050"/>
          <p14:tracePt t="33402" x="63500" y="3314700"/>
          <p14:tracePt t="33423" x="69850" y="3314700"/>
          <p14:tracePt t="33444" x="76200" y="3314700"/>
          <p14:tracePt t="33479" x="76200" y="3308350"/>
          <p14:tracePt t="33485" x="82550" y="3308350"/>
          <p14:tracePt t="33498" x="82550" y="3302000"/>
          <p14:tracePt t="33515" x="88900" y="3302000"/>
          <p14:tracePt t="33535" x="88900" y="3295650"/>
          <p14:tracePt t="33556" x="95250" y="3295650"/>
          <p14:tracePt t="33565" x="101600" y="3295650"/>
          <p14:tracePt t="33584" x="107950" y="3295650"/>
          <p14:tracePt t="33605" x="114300" y="3289300"/>
          <p14:tracePt t="33626" x="120650" y="3289300"/>
          <p14:tracePt t="33703" x="127000" y="3289300"/>
          <p14:tracePt t="33725" x="133350" y="3282950"/>
          <p14:tracePt t="33746" x="139700" y="3282950"/>
          <p14:tracePt t="33767" x="146050" y="3282950"/>
          <p14:tracePt t="33788" x="152400" y="3282950"/>
          <p14:tracePt t="33816" x="165100" y="3282950"/>
          <p14:tracePt t="33858" x="171450" y="3282950"/>
          <p14:tracePt t="33865" x="177800" y="3282950"/>
          <p14:tracePt t="33879" x="184150" y="3282950"/>
          <p14:tracePt t="33900" x="190500" y="3282950"/>
          <p14:tracePt t="33907" x="196850" y="3282950"/>
          <p14:tracePt t="33928" x="203200" y="3282950"/>
          <p14:tracePt t="33956" x="209550" y="3282950"/>
          <p14:tracePt t="33977" x="222250" y="3282950"/>
          <p14:tracePt t="33984" x="222250" y="3276600"/>
          <p14:tracePt t="34000" x="228600" y="3276600"/>
          <p14:tracePt t="34026" x="241300" y="3276600"/>
          <p14:tracePt t="34047" x="247650" y="3276600"/>
          <p14:tracePt t="34139" x="241300" y="3282950"/>
          <p14:tracePt t="34147" x="234950" y="3282950"/>
          <p14:tracePt t="34167" x="234950" y="3289300"/>
          <p14:tracePt t="34173" x="228600" y="3295650"/>
          <p14:tracePt t="34187" x="222250" y="3302000"/>
          <p14:tracePt t="34198" x="215900" y="3308350"/>
          <p14:tracePt t="34212" x="215900" y="3314700"/>
          <p14:tracePt t="34229" x="209550" y="3321050"/>
          <p14:tracePt t="34245" x="196850" y="3340100"/>
          <p14:tracePt t="34263" x="171450" y="3378200"/>
          <p14:tracePt t="34279" x="158750" y="3403600"/>
          <p14:tracePt t="34296" x="158750" y="3409950"/>
          <p14:tracePt t="34312" x="152400" y="3429000"/>
          <p14:tracePt t="34329" x="152400" y="3441700"/>
          <p14:tracePt t="34346" x="152400" y="3454400"/>
          <p14:tracePt t="34362" x="152400" y="3460750"/>
          <p14:tracePt t="34379" x="152400" y="3467100"/>
          <p14:tracePt t="34412" x="152400" y="3473450"/>
          <p14:tracePt t="34476" x="152400" y="3479800"/>
          <p14:tracePt t="34539" x="152400" y="3486150"/>
          <p14:tracePt t="34546" x="158750" y="3486150"/>
          <p14:tracePt t="34588" x="171450" y="3486150"/>
          <p14:tracePt t="34608" x="177800" y="3486150"/>
          <p14:tracePt t="34630" x="184150" y="3486150"/>
          <p14:tracePt t="34637" x="190500" y="3486150"/>
          <p14:tracePt t="34658" x="196850" y="3486150"/>
          <p14:tracePt t="34679" x="203200" y="3486150"/>
          <p14:tracePt t="34686" x="215900" y="3486150"/>
          <p14:tracePt t="34700" x="228600" y="3479800"/>
          <p14:tracePt t="34710" x="241300" y="3479800"/>
          <p14:tracePt t="34728" x="285750" y="3473450"/>
          <p14:tracePt t="34744" x="311150" y="3473450"/>
          <p14:tracePt t="34760" x="361950" y="3467100"/>
          <p14:tracePt t="34777" x="393700" y="3460750"/>
          <p14:tracePt t="34794" x="412750" y="3454400"/>
          <p14:tracePt t="34810" x="425450" y="3454400"/>
          <p14:tracePt t="34827" x="457200" y="3454400"/>
          <p14:tracePt t="34843" x="463550" y="3448050"/>
          <p14:tracePt t="34890" x="469900" y="3448050"/>
          <p14:tracePt t="35171" x="457200" y="3448050"/>
          <p14:tracePt t="35192" x="450850" y="3448050"/>
          <p14:tracePt t="35199" x="444500" y="3448050"/>
          <p14:tracePt t="35212" x="431800" y="3448050"/>
          <p14:tracePt t="35234" x="412750" y="3448050"/>
          <p14:tracePt t="35242" x="400050" y="3448050"/>
          <p14:tracePt t="35259" x="368300" y="3448050"/>
          <p14:tracePt t="35276" x="330200" y="3448050"/>
          <p14:tracePt t="35292" x="292100" y="3448050"/>
          <p14:tracePt t="35309" x="266700" y="3448050"/>
          <p14:tracePt t="35325" x="241300" y="3448050"/>
          <p14:tracePt t="35342" x="228600" y="3448050"/>
          <p14:tracePt t="35359" x="215900" y="3448050"/>
          <p14:tracePt t="35392" x="209550" y="3448050"/>
          <p14:tracePt t="35430" x="203200" y="3448050"/>
          <p14:tracePt t="35521" x="209550" y="3448050"/>
          <p14:tracePt t="35529" x="222250" y="3448050"/>
          <p14:tracePt t="35550" x="234950" y="3448050"/>
          <p14:tracePt t="35571" x="241300" y="3448050"/>
          <p14:tracePt t="35585" x="254000" y="3448050"/>
          <p14:tracePt t="35594" x="260350" y="3448050"/>
          <p14:tracePt t="35607" x="273050" y="3448050"/>
          <p14:tracePt t="35624" x="298450" y="3441700"/>
          <p14:tracePt t="35640" x="304800" y="3441700"/>
          <p14:tracePt t="35657" x="311150" y="3441700"/>
          <p14:tracePt t="35674" x="317500" y="3435350"/>
          <p14:tracePt t="35732" x="311150" y="3435350"/>
          <p14:tracePt t="35760" x="304800" y="3435350"/>
          <p14:tracePt t="35775" x="298450" y="3435350"/>
          <p14:tracePt t="35803" x="292100" y="3429000"/>
          <p14:tracePt t="35809" x="285750" y="3429000"/>
          <p14:tracePt t="35830" x="279400" y="3429000"/>
          <p14:tracePt t="35851" x="273050" y="3429000"/>
          <p14:tracePt t="35880" x="266700" y="3429000"/>
          <p14:tracePt t="35901" x="260350" y="3429000"/>
          <p14:tracePt t="35922" x="254000" y="3429000"/>
          <p14:tracePt t="35936" x="247650" y="3429000"/>
          <p14:tracePt t="35950" x="241300" y="3429000"/>
          <p14:tracePt t="35971" x="234950" y="3429000"/>
          <p14:tracePt t="36090" x="234950" y="3435350"/>
          <p14:tracePt t="36103" x="241300" y="3435350"/>
          <p14:tracePt t="36110" x="247650" y="3435350"/>
          <p14:tracePt t="36132" x="254000" y="3435350"/>
          <p14:tracePt t="36153" x="260350" y="3435350"/>
          <p14:tracePt t="36160" x="266700" y="3435350"/>
          <p14:tracePt t="36203" x="273050" y="3435350"/>
          <p14:tracePt t="36224" x="279400" y="3435350"/>
          <p14:tracePt t="36252" x="285750" y="3435350"/>
          <p14:tracePt t="36287" x="292100" y="3435350"/>
          <p14:tracePt t="36301" x="298450" y="3435350"/>
          <p14:tracePt t="36336" x="304800" y="3435350"/>
          <p14:tracePt t="36392" x="311150" y="3435350"/>
          <p14:tracePt t="36427" x="317500" y="3435350"/>
          <p14:tracePt t="36462" x="330200" y="3435350"/>
          <p14:tracePt t="36483" x="336550" y="3429000"/>
          <p14:tracePt t="36533" x="342900" y="3429000"/>
          <p14:tracePt t="36603" x="349250" y="3429000"/>
          <p14:tracePt t="36672" x="355600" y="3429000"/>
          <p14:tracePt t="36764" x="349250" y="3429000"/>
          <p14:tracePt t="36792" x="342900" y="3429000"/>
          <p14:tracePt t="36813" x="336550" y="3429000"/>
          <p14:tracePt t="36834" x="330200" y="3429000"/>
          <p14:tracePt t="36855" x="323850" y="3429000"/>
          <p14:tracePt t="36862" x="317500" y="3429000"/>
          <p14:tracePt t="36882" x="311150" y="3429000"/>
          <p14:tracePt t="36918" x="304800" y="3429000"/>
          <p14:tracePt t="36925" x="298450" y="3429000"/>
          <p14:tracePt t="36946" x="292100" y="3429000"/>
          <p14:tracePt t="36974" x="279400" y="3429000"/>
          <p14:tracePt t="36996" x="273050" y="3429000"/>
          <p14:tracePt t="37024" x="266700" y="3429000"/>
          <p14:tracePt t="37066" x="260350" y="3429000"/>
          <p14:tracePt t="37094" x="254000" y="3429000"/>
          <p14:tracePt t="37128" x="247650" y="3429000"/>
          <p14:tracePt t="37199" x="254000" y="3429000"/>
          <p14:tracePt t="37206" x="260350" y="3429000"/>
          <p14:tracePt t="37234" x="266700" y="3429000"/>
          <p14:tracePt t="37255" x="273050" y="3429000"/>
          <p14:tracePt t="37276" x="285750" y="3429000"/>
          <p14:tracePt t="37283" x="292100" y="3429000"/>
          <p14:tracePt t="37305" x="298450" y="3429000"/>
          <p14:tracePt t="37319" x="304800" y="3422650"/>
          <p14:tracePt t="37354" x="311150" y="3422650"/>
          <p14:tracePt t="37374" x="317500" y="3422650"/>
          <p14:tracePt t="37396" x="323850" y="3422650"/>
          <p14:tracePt t="37424" x="330200" y="3416300"/>
          <p14:tracePt t="37459" x="330200" y="3409950"/>
          <p14:tracePt t="37480" x="323850" y="3409950"/>
          <p14:tracePt t="37487" x="323850" y="3403600"/>
          <p14:tracePt t="37501" x="317500" y="3403600"/>
          <p14:tracePt t="37517" x="311150" y="3403600"/>
          <p14:tracePt t="37557" x="298450" y="3403600"/>
          <p14:tracePt t="37578" x="292100" y="3397250"/>
          <p14:tracePt t="37585" x="285750" y="3397250"/>
          <p14:tracePt t="37599" x="279400" y="3397250"/>
          <p14:tracePt t="37606" x="279400" y="3390900"/>
          <p14:tracePt t="37621" x="273050" y="3390900"/>
          <p14:tracePt t="37637" x="266700" y="3390900"/>
          <p14:tracePt t="37676" x="260350" y="3384550"/>
          <p14:tracePt t="37719" x="260350" y="3378200"/>
          <p14:tracePt t="37817" x="266700" y="3378200"/>
          <p14:tracePt t="37838" x="273050" y="3378200"/>
          <p14:tracePt t="37845" x="279400" y="3378200"/>
          <p14:tracePt t="37868" x="292100" y="3378200"/>
          <p14:tracePt t="37887" x="298450" y="3378200"/>
          <p14:tracePt t="37908" x="304800" y="3371850"/>
          <p14:tracePt t="37915" x="304800" y="3365500"/>
          <p14:tracePt t="37929" x="304800" y="3359150"/>
          <p14:tracePt t="37951" x="304800" y="3352800"/>
          <p14:tracePt t="37957" x="311150" y="3346450"/>
          <p14:tracePt t="37972" x="311150" y="3333750"/>
          <p14:tracePt t="37982" x="311150" y="3308350"/>
          <p14:tracePt t="38000" x="311150" y="3270250"/>
          <p14:tracePt t="38016" x="311150" y="3238500"/>
          <p14:tracePt t="38032" x="304800" y="3181350"/>
          <p14:tracePt t="38049" x="298450" y="3143250"/>
          <p14:tracePt t="38066" x="292100" y="3124200"/>
          <p14:tracePt t="38082" x="285750" y="3105150"/>
          <p14:tracePt t="38126" x="285750" y="3117850"/>
          <p14:tracePt t="38140" x="285750" y="3124200"/>
          <p14:tracePt t="38149" x="285750" y="3136900"/>
          <p14:tracePt t="38165" x="285750" y="3149600"/>
          <p14:tracePt t="38182" x="285750" y="3181350"/>
          <p14:tracePt t="38198" x="285750" y="3206750"/>
          <p14:tracePt t="38215" x="285750" y="3225800"/>
          <p14:tracePt t="38232" x="292100" y="3257550"/>
          <p14:tracePt t="38248" x="292100" y="3282950"/>
          <p14:tracePt t="38265" x="292100" y="3314700"/>
          <p14:tracePt t="38282" x="292100" y="3346450"/>
          <p14:tracePt t="38298" x="298450" y="3359150"/>
          <p14:tracePt t="38315" x="304800" y="3390900"/>
          <p14:tracePt t="38331" x="317500" y="3409950"/>
          <p14:tracePt t="38348" x="317500" y="3416300"/>
          <p14:tracePt t="38365" x="323850" y="3429000"/>
          <p14:tracePt t="38381" x="323850" y="3435350"/>
          <p14:tracePt t="38398" x="330200" y="3435350"/>
          <p14:tracePt t="38414" x="330200" y="3441700"/>
          <p14:tracePt t="38431" x="330200" y="3448050"/>
          <p14:tracePt t="38477" x="330200" y="3454400"/>
          <p14:tracePt t="38512" x="336550" y="3454400"/>
          <p14:tracePt t="38547" x="342900" y="3454400"/>
          <p14:tracePt t="38582" x="342900" y="3448050"/>
          <p14:tracePt t="38589" x="349250" y="3448050"/>
          <p14:tracePt t="38617" x="349250" y="3441700"/>
          <p14:tracePt t="38653" x="355600" y="3441700"/>
          <p14:tracePt t="38702" x="355600" y="3435350"/>
          <p14:tracePt t="38821" x="349250" y="3435350"/>
          <p14:tracePt t="38891" x="342900" y="3435350"/>
          <p14:tracePt t="38898" x="336550" y="3435350"/>
          <p14:tracePt t="39352" x="336550" y="3422650"/>
          <p14:tracePt t="39359" x="349250" y="3422650"/>
          <p14:tracePt t="39365" x="355600" y="3409950"/>
          <p14:tracePt t="39381" x="361950" y="3403600"/>
          <p14:tracePt t="39394" x="361950" y="3397250"/>
          <p14:tracePt t="39415" x="368300" y="3384550"/>
          <p14:tracePt t="39427" x="368300" y="3378200"/>
          <p14:tracePt t="39444" x="368300" y="3371850"/>
          <p14:tracePt t="39506" x="361950" y="3371850"/>
          <p14:tracePt t="39598" x="355600" y="3378200"/>
          <p14:tracePt t="39689" x="349250" y="3378200"/>
          <p14:tracePt t="39913" x="342900" y="3378200"/>
          <p14:tracePt t="39948" x="336550" y="3378200"/>
          <p14:tracePt t="40089" x="342900" y="3378200"/>
          <p14:tracePt t="40180" x="349250" y="3384550"/>
          <p14:tracePt t="40404" x="355600" y="3384550"/>
          <p14:tracePt t="40475" x="361950" y="3384550"/>
          <p14:tracePt t="40481" x="368300" y="3384550"/>
          <p14:tracePt t="40510" x="368300" y="3378200"/>
          <p14:tracePt t="40545" x="374650" y="3378200"/>
          <p14:tracePt t="40552" x="381000" y="3378200"/>
          <p14:tracePt t="40573" x="381000" y="3371850"/>
          <p14:tracePt t="40580" x="387350" y="3371850"/>
          <p14:tracePt t="40601" x="400050" y="3371850"/>
          <p14:tracePt t="40636" x="406400" y="3371850"/>
          <p14:tracePt t="40643" x="412750" y="3371850"/>
          <p14:tracePt t="40657" x="419100" y="3365500"/>
          <p14:tracePt t="40673" x="444500" y="3359150"/>
          <p14:tracePt t="40690" x="463550" y="3352800"/>
          <p14:tracePt t="40707" x="495300" y="3346450"/>
          <p14:tracePt t="40723" x="539750" y="3327400"/>
          <p14:tracePt t="40740" x="558800" y="3321050"/>
          <p14:tracePt t="40757" x="577850" y="3314700"/>
          <p14:tracePt t="40773" x="590550" y="3314700"/>
          <p14:tracePt t="40791" x="596900" y="3308350"/>
          <p14:tracePt t="40825" x="596900" y="3302000"/>
          <p14:tracePt t="40882" x="596900" y="3295650"/>
          <p14:tracePt t="40917" x="590550" y="3289300"/>
          <p14:tracePt t="40931" x="590550" y="3282950"/>
          <p14:tracePt t="40952" x="590550" y="3276600"/>
          <p14:tracePt t="40994" x="596900" y="3270250"/>
          <p14:tracePt t="41001" x="596900" y="3263900"/>
          <p14:tracePt t="41057" x="596900" y="3257550"/>
          <p14:tracePt t="41064" x="603250" y="3251200"/>
          <p14:tracePt t="41093" x="603250" y="3244850"/>
          <p14:tracePt t="41114" x="603250" y="3238500"/>
          <p14:tracePt t="41233" x="609600" y="3238500"/>
          <p14:tracePt t="41282" x="615950" y="3238500"/>
          <p14:tracePt t="41373" x="615950" y="3244850"/>
          <p14:tracePt t="41416" x="609600" y="3251200"/>
          <p14:tracePt t="41423" x="609600" y="3257550"/>
          <p14:tracePt t="41458" x="603250" y="3257550"/>
          <p14:tracePt t="41493" x="603250" y="3263900"/>
          <p14:tracePt t="41535" x="596900" y="3270250"/>
          <p14:tracePt t="41584" x="590550" y="3270250"/>
          <p14:tracePt t="41654" x="590550" y="3276600"/>
          <p14:tracePt t="41774" x="596900" y="3276600"/>
          <p14:tracePt t="41865" x="603250" y="3276600"/>
          <p14:tracePt t="41887" x="609600" y="3276600"/>
          <p14:tracePt t="41907" x="622300" y="3276600"/>
          <p14:tracePt t="41928" x="628650" y="3276600"/>
          <p14:tracePt t="41956" x="641350" y="3276600"/>
          <p14:tracePt t="41977" x="647700" y="3276600"/>
          <p14:tracePt t="42005" x="654050" y="3270250"/>
          <p14:tracePt t="42020" x="660400" y="3270250"/>
          <p14:tracePt t="42026" x="666750" y="3270250"/>
          <p14:tracePt t="42047" x="673100" y="3270250"/>
          <p14:tracePt t="42055" x="679450" y="3270250"/>
          <p14:tracePt t="42076" x="679450" y="3263900"/>
          <p14:tracePt t="42097" x="685800" y="3263900"/>
          <p14:tracePt t="42117" x="692150" y="3263900"/>
          <p14:tracePt t="42146" x="698500" y="3263900"/>
          <p14:tracePt t="42167" x="704850" y="3257550"/>
          <p14:tracePt t="42209" x="711200" y="3257550"/>
          <p14:tracePt t="42251" x="711200" y="3263900"/>
          <p14:tracePt t="42258" x="704850" y="3263900"/>
          <p14:tracePt t="42267" x="698500" y="3270250"/>
          <p14:tracePt t="42287" x="692150" y="3270250"/>
          <p14:tracePt t="42306" x="685800" y="3270250"/>
          <p14:tracePt t="42321" x="685800" y="3276600"/>
          <p14:tracePt t="42335" x="673100" y="3282950"/>
          <p14:tracePt t="42351" x="673100" y="3289300"/>
          <p14:tracePt t="42367" x="660400" y="3302000"/>
          <p14:tracePt t="42384" x="641350" y="3321050"/>
          <p14:tracePt t="42401" x="628650" y="3333750"/>
          <p14:tracePt t="42417" x="622300" y="3352800"/>
          <p14:tracePt t="42433" x="596900" y="3390900"/>
          <p14:tracePt t="42450" x="590550" y="3403600"/>
          <p14:tracePt t="42468" x="571500" y="3416300"/>
          <p14:tracePt t="42484" x="558800" y="3441700"/>
          <p14:tracePt t="42500" x="558800" y="3448050"/>
          <p14:tracePt t="42518" x="552450" y="3460750"/>
          <p14:tracePt t="42735" x="558800" y="3460750"/>
          <p14:tracePt t="42751" x="577850" y="3460750"/>
          <p14:tracePt t="42756" x="596900" y="3460750"/>
          <p14:tracePt t="42770" x="615950" y="3454400"/>
          <p14:tracePt t="42786" x="647700" y="3454400"/>
          <p14:tracePt t="42800" x="666750" y="3454400"/>
          <p14:tracePt t="42816" x="685800" y="3454400"/>
          <p14:tracePt t="42833" x="730250" y="3454400"/>
          <p14:tracePt t="42849" x="749300" y="3454400"/>
          <p14:tracePt t="42866" x="762000" y="3454400"/>
          <p14:tracePt t="42883" x="768350" y="3454400"/>
          <p14:tracePt t="42899" x="774700" y="3454400"/>
          <p14:tracePt t="42932" x="781050" y="3454400"/>
          <p14:tracePt t="43072" x="774700" y="3454400"/>
          <p14:tracePt t="43107" x="768350" y="3454400"/>
          <p14:tracePt t="43135" x="762000" y="3454400"/>
          <p14:tracePt t="43150" x="755650" y="3454400"/>
          <p14:tracePt t="43156" x="749300" y="3454400"/>
          <p14:tracePt t="43171" x="742950" y="3454400"/>
          <p14:tracePt t="43185" x="736600" y="3454400"/>
          <p14:tracePt t="43220" x="723900" y="3454400"/>
          <p14:tracePt t="43234" x="717550" y="3454400"/>
          <p14:tracePt t="43240" x="711200" y="3454400"/>
          <p14:tracePt t="43255" x="698500" y="3454400"/>
          <p14:tracePt t="43269" x="685800" y="3454400"/>
          <p14:tracePt t="43281" x="673100" y="3454400"/>
          <p14:tracePt t="43298" x="660400" y="3454400"/>
          <p14:tracePt t="43314" x="654050" y="3454400"/>
          <p14:tracePt t="43332" x="628650" y="3454400"/>
          <p14:tracePt t="43347" x="622300" y="3454400"/>
          <p14:tracePt t="43364" x="615950" y="3454400"/>
          <p14:tracePt t="43381" x="609600" y="3454400"/>
          <p14:tracePt t="43451" x="609600" y="3460750"/>
          <p14:tracePt t="43873" x="609600" y="3454400"/>
          <p14:tracePt t="43886" x="615950" y="3454400"/>
          <p14:tracePt t="43893" x="622300" y="3454400"/>
          <p14:tracePt t="43908" x="628650" y="3454400"/>
          <p14:tracePt t="43930" x="641350" y="3454400"/>
          <p14:tracePt t="43943" x="654050" y="3454400"/>
          <p14:tracePt t="43957" x="666750" y="3454400"/>
          <p14:tracePt t="43971" x="679450" y="3448050"/>
          <p14:tracePt t="43979" x="692150" y="3448050"/>
          <p14:tracePt t="43995" x="711200" y="3448050"/>
          <p14:tracePt t="44011" x="717550" y="3448050"/>
          <p14:tracePt t="44028" x="736600" y="3441700"/>
          <p14:tracePt t="44045" x="742950" y="3441700"/>
          <p14:tracePt t="44111" x="736600" y="3435350"/>
          <p14:tracePt t="44139" x="730250" y="3435350"/>
          <p14:tracePt t="44174" x="723900" y="3429000"/>
          <p14:tracePt t="44188" x="717550" y="3429000"/>
          <p14:tracePt t="44231" x="711200" y="3429000"/>
          <p14:tracePt t="44237" x="704850" y="3422650"/>
          <p14:tracePt t="44247" x="698500" y="3422650"/>
          <p14:tracePt t="44266" x="692150" y="3416300"/>
          <p14:tracePt t="44277" x="685800" y="3416300"/>
          <p14:tracePt t="44295" x="679450" y="3409950"/>
          <p14:tracePt t="44322" x="673100" y="3409950"/>
          <p14:tracePt t="44343" x="666750" y="3403600"/>
          <p14:tracePt t="44363" x="654050" y="3403600"/>
          <p14:tracePt t="44392" x="647700" y="3397250"/>
          <p14:tracePt t="44413" x="641350" y="3397250"/>
          <p14:tracePt t="44441" x="635000" y="3390900"/>
          <p14:tracePt t="44476" x="635000" y="3384550"/>
          <p14:tracePt t="44504" x="628650" y="3378200"/>
          <p14:tracePt t="44532" x="622300" y="3378200"/>
          <p14:tracePt t="44575" x="615950" y="3378200"/>
          <p14:tracePt t="44602" x="609600" y="3378200"/>
          <p14:tracePt t="44645" x="603250" y="3371850"/>
          <p14:tracePt t="44652" x="603250" y="3365500"/>
          <p14:tracePt t="44666" x="596900" y="3365500"/>
          <p14:tracePt t="44686" x="596900" y="3359150"/>
          <p14:tracePt t="44696" x="596900" y="3352800"/>
          <p14:tracePt t="44715" x="596900" y="3346450"/>
          <p14:tracePt t="44736" x="596900" y="3340100"/>
          <p14:tracePt t="44746" x="596900" y="3333750"/>
          <p14:tracePt t="44764" x="596900" y="3327400"/>
          <p14:tracePt t="44779" x="590550" y="3327400"/>
          <p14:tracePt t="44795" x="590550" y="3321050"/>
          <p14:tracePt t="44813" x="584200" y="3314700"/>
          <p14:tracePt t="44829" x="577850" y="3308350"/>
          <p14:tracePt t="44848" x="571500" y="3302000"/>
          <p14:tracePt t="44858" x="565150" y="3295650"/>
          <p14:tracePt t="44876" x="552450" y="3289300"/>
          <p14:tracePt t="44892" x="527050" y="3276600"/>
          <p14:tracePt t="44909" x="495300" y="3263900"/>
          <p14:tracePt t="44926" x="450850" y="3251200"/>
          <p14:tracePt t="44942" x="431800" y="3244850"/>
          <p14:tracePt t="44958" x="400050" y="3238500"/>
          <p14:tracePt t="44975" x="368300" y="3232150"/>
          <p14:tracePt t="44992" x="355600" y="3232150"/>
          <p14:tracePt t="45009" x="330200" y="3232150"/>
          <p14:tracePt t="45025" x="323850" y="3232150"/>
          <p14:tracePt t="45041" x="317500" y="3232150"/>
          <p14:tracePt t="45058" x="311150" y="3232150"/>
          <p14:tracePt t="45074" x="304800" y="3232150"/>
          <p14:tracePt t="45095" x="298450" y="3238500"/>
          <p14:tracePt t="45115" x="292100" y="3238500"/>
          <p14:tracePt t="45157" x="285750" y="3244850"/>
          <p14:tracePt t="45164" x="285750" y="3251200"/>
          <p14:tracePt t="45185" x="285750" y="3257550"/>
          <p14:tracePt t="45213" x="279400" y="3263900"/>
          <p14:tracePt t="45234" x="279400" y="3270250"/>
          <p14:tracePt t="45353" x="285750" y="3270250"/>
          <p14:tracePt t="45375" x="298450" y="3276600"/>
          <p14:tracePt t="45395" x="304800" y="3276600"/>
          <p14:tracePt t="45424" x="311150" y="3276600"/>
          <p14:tracePt t="45445" x="317500" y="3276600"/>
          <p14:tracePt t="45466" x="323850" y="3276600"/>
          <p14:tracePt t="45494" x="330200" y="3276600"/>
          <p14:tracePt t="45508" x="336550" y="3276600"/>
          <p14:tracePt t="45515" x="342900" y="3270250"/>
          <p14:tracePt t="45529" x="349250" y="3270250"/>
          <p14:tracePt t="45539" x="361950" y="3270250"/>
          <p14:tracePt t="45557" x="406400" y="3263900"/>
          <p14:tracePt t="45573" x="431800" y="3263900"/>
          <p14:tracePt t="45589" x="514350" y="3244850"/>
          <p14:tracePt t="45607" x="596900" y="3238500"/>
          <p14:tracePt t="45623" x="635000" y="3232150"/>
          <p14:tracePt t="45639" x="704850" y="3219450"/>
          <p14:tracePt t="45656" x="736600" y="3213100"/>
          <p14:tracePt t="45673" x="749300" y="3213100"/>
          <p14:tracePt t="45690" x="762000" y="3213100"/>
          <p14:tracePt t="45722" x="755650" y="3213100"/>
          <p14:tracePt t="45740" x="736600" y="3219450"/>
          <p14:tracePt t="45756" x="723900" y="3219450"/>
          <p14:tracePt t="45773" x="698500" y="3225800"/>
          <p14:tracePt t="45789" x="660400" y="3238500"/>
          <p14:tracePt t="45805" x="647700" y="3244850"/>
          <p14:tracePt t="45822" x="615950" y="3251200"/>
          <p14:tracePt t="45839" x="571500" y="3270250"/>
          <p14:tracePt t="45855" x="558800" y="3270250"/>
          <p14:tracePt t="45859" x="539750" y="3270250"/>
          <p14:tracePt t="45872" x="520700" y="3276600"/>
          <p14:tracePt t="45889" x="469900" y="3276600"/>
          <p14:tracePt t="45905" x="444500" y="3282950"/>
          <p14:tracePt t="45922" x="412750" y="3282950"/>
          <p14:tracePt t="45938" x="387350" y="3282950"/>
          <p14:tracePt t="45955" x="374650" y="3282950"/>
          <p14:tracePt t="45972" x="361950" y="3289300"/>
          <p14:tracePt t="45989" x="349250" y="3289300"/>
          <p14:tracePt t="46005" x="342900" y="3295650"/>
          <p14:tracePt t="46021" x="336550" y="3295650"/>
          <p14:tracePt t="46042" x="330200" y="3295650"/>
          <p14:tracePt t="46112" x="330200" y="3302000"/>
          <p14:tracePt t="46126" x="336550" y="3302000"/>
          <p14:tracePt t="46140" x="342900" y="3302000"/>
          <p14:tracePt t="46146" x="349250" y="3302000"/>
          <p14:tracePt t="46161" x="355600" y="3295650"/>
          <p14:tracePt t="46171" x="368300" y="3295650"/>
          <p14:tracePt t="46188" x="381000" y="3295650"/>
          <p14:tracePt t="46204" x="412750" y="3289300"/>
          <p14:tracePt t="46221" x="450850" y="3289300"/>
          <p14:tracePt t="46238" x="476250" y="3282950"/>
          <p14:tracePt t="46254" x="488950" y="3282950"/>
          <p14:tracePt t="46271" x="495300" y="3282950"/>
          <p14:tracePt t="46308" x="488950" y="3282950"/>
          <p14:tracePt t="46324" x="482600" y="3282950"/>
          <p14:tracePt t="46337" x="476250" y="3282950"/>
          <p14:tracePt t="46357" x="469900" y="3282950"/>
          <p14:tracePt t="46374" x="463550" y="3282950"/>
          <p14:tracePt t="46388" x="457200" y="3282950"/>
          <p14:tracePt t="46404" x="431800" y="3295650"/>
          <p14:tracePt t="46421" x="406400" y="3308350"/>
          <p14:tracePt t="46437" x="393700" y="3314700"/>
          <p14:tracePt t="46453" x="368300" y="3333750"/>
          <p14:tracePt t="46470" x="342900" y="3340100"/>
          <p14:tracePt t="46486" x="330200" y="3346450"/>
          <p14:tracePt t="46503" x="317500" y="3352800"/>
          <p14:tracePt t="46520" x="304800" y="3352800"/>
          <p14:tracePt t="46536" x="298450" y="3352800"/>
          <p14:tracePt t="46553" x="292100" y="3352800"/>
          <p14:tracePt t="46569" x="292100" y="3340100"/>
          <p14:tracePt t="46586" x="285750" y="3327400"/>
          <p14:tracePt t="46603" x="285750" y="3321050"/>
          <p14:tracePt t="46620" x="285750" y="3314700"/>
          <p14:tracePt t="46637" x="285750" y="3302000"/>
          <p14:tracePt t="46653" x="279400" y="3289300"/>
          <p14:tracePt t="46669" x="273050" y="3282950"/>
          <p14:tracePt t="46686" x="266700" y="3270250"/>
          <p14:tracePt t="46703" x="254000" y="3251200"/>
          <p14:tracePt t="46719" x="247650" y="3251200"/>
          <p14:tracePt t="46814" x="247650" y="3257550"/>
          <p14:tracePt t="46842" x="247650" y="3263900"/>
          <p14:tracePt t="46870" x="247650" y="3270250"/>
          <p14:tracePt t="46891" x="247650" y="3276600"/>
          <p14:tracePt t="46898" x="247650" y="3282950"/>
          <p14:tracePt t="46920" x="247650" y="3289300"/>
          <p14:tracePt t="46933" x="247650" y="3295650"/>
          <p14:tracePt t="46954" x="247650" y="3302000"/>
          <p14:tracePt t="46961" x="247650" y="3308350"/>
          <p14:tracePt t="46982" x="247650" y="3314700"/>
          <p14:tracePt t="46989" x="247650" y="3321050"/>
          <p14:tracePt t="47005" x="247650" y="3333750"/>
          <p14:tracePt t="47024" x="247650" y="3352800"/>
          <p14:tracePt t="47034" x="247650" y="3365500"/>
          <p14:tracePt t="47053" x="247650" y="3390900"/>
          <p14:tracePt t="47068" x="247650" y="3403600"/>
          <p14:tracePt t="47084" x="247650" y="3429000"/>
          <p14:tracePt t="47102" x="247650" y="3448050"/>
          <p14:tracePt t="47134" x="247650" y="3454400"/>
          <p14:tracePt t="47154" x="247650" y="3460750"/>
          <p14:tracePt t="47179" x="247650" y="3467100"/>
          <p14:tracePt t="47214" x="247650" y="3473450"/>
          <p14:tracePt t="47242" x="247650" y="3479800"/>
          <p14:tracePt t="47248" x="247650" y="3486150"/>
          <p14:tracePt t="47361" x="247650" y="3479800"/>
          <p14:tracePt t="47383" x="247650" y="3473450"/>
          <p14:tracePt t="47389" x="247650" y="3467100"/>
          <p14:tracePt t="47404" x="247650" y="3460750"/>
          <p14:tracePt t="47417" x="247650" y="3454400"/>
          <p14:tracePt t="47433" x="247650" y="3435350"/>
          <p14:tracePt t="47450" x="247650" y="3416300"/>
          <p14:tracePt t="47467" x="247650" y="3365500"/>
          <p14:tracePt t="47483" x="247650" y="3314700"/>
          <p14:tracePt t="47500" x="254000" y="3295650"/>
          <p14:tracePt t="47516" x="254000" y="3238500"/>
          <p14:tracePt t="47533" x="254000" y="3194050"/>
          <p14:tracePt t="47550" x="254000" y="3168650"/>
          <p14:tracePt t="47566" x="254000" y="3162300"/>
          <p14:tracePt t="47582" x="254000" y="3143250"/>
          <p14:tracePt t="47600" x="254000" y="3136900"/>
          <p14:tracePt t="47656" x="254000" y="3143250"/>
          <p14:tracePt t="47663" x="254000" y="3149600"/>
          <p14:tracePt t="47684" x="254000" y="3155950"/>
          <p14:tracePt t="47691" x="254000" y="3162300"/>
          <p14:tracePt t="47712" x="254000" y="3168650"/>
          <p14:tracePt t="47719" x="254000" y="3175000"/>
          <p14:tracePt t="47740" x="254000" y="3181350"/>
          <p14:tracePt t="47755" x="254000" y="3187700"/>
          <p14:tracePt t="47776" x="254000" y="3194050"/>
          <p14:tracePt t="47785" x="254000" y="3200400"/>
          <p14:tracePt t="47799" x="254000" y="3206750"/>
          <p14:tracePt t="47815" x="254000" y="3232150"/>
          <p14:tracePt t="47832" x="254000" y="3251200"/>
          <p14:tracePt t="47848" x="254000" y="3263900"/>
          <p14:tracePt t="47865" x="254000" y="3276600"/>
          <p14:tracePt t="47882" x="241300" y="3340100"/>
          <p14:tracePt t="47898" x="234950" y="3352800"/>
          <p14:tracePt t="47916" x="234950" y="3384550"/>
          <p14:tracePt t="47932" x="234950" y="3397250"/>
          <p14:tracePt t="47948" x="234950" y="3422650"/>
          <p14:tracePt t="47965" x="234950" y="3435350"/>
          <p14:tracePt t="47998" x="234950" y="3454400"/>
          <p14:tracePt t="48014" x="234950" y="3460750"/>
          <p14:tracePt t="48031" x="234950" y="3467100"/>
          <p14:tracePt t="48049" x="234950" y="3473450"/>
          <p14:tracePt t="48080" x="234950" y="3479800"/>
          <p14:tracePt t="48106" x="234950" y="3486150"/>
          <p14:tracePt t="48155" x="234950" y="3492500"/>
          <p14:tracePt t="48197" x="234950" y="3498850"/>
          <p14:tracePt t="48534" x="234950" y="3511550"/>
          <p14:tracePt t="48548" x="234950" y="3517900"/>
          <p14:tracePt t="48555" x="234950" y="3530600"/>
          <p14:tracePt t="48569" x="234950" y="3543300"/>
          <p14:tracePt t="48579" x="234950" y="3556000"/>
          <p14:tracePt t="48597" x="234950" y="3587750"/>
          <p14:tracePt t="48612" x="234950" y="3606800"/>
          <p14:tracePt t="48629" x="234950" y="3657600"/>
          <p14:tracePt t="48646" x="247650" y="3695700"/>
          <p14:tracePt t="48662" x="247650" y="3727450"/>
          <p14:tracePt t="48679" x="247650" y="3759200"/>
          <p14:tracePt t="48695" x="247650" y="3784600"/>
          <p14:tracePt t="48712" x="254000" y="3797300"/>
          <p14:tracePt t="48730" x="254000" y="3803650"/>
          <p14:tracePt t="48745" x="254000" y="3810000"/>
          <p14:tracePt t="48780" x="254000" y="3816350"/>
          <p14:tracePt t="48906" x="254000" y="3810000"/>
          <p14:tracePt t="48976" x="254000" y="3803650"/>
          <p14:tracePt t="49004" x="254000" y="3797300"/>
          <p14:tracePt t="49039" x="254000" y="3790950"/>
          <p14:tracePt t="49137" x="254000" y="3797300"/>
          <p14:tracePt t="49145" x="254000" y="3803650"/>
          <p14:tracePt t="49158" x="254000" y="3810000"/>
          <p14:tracePt t="49180" x="254000" y="3816350"/>
          <p14:tracePt t="49186" x="254000" y="3829050"/>
          <p14:tracePt t="49201" x="254000" y="3841750"/>
          <p14:tracePt t="49210" x="254000" y="3854450"/>
          <p14:tracePt t="49227" x="254000" y="3879850"/>
          <p14:tracePt t="49243" x="254000" y="3943350"/>
          <p14:tracePt t="49260" x="260350" y="4006850"/>
          <p14:tracePt t="49278" x="266700" y="4064000"/>
          <p14:tracePt t="49294" x="266700" y="4095750"/>
          <p14:tracePt t="49310" x="273050" y="4127500"/>
          <p14:tracePt t="49327" x="273050" y="4152900"/>
          <p14:tracePt t="49343" x="273050" y="4159250"/>
          <p14:tracePt t="49411" x="279400" y="4159250"/>
          <p14:tracePt t="49425" x="279400" y="4152900"/>
          <p14:tracePt t="49439" x="279400" y="4146550"/>
          <p14:tracePt t="49446" x="279400" y="4133850"/>
          <p14:tracePt t="49463" x="279400" y="4127500"/>
          <p14:tracePt t="49476" x="285750" y="4121150"/>
          <p14:tracePt t="49493" x="285750" y="4083050"/>
          <p14:tracePt t="49510" x="298450" y="4044950"/>
          <p14:tracePt t="49527" x="298450" y="4013200"/>
          <p14:tracePt t="49543" x="304800" y="3975100"/>
          <p14:tracePt t="49559" x="304800" y="3943350"/>
          <p14:tracePt t="49576" x="311150" y="3930650"/>
          <p14:tracePt t="49593" x="311150" y="3911600"/>
          <p14:tracePt t="49609" x="311150" y="3905250"/>
          <p14:tracePt t="49699" x="311150" y="3911600"/>
          <p14:tracePt t="49706" x="311150" y="3917950"/>
          <p14:tracePt t="49731" x="311150" y="3924300"/>
          <p14:tracePt t="49766" x="311150" y="3937000"/>
          <p14:tracePt t="49787" x="311150" y="3943350"/>
          <p14:tracePt t="49793" x="311150" y="3949700"/>
          <p14:tracePt t="49810" x="311150" y="3956050"/>
          <p14:tracePt t="49825" x="311150" y="3962400"/>
          <p14:tracePt t="49842" x="311150" y="3968750"/>
          <p14:tracePt t="49858" x="311150" y="3981450"/>
          <p14:tracePt t="49875" x="311150" y="3987800"/>
          <p14:tracePt t="49893" x="317500" y="4025900"/>
          <p14:tracePt t="49908" x="317500" y="4032250"/>
          <p14:tracePt t="49925" x="317500" y="4038600"/>
          <p14:tracePt t="49942" x="323850" y="4044950"/>
          <p14:tracePt t="49958" x="323850" y="4051300"/>
          <p14:tracePt t="50019" x="323850" y="4057650"/>
          <p14:tracePt t="50068" x="323850" y="4051300"/>
          <p14:tracePt t="50075" x="330200" y="4044950"/>
          <p14:tracePt t="50103" x="330200" y="4038600"/>
          <p14:tracePt t="50117" x="336550" y="4025900"/>
          <p14:tracePt t="50127" x="336550" y="4013200"/>
          <p14:tracePt t="50140" x="342900" y="3994150"/>
          <p14:tracePt t="50157" x="342900" y="3968750"/>
          <p14:tracePt t="50174" x="374650" y="3898900"/>
          <p14:tracePt t="50190" x="381000" y="3879850"/>
          <p14:tracePt t="50208" x="393700" y="3835400"/>
          <p14:tracePt t="50223" x="400050" y="3816350"/>
          <p14:tracePt t="50240" x="412750" y="3803650"/>
          <p14:tracePt t="50258" x="425450" y="3790950"/>
          <p14:tracePt t="50314" x="425450" y="3797300"/>
          <p14:tracePt t="51789" x="431800" y="3797300"/>
          <p14:tracePt t="51803" x="438150" y="3797300"/>
          <p14:tracePt t="51824" x="444500" y="3797300"/>
          <p14:tracePt t="51831" x="457200" y="3797300"/>
          <p14:tracePt t="51838" x="463550" y="3797300"/>
          <p14:tracePt t="51854" x="469900" y="3797300"/>
          <p14:tracePt t="51867" x="482600" y="3797300"/>
          <p14:tracePt t="51884" x="508000" y="3778250"/>
          <p14:tracePt t="51902" x="539750" y="3759200"/>
          <p14:tracePt t="51918" x="552450" y="3746500"/>
          <p14:tracePt t="51934" x="577850" y="3708400"/>
          <p14:tracePt t="51951" x="596900" y="3683000"/>
          <p14:tracePt t="51968" x="603250" y="3670300"/>
          <p14:tracePt t="51984" x="615950" y="3651250"/>
          <p14:tracePt t="52000" x="615950" y="3632200"/>
          <p14:tracePt t="52035" x="622300" y="3613150"/>
          <p14:tracePt t="52050" x="628650" y="3600450"/>
          <p14:tracePt t="52067" x="628650" y="3594100"/>
          <p14:tracePt t="52084" x="628650" y="3587750"/>
          <p14:tracePt t="52112" x="628650" y="3581400"/>
          <p14:tracePt t="52154" x="628650" y="3575050"/>
          <p14:tracePt t="52183" x="622300" y="3568700"/>
          <p14:tracePt t="52189" x="622300" y="3562350"/>
          <p14:tracePt t="52210" x="615950" y="3562350"/>
          <p14:tracePt t="52231" x="609600" y="3562350"/>
          <p14:tracePt t="52245" x="603250" y="3556000"/>
          <p14:tracePt t="52254" x="596900" y="3556000"/>
          <p14:tracePt t="52266" x="590550" y="3556000"/>
          <p14:tracePt t="52283" x="577850" y="3543300"/>
          <p14:tracePt t="52301" x="533400" y="3530600"/>
          <p14:tracePt t="52316" x="514350" y="3524250"/>
          <p14:tracePt t="52333" x="450850" y="3505200"/>
          <p14:tracePt t="52351" x="400050" y="3473450"/>
          <p14:tracePt t="52366" x="361950" y="3454400"/>
          <p14:tracePt t="52383" x="330200" y="3441700"/>
          <p14:tracePt t="52401" x="260350" y="3409950"/>
          <p14:tracePt t="52415" x="234950" y="3409950"/>
          <p14:tracePt t="52433" x="222250" y="3403600"/>
          <p14:tracePt t="52449" x="209550" y="3403600"/>
          <p14:tracePt t="52466" x="196850" y="3397250"/>
          <p14:tracePt t="52484" x="190500" y="3397250"/>
          <p14:tracePt t="52515" x="184150" y="3403600"/>
          <p14:tracePt t="52535" x="184150" y="3409950"/>
          <p14:tracePt t="52561" x="184150" y="3416300"/>
          <p14:tracePt t="52597" x="184150" y="3422650"/>
          <p14:tracePt t="52631" x="184150" y="3429000"/>
          <p14:tracePt t="52723" x="190500" y="3429000"/>
          <p14:tracePt t="52744" x="196850" y="3429000"/>
          <p14:tracePt t="52750" x="203200" y="3429000"/>
          <p14:tracePt t="52772" x="203200" y="3422650"/>
          <p14:tracePt t="52807" x="209550" y="3422650"/>
          <p14:tracePt t="52835" x="215900" y="3422650"/>
          <p14:tracePt t="52842" x="215900" y="3429000"/>
          <p14:tracePt t="52856" x="222250" y="3429000"/>
          <p14:tracePt t="52877" x="222250" y="3435350"/>
          <p14:tracePt t="52884" x="222250" y="3441700"/>
          <p14:tracePt t="52898" x="228600" y="3441700"/>
          <p14:tracePt t="52915" x="228600" y="3460750"/>
          <p14:tracePt t="52931" x="228600" y="3467100"/>
          <p14:tracePt t="52948" x="234950" y="3498850"/>
          <p14:tracePt t="52964" x="247650" y="3536950"/>
          <p14:tracePt t="52981" x="254000" y="3562350"/>
          <p14:tracePt t="52998" x="279400" y="3619500"/>
          <p14:tracePt t="53014" x="285750" y="3651250"/>
          <p14:tracePt t="53032" x="311150" y="3714750"/>
          <p14:tracePt t="53048" x="317500" y="3727450"/>
          <p14:tracePt t="53064" x="323850" y="3740150"/>
          <p14:tracePt t="53081" x="330200" y="3752850"/>
          <p14:tracePt t="53097" x="336550" y="3759200"/>
          <p14:tracePt t="53130" x="336550" y="3765550"/>
          <p14:tracePt t="53147" x="349250" y="3765550"/>
          <p14:tracePt t="53167" x="355600" y="3765550"/>
          <p14:tracePt t="53207" x="361950" y="3765550"/>
          <p14:tracePt t="53235" x="368300" y="3765550"/>
          <p14:tracePt t="53277" x="374650" y="3765550"/>
          <p14:tracePt t="53284" x="381000" y="3759200"/>
          <p14:tracePt t="53355" x="387350" y="3759200"/>
          <p14:tracePt t="53369" x="393700" y="3759200"/>
          <p14:tracePt t="53397" x="400050" y="3759200"/>
          <p14:tracePt t="53403" x="406400" y="3752850"/>
          <p14:tracePt t="53418" x="412750" y="3752850"/>
          <p14:tracePt t="53429" x="412750" y="3746500"/>
          <p14:tracePt t="53448" x="425450" y="3740150"/>
          <p14:tracePt t="53463" x="431800" y="3733800"/>
          <p14:tracePt t="53479" x="450850" y="3721100"/>
          <p14:tracePt t="53496" x="476250" y="3676650"/>
          <p14:tracePt t="53512" x="488950" y="3644900"/>
          <p14:tracePt t="53529" x="527050" y="3562350"/>
          <p14:tracePt t="53545" x="539750" y="3486150"/>
          <p14:tracePt t="53562" x="539750" y="3460750"/>
          <p14:tracePt t="53579" x="539750" y="3409950"/>
          <p14:tracePt t="53595" x="527050" y="3378200"/>
          <p14:tracePt t="53612" x="520700" y="3371850"/>
          <p14:tracePt t="53629" x="501650" y="3352800"/>
          <p14:tracePt t="53645" x="495300" y="3352800"/>
          <p14:tracePt t="53662" x="463550" y="3340100"/>
          <p14:tracePt t="53679" x="438150" y="3321050"/>
          <p14:tracePt t="53695" x="425450" y="3314700"/>
          <p14:tracePt t="53712" x="406400" y="3295650"/>
          <p14:tracePt t="53728" x="393700" y="3282950"/>
          <p14:tracePt t="53762" x="393700" y="3270250"/>
          <p14:tracePt t="53778" x="393700" y="3263900"/>
          <p14:tracePt t="53867" x="400050" y="3263900"/>
          <p14:tracePt t="53888" x="406400" y="3263900"/>
          <p14:tracePt t="53896" x="412750" y="3263900"/>
          <p14:tracePt t="53909" x="425450" y="3263900"/>
          <p14:tracePt t="53930" x="438150" y="3263900"/>
          <p14:tracePt t="53937" x="457200" y="3263900"/>
          <p14:tracePt t="53947" x="488950" y="3263900"/>
          <p14:tracePt t="53960" x="514350" y="3263900"/>
          <p14:tracePt t="53977" x="565150" y="3270250"/>
          <p14:tracePt t="53994" x="698500" y="3276600"/>
          <p14:tracePt t="54011" x="863600" y="3289300"/>
          <p14:tracePt t="54028" x="965200" y="3289300"/>
          <p14:tracePt t="54044" x="1181100" y="3308350"/>
          <p14:tracePt t="54060" x="1397000" y="3321050"/>
          <p14:tracePt t="54077" x="1638300" y="3327400"/>
          <p14:tracePt t="54093" x="1752600" y="3340100"/>
          <p14:tracePt t="54110" x="2012950" y="3340100"/>
          <p14:tracePt t="54127" x="2241550" y="3340100"/>
          <p14:tracePt t="54143" x="2368550" y="3340100"/>
          <p14:tracePt t="54160" x="2609850" y="3340100"/>
          <p14:tracePt t="54177" x="2851150" y="3327400"/>
          <p14:tracePt t="54193" x="2965450" y="3314700"/>
          <p14:tracePt t="54210" x="3079750" y="3302000"/>
          <p14:tracePt t="54226" x="3460750" y="3263900"/>
          <p14:tracePt t="54243" x="3575050" y="3238500"/>
          <p14:tracePt t="54261" x="3822700" y="3187700"/>
          <p14:tracePt t="54276" x="3924300" y="3175000"/>
          <p14:tracePt t="54293" x="4165600" y="3124200"/>
          <p14:tracePt t="54310" x="4394200" y="3086100"/>
          <p14:tracePt t="54326" x="4489450" y="3060700"/>
          <p14:tracePt t="54343" x="4705350" y="3054350"/>
          <p14:tracePt t="54359" x="4908550" y="3022600"/>
          <p14:tracePt t="54376" x="5010150" y="3003550"/>
          <p14:tracePt t="54393" x="5181600" y="2978150"/>
          <p14:tracePt t="54409" x="5346700" y="2971800"/>
          <p14:tracePt t="54425" x="5435600" y="2959100"/>
          <p14:tracePt t="54443" x="5607050" y="2921000"/>
          <p14:tracePt t="54459" x="5740400" y="2895600"/>
          <p14:tracePt t="54476" x="5778500" y="2895600"/>
          <p14:tracePt t="54492" x="5854700" y="2895600"/>
          <p14:tracePt t="54509" x="5930900" y="2895600"/>
          <p14:tracePt t="54526" x="5975350" y="2895600"/>
          <p14:tracePt t="54542" x="6057900" y="2876550"/>
          <p14:tracePt t="54559" x="6096000" y="2876550"/>
          <p14:tracePt t="54576" x="6203950" y="2876550"/>
          <p14:tracePt t="54592" x="6229350" y="2876550"/>
          <p14:tracePt t="54608" x="6254750" y="2876550"/>
          <p14:tracePt t="54625" x="6299200" y="2876550"/>
          <p14:tracePt t="54642" x="6350000" y="2882900"/>
          <p14:tracePt t="54658" x="6375400" y="2882900"/>
          <p14:tracePt t="54675" x="6457950" y="2895600"/>
          <p14:tracePt t="54691" x="6515100" y="2908300"/>
          <p14:tracePt t="54708" x="6559550" y="2914650"/>
          <p14:tracePt t="54725" x="6616700" y="2927350"/>
          <p14:tracePt t="54741" x="6667500" y="2946400"/>
          <p14:tracePt t="54758" x="6705600" y="2965450"/>
          <p14:tracePt t="54774" x="6731000" y="2971800"/>
          <p14:tracePt t="54791" x="6756400" y="2984500"/>
          <p14:tracePt t="54808" x="6775450" y="2990850"/>
          <p14:tracePt t="54824" x="6775450" y="2997200"/>
          <p14:tracePt t="54857" x="6775450" y="3003550"/>
          <p14:tracePt t="54874" x="6769100" y="3003550"/>
          <p14:tracePt t="54891" x="6762750" y="3003550"/>
          <p14:tracePt t="54907" x="6756400" y="3009900"/>
          <p14:tracePt t="54924" x="6750050" y="3016250"/>
          <p14:tracePt t="54941" x="6724650" y="3016250"/>
          <p14:tracePt t="54957" x="6711950" y="3016250"/>
          <p14:tracePt t="55216" x="6642100" y="3016250"/>
          <p14:tracePt t="55224" x="6565900" y="3016250"/>
          <p14:tracePt t="55230" x="6464300" y="3022600"/>
          <p14:tracePt t="55244" x="6350000" y="3048000"/>
          <p14:tracePt t="55256" x="6203950" y="3067050"/>
          <p14:tracePt t="55273" x="5892800" y="3098800"/>
          <p14:tracePt t="55289" x="5695950" y="3143250"/>
          <p14:tracePt t="55307" x="5314950" y="3168650"/>
          <p14:tracePt t="55322" x="4940300" y="3181350"/>
          <p14:tracePt t="55339" x="4730750" y="3194050"/>
          <p14:tracePt t="55356" x="4279900" y="3206750"/>
          <p14:tracePt t="55373" x="3924300" y="3232150"/>
          <p14:tracePt t="55389" x="3714750" y="3244850"/>
          <p14:tracePt t="55406" x="3333750" y="3251200"/>
          <p14:tracePt t="55422" x="3003550" y="3244850"/>
          <p14:tracePt t="55439" x="2838450" y="3257550"/>
          <p14:tracePt t="55455" x="2495550" y="3251200"/>
          <p14:tracePt t="55472" x="2171700" y="3257550"/>
          <p14:tracePt t="55490" x="1816100" y="3289300"/>
          <p14:tracePt t="55506" x="1689100" y="3289300"/>
          <p14:tracePt t="55522" x="1562100" y="3289300"/>
          <p14:tracePt t="55539" x="1219200" y="3321050"/>
          <p14:tracePt t="55555" x="1117600" y="3346450"/>
          <p14:tracePt t="55572" x="1016000" y="3346450"/>
          <p14:tracePt t="55588" x="869950" y="3346450"/>
          <p14:tracePt t="55605" x="755650" y="3352800"/>
          <p14:tracePt t="55622" x="704850" y="3359150"/>
          <p14:tracePt t="55638" x="628650" y="3352800"/>
          <p14:tracePt t="55655" x="571500" y="3346450"/>
          <p14:tracePt t="55672" x="552450" y="3333750"/>
          <p14:tracePt t="55688" x="546100" y="3333750"/>
          <p14:tracePt t="55705" x="533400" y="3314700"/>
          <p14:tracePt t="55722" x="527050" y="3308350"/>
          <p14:tracePt t="55755" x="520700" y="3289300"/>
          <p14:tracePt t="55771" x="520700" y="3276600"/>
          <p14:tracePt t="55788" x="520700" y="3270250"/>
          <p14:tracePt t="55805" x="514350" y="3263900"/>
          <p14:tracePt t="55821" x="514350" y="3257550"/>
          <p14:tracePt t="55855" x="508000" y="3257550"/>
          <p14:tracePt t="55871" x="501650" y="3251200"/>
          <p14:tracePt t="55887" x="482600" y="3238500"/>
          <p14:tracePt t="55904" x="463550" y="3225800"/>
          <p14:tracePt t="55921" x="450850" y="3225800"/>
          <p14:tracePt t="55925" x="438150" y="3219450"/>
          <p14:tracePt t="55937" x="419100" y="3206750"/>
          <p14:tracePt t="55954" x="387350" y="3200400"/>
          <p14:tracePt t="55970" x="361950" y="3181350"/>
          <p14:tracePt t="55988" x="304800" y="3181350"/>
          <p14:tracePt t="56003" x="260350" y="3181350"/>
          <p14:tracePt t="56020" x="234950" y="3181350"/>
          <p14:tracePt t="56037" x="203200" y="3181350"/>
          <p14:tracePt t="56054" x="184150" y="3181350"/>
          <p14:tracePt t="56114" x="177800" y="3181350"/>
          <p14:tracePt t="56157" x="177800" y="3187700"/>
          <p14:tracePt t="56192" x="177800" y="3194050"/>
          <p14:tracePt t="56304" x="177800" y="3200400"/>
          <p14:tracePt t="56346" x="177800" y="3206750"/>
          <p14:tracePt t="56353" x="184150" y="3206750"/>
          <p14:tracePt t="56374" x="190500" y="3206750"/>
          <p14:tracePt t="56395" x="196850" y="3213100"/>
          <p14:tracePt t="56404" x="203200" y="3213100"/>
          <p14:tracePt t="56416" x="209550" y="3213100"/>
          <p14:tracePt t="56423" x="215900" y="3213100"/>
          <p14:tracePt t="56439" x="222250" y="3213100"/>
          <p14:tracePt t="56453" x="260350" y="3213100"/>
          <p14:tracePt t="56469" x="279400" y="3219450"/>
          <p14:tracePt t="56486" x="336550" y="3219450"/>
          <p14:tracePt t="56502" x="374650" y="3225800"/>
          <p14:tracePt t="56518" x="488950" y="3225800"/>
          <p14:tracePt t="56536" x="628650" y="3225800"/>
          <p14:tracePt t="56552" x="730250" y="3225800"/>
          <p14:tracePt t="56569" x="920750" y="3225800"/>
          <p14:tracePt t="56585" x="1162050" y="3225800"/>
          <p14:tracePt t="56601" x="1301750" y="3225800"/>
          <p14:tracePt t="56618" x="1593850" y="3225800"/>
          <p14:tracePt t="56635" x="1930400" y="3225800"/>
          <p14:tracePt t="56651" x="2114550" y="3225800"/>
          <p14:tracePt t="56669" x="2438400" y="3225800"/>
          <p14:tracePt t="56684" x="2673350" y="3219450"/>
          <p14:tracePt t="56701" x="2755900" y="3219450"/>
          <p14:tracePt t="56718" x="2832100" y="3213100"/>
          <p14:tracePt t="56734" x="2851150" y="3213100"/>
          <p14:tracePt t="56768" x="2819400" y="3219450"/>
          <p14:tracePt t="56785" x="2800350" y="3219450"/>
          <p14:tracePt t="56801" x="2762250" y="3219450"/>
          <p14:tracePt t="56817" x="2705100" y="3225800"/>
          <p14:tracePt t="56834" x="2673350" y="3232150"/>
          <p14:tracePt t="56851" x="2546350" y="3244850"/>
          <p14:tracePt t="56867" x="2330450" y="3244850"/>
          <p14:tracePt t="56884" x="2203450" y="3244850"/>
          <p14:tracePt t="56901" x="1905000" y="3251200"/>
          <p14:tracePt t="56917" x="1543050" y="3251200"/>
          <p14:tracePt t="56934" x="1403350" y="3251200"/>
          <p14:tracePt t="56950" x="1149350" y="3263900"/>
          <p14:tracePt t="56967" x="946150" y="3308350"/>
          <p14:tracePt t="56984" x="838200" y="3340100"/>
          <p14:tracePt t="57000" x="679450" y="3378200"/>
          <p14:tracePt t="57017" x="558800" y="3403600"/>
          <p14:tracePt t="57034" x="501650" y="3422650"/>
          <p14:tracePt t="57050" x="488950" y="3429000"/>
          <p14:tracePt t="57067" x="476250" y="3429000"/>
          <p14:tracePt t="57083" x="450850" y="3441700"/>
          <p14:tracePt t="57100" x="444500" y="3441700"/>
          <p14:tracePt t="57146" x="438150" y="3441700"/>
          <p14:tracePt t="57364" x="438150" y="3448050"/>
          <p14:tracePt t="57378" x="431800" y="3448050"/>
          <p14:tracePt t="57385" x="425450" y="3448050"/>
          <p14:tracePt t="57406" x="419100" y="3448050"/>
          <p14:tracePt t="57420" x="412750" y="3448050"/>
          <p14:tracePt t="57432" x="400050" y="3454400"/>
          <p14:tracePt t="57449" x="381000" y="3454400"/>
          <p14:tracePt t="57465" x="361950" y="3460750"/>
          <p14:tracePt t="57482" x="330200" y="3460750"/>
          <p14:tracePt t="57498" x="304800" y="3467100"/>
          <p14:tracePt t="57515" x="292100" y="3467100"/>
          <p14:tracePt t="57532" x="285750" y="3473450"/>
          <p14:tracePt t="57548" x="292100" y="3479800"/>
          <p14:tracePt t="57565" x="292100" y="3486150"/>
          <p14:tracePt t="57582" x="317500" y="3486150"/>
          <p14:tracePt t="57598" x="361950" y="3492500"/>
          <p14:tracePt t="57615" x="400050" y="3498850"/>
          <p14:tracePt t="57632" x="527050" y="3511550"/>
          <p14:tracePt t="57648" x="704850" y="3517900"/>
          <p14:tracePt t="57665" x="933450" y="3517900"/>
          <p14:tracePt t="57681" x="1035050" y="3517900"/>
          <p14:tracePt t="57698" x="1149350" y="3517900"/>
          <p14:tracePt t="57715" x="1454150" y="3492500"/>
          <p14:tracePt t="57731" x="1536700" y="3486150"/>
          <p14:tracePt t="57748" x="1612900" y="3486150"/>
          <p14:tracePt t="57764" x="1727200" y="3486150"/>
          <p14:tracePt t="57781" x="1790700" y="3498850"/>
          <p14:tracePt t="57797" x="1816100" y="3498850"/>
          <p14:tracePt t="57814" x="1835150" y="3505200"/>
          <p14:tracePt t="57831" x="1841500" y="3505200"/>
          <p14:tracePt t="57877" x="1835150" y="3505200"/>
          <p14:tracePt t="57891" x="1828800" y="3505200"/>
          <p14:tracePt t="57900" x="1822450" y="3505200"/>
          <p14:tracePt t="57913" x="1816100" y="3505200"/>
          <p14:tracePt t="57930" x="1803400" y="3505200"/>
          <p14:tracePt t="57947" x="1790700" y="3505200"/>
          <p14:tracePt t="57963" x="1784350" y="3505200"/>
          <p14:tracePt t="57989" x="1778000" y="3505200"/>
          <p14:tracePt t="58017" x="1771650" y="3505200"/>
          <p14:tracePt t="58401" x="1733550" y="3505200"/>
          <p14:tracePt t="58408" x="1695450" y="3498850"/>
          <p14:tracePt t="58422" x="1638300" y="3479800"/>
          <p14:tracePt t="58431" x="1587500" y="3473450"/>
          <p14:tracePt t="58445" x="1530350" y="3460750"/>
          <p14:tracePt t="58462" x="1377950" y="3441700"/>
          <p14:tracePt t="58478" x="1181100" y="3416300"/>
          <p14:tracePt t="58495" x="1092200" y="3390900"/>
          <p14:tracePt t="58514" x="933450" y="3365500"/>
          <p14:tracePt t="58528" x="806450" y="3333750"/>
          <p14:tracePt t="58545" x="742950" y="3333750"/>
          <p14:tracePt t="58562" x="635000" y="3327400"/>
          <p14:tracePt t="58577" x="539750" y="3314700"/>
          <p14:tracePt t="58594" x="501650" y="3314700"/>
          <p14:tracePt t="58612" x="463550" y="3308350"/>
          <p14:tracePt t="58628" x="431800" y="3302000"/>
          <p14:tracePt t="58644" x="393700" y="3289300"/>
          <p14:tracePt t="58661" x="368300" y="3289300"/>
          <p14:tracePt t="58678" x="342900" y="3289300"/>
          <p14:tracePt t="58695" x="330200" y="3289300"/>
          <p14:tracePt t="58711" x="317500" y="3289300"/>
          <p14:tracePt t="58728" x="304800" y="3289300"/>
          <p14:tracePt t="58745" x="298450" y="3289300"/>
          <p14:tracePt t="58760" x="292100" y="3289300"/>
          <p14:tracePt t="58777" x="285750" y="3289300"/>
          <p14:tracePt t="58794" x="273050" y="3289300"/>
          <p14:tracePt t="58831" x="266700" y="3289300"/>
          <p14:tracePt t="58893" x="266700" y="3295650"/>
          <p14:tracePt t="58913" x="273050" y="3295650"/>
          <p14:tracePt t="58929" x="279400" y="3295650"/>
          <p14:tracePt t="58949" x="285750" y="3295650"/>
          <p14:tracePt t="58970" x="292100" y="3295650"/>
          <p14:tracePt t="58991" x="298450" y="3295650"/>
          <p14:tracePt t="59005" x="311150" y="3295650"/>
          <p14:tracePt t="59013" x="323850" y="3295650"/>
          <p14:tracePt t="59026" x="342900" y="3295650"/>
          <p14:tracePt t="59043" x="469900" y="3295650"/>
          <p14:tracePt t="59061" x="660400" y="3295650"/>
          <p14:tracePt t="59076" x="787400" y="3295650"/>
          <p14:tracePt t="59093" x="1079500" y="3295650"/>
          <p14:tracePt t="59110" x="1257300" y="3295650"/>
          <p14:tracePt t="59126" x="1581150" y="3302000"/>
          <p14:tracePt t="59143" x="1720850" y="3302000"/>
          <p14:tracePt t="59160" x="2101850" y="3282950"/>
          <p14:tracePt t="59176" x="2203450" y="3263900"/>
          <p14:tracePt t="59193" x="2266950" y="3257550"/>
          <p14:tracePt t="59209" x="2362200" y="3238500"/>
          <p14:tracePt t="59226" x="2393950" y="3238500"/>
          <p14:tracePt t="59243" x="2393950" y="3232150"/>
          <p14:tracePt t="59265" x="2387600" y="3232150"/>
          <p14:tracePt t="59275" x="2374900" y="3232150"/>
          <p14:tracePt t="59293" x="2349500" y="3238500"/>
          <p14:tracePt t="59309" x="2317750" y="3238500"/>
          <p14:tracePt t="59325" x="2209800" y="3263900"/>
          <p14:tracePt t="59342" x="2044700" y="3308350"/>
          <p14:tracePt t="59359" x="1924050" y="3327400"/>
          <p14:tracePt t="59376" x="1593850" y="3384550"/>
          <p14:tracePt t="59392" x="1301750" y="3429000"/>
          <p14:tracePt t="59408" x="1187450" y="3441700"/>
          <p14:tracePt t="59427" x="952500" y="3486150"/>
          <p14:tracePt t="59441" x="781050" y="3524250"/>
          <p14:tracePt t="59459" x="717550" y="3530600"/>
          <p14:tracePt t="59475" x="615950" y="3543300"/>
          <p14:tracePt t="59492" x="552450" y="3556000"/>
          <p14:tracePt t="59508" x="533400" y="3562350"/>
          <p14:tracePt t="59525" x="508000" y="3568700"/>
          <p14:tracePt t="59541" x="495300" y="3568700"/>
          <p14:tracePt t="59559" x="482600" y="3568700"/>
          <p14:tracePt t="59602" x="476250" y="3575050"/>
          <p14:tracePt t="59651" x="469900" y="3575050"/>
          <p14:tracePt t="59672" x="463550" y="3575050"/>
          <p14:tracePt t="59700" x="457200" y="3575050"/>
          <p14:tracePt t="59756" x="450850" y="3575050"/>
          <p14:tracePt t="59791" x="444500" y="3575050"/>
          <p14:tracePt t="59833" x="444500" y="3568700"/>
          <p14:tracePt t="59953" x="457200" y="3568700"/>
          <p14:tracePt t="59967" x="476250" y="3568700"/>
          <p14:tracePt t="59976" x="514350" y="3568700"/>
          <p14:tracePt t="59990" x="596900" y="3556000"/>
          <p14:tracePt t="60007" x="800100" y="3543300"/>
          <p14:tracePt t="60023" x="1092200" y="3543300"/>
          <p14:tracePt t="60040" x="1244600" y="3543300"/>
          <p14:tracePt t="60058" x="1511300" y="3536950"/>
          <p14:tracePt t="60073" x="1714500" y="3524250"/>
          <p14:tracePt t="60089" x="1778000" y="3530600"/>
          <p14:tracePt t="60107" x="1847850" y="3536950"/>
          <p14:tracePt t="60123" x="1854200" y="3536950"/>
          <p14:tracePt t="60139" x="1860550" y="3568700"/>
          <p14:tracePt t="60156" x="1866900" y="3581400"/>
          <p14:tracePt t="65846" x="1854200" y="3575050"/>
          <p14:tracePt t="65854" x="1841500" y="3568700"/>
          <p14:tracePt t="65860" x="1809750" y="3568700"/>
          <p14:tracePt t="65869" x="1771650" y="3556000"/>
          <p14:tracePt t="65886" x="1682750" y="3517900"/>
          <p14:tracePt t="65903" x="1530350" y="3454400"/>
          <p14:tracePt t="65919" x="1409700" y="3409950"/>
          <p14:tracePt t="65937" x="1231900" y="3352800"/>
          <p14:tracePt t="65952" x="1155700" y="3308350"/>
          <p14:tracePt t="65969" x="1041400" y="3263900"/>
          <p14:tracePt t="65986" x="939800" y="3225800"/>
          <p14:tracePt t="66003" x="895350" y="3219450"/>
          <p14:tracePt t="66019" x="863600" y="3219450"/>
          <p14:tracePt t="66036" x="844550" y="3219450"/>
          <p14:tracePt t="66052" x="825500" y="3219450"/>
          <p14:tracePt t="66069" x="806450" y="3219450"/>
          <p14:tracePt t="66086" x="793750" y="3219450"/>
          <p14:tracePt t="66102" x="781050" y="3219450"/>
          <p14:tracePt t="66120" x="768350" y="3225800"/>
          <p14:tracePt t="66135" x="755650" y="3238500"/>
          <p14:tracePt t="66152" x="736600" y="3244850"/>
          <p14:tracePt t="66169" x="704850" y="3244850"/>
          <p14:tracePt t="66185" x="685800" y="3251200"/>
          <p14:tracePt t="66202" x="666750" y="3251200"/>
          <p14:tracePt t="66219" x="628650" y="3257550"/>
          <p14:tracePt t="66235" x="596900" y="3257550"/>
          <p14:tracePt t="66252" x="558800" y="3257550"/>
          <p14:tracePt t="66268" x="501650" y="3270250"/>
          <p14:tracePt t="66285" x="463550" y="3282950"/>
          <p14:tracePt t="66302" x="406400" y="3295650"/>
          <p14:tracePt t="66318" x="361950" y="3314700"/>
          <p14:tracePt t="66334" x="330200" y="3321050"/>
          <p14:tracePt t="66351" x="266700" y="3346450"/>
          <p14:tracePt t="66368" x="222250" y="3352800"/>
          <p14:tracePt t="66384" x="190500" y="3359150"/>
          <p14:tracePt t="66401" x="152400" y="3365500"/>
          <p14:tracePt t="66418" x="133350" y="3365500"/>
          <p14:tracePt t="66435" x="127000" y="3371850"/>
          <p14:tracePt t="66451" x="120650" y="3371850"/>
          <p14:tracePt t="66471" x="114300" y="3371850"/>
          <p14:tracePt t="66492" x="107950" y="3371850"/>
          <p14:tracePt t="66590" x="107950" y="3378200"/>
          <p14:tracePt t="66632" x="107950" y="3390900"/>
          <p14:tracePt t="66646" x="114300" y="3390900"/>
          <p14:tracePt t="66653" x="120650" y="3390900"/>
          <p14:tracePt t="66667" x="120650" y="3397250"/>
          <p14:tracePt t="66683" x="133350" y="3403600"/>
          <p14:tracePt t="66700" x="146050" y="3409950"/>
          <p14:tracePt t="66717" x="171450" y="3422650"/>
          <p14:tracePt t="66733" x="184150" y="3435350"/>
          <p14:tracePt t="66751" x="215900" y="3448050"/>
          <p14:tracePt t="66767" x="241300" y="3454400"/>
          <p14:tracePt t="66783" x="266700" y="3460750"/>
          <p14:tracePt t="66800" x="285750" y="3460750"/>
          <p14:tracePt t="66816" x="304800" y="3460750"/>
          <p14:tracePt t="66833" x="317500" y="3460750"/>
          <p14:tracePt t="66850" x="323850" y="3460750"/>
          <p14:tracePt t="66866" x="330200" y="3454400"/>
          <p14:tracePt t="66883" x="336550" y="3448050"/>
          <p14:tracePt t="66899" x="349250" y="3429000"/>
          <p14:tracePt t="66916" x="355600" y="3416300"/>
          <p14:tracePt t="66934" x="361950" y="3397250"/>
          <p14:tracePt t="66949" x="361950" y="3384550"/>
          <p14:tracePt t="66966" x="361950" y="3378200"/>
          <p14:tracePt t="66983" x="355600" y="3352800"/>
          <p14:tracePt t="66999" x="342900" y="3340100"/>
          <p14:tracePt t="67016" x="330200" y="3333750"/>
          <p14:tracePt t="67033" x="292100" y="3321050"/>
          <p14:tracePt t="67049" x="266700" y="3308350"/>
          <p14:tracePt t="67067" x="241300" y="3308350"/>
          <p14:tracePt t="67083" x="203200" y="3295650"/>
          <p14:tracePt t="67099" x="177800" y="3295650"/>
          <p14:tracePt t="67116" x="152400" y="3295650"/>
          <p14:tracePt t="67132" x="139700" y="3295650"/>
          <p14:tracePt t="67149" x="127000" y="3302000"/>
          <p14:tracePt t="67166" x="107950" y="3308350"/>
          <p14:tracePt t="67183" x="88900" y="3321050"/>
          <p14:tracePt t="67198" x="76200" y="3327400"/>
          <p14:tracePt t="67215" x="69850" y="3346450"/>
          <p14:tracePt t="67231" x="63500" y="3346450"/>
          <p14:tracePt t="67249" x="57150" y="3365500"/>
          <p14:tracePt t="67265" x="50800" y="3378200"/>
          <p14:tracePt t="67281" x="44450" y="3390900"/>
          <p14:tracePt t="67298" x="44450" y="3409950"/>
          <p14:tracePt t="67314" x="50800" y="3435350"/>
          <p14:tracePt t="67331" x="57150" y="3448050"/>
          <p14:tracePt t="67349" x="88900" y="3473450"/>
          <p14:tracePt t="67365" x="120650" y="3492500"/>
          <p14:tracePt t="67381" x="152400" y="3511550"/>
          <p14:tracePt t="67398" x="203200" y="3517900"/>
          <p14:tracePt t="67414" x="266700" y="3524250"/>
          <p14:tracePt t="67432" x="317500" y="3524250"/>
          <p14:tracePt t="67447" x="336550" y="3524250"/>
          <p14:tracePt t="67464" x="349250" y="3511550"/>
          <p14:tracePt t="67482" x="381000" y="3492500"/>
          <p14:tracePt t="67498" x="387350" y="3486150"/>
          <p14:tracePt t="67514" x="400050" y="3454400"/>
          <p14:tracePt t="67531" x="400050" y="3422650"/>
          <p14:tracePt t="67547" x="400050" y="3384550"/>
          <p14:tracePt t="67564" x="400050" y="3365500"/>
          <p14:tracePt t="67581" x="374650" y="3333750"/>
          <p14:tracePt t="67597" x="349250" y="3270250"/>
          <p14:tracePt t="67614" x="304800" y="3219450"/>
          <p14:tracePt t="67630" x="292100" y="3194050"/>
          <p14:tracePt t="67647" x="247650" y="3155950"/>
          <p14:tracePt t="67665" x="209550" y="3130550"/>
          <p14:tracePt t="67680" x="196850" y="3124200"/>
          <p14:tracePt t="67697" x="158750" y="3117850"/>
          <p14:tracePt t="67713" x="127000" y="3117850"/>
          <p14:tracePt t="67730" x="120650" y="3117850"/>
          <p14:tracePt t="67746" x="107950" y="3117850"/>
          <p14:tracePt t="67763" x="95250" y="3124200"/>
          <p14:tracePt t="67780" x="88900" y="3130550"/>
          <p14:tracePt t="67797" x="88900" y="3143250"/>
          <p14:tracePt t="67813" x="76200" y="3155950"/>
          <p14:tracePt t="67829" x="69850" y="3168650"/>
          <p14:tracePt t="67846" x="69850" y="3187700"/>
          <p14:tracePt t="67863" x="69850" y="3194050"/>
          <p14:tracePt t="67879" x="63500" y="3225800"/>
          <p14:tracePt t="67896" x="63500" y="3270250"/>
          <p14:tracePt t="67912" x="63500" y="3308350"/>
          <p14:tracePt t="67930" x="63500" y="3371850"/>
          <p14:tracePt t="67945" x="76200" y="3454400"/>
          <p14:tracePt t="67962" x="95250" y="3486150"/>
          <p14:tracePt t="67980" x="120650" y="3562350"/>
          <p14:tracePt t="67995" x="139700" y="3625850"/>
          <p14:tracePt t="68012" x="152400" y="3644900"/>
          <p14:tracePt t="68029" x="184150" y="3676650"/>
          <p14:tracePt t="68045" x="215900" y="3708400"/>
          <p14:tracePt t="68062" x="241300" y="3708400"/>
          <p14:tracePt t="68078" x="273050" y="3714750"/>
          <p14:tracePt t="68095" x="292100" y="3714750"/>
          <p14:tracePt t="68112" x="355600" y="3714750"/>
          <p14:tracePt t="68128" x="368300" y="3702050"/>
          <p14:tracePt t="68145" x="387350" y="3689350"/>
          <p14:tracePt t="68162" x="406400" y="3670300"/>
          <p14:tracePt t="68178" x="431800" y="3644900"/>
          <p14:tracePt t="68194" x="444500" y="3632200"/>
          <p14:tracePt t="68211" x="450850" y="3600450"/>
          <p14:tracePt t="68228" x="457200" y="3568700"/>
          <p14:tracePt t="68245" x="457200" y="3543300"/>
          <p14:tracePt t="68261" x="457200" y="3511550"/>
          <p14:tracePt t="68278" x="444500" y="3454400"/>
          <p14:tracePt t="68295" x="438150" y="3422650"/>
          <p14:tracePt t="68311" x="406400" y="3340100"/>
          <p14:tracePt t="68328" x="361950" y="3251200"/>
          <p14:tracePt t="68345" x="304800" y="3162300"/>
          <p14:tracePt t="68361" x="279400" y="3130550"/>
          <p14:tracePt t="68378" x="260350" y="3098800"/>
          <p14:tracePt t="68394" x="177800" y="3028950"/>
          <p14:tracePt t="68411" x="158750" y="3016250"/>
          <p14:tracePt t="68428" x="127000" y="2990850"/>
          <p14:tracePt t="68444" x="101600" y="2990850"/>
          <p14:tracePt t="68461" x="82550" y="2990850"/>
          <p14:tracePt t="68478" x="50800" y="3003550"/>
          <p14:tracePt t="68494" x="44450" y="3009900"/>
          <p14:tracePt t="68510" x="38100" y="3028950"/>
          <p14:tracePt t="68527" x="31750" y="3048000"/>
          <p14:tracePt t="68544" x="25400" y="3060700"/>
          <p14:tracePt t="68561" x="19050" y="3073400"/>
          <p14:tracePt t="68577" x="12700" y="3098800"/>
          <p14:tracePt t="68594" x="12700" y="3111500"/>
          <p14:tracePt t="68597" x="6350" y="3136900"/>
          <p14:tracePt t="68610" x="6350" y="3155950"/>
          <p14:tracePt t="68627" x="6350" y="3213100"/>
          <p14:tracePt t="68643" x="6350" y="3238500"/>
          <p14:tracePt t="68660" x="31750" y="3327400"/>
          <p14:tracePt t="68676" x="76200" y="3422650"/>
          <p14:tracePt t="68693" x="114300" y="3460750"/>
          <p14:tracePt t="68709" x="158750" y="3524250"/>
          <p14:tracePt t="68726" x="196850" y="3549650"/>
          <p14:tracePt t="68743" x="228600" y="3587750"/>
          <p14:tracePt t="68759" x="266700" y="3606800"/>
          <p14:tracePt t="68776" x="285750" y="3613150"/>
          <p14:tracePt t="68793" x="311150" y="3625850"/>
          <p14:tracePt t="68809" x="336550" y="3625850"/>
          <p14:tracePt t="68826" x="342900" y="3625850"/>
          <p14:tracePt t="68843" x="361950" y="3619500"/>
          <p14:tracePt t="68859" x="368300" y="3613150"/>
          <p14:tracePt t="68893" x="374650" y="3600450"/>
          <p14:tracePt t="68909" x="381000" y="3581400"/>
          <p14:tracePt t="68925" x="381000" y="3568700"/>
          <p14:tracePt t="68942" x="381000" y="3556000"/>
          <p14:tracePt t="68959" x="381000" y="3549650"/>
          <p14:tracePt t="68976" x="381000" y="3511550"/>
          <p14:tracePt t="68992" x="374650" y="3498850"/>
          <p14:tracePt t="69009" x="361950" y="3479800"/>
          <p14:tracePt t="69025" x="336550" y="3416300"/>
          <p14:tracePt t="69042" x="323850" y="3390900"/>
          <p14:tracePt t="69059" x="311150" y="3371850"/>
          <p14:tracePt t="69075" x="279400" y="3327400"/>
          <p14:tracePt t="69092" x="260350" y="3295650"/>
          <p14:tracePt t="69095" x="247650" y="3282950"/>
          <p14:tracePt t="69112" x="241300" y="3270250"/>
          <p14:tracePt t="69126" x="234950" y="3257550"/>
          <p14:tracePt t="69141" x="222250" y="3244850"/>
          <p14:tracePt t="69158" x="215900" y="3238500"/>
          <p14:tracePt t="69278" x="215900" y="3244850"/>
          <p14:tracePt t="69299" x="215900" y="3251200"/>
          <p14:tracePt t="69320" x="215900" y="3257550"/>
          <p14:tracePt t="69831" x="222250" y="3263900"/>
          <p14:tracePt t="69838" x="234950" y="3276600"/>
          <p14:tracePt t="69853" x="247650" y="3289300"/>
          <p14:tracePt t="69859" x="260350" y="3314700"/>
          <p14:tracePt t="69876" x="279400" y="3333750"/>
          <p14:tracePt t="69889" x="304800" y="3371850"/>
          <p14:tracePt t="69906" x="374650" y="3479800"/>
          <p14:tracePt t="69923" x="495300" y="3594100"/>
          <p14:tracePt t="69939" x="565150" y="3670300"/>
          <p14:tracePt t="69955" x="749300" y="3829050"/>
          <p14:tracePt t="69972" x="939800" y="4000500"/>
          <p14:tracePt t="69988" x="1073150" y="4095750"/>
          <p14:tracePt t="70005" x="1390650" y="4305300"/>
          <p14:tracePt t="70022" x="1682750" y="4464050"/>
          <p14:tracePt t="70038" x="1809750" y="4533900"/>
          <p14:tracePt t="70056" x="2032000" y="4616450"/>
          <p14:tracePt t="70072" x="2241550" y="4667250"/>
          <p14:tracePt t="70088" x="2317750" y="4699000"/>
          <p14:tracePt t="70105" x="2425700" y="4737100"/>
          <p14:tracePt t="70121" x="2482850" y="4737100"/>
          <p14:tracePt t="70138" x="2495550" y="4737100"/>
          <p14:tracePt t="70155" x="2514600" y="4730750"/>
          <p14:tracePt t="70172" x="2527300" y="4718050"/>
          <p14:tracePt t="70190" x="2533650" y="4705350"/>
          <p14:tracePt t="70204" x="2540000" y="4699000"/>
          <p14:tracePt t="70221" x="2546350" y="4699000"/>
          <p14:tracePt t="70238" x="2571750" y="4699000"/>
          <p14:tracePt t="70254" x="2584450" y="4705350"/>
          <p14:tracePt t="70271" x="2603500" y="4711700"/>
          <p14:tracePt t="70288" x="2654300" y="4730750"/>
          <p14:tracePt t="70304" x="2743200" y="4762500"/>
          <p14:tracePt t="70321" x="2800350" y="4794250"/>
          <p14:tracePt t="70337" x="2889250" y="4838700"/>
          <p14:tracePt t="70354" x="2965450" y="4889500"/>
          <p14:tracePt t="70372" x="3009900" y="4927600"/>
          <p14:tracePt t="70387" x="3028950" y="4940300"/>
          <p14:tracePt t="70404" x="3073400" y="4978400"/>
          <p14:tracePt t="70421" x="3105150" y="5010150"/>
          <p14:tracePt t="70437" x="3130550" y="5022850"/>
          <p14:tracePt t="70454" x="3162300" y="5054600"/>
          <p14:tracePt t="70470" x="3213100" y="5080000"/>
          <p14:tracePt t="70487" x="3238500" y="5092700"/>
          <p14:tracePt t="70505" x="3257550" y="5099050"/>
          <p14:tracePt t="70520" x="3321050" y="5118100"/>
          <p14:tracePt t="70537" x="3340100" y="5124450"/>
          <p14:tracePt t="70554" x="3384550" y="5156200"/>
          <p14:tracePt t="70570" x="3416300" y="5168900"/>
          <p14:tracePt t="70587" x="3479800" y="5207000"/>
          <p14:tracePt t="70604" x="3543300" y="5251450"/>
          <p14:tracePt t="70620" x="3581400" y="5276850"/>
          <p14:tracePt t="70636" x="3644900" y="5314950"/>
          <p14:tracePt t="70653" x="3670300" y="5327650"/>
          <p14:tracePt t="70669" x="3683000" y="5327650"/>
          <p14:tracePt t="70703" x="3683000" y="5321300"/>
          <p14:tracePt t="70723" x="3670300" y="5314950"/>
          <p14:tracePt t="70736" x="3663950" y="5308600"/>
          <p14:tracePt t="70753" x="3644900" y="5295900"/>
          <p14:tracePt t="70769" x="3644900" y="5289550"/>
          <p14:tracePt t="70786" x="3625850" y="5276850"/>
          <p14:tracePt t="70803" x="3594100" y="5270500"/>
          <p14:tracePt t="70819" x="3575050" y="5264150"/>
          <p14:tracePt t="70836" x="3524250" y="5257800"/>
          <p14:tracePt t="70852" x="3492500" y="5257800"/>
          <p14:tracePt t="70869" x="3422650" y="5270500"/>
          <p14:tracePt t="70885" x="3397250" y="5289550"/>
          <p14:tracePt t="70902" x="3371850" y="5302250"/>
          <p14:tracePt t="70919" x="3327400" y="5321300"/>
          <p14:tracePt t="70935" x="3295650" y="5346700"/>
          <p14:tracePt t="70952" x="3263900" y="5353050"/>
          <p14:tracePt t="70968" x="3219450" y="5359400"/>
          <p14:tracePt t="70985" x="3149600" y="5359400"/>
          <p14:tracePt t="71002" x="3124200" y="5359400"/>
          <p14:tracePt t="71018" x="3079750" y="5359400"/>
          <p14:tracePt t="71035" x="3041650" y="5359400"/>
          <p14:tracePt t="71052" x="3028950" y="5359400"/>
          <p14:tracePt t="71068" x="3016250" y="5359400"/>
          <p14:tracePt t="71085" x="3009900" y="5359400"/>
          <p14:tracePt t="71235" x="3003550" y="5359400"/>
          <p14:tracePt t="71257" x="3003550" y="5353050"/>
          <p14:tracePt t="71277" x="3003550" y="5346700"/>
          <p14:tracePt t="71285" x="2997200" y="5340350"/>
          <p14:tracePt t="71292" x="2997200" y="5334000"/>
          <p14:tracePt t="71306" x="2990850" y="5334000"/>
          <p14:tracePt t="71317" x="2978150" y="5327650"/>
          <p14:tracePt t="71334" x="2946400" y="5295900"/>
          <p14:tracePt t="71350" x="2921000" y="5276850"/>
          <p14:tracePt t="71367" x="2819400" y="5213350"/>
          <p14:tracePt t="71384" x="2679700" y="5118100"/>
          <p14:tracePt t="71400" x="2609850" y="5073650"/>
          <p14:tracePt t="71418" x="2438400" y="4978400"/>
          <p14:tracePt t="71433" x="2260600" y="4883150"/>
          <p14:tracePt t="71450" x="2178050" y="4857750"/>
          <p14:tracePt t="71467" x="2019300" y="4787900"/>
          <p14:tracePt t="71483" x="1949450" y="4743450"/>
          <p14:tracePt t="71500" x="1809750" y="4667250"/>
          <p14:tracePt t="71517" x="1689100" y="4591050"/>
          <p14:tracePt t="71533" x="1631950" y="4559300"/>
          <p14:tracePt t="71550" x="1517650" y="4495800"/>
          <p14:tracePt t="71566" x="1416050" y="4419600"/>
          <p14:tracePt t="71583" x="1358900" y="4381500"/>
          <p14:tracePt t="71600" x="1257300" y="4324350"/>
          <p14:tracePt t="71616" x="1168400" y="4260850"/>
          <p14:tracePt t="71633" x="1130300" y="4241800"/>
          <p14:tracePt t="71650" x="1079500" y="4191000"/>
          <p14:tracePt t="71666" x="1041400" y="4146550"/>
          <p14:tracePt t="71683" x="1022350" y="4133850"/>
          <p14:tracePt t="71699" x="990600" y="4114800"/>
          <p14:tracePt t="71716" x="965200" y="4089400"/>
          <p14:tracePt t="71733" x="958850" y="4076700"/>
          <p14:tracePt t="71749" x="952500" y="4070350"/>
          <p14:tracePt t="71784" x="952500" y="4057650"/>
          <p14:tracePt t="71819" x="952500" y="4051300"/>
          <p14:tracePt t="71846" x="952500" y="4044950"/>
          <p14:tracePt t="71853" x="952500" y="4038600"/>
          <p14:tracePt t="71874" x="952500" y="4032250"/>
          <p14:tracePt t="71888" x="946150" y="4025900"/>
          <p14:tracePt t="71898" x="939800" y="4025900"/>
          <p14:tracePt t="71915" x="933450" y="4019550"/>
          <p14:tracePt t="71932" x="920750" y="4013200"/>
          <p14:tracePt t="71948" x="889000" y="3987800"/>
          <p14:tracePt t="71966" x="844550" y="3949700"/>
          <p14:tracePt t="71982" x="812800" y="3924300"/>
          <p14:tracePt t="71998" x="749300" y="3873500"/>
          <p14:tracePt t="72015" x="666750" y="3822700"/>
          <p14:tracePt t="72032" x="635000" y="3797300"/>
          <p14:tracePt t="72048" x="571500" y="3746500"/>
          <p14:tracePt t="72065" x="501650" y="3702050"/>
          <p14:tracePt t="72081" x="482600" y="3683000"/>
          <p14:tracePt t="72099" x="457200" y="3663950"/>
          <p14:tracePt t="72114" x="444500" y="3663950"/>
          <p14:tracePt t="72118" x="438150" y="3657600"/>
          <p14:tracePt t="72132" x="431800" y="3651250"/>
          <p14:tracePt t="72148" x="425450" y="3651250"/>
          <p14:tracePt t="72176" x="419100" y="3644900"/>
          <p14:tracePt t="72185" x="419100" y="3638550"/>
          <p14:tracePt t="72225" x="419100" y="3632200"/>
          <p14:tracePt t="72267" x="412750" y="3632200"/>
          <p14:tracePt t="72274" x="412750" y="3625850"/>
          <p14:tracePt t="72295" x="406400" y="3619500"/>
          <p14:tracePt t="72316" x="400050" y="3613150"/>
          <p14:tracePt t="72338" x="393700" y="3613150"/>
          <p14:tracePt t="72344" x="387350" y="3606800"/>
          <p14:tracePt t="72359" x="387350" y="3600450"/>
          <p14:tracePt t="72367" x="381000" y="3587750"/>
          <p14:tracePt t="72381" x="374650" y="3575050"/>
          <p14:tracePt t="72397" x="342900" y="3549650"/>
          <p14:tracePt t="72414" x="317500" y="3511550"/>
          <p14:tracePt t="72430" x="311150" y="3498850"/>
          <p14:tracePt t="72447" x="298450" y="3479800"/>
          <p14:tracePt t="72464" x="279400" y="3448050"/>
          <p14:tracePt t="72480" x="273050" y="3441700"/>
          <p14:tracePt t="72497" x="266700" y="3435350"/>
          <p14:tracePt t="72513" x="266700" y="3429000"/>
          <p14:tracePt t="72555" x="266700" y="3422650"/>
          <p14:tracePt t="72590" x="266700" y="3416300"/>
          <p14:tracePt t="72604" x="266700" y="3409950"/>
          <p14:tracePt t="72618" x="266700" y="3403600"/>
          <p14:tracePt t="72625" x="266700" y="3397250"/>
          <p14:tracePt t="72648" x="266700" y="3390900"/>
          <p14:tracePt t="72696" x="266700" y="3384550"/>
          <p14:tracePt t="72716" x="266700" y="3378200"/>
          <p14:tracePt t="72745" x="266700" y="3371850"/>
          <p14:tracePt t="72780" x="260350" y="3371850"/>
          <p14:tracePt t="72815" x="254000" y="3371850"/>
          <p14:tracePt t="72871" x="247650" y="3371850"/>
          <p14:tracePt t="72899" x="247650" y="3359150"/>
          <p14:tracePt t="72920" x="247650" y="3352800"/>
          <p14:tracePt t="72941" x="247650" y="3346450"/>
          <p14:tracePt t="72955" x="254000" y="3346450"/>
          <p14:tracePt t="72969" x="260350" y="3346450"/>
          <p14:tracePt t="72990" x="273050" y="3340100"/>
          <p14:tracePt t="72998" x="279400" y="3340100"/>
          <p14:tracePt t="73014" x="292100" y="3340100"/>
          <p14:tracePt t="73028" x="317500" y="3327400"/>
          <p14:tracePt t="73045" x="330200" y="3321050"/>
          <p14:tracePt t="73062" x="361950" y="3295650"/>
          <p14:tracePt t="73078" x="368300" y="3295650"/>
          <p14:tracePt t="73094" x="381000" y="3282950"/>
          <p14:tracePt t="73110" x="381000" y="3270250"/>
          <p14:tracePt t="73138" x="381000" y="3263900"/>
          <p14:tracePt t="73152" x="374650" y="3263900"/>
          <p14:tracePt t="73161" x="368300" y="3263900"/>
          <p14:tracePt t="73187" x="361950" y="3263900"/>
          <p14:tracePt t="73208" x="355600" y="3270250"/>
          <p14:tracePt t="73236" x="349250" y="3270250"/>
          <p14:tracePt t="73250" x="342900" y="3276600"/>
          <p14:tracePt t="73257" x="336550" y="3276600"/>
          <p14:tracePt t="73271" x="330200" y="3282950"/>
          <p14:tracePt t="73281" x="323850" y="3282950"/>
          <p14:tracePt t="73294" x="311150" y="3289300"/>
          <p14:tracePt t="73310" x="273050" y="3295650"/>
          <p14:tracePt t="73327" x="215900" y="3308350"/>
          <p14:tracePt t="73344" x="184150" y="3314700"/>
          <p14:tracePt t="73360" x="139700" y="3327400"/>
          <p14:tracePt t="73377" x="101600" y="3346450"/>
          <p14:tracePt t="73394" x="88900" y="3352800"/>
          <p14:tracePt t="73412" x="76200" y="3365500"/>
          <p14:tracePt t="73427" x="76200" y="3378200"/>
          <p14:tracePt t="73443" x="76200" y="3384550"/>
          <p14:tracePt t="73460" x="82550" y="3390900"/>
          <p14:tracePt t="73476" x="82550" y="3397250"/>
          <p14:tracePt t="73493" x="88900" y="3403600"/>
          <p14:tracePt t="73526" x="95250" y="3403600"/>
          <p14:tracePt t="73543" x="95250" y="3409950"/>
          <p14:tracePt t="73566" x="101600" y="3416300"/>
          <p14:tracePt t="73587" x="101600" y="3422650"/>
          <p14:tracePt t="73601" x="101600" y="3429000"/>
          <p14:tracePt t="73622" x="107950" y="3435350"/>
          <p14:tracePt t="73629" x="107950" y="3441700"/>
          <p14:tracePt t="73693" x="107950" y="3448050"/>
          <p14:tracePt t="73699" x="114300" y="3448050"/>
          <p14:tracePt t="73721" x="114300" y="3454400"/>
          <p14:tracePt t="73729" x="120650" y="3454400"/>
          <p14:tracePt t="73749" x="127000" y="3454400"/>
          <p14:tracePt t="73783" x="127000" y="3448050"/>
          <p14:tracePt t="73790" x="133350" y="3448050"/>
          <p14:tracePt t="73798" x="133350" y="3441700"/>
          <p14:tracePt t="73812" x="139700" y="3435350"/>
          <p14:tracePt t="73826" x="146050" y="3429000"/>
          <p14:tracePt t="73842" x="152400" y="3403600"/>
          <p14:tracePt t="73859" x="158750" y="3390900"/>
          <p14:tracePt t="73875" x="171450" y="3359150"/>
          <p14:tracePt t="73892" x="177800" y="3340100"/>
          <p14:tracePt t="73909" x="184150" y="3333750"/>
          <p14:tracePt t="73925" x="196850" y="3321050"/>
          <p14:tracePt t="73942" x="203200" y="3321050"/>
          <p14:tracePt t="73959" x="209550" y="3321050"/>
          <p14:tracePt t="73980" x="215900" y="3321050"/>
          <p14:tracePt t="74001" x="222250" y="3321050"/>
          <p14:tracePt t="74029" x="228600" y="3321050"/>
          <p14:tracePt t="74064" x="234950" y="3327400"/>
          <p14:tracePt t="74093" x="241300" y="3327400"/>
          <p14:tracePt t="74121" x="247650" y="3327400"/>
          <p14:tracePt t="74254" x="247650" y="3321050"/>
          <p14:tracePt t="74282" x="247650" y="3314700"/>
          <p14:tracePt t="74289" x="254000" y="3314700"/>
          <p14:tracePt t="74303" x="254000" y="3308350"/>
          <p14:tracePt t="74325" x="260350" y="3308350"/>
          <p14:tracePt t="74352" x="266700" y="3302000"/>
          <p14:tracePt t="74379" x="266700" y="3289300"/>
          <p14:tracePt t="74422" x="260350" y="3276600"/>
          <p14:tracePt t="74450" x="254000" y="3270250"/>
          <p14:tracePt t="74464" x="254000" y="3263900"/>
          <p14:tracePt t="74471" x="247650" y="3263900"/>
          <p14:tracePt t="74493" x="247650" y="3257550"/>
          <p14:tracePt t="74521" x="241300" y="3257550"/>
          <p14:tracePt t="74542" x="241300" y="3251200"/>
          <p14:tracePt t="74563" x="241300" y="3244850"/>
          <p14:tracePt t="74605" x="241300" y="3238500"/>
          <p14:tracePt t="74633" x="254000" y="3238500"/>
          <p14:tracePt t="74641" x="260350" y="3238500"/>
          <p14:tracePt t="74654" x="279400" y="3238500"/>
          <p14:tracePt t="74661" x="298450" y="3238500"/>
          <p14:tracePt t="74676" x="330200" y="3238500"/>
          <p14:tracePt t="74689" x="374650" y="3232150"/>
          <p14:tracePt t="74705" x="495300" y="3219450"/>
          <p14:tracePt t="74722" x="584200" y="3219450"/>
          <p14:tracePt t="74739" x="787400" y="3200400"/>
          <p14:tracePt t="74755" x="1054100" y="3181350"/>
          <p14:tracePt t="74773" x="1352550" y="3155950"/>
          <p14:tracePt t="74788" x="1517650" y="3143250"/>
          <p14:tracePt t="74805" x="1866900" y="3117850"/>
          <p14:tracePt t="74823" x="2197100" y="3098800"/>
          <p14:tracePt t="74838" x="2336800" y="3086100"/>
          <p14:tracePt t="74855" x="2476500" y="3073400"/>
          <p14:tracePt t="74872" x="2832100" y="3054350"/>
          <p14:tracePt t="74888" x="2908300" y="3041650"/>
          <p14:tracePt t="74905" x="2984500" y="3041650"/>
          <p14:tracePt t="74922" x="3111500" y="3048000"/>
          <p14:tracePt t="74938" x="3181350" y="3048000"/>
          <p14:tracePt t="74955" x="3219450" y="3048000"/>
          <p14:tracePt t="74971" x="3225800" y="3041650"/>
          <p14:tracePt t="75012" x="3219450" y="3041650"/>
          <p14:tracePt t="75026" x="3213100" y="3041650"/>
          <p14:tracePt t="75038" x="3200400" y="3041650"/>
          <p14:tracePt t="75055" x="3181350" y="3048000"/>
          <p14:tracePt t="75071" x="3168650" y="3048000"/>
          <p14:tracePt t="75088" x="3143250" y="3054350"/>
          <p14:tracePt t="75104" x="3117850" y="3067050"/>
          <p14:tracePt t="75121" x="3105150" y="3067050"/>
          <p14:tracePt t="75138" x="3060700" y="3079750"/>
          <p14:tracePt t="75154" x="2952750" y="3105150"/>
          <p14:tracePt t="75170" x="2857500" y="3136900"/>
          <p14:tracePt t="75188" x="2628900" y="3168650"/>
          <p14:tracePt t="75204" x="2482850" y="3194050"/>
          <p14:tracePt t="75221" x="2165350" y="3238500"/>
          <p14:tracePt t="75238" x="1835150" y="3276600"/>
          <p14:tracePt t="75254" x="1708150" y="3276600"/>
          <p14:tracePt t="75271" x="1466850" y="3282950"/>
          <p14:tracePt t="75287" x="1263650" y="3282950"/>
          <p14:tracePt t="75304" x="1174750" y="3295650"/>
          <p14:tracePt t="75321" x="1047750" y="3295650"/>
          <p14:tracePt t="75337" x="984250" y="3295650"/>
          <p14:tracePt t="75353" x="965200" y="3295650"/>
          <p14:tracePt t="75370" x="946150" y="3295650"/>
          <p14:tracePt t="75386" x="939800" y="3295650"/>
          <p14:tracePt t="75404" x="933450" y="3302000"/>
          <p14:tracePt t="75420" x="914400" y="3302000"/>
          <p14:tracePt t="75437" x="882650" y="3308350"/>
          <p14:tracePt t="75454" x="850900" y="3321050"/>
          <p14:tracePt t="75470" x="838200" y="3327400"/>
          <p14:tracePt t="75486" x="812800" y="3327400"/>
          <p14:tracePt t="75503" x="787400" y="3327400"/>
          <p14:tracePt t="75519" x="774700" y="3327400"/>
          <p14:tracePt t="75536" x="768350" y="3327400"/>
          <p14:tracePt t="75553" x="755650" y="3327400"/>
          <p14:tracePt t="75586" x="749300" y="3327400"/>
          <p14:tracePt t="75658" x="749300" y="3333750"/>
          <p14:tracePt t="75686" x="749300" y="3340100"/>
          <p14:tracePt t="75735" x="742950" y="3346450"/>
          <p14:tracePt t="75749" x="736600" y="3352800"/>
          <p14:tracePt t="75756" x="730250" y="3352800"/>
          <p14:tracePt t="75768" x="723900" y="3359150"/>
          <p14:tracePt t="75786" x="704850" y="3365500"/>
          <p14:tracePt t="75802" x="679450" y="3371850"/>
          <p14:tracePt t="75819" x="622300" y="3384550"/>
          <p14:tracePt t="75835" x="539750" y="3403600"/>
          <p14:tracePt t="75852" x="482600" y="3409950"/>
          <p14:tracePt t="75868" x="412750" y="3422650"/>
          <p14:tracePt t="75885" x="355600" y="3435350"/>
          <p14:tracePt t="75902" x="336550" y="3435350"/>
          <p14:tracePt t="75918" x="304800" y="3441700"/>
          <p14:tracePt t="75935" x="298450" y="3448050"/>
          <p14:tracePt t="75952" x="292100" y="3448050"/>
          <p14:tracePt t="75968" x="292100" y="3454400"/>
          <p14:tracePt t="75988" x="292100" y="3460750"/>
          <p14:tracePt t="76002" x="298450" y="3467100"/>
          <p14:tracePt t="76034" x="304800" y="3467100"/>
          <p14:tracePt t="76051" x="317500" y="3467100"/>
          <p14:tracePt t="76068" x="336550" y="3473450"/>
          <p14:tracePt t="76084" x="349250" y="3473450"/>
          <p14:tracePt t="76101" x="425450" y="3473450"/>
          <p14:tracePt t="76117" x="488950" y="3486150"/>
          <p14:tracePt t="76135" x="793750" y="3505200"/>
          <p14:tracePt t="76150" x="933450" y="3505200"/>
          <p14:tracePt t="76168" x="1085850" y="3505200"/>
          <p14:tracePt t="76171" x="1276350" y="3517900"/>
          <p14:tracePt t="76185" x="1492250" y="3530600"/>
          <p14:tracePt t="76201" x="1943100" y="3543300"/>
          <p14:tracePt t="76217" x="2171700" y="3543300"/>
          <p14:tracePt t="76234" x="2590800" y="3543300"/>
          <p14:tracePt t="76250" x="2895600" y="3556000"/>
          <p14:tracePt t="76268" x="3028950" y="3556000"/>
          <p14:tracePt t="76284" x="3232150" y="3556000"/>
          <p14:tracePt t="76300" x="3352800" y="3575050"/>
          <p14:tracePt t="76317" x="3416300" y="3575050"/>
          <p14:tracePt t="76350" x="3429000" y="3575050"/>
          <p14:tracePt t="76367" x="3435350" y="3575050"/>
          <p14:tracePt t="76409" x="3435350" y="3568700"/>
          <p14:tracePt t="76450" x="3429000" y="3562350"/>
          <p14:tracePt t="76471" x="3422650" y="3562350"/>
          <p14:tracePt t="78613" x="3422650" y="3575050"/>
          <p14:tracePt t="78627" x="3454400" y="3594100"/>
          <p14:tracePt t="78634" x="3479800" y="3613150"/>
          <p14:tracePt t="78648" x="3511550" y="3632200"/>
          <p14:tracePt t="78658" x="3530600" y="3651250"/>
          <p14:tracePt t="78676" x="3575050" y="3695700"/>
          <p14:tracePt t="78692" x="3600450" y="3714750"/>
          <p14:tracePt t="78695" x="3632200" y="3740150"/>
          <p14:tracePt t="78709" x="3657600" y="3778250"/>
          <p14:tracePt t="78725" x="3689350" y="3822700"/>
          <p14:tracePt t="78742" x="3778250" y="3924300"/>
          <p14:tracePt t="78758" x="3822700" y="3981450"/>
          <p14:tracePt t="78775" x="3962400" y="4171950"/>
          <p14:tracePt t="78791" x="4006850" y="4216400"/>
          <p14:tracePt t="78809" x="4070350" y="4305300"/>
          <p14:tracePt t="78825" x="4133850" y="4394200"/>
          <p14:tracePt t="78841" x="4171950" y="4445000"/>
          <p14:tracePt t="78858" x="4235450" y="4533900"/>
          <p14:tracePt t="78874" x="4279900" y="4610100"/>
          <p14:tracePt t="78891" x="4298950" y="4629150"/>
          <p14:tracePt t="78907" x="4311650" y="4648200"/>
          <p14:tracePt t="78924" x="4318000" y="4660900"/>
          <p14:tracePt t="78941" x="4324350" y="4673600"/>
          <p14:tracePt t="78957" x="4324350" y="4686300"/>
          <p14:tracePt t="78978" x="4324350" y="4692650"/>
          <p14:tracePt t="79005" x="4324350" y="4699000"/>
          <p14:tracePt t="79013" x="4324350" y="4705350"/>
          <p14:tracePt t="79034" x="4318000" y="4711700"/>
          <p14:tracePt t="79048" x="4318000" y="4718050"/>
          <p14:tracePt t="79076" x="4318000" y="4724400"/>
          <p14:tracePt t="79097" x="4318000" y="4737100"/>
          <p14:tracePt t="79104" x="4318000" y="4743450"/>
          <p14:tracePt t="79118" x="4318000" y="4756150"/>
          <p14:tracePt t="79127" x="4318000" y="4768850"/>
          <p14:tracePt t="79141" x="4318000" y="4787900"/>
          <p14:tracePt t="79157" x="4324350" y="4845050"/>
          <p14:tracePt t="79174" x="4324350" y="4883150"/>
          <p14:tracePt t="79659" x="4318000" y="4914900"/>
          <p14:tracePt t="79666" x="4292600" y="4959350"/>
          <p14:tracePt t="79681" x="4260850" y="5029200"/>
          <p14:tracePt t="79689" x="4241800" y="5086350"/>
          <p14:tracePt t="79705" x="4216400" y="5130800"/>
          <p14:tracePt t="79722" x="4191000" y="5200650"/>
          <p14:tracePt t="79738" x="4159250" y="5264150"/>
          <p14:tracePt t="79755" x="4152900" y="5295900"/>
          <p14:tracePt t="79772" x="4127500" y="5353050"/>
          <p14:tracePt t="79788" x="4108450" y="5403850"/>
          <p14:tracePt t="79805" x="4102100" y="5448300"/>
          <p14:tracePt t="79821" x="4070350" y="5518150"/>
          <p14:tracePt t="79838" x="4044950" y="5594350"/>
          <p14:tracePt t="79856" x="4032250" y="5645150"/>
          <p14:tracePt t="79871" x="4019550" y="5670550"/>
          <p14:tracePt t="79888" x="4019550" y="5695950"/>
          <p14:tracePt t="79905" x="4013200" y="5746750"/>
          <p14:tracePt t="79921" x="4013200" y="5759450"/>
          <p14:tracePt t="79937" x="4013200" y="5772150"/>
          <p14:tracePt t="79954" x="4013200" y="5797550"/>
          <p14:tracePt t="79971" x="4032250" y="5829300"/>
          <p14:tracePt t="79988" x="4044950" y="5867400"/>
          <p14:tracePt t="91420" x="4038600" y="5867400"/>
          <p14:tracePt t="91427" x="4019550" y="5854700"/>
          <p14:tracePt t="91434" x="3987800" y="5822950"/>
          <p14:tracePt t="91448" x="3892550" y="5746750"/>
          <p14:tracePt t="91464" x="3752850" y="5626100"/>
          <p14:tracePt t="91481" x="3619500" y="5505450"/>
          <p14:tracePt t="91498" x="3422650" y="5346700"/>
          <p14:tracePt t="91514" x="3270250" y="5200650"/>
          <p14:tracePt t="91531" x="3067050" y="5067300"/>
          <p14:tracePt t="91548" x="2819400" y="4876800"/>
          <p14:tracePt t="91564" x="2679700" y="4768850"/>
          <p14:tracePt t="91581" x="2470150" y="4616450"/>
          <p14:tracePt t="91597" x="2381250" y="4565650"/>
          <p14:tracePt t="91614" x="2324100" y="4514850"/>
          <p14:tracePt t="91631" x="2254250" y="4495800"/>
          <p14:tracePt t="91647" x="2228850" y="4489450"/>
          <p14:tracePt t="91664" x="2203450" y="4476750"/>
          <p14:tracePt t="91680" x="2152650" y="4457700"/>
          <p14:tracePt t="91696" x="2133600" y="4445000"/>
          <p14:tracePt t="91714" x="2108200" y="4432300"/>
          <p14:tracePt t="91730" x="2057400" y="4419600"/>
          <p14:tracePt t="91747" x="2000250" y="4413250"/>
          <p14:tracePt t="91764" x="1905000" y="4368800"/>
          <p14:tracePt t="91780" x="1828800" y="4337050"/>
          <p14:tracePt t="91797" x="1708150" y="4279900"/>
          <p14:tracePt t="91814" x="1498600" y="4171950"/>
          <p14:tracePt t="91830" x="1352550" y="4127500"/>
          <p14:tracePt t="91846" x="1168400" y="4064000"/>
          <p14:tracePt t="91863" x="939800" y="3981450"/>
          <p14:tracePt t="91880" x="857250" y="3956050"/>
          <p14:tracePt t="91897" x="755650" y="3911600"/>
          <p14:tracePt t="91913" x="666750" y="3873500"/>
          <p14:tracePt t="91929" x="622300" y="3860800"/>
          <p14:tracePt t="91947" x="584200" y="3841750"/>
          <p14:tracePt t="91963" x="565150" y="3829050"/>
          <p14:tracePt t="91980" x="558800" y="3822700"/>
          <p14:tracePt t="91996" x="552450" y="3816350"/>
          <p14:tracePt t="92012" x="552450" y="3810000"/>
          <p14:tracePt t="92080" x="552450" y="3803650"/>
          <p14:tracePt t="92087" x="558800" y="3803650"/>
          <p14:tracePt t="92101" x="565150" y="3803650"/>
          <p14:tracePt t="92112" x="565150" y="3790950"/>
          <p14:tracePt t="92129" x="577850" y="3778250"/>
          <p14:tracePt t="92145" x="584200" y="3778250"/>
          <p14:tracePt t="92162" x="590550" y="3765550"/>
          <p14:tracePt t="92179" x="603250" y="3759200"/>
          <p14:tracePt t="92195" x="609600" y="3740150"/>
          <p14:tracePt t="92213" x="622300" y="3721100"/>
          <p14:tracePt t="92228" x="628650" y="3702050"/>
          <p14:tracePt t="92245" x="635000" y="3683000"/>
          <p14:tracePt t="92262" x="641350" y="3657600"/>
          <p14:tracePt t="92278" x="641350" y="3619500"/>
          <p14:tracePt t="92295" x="641350" y="3587750"/>
          <p14:tracePt t="92312" x="622300" y="3543300"/>
          <p14:tracePt t="92328" x="603250" y="3505200"/>
          <p14:tracePt t="92345" x="584200" y="3473450"/>
          <p14:tracePt t="92361" x="558800" y="3435350"/>
          <p14:tracePt t="92378" x="546100" y="3416300"/>
          <p14:tracePt t="92395" x="533400" y="3397250"/>
          <p14:tracePt t="92411" x="520700" y="3378200"/>
          <p14:tracePt t="92428" x="508000" y="3371850"/>
          <p14:tracePt t="92445" x="501650" y="3359150"/>
          <p14:tracePt t="92461" x="495300" y="3346450"/>
          <p14:tracePt t="92478" x="488950" y="3346450"/>
          <p14:tracePt t="92494" x="488950" y="3340100"/>
          <p14:tracePt t="92510" x="482600" y="3340100"/>
          <p14:tracePt t="92543" x="476250" y="3340100"/>
          <p14:tracePt t="92649" x="482600" y="3352800"/>
          <p14:tracePt t="92670" x="488950" y="3359150"/>
          <p14:tracePt t="92691" x="495300" y="3365500"/>
          <p14:tracePt t="92705" x="495300" y="3371850"/>
          <p14:tracePt t="92713" x="501650" y="3371850"/>
          <p14:tracePt t="92727" x="508000" y="3378200"/>
          <p14:tracePt t="92743" x="514350" y="3378200"/>
          <p14:tracePt t="92760" x="539750" y="3384550"/>
          <p14:tracePt t="92776" x="565150" y="3390900"/>
          <p14:tracePt t="92793" x="577850" y="3390900"/>
          <p14:tracePt t="92797" x="603250" y="3397250"/>
          <p14:tracePt t="92810" x="622300" y="3397250"/>
          <p14:tracePt t="92826" x="666750" y="3397250"/>
          <p14:tracePt t="92843" x="698500" y="3397250"/>
          <p14:tracePt t="92860" x="749300" y="3397250"/>
          <p14:tracePt t="92876" x="781050" y="3397250"/>
          <p14:tracePt t="92893" x="825500" y="3397250"/>
          <p14:tracePt t="92910" x="882650" y="3397250"/>
          <p14:tracePt t="92926" x="927100" y="3397250"/>
          <p14:tracePt t="92943" x="977900" y="3397250"/>
          <p14:tracePt t="92976" x="990600" y="3397250"/>
          <p14:tracePt t="92993" x="990600" y="3390900"/>
          <p14:tracePt t="93025" x="984250" y="3384550"/>
          <p14:tracePt t="93042" x="977900" y="3384550"/>
          <p14:tracePt t="93059" x="971550" y="3384550"/>
          <p14:tracePt t="93076" x="958850" y="3384550"/>
          <p14:tracePt t="93092" x="946150" y="3384550"/>
          <p14:tracePt t="94878" x="920750" y="3384550"/>
          <p14:tracePt t="94884" x="869950" y="3384550"/>
          <p14:tracePt t="94898" x="819150" y="3384550"/>
          <p14:tracePt t="94906" x="755650" y="3384550"/>
          <p14:tracePt t="94922" x="704850" y="3384550"/>
          <p14:tracePt t="94936" x="641350" y="3384550"/>
          <p14:tracePt t="94953" x="520700" y="3384550"/>
          <p14:tracePt t="94969" x="444500" y="3384550"/>
          <p14:tracePt t="94986" x="406400" y="3384550"/>
          <p14:tracePt t="95002" x="355600" y="3384550"/>
          <p14:tracePt t="95019" x="317500" y="3384550"/>
          <p14:tracePt t="95035" x="304800" y="3384550"/>
          <p14:tracePt t="95053" x="279400" y="3384550"/>
          <p14:tracePt t="95068" x="260350" y="3384550"/>
          <p14:tracePt t="95085" x="254000" y="3378200"/>
          <p14:tracePt t="95102" x="247650" y="3378200"/>
          <p14:tracePt t="95118" x="241300" y="3371850"/>
          <p14:tracePt t="95135" x="234950" y="3371850"/>
          <p14:tracePt t="95151" x="228600" y="3371850"/>
          <p14:tracePt t="95168" x="222250" y="3371850"/>
          <p14:tracePt t="95200" x="215900" y="3365500"/>
          <p14:tracePt t="95236" x="209550" y="3365500"/>
          <p14:tracePt t="95306" x="203200" y="3365500"/>
          <p14:tracePt t="95320" x="196850" y="3371850"/>
          <p14:tracePt t="95348" x="190500" y="3378200"/>
          <p14:tracePt t="95369" x="184150" y="3384550"/>
          <p14:tracePt t="95397" x="177800" y="3390900"/>
          <p14:tracePt t="95404" x="171450" y="3390900"/>
          <p14:tracePt t="95958" x="171450" y="3397250"/>
          <p14:tracePt t="95971" x="171450" y="3403600"/>
          <p14:tracePt t="95978" x="177800" y="3416300"/>
          <p14:tracePt t="95993" x="177800" y="3422650"/>
          <p14:tracePt t="96002" x="184150" y="3429000"/>
          <p14:tracePt t="96015" x="184150" y="3435350"/>
          <p14:tracePt t="96032" x="190500" y="3435350"/>
          <p14:tracePt t="96049" x="196850" y="3448050"/>
          <p14:tracePt t="96082" x="196850" y="3454400"/>
          <p14:tracePt t="96099" x="209550" y="3467100"/>
          <p14:tracePt t="96132" x="209550" y="3479800"/>
          <p14:tracePt t="96161" x="209550" y="3486150"/>
          <p14:tracePt t="96168" x="209550" y="3492500"/>
          <p14:tracePt t="96189" x="215900" y="3492500"/>
          <p14:tracePt t="96210" x="222250" y="3498850"/>
          <p14:tracePt t="96233" x="222250" y="3505200"/>
          <p14:tracePt t="96238" x="228600" y="3511550"/>
          <p14:tracePt t="96294" x="241300" y="3511550"/>
          <p14:tracePt t="96309" x="247650" y="3511550"/>
          <p14:tracePt t="96329" x="247650" y="3505200"/>
          <p14:tracePt t="96344" x="254000" y="3498850"/>
          <p14:tracePt t="96366" x="254000" y="3492500"/>
          <p14:tracePt t="96372" x="254000" y="3486150"/>
          <p14:tracePt t="96393" x="254000" y="3479800"/>
          <p14:tracePt t="96401" x="254000" y="3467100"/>
          <p14:tracePt t="96417" x="254000" y="3454400"/>
          <p14:tracePt t="96431" x="254000" y="3435350"/>
          <p14:tracePt t="96448" x="254000" y="3384550"/>
          <p14:tracePt t="96464" x="254000" y="3333750"/>
          <p14:tracePt t="96480" x="254000" y="3308350"/>
          <p14:tracePt t="96497" x="254000" y="3257550"/>
          <p14:tracePt t="96514" x="254000" y="3219450"/>
          <p14:tracePt t="96530" x="254000" y="3206750"/>
          <p14:tracePt t="96547" x="254000" y="3181350"/>
          <p14:tracePt t="96564" x="254000" y="3175000"/>
          <p14:tracePt t="96596" x="260350" y="3175000"/>
          <p14:tracePt t="96614" x="266700" y="3175000"/>
          <p14:tracePt t="96631" x="279400" y="3175000"/>
          <p14:tracePt t="96646" x="285750" y="3181350"/>
          <p14:tracePt t="96664" x="292100" y="3181350"/>
          <p14:tracePt t="96681" x="311150" y="3187700"/>
          <p14:tracePt t="96697" x="323850" y="3187700"/>
          <p14:tracePt t="96712" x="336550" y="3194050"/>
          <p14:tracePt t="96730" x="406400" y="3213100"/>
          <p14:tracePt t="96746" x="431800" y="3225800"/>
          <p14:tracePt t="96763" x="450850" y="3244850"/>
          <p14:tracePt t="96779" x="501650" y="3282950"/>
          <p14:tracePt t="96796" x="533400" y="3333750"/>
          <p14:tracePt t="96814" x="552450" y="3384550"/>
          <p14:tracePt t="96829" x="558800" y="3403600"/>
          <p14:tracePt t="96846" x="577850" y="3460750"/>
          <p14:tracePt t="96863" x="577850" y="3492500"/>
          <p14:tracePt t="96879" x="577850" y="3536950"/>
          <p14:tracePt t="96896" x="584200" y="3581400"/>
          <p14:tracePt t="96913" x="590550" y="3606800"/>
          <p14:tracePt t="96929" x="590550" y="3619500"/>
          <p14:tracePt t="96946" x="590550" y="3625850"/>
          <p14:tracePt t="96962" x="590550" y="3632200"/>
          <p14:tracePt t="97053" x="584200" y="3632200"/>
          <p14:tracePt t="97080" x="577850" y="3632200"/>
          <p14:tracePt t="97374" x="552450" y="3606800"/>
          <p14:tracePt t="97382" x="520700" y="3575050"/>
          <p14:tracePt t="97397" x="482600" y="3524250"/>
          <p14:tracePt t="97410" x="444500" y="3492500"/>
          <p14:tracePt t="97427" x="387350" y="3422650"/>
          <p14:tracePt t="97444" x="381000" y="3403600"/>
          <p14:tracePt t="97460" x="361950" y="3359150"/>
          <p14:tracePt t="97477" x="361950" y="3327400"/>
          <p14:tracePt t="97495" x="361950" y="3295650"/>
          <p14:tracePt t="97510" x="374650" y="3282950"/>
          <p14:tracePt t="97527" x="393700" y="3263900"/>
          <p14:tracePt t="97544" x="425450" y="3238500"/>
          <p14:tracePt t="97560" x="438150" y="3232150"/>
          <p14:tracePt t="97577" x="482600" y="3225800"/>
          <p14:tracePt t="97593" x="539750" y="3219450"/>
          <p14:tracePt t="97610" x="558800" y="3219450"/>
          <p14:tracePt t="97627" x="609600" y="3219450"/>
          <p14:tracePt t="97643" x="647700" y="3225800"/>
          <p14:tracePt t="97660" x="660400" y="3232150"/>
          <p14:tracePt t="97677" x="679450" y="3244850"/>
          <p14:tracePt t="97693" x="679450" y="3257550"/>
          <p14:tracePt t="97709" x="679450" y="3263900"/>
          <p14:tracePt t="97726" x="679450" y="3282950"/>
          <p14:tracePt t="102490" x="711200" y="3295650"/>
          <p14:tracePt t="102496" x="768350" y="3314700"/>
          <p14:tracePt t="102512" x="831850" y="3333750"/>
          <p14:tracePt t="102526" x="990600" y="3390900"/>
          <p14:tracePt t="102543" x="1073150" y="3409950"/>
          <p14:tracePt t="102559" x="1206500" y="3448050"/>
          <p14:tracePt t="102576" x="1270000" y="3448050"/>
          <p14:tracePt t="102593" x="1403350" y="3435350"/>
          <p14:tracePt t="102609" x="1504950" y="3371850"/>
          <p14:tracePt t="102626" x="1536700" y="3346450"/>
          <p14:tracePt t="102643" x="1562100" y="3302000"/>
          <p14:tracePt t="102660" x="1581150" y="3232150"/>
          <p14:tracePt t="102675" x="1581150" y="3194050"/>
          <p14:tracePt t="102693" x="1555750" y="3111500"/>
          <p14:tracePt t="102709" x="1511300" y="3022600"/>
          <p14:tracePt t="102725" x="1485900" y="2984500"/>
          <p14:tracePt t="102742" x="1441450" y="2921000"/>
          <p14:tracePt t="102759" x="1409700" y="2889250"/>
          <p14:tracePt t="102775" x="1397000" y="2863850"/>
          <p14:tracePt t="102792" x="1365250" y="2844800"/>
          <p14:tracePt t="102808" x="1352550" y="2832100"/>
          <p14:tracePt t="102826" x="1346200" y="2832100"/>
          <p14:tracePt t="102859" x="1346200" y="2844800"/>
          <p14:tracePt t="102876" x="1346200" y="2882900"/>
          <p14:tracePt t="102891" x="1352550" y="2895600"/>
          <p14:tracePt t="102908" x="1352550" y="2908300"/>
          <p14:tracePt t="102925" x="1371600" y="2940050"/>
          <p14:tracePt t="102941" x="1377950" y="2984500"/>
          <p14:tracePt t="102959" x="1390650" y="3003550"/>
          <p14:tracePt t="102975" x="1409700" y="3060700"/>
          <p14:tracePt t="102991" x="1441450" y="3105150"/>
          <p14:tracePt t="103008" x="1454150" y="3136900"/>
          <p14:tracePt t="103024" x="1498600" y="3213100"/>
          <p14:tracePt t="103041" x="1530350" y="3257550"/>
          <p14:tracePt t="103058" x="1543050" y="3314700"/>
          <p14:tracePt t="103074" x="1562100" y="3352800"/>
          <p14:tracePt t="103091" x="1568450" y="3397250"/>
          <p14:tracePt t="107083" x="1638300" y="3384550"/>
          <p14:tracePt t="107090" x="1727200" y="3378200"/>
          <p14:tracePt t="107104" x="1841500" y="3378200"/>
          <p14:tracePt t="107114" x="1981200" y="3378200"/>
          <p14:tracePt t="107127" x="2133600" y="3378200"/>
          <p14:tracePt t="107144" x="2584450" y="3371850"/>
          <p14:tracePt t="107160" x="3143250" y="3346450"/>
          <p14:tracePt t="107177" x="3460750" y="3327400"/>
          <p14:tracePt t="107194" x="4140200" y="3295650"/>
          <p14:tracePt t="107211" x="4838700" y="3295650"/>
          <p14:tracePt t="107226" x="5200650" y="3295650"/>
          <p14:tracePt t="107244" x="5822950" y="3295650"/>
          <p14:tracePt t="107260" x="6375400" y="3321050"/>
          <p14:tracePt t="107276" x="6642100" y="3333750"/>
          <p14:tracePt t="107294" x="7067550" y="3365500"/>
          <p14:tracePt t="107310" x="7416800" y="3378200"/>
          <p14:tracePt t="107326" x="7543800" y="3371850"/>
          <p14:tracePt t="107343" x="7747000" y="3352800"/>
          <p14:tracePt t="107359" x="7893050" y="3321050"/>
          <p14:tracePt t="107376" x="7962900" y="3302000"/>
          <p14:tracePt t="107393" x="8115300" y="3302000"/>
          <p14:tracePt t="107410" x="8178800" y="3302000"/>
          <p14:tracePt t="107427" x="8407400" y="3308350"/>
          <p14:tracePt t="107443" x="8458200" y="3302000"/>
          <p14:tracePt t="107459" x="8515350" y="3302000"/>
          <p14:tracePt t="107476" x="8604250" y="3289300"/>
          <p14:tracePt t="107493" x="8648700" y="3282950"/>
          <p14:tracePt t="107509" x="8661400" y="3282950"/>
          <p14:tracePt t="107526" x="8667750" y="3276600"/>
          <p14:tracePt t="107553" x="8655050" y="3276600"/>
          <p14:tracePt t="107561" x="8648700" y="3276600"/>
          <p14:tracePt t="107575" x="8636000" y="3276600"/>
          <p14:tracePt t="107592" x="8610600" y="3270250"/>
          <p14:tracePt t="107609" x="8578850" y="3263900"/>
          <p14:tracePt t="107625" x="8559800" y="3263900"/>
          <p14:tracePt t="107641" x="8534400" y="3263900"/>
          <p14:tracePt t="107658" x="8483600" y="3251200"/>
          <p14:tracePt t="107675" x="8445500" y="3251200"/>
          <p14:tracePt t="107692" x="8394700" y="3251200"/>
          <p14:tracePt t="107709" x="8229600" y="3244850"/>
          <p14:tracePt t="107724" x="8166100" y="3244850"/>
          <p14:tracePt t="107743" x="8045450" y="3244850"/>
          <p14:tracePt t="107758" x="7994650" y="3244850"/>
          <p14:tracePt t="107774" x="7924800" y="3251200"/>
          <p14:tracePt t="107792" x="7893050" y="3270250"/>
          <p14:tracePt t="107808" x="7880350" y="3270250"/>
          <p14:tracePt t="107825" x="7874000" y="3282950"/>
          <p14:tracePt t="107841" x="7867650" y="3295650"/>
          <p14:tracePt t="107858" x="7867650" y="3302000"/>
          <p14:tracePt t="107874" x="7867650" y="3314700"/>
          <p14:tracePt t="107907" x="7874000" y="3321050"/>
          <p14:tracePt t="107925" x="7886700" y="3327400"/>
          <p14:tracePt t="107940" x="7899400" y="3333750"/>
          <p14:tracePt t="107957" x="7912100" y="3333750"/>
          <p14:tracePt t="107974" x="7937500" y="3321050"/>
          <p14:tracePt t="107990" x="7956550" y="3302000"/>
          <p14:tracePt t="108007" x="7969250" y="3289300"/>
          <p14:tracePt t="108024" x="7981950" y="3263900"/>
          <p14:tracePt t="108041" x="7988300" y="3251200"/>
          <p14:tracePt t="108044" x="7988300" y="3238500"/>
          <p14:tracePt t="108058" x="7988300" y="3225800"/>
          <p14:tracePt t="108074" x="7988300" y="3219450"/>
          <p14:tracePt t="108093" x="7981950" y="3213100"/>
          <p14:tracePt t="108107" x="7975600" y="3206750"/>
          <p14:tracePt t="108123" x="7962900" y="3200400"/>
          <p14:tracePt t="108140" x="7956550" y="3200400"/>
          <p14:tracePt t="108173" x="7950200" y="3200400"/>
          <p14:tracePt t="108193" x="7943850" y="3200400"/>
          <p14:tracePt t="108213" x="7943850" y="3206750"/>
          <p14:tracePt t="108223" x="7937500" y="3206750"/>
          <p14:tracePt t="108240" x="7937500" y="3213100"/>
          <p14:tracePt t="108257" x="7931150" y="3219450"/>
          <p14:tracePt t="108273" x="7931150" y="3225800"/>
          <p14:tracePt t="108290" x="7931150" y="3244850"/>
          <p14:tracePt t="108306" x="7931150" y="3251200"/>
          <p14:tracePt t="108323" x="7937500" y="3257550"/>
          <p14:tracePt t="108340" x="7975600" y="3289300"/>
          <p14:tracePt t="108356" x="7988300" y="3295650"/>
          <p14:tracePt t="108373" x="8007350" y="3295650"/>
          <p14:tracePt t="108389" x="8051800" y="3295650"/>
          <p14:tracePt t="108406" x="8083550" y="3276600"/>
          <p14:tracePt t="108424" x="8089900" y="3257550"/>
          <p14:tracePt t="108439" x="8089900" y="3251200"/>
          <p14:tracePt t="108456" x="8077200" y="3244850"/>
          <p14:tracePt t="108473" x="8051800" y="3244850"/>
          <p14:tracePt t="108489" x="8032750" y="3244850"/>
          <p14:tracePt t="108505" x="7969250" y="3244850"/>
          <p14:tracePt t="108523" x="7880350" y="3270250"/>
          <p14:tracePt t="108539" x="7810500" y="3289300"/>
          <p14:tracePt t="108556" x="7689850" y="3333750"/>
          <p14:tracePt t="108572" x="7600950" y="3371850"/>
          <p14:tracePt t="108588" x="7581900" y="3378200"/>
          <p14:tracePt t="108606" x="7575550" y="3384550"/>
          <p14:tracePt t="108622" x="7562850" y="3384550"/>
          <p14:tracePt t="108638" x="7588250" y="3384550"/>
          <p14:tracePt t="108655" x="7626350" y="3378200"/>
          <p14:tracePt t="108671" x="7651750" y="3371850"/>
          <p14:tracePt t="108688" x="7702550" y="3346450"/>
          <p14:tracePt t="108705" x="7734300" y="3340100"/>
          <p14:tracePt t="108721" x="7740650" y="3333750"/>
          <p14:tracePt t="108738" x="7747000" y="3327400"/>
          <p14:tracePt t="108755" x="7740650" y="3327400"/>
          <p14:tracePt t="108771" x="7727950" y="3321050"/>
          <p14:tracePt t="108788" x="7696200" y="3321050"/>
          <p14:tracePt t="108804" x="7658100" y="3321050"/>
          <p14:tracePt t="108821" x="7632700" y="3321050"/>
          <p14:tracePt t="108838" x="7556500" y="3321050"/>
          <p14:tracePt t="108854" x="7429500" y="3302000"/>
          <p14:tracePt t="108871" x="7346950" y="3289300"/>
          <p14:tracePt t="108887" x="7207250" y="3270250"/>
          <p14:tracePt t="108904" x="7061200" y="3238500"/>
          <p14:tracePt t="108922" x="6972300" y="3238500"/>
          <p14:tracePt t="108937" x="6940550" y="3232150"/>
          <p14:tracePt t="108954" x="6927850" y="3232150"/>
          <p14:tracePt t="108971" x="6908800" y="3232150"/>
          <p14:tracePt t="108987" x="6902450" y="3232150"/>
          <p14:tracePt t="109004" x="6902450" y="3238500"/>
          <p14:tracePt t="109020" x="6902450" y="3251200"/>
          <p14:tracePt t="109037" x="6902450" y="3257550"/>
          <p14:tracePt t="109057" x="6902450" y="3263900"/>
          <p14:tracePt t="109076" x="6915150" y="3270250"/>
          <p14:tracePt t="109086" x="6921500" y="3270250"/>
          <p14:tracePt t="109104" x="6953250" y="3276600"/>
          <p14:tracePt t="109120" x="6991350" y="3289300"/>
          <p14:tracePt t="109137" x="7124700" y="3314700"/>
          <p14:tracePt t="109155" x="7334250" y="3359150"/>
          <p14:tracePt t="109169" x="7435850" y="3365500"/>
          <p14:tracePt t="109186" x="7626350" y="3390900"/>
          <p14:tracePt t="109203" x="7791450" y="3390900"/>
          <p14:tracePt t="109220" x="7842250" y="3390900"/>
          <p14:tracePt t="109237" x="7905750" y="3390900"/>
          <p14:tracePt t="109253" x="8020050" y="3359150"/>
          <p14:tracePt t="109269" x="8045450" y="3346450"/>
          <p14:tracePt t="109287" x="8083550" y="3327400"/>
          <p14:tracePt t="109303" x="8096250" y="3314700"/>
          <p14:tracePt t="109319" x="8108950" y="3295650"/>
          <p14:tracePt t="109336" x="8115300" y="3282950"/>
          <p14:tracePt t="109369" x="8102600" y="3276600"/>
          <p14:tracePt t="109386" x="8083550" y="3270250"/>
          <p14:tracePt t="109402" x="8070850" y="3270250"/>
          <p14:tracePt t="109419" x="8026400" y="3263900"/>
          <p14:tracePt t="109435" x="7937500" y="3257550"/>
          <p14:tracePt t="109452" x="7861300" y="3244850"/>
          <p14:tracePt t="109469" x="7645400" y="3225800"/>
          <p14:tracePt t="109485" x="7391400" y="3206750"/>
          <p14:tracePt t="109502" x="7232650" y="3194050"/>
          <p14:tracePt t="109519" x="6896100" y="3194050"/>
          <p14:tracePt t="109535" x="6546850" y="3181350"/>
          <p14:tracePt t="109552" x="6356350" y="3187700"/>
          <p14:tracePt t="109569" x="6026150" y="3213100"/>
          <p14:tracePt t="109585" x="5886450" y="3219450"/>
          <p14:tracePt t="109602" x="5505450" y="3295650"/>
          <p14:tracePt t="109618" x="5384800" y="3321050"/>
          <p14:tracePt t="109635" x="5270500" y="3340100"/>
          <p14:tracePt t="109652" x="5111750" y="3397250"/>
          <p14:tracePt t="109668" x="5035550" y="3441700"/>
          <p14:tracePt t="109684" x="5022850" y="3448050"/>
          <p14:tracePt t="109701" x="5010150" y="3460750"/>
          <p14:tracePt t="109718" x="5003800" y="3492500"/>
          <p14:tracePt t="109735" x="5003800" y="3498850"/>
          <p14:tracePt t="109751" x="5022850" y="3511550"/>
          <p14:tracePt t="109768" x="5048250" y="3517900"/>
          <p14:tracePt t="109786" x="5213350" y="3536950"/>
          <p14:tracePt t="109801" x="5321300" y="3562350"/>
          <p14:tracePt t="109818" x="5575300" y="3600450"/>
          <p14:tracePt t="109835" x="5969000" y="3638550"/>
          <p14:tracePt t="109851" x="6216650" y="3670300"/>
          <p14:tracePt t="109868" x="6470650" y="3670300"/>
          <p14:tracePt t="109884" x="6972300" y="3657600"/>
          <p14:tracePt t="109901" x="7175500" y="3619500"/>
          <p14:tracePt t="109917" x="7442200" y="3543300"/>
          <p14:tracePt t="109934" x="7645400" y="3429000"/>
          <p14:tracePt t="109950" x="7747000" y="3327400"/>
          <p14:tracePt t="109968" x="7766050" y="3302000"/>
          <p14:tracePt t="109984" x="7772400" y="3238500"/>
          <p14:tracePt t="110000" x="7759700" y="3213100"/>
          <p14:tracePt t="110017" x="7715250" y="3194050"/>
          <p14:tracePt t="110034" x="7696200" y="3194050"/>
          <p14:tracePt t="110050" x="7620000" y="3187700"/>
          <p14:tracePt t="110067" x="7423150" y="3162300"/>
          <p14:tracePt t="110084" x="7302500" y="3162300"/>
          <p14:tracePt t="110087" x="7143750" y="3162300"/>
          <p14:tracePt t="110101" x="6953250" y="3168650"/>
          <p14:tracePt t="110116" x="6591300" y="3219450"/>
          <p14:tracePt t="110133" x="6362700" y="3263900"/>
          <p14:tracePt t="110150" x="6007100" y="3352800"/>
          <p14:tracePt t="110167" x="5746750" y="3467100"/>
          <p14:tracePt t="110183" x="5632450" y="3511550"/>
          <p14:tracePt t="110200" x="5448300" y="3568700"/>
          <p14:tracePt t="110216" x="5391150" y="3619500"/>
          <p14:tracePt t="110233" x="5321300" y="3670300"/>
          <p14:tracePt t="110249" x="5295900" y="3721100"/>
          <p14:tracePt t="110266" x="5295900" y="3733800"/>
          <p14:tracePt t="110284" x="5295900" y="3752850"/>
          <p14:tracePt t="110299" x="5314950" y="3765550"/>
          <p14:tracePt t="110316" x="5327650" y="3765550"/>
          <p14:tracePt t="110333" x="5346700" y="3771900"/>
          <p14:tracePt t="110349" x="5359400" y="3771900"/>
          <p14:tracePt t="110383" x="5359400" y="3765550"/>
          <p14:tracePt t="110399" x="5353050" y="3759200"/>
          <p14:tracePt t="110417" x="5340350" y="3752850"/>
          <p14:tracePt t="110432" x="5334000" y="3746500"/>
          <p14:tracePt t="110449" x="5321300" y="3740150"/>
          <p14:tracePt t="110466" x="5308600" y="3727450"/>
          <p14:tracePt t="110482" x="5295900" y="3714750"/>
          <p14:tracePt t="110499" x="5289550" y="3702050"/>
          <p14:tracePt t="110516" x="5257800" y="3683000"/>
          <p14:tracePt t="110532" x="5187950" y="3632200"/>
          <p14:tracePt t="110549" x="5124450" y="3600450"/>
          <p14:tracePt t="110565" x="4921250" y="3511550"/>
          <p14:tracePt t="110582" x="4648200" y="3397250"/>
          <p14:tracePt t="110599" x="4457700" y="3327400"/>
          <p14:tracePt t="110615" x="4006850" y="3225800"/>
          <p14:tracePt t="110631" x="3625850" y="3149600"/>
          <p14:tracePt t="110649" x="3454400" y="3124200"/>
          <p14:tracePt t="110665" x="3124200" y="3086100"/>
          <p14:tracePt t="110681" x="2870200" y="3086100"/>
          <p14:tracePt t="110698" x="2654300" y="3079750"/>
          <p14:tracePt t="110715" x="2552700" y="3079750"/>
          <p14:tracePt t="110731" x="2393950" y="3111500"/>
          <p14:tracePt t="110748" x="2292350" y="3130550"/>
          <p14:tracePt t="110764" x="2260600" y="3136900"/>
          <p14:tracePt t="110781" x="2228850" y="3149600"/>
          <p14:tracePt t="110797" x="2209800" y="3162300"/>
          <p14:tracePt t="110815" x="2203450" y="3168650"/>
          <p14:tracePt t="110831" x="2178050" y="3187700"/>
          <p14:tracePt t="110847" x="2133600" y="3206750"/>
          <p14:tracePt t="110864" x="2114550" y="3213100"/>
          <p14:tracePt t="110881" x="2063750" y="3238500"/>
          <p14:tracePt t="110897" x="2012950" y="3257550"/>
          <p14:tracePt t="110914" x="1993900" y="3270250"/>
          <p14:tracePt t="110931" x="1930400" y="3302000"/>
          <p14:tracePt t="110947" x="1828800" y="3359150"/>
          <p14:tracePt t="110965" x="1778000" y="3390900"/>
          <p14:tracePt t="111120" x="1765300" y="3403600"/>
          <p14:tracePt t="111220" x="1835150" y="3397250"/>
          <p14:tracePt t="111227" x="1898650" y="3390900"/>
          <p14:tracePt t="111241" x="1955800" y="3378200"/>
          <p14:tracePt t="111249" x="1981200" y="3371850"/>
          <p14:tracePt t="111265" x="2006600" y="3365500"/>
          <p14:tracePt t="111279" x="2012950" y="3359150"/>
          <p14:tracePt t="111295" x="2006600" y="3359150"/>
          <p14:tracePt t="111312" x="1987550" y="3352800"/>
          <p14:tracePt t="111329" x="1981200" y="3352800"/>
          <p14:tracePt t="111346" x="1968500" y="3352800"/>
          <p14:tracePt t="111362" x="1955800" y="3352800"/>
          <p14:tracePt t="111379" x="1949450" y="3352800"/>
          <p14:tracePt t="111396" x="1943100" y="3346450"/>
          <p14:tracePt t="111712" x="1822450" y="3333750"/>
          <p14:tracePt t="111719" x="1562100" y="3321050"/>
          <p14:tracePt t="111733" x="1301750" y="3321050"/>
          <p14:tracePt t="111748" x="1041400" y="3321050"/>
          <p14:tracePt t="111761" x="717550" y="3321050"/>
          <p14:tracePt t="111777" x="590550" y="3308350"/>
          <p14:tracePt t="111794" x="488950" y="3308350"/>
          <p14:tracePt t="111811" x="222250" y="3308350"/>
          <p14:tracePt t="111827" x="158750" y="3308350"/>
          <p14:tracePt t="111845" x="107950" y="3308350"/>
          <p14:tracePt t="111861" x="19050" y="3308350"/>
          <p14:tracePt t="112976" x="31750" y="3143250"/>
          <p14:tracePt t="112990" x="76200" y="3194050"/>
          <p14:tracePt t="113004" x="139700" y="3238500"/>
          <p14:tracePt t="113011" x="196850" y="3289300"/>
          <p14:tracePt t="113026" x="241300" y="3333750"/>
          <p14:tracePt t="113040" x="298450" y="3371850"/>
          <p14:tracePt t="113056" x="374650" y="3416300"/>
          <p14:tracePt t="113075" x="425450" y="3429000"/>
          <p14:tracePt t="113090" x="444500" y="3429000"/>
          <p14:tracePt t="113106" x="469900" y="3429000"/>
          <p14:tracePt t="113110" x="488950" y="3422650"/>
          <p14:tracePt t="113126" x="520700" y="3416300"/>
          <p14:tracePt t="113139" x="533400" y="3409950"/>
          <p14:tracePt t="113156" x="571500" y="3371850"/>
          <p14:tracePt t="113173" x="615950" y="3327400"/>
          <p14:tracePt t="113189" x="647700" y="3282950"/>
          <p14:tracePt t="113207" x="685800" y="3219450"/>
          <p14:tracePt t="113222" x="692150" y="3194050"/>
          <p14:tracePt t="113239" x="717550" y="3149600"/>
          <p14:tracePt t="113256" x="730250" y="3117850"/>
          <p14:tracePt t="113273" x="736600" y="3105150"/>
          <p14:tracePt t="113289" x="736600" y="3086100"/>
          <p14:tracePt t="113306" x="736600" y="3073400"/>
          <p14:tracePt t="113339" x="730250" y="3073400"/>
          <p14:tracePt t="113355" x="711200" y="3073400"/>
          <p14:tracePt t="113372" x="704850" y="3073400"/>
          <p14:tracePt t="113389" x="692150" y="3073400"/>
          <p14:tracePt t="113405" x="673100" y="3079750"/>
          <p14:tracePt t="113422" x="641350" y="3092450"/>
          <p14:tracePt t="113439" x="603250" y="3111500"/>
          <p14:tracePt t="113455" x="577850" y="3130550"/>
          <p14:tracePt t="113472" x="520700" y="3168650"/>
          <p14:tracePt t="113488" x="469900" y="3213100"/>
          <p14:tracePt t="113506" x="444500" y="3238500"/>
          <p14:tracePt t="113521" x="425450" y="3257550"/>
          <p14:tracePt t="113538" x="393700" y="3295650"/>
          <p14:tracePt t="113555" x="381000" y="3314700"/>
          <p14:tracePt t="113572" x="374650" y="3327400"/>
          <p14:tracePt t="113588" x="368300" y="3346450"/>
          <p14:tracePt t="113605" x="361950" y="3359150"/>
          <p14:tracePt t="113622" x="361950" y="3365500"/>
          <p14:tracePt t="113657" x="361950" y="3371850"/>
          <p14:tracePt t="114484" x="368300" y="3371850"/>
          <p14:tracePt t="114491" x="374650" y="3371850"/>
          <p14:tracePt t="114504" x="381000" y="3371850"/>
          <p14:tracePt t="114519" x="400050" y="3365500"/>
          <p14:tracePt t="114534" x="412750" y="3352800"/>
          <p14:tracePt t="114551" x="425450" y="3346450"/>
          <p14:tracePt t="114568" x="476250" y="3289300"/>
          <p14:tracePt t="114584" x="508000" y="3257550"/>
          <p14:tracePt t="114601" x="533400" y="3232150"/>
          <p14:tracePt t="114617" x="590550" y="3155950"/>
          <p14:tracePt t="114634" x="660400" y="3041650"/>
          <p14:tracePt t="114653" x="723900" y="2914650"/>
          <p14:tracePt t="114667" x="755650" y="2832100"/>
          <p14:tracePt t="114684" x="806450" y="2667000"/>
          <p14:tracePt t="114701" x="838200" y="2508250"/>
          <p14:tracePt t="114717" x="844550" y="2419350"/>
          <p14:tracePt t="114734" x="863600" y="2247900"/>
          <p14:tracePt t="114751" x="863600" y="2082800"/>
          <p14:tracePt t="114767" x="863600" y="1993900"/>
          <p14:tracePt t="114784" x="850900" y="1854200"/>
          <p14:tracePt t="114800" x="844550" y="1733550"/>
          <p14:tracePt t="114817" x="838200" y="1682750"/>
          <p14:tracePt t="114834" x="825500" y="1625600"/>
          <p14:tracePt t="114850" x="819150" y="1568450"/>
          <p14:tracePt t="114867" x="812800" y="1543050"/>
          <p14:tracePt t="114884" x="800100" y="1511300"/>
          <p14:tracePt t="114900" x="793750" y="1511300"/>
          <p14:tracePt t="114933" x="781050" y="1517650"/>
          <p14:tracePt t="114950" x="781050" y="1524000"/>
          <p14:tracePt t="114966" x="781050" y="1530350"/>
          <p14:tracePt t="114983" x="781050" y="1549400"/>
          <p14:tracePt t="115016" x="781050" y="1562100"/>
          <p14:tracePt t="115033" x="774700" y="1587500"/>
          <p14:tracePt t="115049" x="774700" y="1606550"/>
          <p14:tracePt t="115066" x="768350" y="1631950"/>
          <p14:tracePt t="115083" x="762000" y="1638300"/>
          <p14:tracePt t="115099" x="762000" y="1644650"/>
          <p14:tracePt t="115116" x="762000" y="1657350"/>
          <p14:tracePt t="115133" x="755650" y="1670050"/>
          <p14:tracePt t="115149" x="755650" y="1682750"/>
          <p14:tracePt t="115166" x="755650" y="1689100"/>
          <p14:tracePt t="115183" x="755650" y="1701800"/>
          <p14:tracePt t="115199" x="755650" y="1720850"/>
          <p14:tracePt t="115216" x="762000" y="1746250"/>
          <p14:tracePt t="115249" x="774700" y="1784350"/>
          <p14:tracePt t="115266" x="781050" y="1797050"/>
          <p14:tracePt t="115282" x="781050" y="1803400"/>
          <p14:tracePt t="115299" x="787400" y="1816100"/>
          <p14:tracePt t="115315" x="787400" y="1822450"/>
          <p14:tracePt t="115335" x="800100" y="1828800"/>
          <p14:tracePt t="115375" x="806450" y="1828800"/>
          <p14:tracePt t="115383" x="812800" y="1828800"/>
          <p14:tracePt t="115403" x="819150" y="1828800"/>
          <p14:tracePt t="115431" x="831850" y="1828800"/>
          <p14:tracePt t="115466" x="838200" y="1828800"/>
          <p14:tracePt t="115473" x="844550" y="1828800"/>
          <p14:tracePt t="115481" x="863600" y="1828800"/>
          <p14:tracePt t="115498" x="882650" y="1822450"/>
          <p14:tracePt t="115515" x="933450" y="1822450"/>
          <p14:tracePt t="115531" x="971550" y="1816100"/>
          <p14:tracePt t="115548" x="1073150" y="1816100"/>
          <p14:tracePt t="115565" x="1206500" y="1816100"/>
          <p14:tracePt t="115581" x="1295400" y="1816100"/>
          <p14:tracePt t="115598" x="1479550" y="1816100"/>
          <p14:tracePt t="115614" x="1695450" y="1816100"/>
          <p14:tracePt t="115631" x="1809750" y="1828800"/>
          <p14:tracePt t="115648" x="2082800" y="1860550"/>
          <p14:tracePt t="115664" x="2159000" y="1866900"/>
          <p14:tracePt t="115680" x="2235200" y="1866900"/>
          <p14:tracePt t="115698" x="2444750" y="1905000"/>
          <p14:tracePt t="115714" x="2489200" y="1905000"/>
          <p14:tracePt t="115731" x="2527300" y="1905000"/>
          <p14:tracePt t="115747" x="2565400" y="1905000"/>
          <p14:tracePt t="115764" x="2578100" y="1905000"/>
          <p14:tracePt t="115781" x="2584450" y="1898650"/>
          <p14:tracePt t="115803" x="2584450" y="1892300"/>
          <p14:tracePt t="115813" x="2578100" y="1892300"/>
          <p14:tracePt t="115833" x="2571750" y="1885950"/>
          <p14:tracePt t="115846" x="2559050" y="1885950"/>
          <p14:tracePt t="115863" x="2552700" y="1885950"/>
          <p14:tracePt t="115880" x="2540000" y="1885950"/>
          <p14:tracePt t="115896" x="2533650" y="1879600"/>
          <p14:tracePt t="115914" x="2527300" y="1879600"/>
          <p14:tracePt t="115929" x="2520950" y="1873250"/>
          <p14:tracePt t="115992" x="2527300" y="1866900"/>
          <p14:tracePt t="115999" x="2533650" y="1866900"/>
          <p14:tracePt t="116015" x="2546350" y="1866900"/>
          <p14:tracePt t="116029" x="2552700" y="1866900"/>
          <p14:tracePt t="116046" x="2597150" y="1866900"/>
          <p14:tracePt t="116063" x="2711450" y="1866900"/>
          <p14:tracePt t="116079" x="2787650" y="1866900"/>
          <p14:tracePt t="116096" x="3003550" y="1854200"/>
          <p14:tracePt t="116112" x="3251200" y="1854200"/>
          <p14:tracePt t="116129" x="3378200" y="1854200"/>
          <p14:tracePt t="116146" x="3606800" y="1847850"/>
          <p14:tracePt t="116163" x="3765550" y="1835150"/>
          <p14:tracePt t="116180" x="3816350" y="1828800"/>
          <p14:tracePt t="116195" x="3867150" y="1822450"/>
          <p14:tracePt t="116212" x="3873500" y="1816100"/>
          <p14:tracePt t="116246" x="3860800" y="1809750"/>
          <p14:tracePt t="116262" x="3841750" y="1809750"/>
          <p14:tracePt t="116280" x="3822700" y="1803400"/>
          <p14:tracePt t="116295" x="3822700" y="1797050"/>
          <p14:tracePt t="116312" x="3810000" y="1790700"/>
          <p14:tracePt t="116329" x="3797300" y="1784350"/>
          <p14:tracePt t="116345" x="3790950" y="1778000"/>
          <p14:tracePt t="116362" x="3790950" y="1771650"/>
          <p14:tracePt t="116379" x="3790950" y="1758950"/>
          <p14:tracePt t="116395" x="3797300" y="1739900"/>
          <p14:tracePt t="116411" x="3810000" y="1733550"/>
          <p14:tracePt t="116428" x="3835400" y="1708150"/>
          <p14:tracePt t="116444" x="3848100" y="1695450"/>
          <p14:tracePt t="116463" x="3892550" y="1651000"/>
          <p14:tracePt t="116478" x="3924300" y="1619250"/>
          <p14:tracePt t="116495" x="3962400" y="1593850"/>
          <p14:tracePt t="116511" x="4013200" y="1555750"/>
          <p14:tracePt t="116528" x="4025900" y="1536700"/>
          <p14:tracePt t="116544" x="4038600" y="1530350"/>
          <p14:tracePt t="116561" x="4044950" y="1530350"/>
          <p14:tracePt t="116578" x="4044950" y="1543050"/>
          <p14:tracePt t="116595" x="4044950" y="1555750"/>
          <p14:tracePt t="116610" x="4038600" y="1600200"/>
          <p14:tracePt t="116627" x="4038600" y="1619250"/>
          <p14:tracePt t="116645" x="4051300" y="1714500"/>
          <p14:tracePt t="116661" x="4070350" y="1790700"/>
          <p14:tracePt t="116677" x="4133850" y="1987550"/>
          <p14:tracePt t="116681" x="4165600" y="2120900"/>
          <p14:tracePt t="116697" x="4210050" y="2266950"/>
          <p14:tracePt t="116710" x="4254500" y="2400300"/>
          <p14:tracePt t="116727" x="4337050" y="2711450"/>
          <p14:tracePt t="116743" x="4425950" y="2965450"/>
          <p14:tracePt t="116760" x="4470400" y="3060700"/>
          <p14:tracePt t="116778" x="4540250" y="3270250"/>
          <p14:tracePt t="116794" x="4610100" y="3429000"/>
          <p14:tracePt t="116810" x="4654550" y="3524250"/>
          <p14:tracePt t="116827" x="4711700" y="3632200"/>
          <p14:tracePt t="116843" x="4749800" y="3708400"/>
          <p14:tracePt t="116860" x="4768850" y="3740150"/>
          <p14:tracePt t="116877" x="4794250" y="3778250"/>
          <p14:tracePt t="116893" x="4813300" y="3810000"/>
          <p14:tracePt t="116910" x="4832350" y="3829050"/>
          <p14:tracePt t="116927" x="4857750" y="3860800"/>
          <p14:tracePt t="116943" x="4870450" y="3879850"/>
          <p14:tracePt t="116960" x="4902200" y="3911600"/>
          <p14:tracePt t="116976" x="4908550" y="3917950"/>
          <p14:tracePt t="116993" x="4914900" y="3924300"/>
          <p14:tracePt t="117010" x="4933950" y="3949700"/>
          <p14:tracePt t="117026" x="4972050" y="3987800"/>
          <p14:tracePt t="117043" x="4991100" y="4019550"/>
          <p14:tracePt t="117059" x="5041900" y="4095750"/>
          <p14:tracePt t="117076" x="5111750" y="4165600"/>
          <p14:tracePt t="117093" x="5124450" y="4184650"/>
          <p14:tracePt t="117109" x="5168900" y="4229100"/>
          <p14:tracePt t="117126" x="5200650" y="4254500"/>
          <p14:tracePt t="117143" x="5226050" y="4273550"/>
          <p14:tracePt t="117159" x="5232400" y="4279900"/>
          <p14:tracePt t="117175" x="5245100" y="4292600"/>
          <p14:tracePt t="117192" x="5251450" y="4292600"/>
          <p14:tracePt t="117209" x="5257800" y="4292600"/>
          <p14:tracePt t="117242" x="5270500" y="4298950"/>
          <p14:tracePt t="117304" x="5276850" y="4292600"/>
          <p14:tracePt t="117318" x="5276850" y="4286250"/>
          <p14:tracePt t="117333" x="5276850" y="4279900"/>
          <p14:tracePt t="117347" x="5283200" y="4279900"/>
          <p14:tracePt t="117358" x="5283200" y="4273550"/>
          <p14:tracePt t="117375" x="5289550" y="4235450"/>
          <p14:tracePt t="117391" x="5289550" y="4152900"/>
          <p14:tracePt t="117408" x="5289550" y="4102100"/>
          <p14:tracePt t="117425" x="5283200" y="3822700"/>
          <p14:tracePt t="117441" x="5270500" y="3695700"/>
          <p14:tracePt t="117459" x="5238750" y="3416300"/>
          <p14:tracePt t="117474" x="5194300" y="3124200"/>
          <p14:tracePt t="117491" x="5168900" y="2952750"/>
          <p14:tracePt t="117508" x="5111750" y="2654300"/>
          <p14:tracePt t="117524" x="5073650" y="2425700"/>
          <p14:tracePt t="117541" x="5054600" y="2349500"/>
          <p14:tracePt t="117557" x="5022850" y="2241550"/>
          <p14:tracePt t="117574" x="5022850" y="2209800"/>
          <p14:tracePt t="117591" x="5016500" y="2178050"/>
          <p14:tracePt t="117607" x="5016500" y="2165350"/>
          <p14:tracePt t="117624" x="5016500" y="2159000"/>
          <p14:tracePt t="117663" x="5016500" y="2165350"/>
          <p14:tracePt t="117676" x="5016500" y="2171700"/>
          <p14:tracePt t="117698" x="5016500" y="2178050"/>
          <p14:tracePt t="117719" x="5016500" y="2184400"/>
          <p14:tracePt t="117725" x="5016500" y="2197100"/>
          <p14:tracePt t="117732" x="5016500" y="2209800"/>
          <p14:tracePt t="117741" x="5016500" y="2216150"/>
          <p14:tracePt t="117757" x="5016500" y="2228850"/>
          <p14:tracePt t="119290" x="5016500" y="2241550"/>
          <p14:tracePt t="119296" x="5016500" y="2254250"/>
          <p14:tracePt t="119311" x="5016500" y="2273300"/>
          <p14:tracePt t="119320" x="5016500" y="2292350"/>
          <p14:tracePt t="119334" x="5016500" y="2305050"/>
          <p14:tracePt t="119352" x="5016500" y="2324100"/>
          <p14:tracePt t="119368" x="5029200" y="2362200"/>
          <p14:tracePt t="119384" x="5035550" y="2368550"/>
          <p14:tracePt t="119402" x="5048250" y="2387600"/>
          <p14:tracePt t="119418" x="5048250" y="2393950"/>
          <p14:tracePt t="119434" x="5054600" y="2393950"/>
          <p14:tracePt t="119451" x="5060950" y="2413000"/>
          <p14:tracePt t="119467" x="5067300" y="2425700"/>
          <p14:tracePt t="119484" x="5067300" y="2432050"/>
          <p14:tracePt t="119501" x="5073650" y="2451100"/>
          <p14:tracePt t="119517" x="5080000" y="2457450"/>
          <p14:tracePt t="119535" x="5086350" y="2457450"/>
          <p14:tracePt t="119633" x="5092700" y="2457450"/>
          <p14:tracePt t="119725" x="5092700" y="2463800"/>
          <p14:tracePt t="119739" x="5099050" y="2470150"/>
          <p14:tracePt t="119746" x="5099050" y="2476500"/>
          <p14:tracePt t="119760" x="5105400" y="2482850"/>
          <p14:tracePt t="119770" x="5105400" y="2495550"/>
          <p14:tracePt t="119784" x="5111750" y="2495550"/>
          <p14:tracePt t="119800" x="5111750" y="2501900"/>
          <p14:tracePt t="119816" x="5111750" y="2514600"/>
          <p14:tracePt t="119833" x="5118100" y="2527300"/>
          <p14:tracePt t="119866" x="5118100" y="2540000"/>
          <p14:tracePt t="119884" x="5124450" y="2565400"/>
          <p14:tracePt t="119901" x="5124450" y="2609850"/>
          <p14:tracePt t="119916" x="5130800" y="2635250"/>
          <p14:tracePt t="122067" x="5143500" y="2705100"/>
          <p14:tracePt t="122081" x="5149850" y="2794000"/>
          <p14:tracePt t="122088" x="5181600" y="2882900"/>
          <p14:tracePt t="122095" x="5238750" y="3003550"/>
          <p14:tracePt t="122112" x="5276850" y="3117850"/>
          <p14:tracePt t="122125" x="5334000" y="3238500"/>
          <p14:tracePt t="122142" x="5441950" y="3460750"/>
          <p14:tracePt t="122159" x="5543550" y="3683000"/>
          <p14:tracePt t="122175" x="5588000" y="3778250"/>
          <p14:tracePt t="122191" x="5619750" y="3867150"/>
          <p14:tracePt t="122208" x="5702300" y="4178300"/>
          <p14:tracePt t="122225" x="5708650" y="4273550"/>
          <p14:tracePt t="122242" x="5753100" y="4438650"/>
          <p14:tracePt t="122258" x="5772150" y="4597400"/>
          <p14:tracePt t="122274" x="5772150" y="4660900"/>
          <p14:tracePt t="122292" x="5759450" y="4756150"/>
          <p14:tracePt t="122308" x="5753100" y="4819650"/>
          <p14:tracePt t="122324" x="5734050" y="4857750"/>
          <p14:tracePt t="122341" x="5708650" y="4908550"/>
          <p14:tracePt t="122358" x="5670550" y="4959350"/>
          <p14:tracePt t="122374" x="5651500" y="4991100"/>
          <p14:tracePt t="122391" x="5594350" y="5048250"/>
          <p14:tracePt t="122407" x="5562600" y="5086350"/>
          <p14:tracePt t="122425" x="5391150" y="5181600"/>
          <p14:tracePt t="122440" x="5334000" y="5207000"/>
          <p14:tracePt t="122457" x="5276850" y="5245100"/>
          <p14:tracePt t="122474" x="5175250" y="5308600"/>
          <p14:tracePt t="122490" x="5060950" y="5365750"/>
          <p14:tracePt t="122507" x="5016500" y="5403850"/>
          <p14:tracePt t="122524" x="4921250" y="5499100"/>
          <p14:tracePt t="122540" x="4832350" y="5568950"/>
          <p14:tracePt t="122557" x="4806950" y="5594350"/>
          <p14:tracePt t="122574" x="4737100" y="5676900"/>
          <p14:tracePt t="122590" x="4699000" y="5740400"/>
          <p14:tracePt t="122608" x="4679950" y="5772150"/>
          <p14:tracePt t="122991" x="4705350" y="5784850"/>
          <p14:tracePt t="122998" x="4737100" y="5803900"/>
          <p14:tracePt t="123013" x="4768850" y="5816600"/>
          <p14:tracePt t="123022" x="4794250" y="5822950"/>
          <p14:tracePt t="123038" x="4819650" y="5829300"/>
          <p14:tracePt t="123055" x="4838700" y="5842000"/>
          <p14:tracePt t="123072" x="4870450" y="5842000"/>
          <p14:tracePt t="123088" x="4883150" y="5842000"/>
          <p14:tracePt t="123105" x="4895850" y="5842000"/>
          <p14:tracePt t="123139" x="4908550" y="5848350"/>
          <p14:tracePt t="123171" x="4908550" y="5861050"/>
          <p14:tracePt t="123207" x="4908550" y="5867400"/>
          <p14:tracePt t="123273" x="4908550" y="5873750"/>
          <p14:tracePt t="123392" x="4914900" y="5873750"/>
          <p14:tracePt t="123406" x="4927600" y="5873750"/>
          <p14:tracePt t="123420" x="4933950" y="5873750"/>
          <p14:tracePt t="123427" x="4946650" y="5867400"/>
          <p14:tracePt t="123441" x="4972050" y="5867400"/>
          <p14:tracePt t="123457" x="5003800" y="5861050"/>
          <p14:tracePt t="123470" x="5067300" y="5861050"/>
          <p14:tracePt t="123488" x="5156200" y="5848350"/>
          <p14:tracePt t="123505" x="5397500" y="5829300"/>
          <p14:tracePt t="123520" x="5537200" y="5816600"/>
          <p14:tracePt t="123537" x="5676900" y="5803900"/>
          <p14:tracePt t="123553" x="5988050" y="5797550"/>
          <p14:tracePt t="123570" x="6127750" y="5784850"/>
          <p14:tracePt t="123588" x="6369050" y="5772150"/>
          <p14:tracePt t="123604" x="6457950" y="5772150"/>
          <p14:tracePt t="123620" x="6534150" y="5772150"/>
          <p14:tracePt t="123637" x="6623050" y="5772150"/>
          <p14:tracePt t="123653" x="6648450" y="5772150"/>
          <p14:tracePt t="123670" x="6654800" y="5772150"/>
          <p14:tracePt t="123687" x="6654800" y="5778500"/>
          <p14:tracePt t="123708" x="6648450" y="5778500"/>
          <p14:tracePt t="123723" x="6635750" y="5778500"/>
          <p14:tracePt t="123736" x="6629400" y="5778500"/>
          <p14:tracePt t="123753" x="6616700" y="5778500"/>
          <p14:tracePt t="123770" x="6604000" y="5778500"/>
          <p14:tracePt t="123786" x="6578600" y="5778500"/>
          <p14:tracePt t="123803" x="6534150" y="5778500"/>
          <p14:tracePt t="123820" x="6496050" y="5778500"/>
          <p14:tracePt t="123836" x="6426200" y="5784850"/>
          <p14:tracePt t="123853" x="6299200" y="5784850"/>
          <p14:tracePt t="123869" x="6235700" y="5784850"/>
          <p14:tracePt t="123886" x="6083300" y="5784850"/>
          <p14:tracePt t="123903" x="6007100" y="5784850"/>
          <p14:tracePt t="123919" x="5930900" y="5791200"/>
          <p14:tracePt t="123936" x="5791200" y="5791200"/>
          <p14:tracePt t="123953" x="5734050" y="5791200"/>
          <p14:tracePt t="123969" x="5683250" y="5791200"/>
          <p14:tracePt t="123985" x="5613400" y="5791200"/>
          <p14:tracePt t="124002" x="5575300" y="5791200"/>
          <p14:tracePt t="124019" x="5473700" y="5791200"/>
          <p14:tracePt t="124036" x="5422900" y="5791200"/>
          <p14:tracePt t="124052" x="5346700" y="5791200"/>
          <p14:tracePt t="124068" x="5207000" y="5791200"/>
          <p14:tracePt t="124085" x="5130800" y="5797550"/>
          <p14:tracePt t="124102" x="5010150" y="5803900"/>
          <p14:tracePt t="124118" x="4972050" y="5803900"/>
          <p14:tracePt t="124136" x="4940300" y="5803900"/>
          <p14:tracePt t="124151" x="4902200" y="5803900"/>
          <p14:tracePt t="124168" x="4889500" y="5803900"/>
          <p14:tracePt t="124185" x="4870450" y="5810250"/>
          <p14:tracePt t="124201" x="4864100" y="5816600"/>
          <p14:tracePt t="124218" x="4851400" y="5822950"/>
          <p14:tracePt t="124235" x="4832350" y="5822950"/>
          <p14:tracePt t="124251" x="4826000" y="5829300"/>
          <p14:tracePt t="124268" x="4813300" y="5835650"/>
          <p14:tracePt t="124284" x="4800600" y="5848350"/>
          <p14:tracePt t="124318" x="4781550" y="5861050"/>
          <p14:tracePt t="124335" x="4768850" y="5867400"/>
          <p14:tracePt t="124351" x="4762500" y="5867400"/>
          <p14:tracePt t="124367" x="4749800" y="5880100"/>
          <p14:tracePt t="124384" x="4743450" y="5880100"/>
          <p14:tracePt t="124401" x="4737100" y="5880100"/>
          <p14:tracePt t="124417" x="4737100" y="5886450"/>
          <p14:tracePt t="124434" x="4724400" y="5886450"/>
          <p14:tracePt t="124529" x="4724400" y="5892800"/>
          <p14:tracePt t="125890" x="4806950" y="5892800"/>
          <p14:tracePt t="125904" x="4933950" y="5886450"/>
          <p14:tracePt t="125919" x="5130800" y="5861050"/>
          <p14:tracePt t="125925" x="5365750" y="5861050"/>
          <p14:tracePt t="125939" x="5676900" y="5861050"/>
          <p14:tracePt t="125953" x="5988050" y="5861050"/>
          <p14:tracePt t="125962" x="6350000" y="5861050"/>
          <p14:tracePt t="125978" x="6711950" y="5861050"/>
          <p14:tracePt t="125996" x="7048500" y="5873750"/>
          <p14:tracePt t="126012" x="7759700" y="5848350"/>
          <p14:tracePt t="126028" x="8077200" y="5829300"/>
          <p14:tracePt t="126045" x="8661400" y="5784850"/>
          <p14:tracePt t="126061" x="8985250" y="5727700"/>
          <p14:tracePt t="126480" x="9124950" y="5638800"/>
          <p14:tracePt t="126486" x="9086850" y="5638800"/>
          <p14:tracePt t="126501" x="9036050" y="5626100"/>
          <p14:tracePt t="126510" x="8978900" y="5619750"/>
          <p14:tracePt t="126526" x="8915400" y="5607050"/>
          <p14:tracePt t="126543" x="8788400" y="5600700"/>
          <p14:tracePt t="126560" x="8655050" y="5568950"/>
          <p14:tracePt t="126576" x="8610600" y="5562600"/>
          <p14:tracePt t="126593" x="8540750" y="5549900"/>
          <p14:tracePt t="126610" x="8509000" y="5537200"/>
          <p14:tracePt t="126627" x="8496300" y="5537200"/>
          <p14:tracePt t="126643" x="8489950" y="5530850"/>
          <p14:tracePt t="126679" x="8489950" y="5524500"/>
          <p14:tracePt t="126697" x="8496300" y="5524500"/>
          <p14:tracePt t="126719" x="8502650" y="5524500"/>
          <p14:tracePt t="126838" x="8509000" y="5524500"/>
          <p14:tracePt t="126873" x="8509000" y="5530850"/>
          <p14:tracePt t="126907" x="8496300" y="5537200"/>
          <p14:tracePt t="126922" x="8489950" y="5537200"/>
          <p14:tracePt t="126929" x="8489950" y="5543550"/>
          <p14:tracePt t="126945" x="8483600" y="5549900"/>
          <p14:tracePt t="126959" x="8470900" y="5556250"/>
          <p14:tracePt t="126975" x="8458200" y="5562600"/>
          <p14:tracePt t="126992" x="8413750" y="5581650"/>
          <p14:tracePt t="127008" x="8382000" y="5600700"/>
          <p14:tracePt t="127024" x="8267700" y="5657850"/>
          <p14:tracePt t="127041" x="8121650" y="5727700"/>
          <p14:tracePt t="127058" x="8026400" y="5765800"/>
          <p14:tracePt t="127075" x="7816850" y="5842000"/>
          <p14:tracePt t="127091" x="7575550" y="5937250"/>
          <p14:tracePt t="127108" x="7410450" y="6000750"/>
          <p14:tracePt t="127125" x="7162800" y="6108700"/>
          <p14:tracePt t="127141" x="6889750" y="6254750"/>
          <p14:tracePt t="127158" x="6756400" y="6299200"/>
          <p14:tracePt t="127175" x="6546850" y="6394450"/>
          <p14:tracePt t="127192" x="6388100" y="6438900"/>
          <p14:tracePt t="127208" x="6305550" y="6464300"/>
          <p14:tracePt t="127224" x="6210300" y="6489700"/>
          <p14:tracePt t="127241" x="6172200" y="6489700"/>
          <p14:tracePt t="127258" x="6159500" y="6489700"/>
          <p14:tracePt t="127274" x="6146800" y="6489700"/>
          <p14:tracePt t="127350" x="6153150" y="6483350"/>
          <p14:tracePt t="127364" x="6153150" y="6477000"/>
          <p14:tracePt t="127371" x="6159500" y="6477000"/>
          <p14:tracePt t="127378" x="6165850" y="6470650"/>
          <p14:tracePt t="127394" x="6172200" y="6464300"/>
          <p14:tracePt t="127407" x="6191250" y="6451600"/>
          <p14:tracePt t="127423" x="6197600" y="6432550"/>
          <p14:tracePt t="127442" x="6235700" y="6407150"/>
          <p14:tracePt t="127456" x="6254750" y="6388100"/>
          <p14:tracePt t="127473" x="6350000" y="6324600"/>
          <p14:tracePt t="127491" x="6502400" y="6223000"/>
          <p14:tracePt t="127508" x="6604000" y="6165850"/>
          <p14:tracePt t="127525" x="6813550" y="6064250"/>
          <p14:tracePt t="127540" x="7029450" y="5969000"/>
          <p14:tracePt t="127556" x="7131050" y="5937250"/>
          <p14:tracePt t="127573" x="7239000" y="5892800"/>
          <p14:tracePt t="127590" x="7512050" y="5772150"/>
          <p14:tracePt t="127606" x="7588250" y="5721350"/>
          <p14:tracePt t="127623" x="7702550" y="5645150"/>
          <p14:tracePt t="127639" x="7747000" y="5619750"/>
          <p14:tracePt t="127656" x="7810500" y="5568950"/>
          <p14:tracePt t="127673" x="7854950" y="5524500"/>
          <p14:tracePt t="127689" x="7874000" y="5499100"/>
          <p14:tracePt t="127706" x="7912100" y="5467350"/>
          <p14:tracePt t="127722" x="7937500" y="5448300"/>
          <p14:tracePt t="127739" x="7943850" y="5441950"/>
          <p14:tracePt t="127785" x="7937500" y="5441950"/>
          <p14:tracePt t="127792" x="7918450" y="5454650"/>
          <p14:tracePt t="127806" x="7918450" y="5461000"/>
          <p14:tracePt t="127822" x="7880350" y="5480050"/>
          <p14:tracePt t="127839" x="7867650" y="5486400"/>
          <p14:tracePt t="127856" x="7835900" y="5505450"/>
          <p14:tracePt t="127872" x="7747000" y="5537200"/>
          <p14:tracePt t="127889" x="7670800" y="5568950"/>
          <p14:tracePt t="127906" x="7461250" y="5632450"/>
          <p14:tracePt t="127922" x="7346950" y="5676900"/>
          <p14:tracePt t="127939" x="7092950" y="5772150"/>
          <p14:tracePt t="127954" x="6851650" y="5880100"/>
          <p14:tracePt t="127971" x="6737350" y="5937250"/>
          <p14:tracePt t="127989" x="6527800" y="6019800"/>
          <p14:tracePt t="128005" x="6388100" y="6089650"/>
          <p14:tracePt t="128022" x="6356350" y="6102350"/>
          <p14:tracePt t="128039" x="6311900" y="6134100"/>
          <p14:tracePt t="128055" x="6299200" y="6140450"/>
          <p14:tracePt t="128071" x="6299200" y="6146800"/>
          <p14:tracePt t="128170" x="6299200" y="6165850"/>
          <p14:tracePt t="130008" x="6242050" y="6134100"/>
          <p14:tracePt t="130016" x="6134100" y="6070600"/>
          <p14:tracePt t="130029" x="6000750" y="5962650"/>
          <p14:tracePt t="130036" x="5816600" y="5835650"/>
          <p14:tracePt t="130051" x="5588000" y="5702300"/>
          <p14:tracePt t="130064" x="5378450" y="5549900"/>
          <p14:tracePt t="130081" x="4978400" y="5321300"/>
          <p14:tracePt t="130098" x="4775200" y="5207000"/>
          <p14:tracePt t="130114" x="4419600" y="5003800"/>
          <p14:tracePt t="130131" x="4152900" y="4864100"/>
          <p14:tracePt t="130148" x="3949700" y="4756150"/>
          <p14:tracePt t="130164" x="3848100" y="4705350"/>
          <p14:tracePt t="130181" x="3752850" y="4648200"/>
          <p14:tracePt t="130197" x="3549650" y="4527550"/>
          <p14:tracePt t="130214" x="3467100" y="4464050"/>
          <p14:tracePt t="130231" x="3384550" y="4413250"/>
          <p14:tracePt t="130247" x="3232150" y="4298950"/>
          <p14:tracePt t="130264" x="3162300" y="4248150"/>
          <p14:tracePt t="130281" x="3022600" y="4159250"/>
          <p14:tracePt t="130296" x="2914650" y="4095750"/>
          <p14:tracePt t="130313" x="2832100" y="4025900"/>
          <p14:tracePt t="130330" x="2800350" y="4000500"/>
          <p14:tracePt t="130334" x="2774950" y="3975100"/>
          <p14:tracePt t="130347" x="2755900" y="3956050"/>
          <p14:tracePt t="130363" x="2705100" y="3898900"/>
          <p14:tracePt t="130380" x="2647950" y="3829050"/>
          <p14:tracePt t="130396" x="2609850" y="3784600"/>
          <p14:tracePt t="130414" x="2546350" y="3727450"/>
          <p14:tracePt t="130429" x="2463800" y="3663950"/>
          <p14:tracePt t="130446" x="2432050" y="3632200"/>
          <p14:tracePt t="130463" x="2336800" y="3556000"/>
          <p14:tracePt t="130479" x="2260600" y="3486150"/>
          <p14:tracePt t="130496" x="2216150" y="3448050"/>
          <p14:tracePt t="130513" x="2146300" y="3390900"/>
          <p14:tracePt t="130529" x="2089150" y="3333750"/>
          <p14:tracePt t="130546" x="2076450" y="3314700"/>
          <p14:tracePt t="130563" x="2051050" y="3282950"/>
          <p14:tracePt t="130579" x="2019300" y="3251200"/>
          <p14:tracePt t="130596" x="2012950" y="3238500"/>
          <p14:tracePt t="130613" x="1993900" y="3213100"/>
          <p14:tracePt t="130629" x="1987550" y="3206750"/>
          <p14:tracePt t="130645" x="1974850" y="3181350"/>
          <p14:tracePt t="130662" x="1962150" y="3162300"/>
          <p14:tracePt t="130682" x="1955800" y="3149600"/>
          <p14:tracePt t="130696" x="1949450" y="3149600"/>
          <p14:tracePt t="130712" x="1943100" y="3143250"/>
          <p14:tracePt t="130729" x="1936750" y="3136900"/>
          <p14:tracePt t="130745" x="1936750" y="3130550"/>
          <p14:tracePt t="130762" x="1930400" y="3124200"/>
          <p14:tracePt t="130787" x="1930400" y="3117850"/>
          <p14:tracePt t="130899" x="1936750" y="3124200"/>
          <p14:tracePt t="130914" x="1936750" y="3130550"/>
          <p14:tracePt t="130928" x="1943100" y="3136900"/>
          <p14:tracePt t="130963" x="1943100" y="3143250"/>
          <p14:tracePt t="130984" x="1943100" y="3149600"/>
          <p14:tracePt t="130998" x="1936750" y="3155950"/>
          <p14:tracePt t="131012" x="1917700" y="3162300"/>
          <p14:tracePt t="131019" x="1898650" y="3168650"/>
          <p14:tracePt t="131033" x="1866900" y="3175000"/>
          <p14:tracePt t="131044" x="1816100" y="3194050"/>
          <p14:tracePt t="131061" x="1670050" y="3225800"/>
          <p14:tracePt t="131077" x="1581150" y="3225800"/>
          <p14:tracePt t="131094" x="1365250" y="3257550"/>
          <p14:tracePt t="131111" x="1143000" y="3276600"/>
          <p14:tracePt t="131127" x="1041400" y="3282950"/>
          <p14:tracePt t="131144" x="863600" y="3295650"/>
          <p14:tracePt t="131160" x="730250" y="3314700"/>
          <p14:tracePt t="131177" x="679450" y="3314700"/>
          <p14:tracePt t="131195" x="609600" y="3327400"/>
          <p14:tracePt t="131211" x="558800" y="3333750"/>
          <p14:tracePt t="131227" x="539750" y="3333750"/>
          <p14:tracePt t="131244" x="508000" y="3352800"/>
          <p14:tracePt t="131260" x="501650" y="3365500"/>
          <p14:tracePt t="131277" x="476250" y="3371850"/>
          <p14:tracePt t="131294" x="463550" y="3384550"/>
          <p14:tracePt t="131310" x="450850" y="3390900"/>
          <p14:tracePt t="131327" x="438150" y="3390900"/>
          <p14:tracePt t="131343" x="431800" y="3390900"/>
          <p14:tracePt t="131347" x="425450" y="3390900"/>
          <p14:tracePt t="131377" x="412750" y="3390900"/>
          <p14:tracePt t="131393" x="400050" y="3390900"/>
          <p14:tracePt t="131426" x="393700" y="3390900"/>
          <p14:tracePt t="131443" x="387350" y="3390900"/>
          <p14:tracePt t="131475" x="381000" y="3390900"/>
          <p14:tracePt t="131559" x="387350" y="3390900"/>
          <p14:tracePt t="131580" x="393700" y="3390900"/>
          <p14:tracePt t="131601" x="400050" y="3390900"/>
          <p14:tracePt t="131615" x="412750" y="3390900"/>
          <p14:tracePt t="131623" x="431800" y="3390900"/>
          <p14:tracePt t="131629" x="450850" y="3390900"/>
          <p14:tracePt t="131646" x="482600" y="3390900"/>
          <p14:tracePt t="131658" x="520700" y="3390900"/>
          <p14:tracePt t="131675" x="628650" y="3390900"/>
          <p14:tracePt t="131692" x="692150" y="3390900"/>
          <p14:tracePt t="131709" x="831850" y="3390900"/>
          <p14:tracePt t="131725" x="996950" y="3384550"/>
          <p14:tracePt t="131742" x="1162050" y="3365500"/>
          <p14:tracePt t="131759" x="1244600" y="3346450"/>
          <p14:tracePt t="131775" x="1422400" y="3314700"/>
          <p14:tracePt t="131792" x="1606550" y="3295650"/>
          <p14:tracePt t="131808" x="1720850" y="3295650"/>
          <p14:tracePt t="131826" x="1943100" y="3295650"/>
          <p14:tracePt t="131842" x="2197100" y="3295650"/>
          <p14:tracePt t="131858" x="2324100" y="3308350"/>
          <p14:tracePt t="131862" x="2482850" y="3321050"/>
          <p14:tracePt t="131878" x="2673350" y="3333750"/>
          <p14:tracePt t="131891" x="2857500" y="3333750"/>
          <p14:tracePt t="131908" x="3263900" y="3371850"/>
          <p14:tracePt t="131925" x="3663950" y="3384550"/>
          <p14:tracePt t="131941" x="3848100" y="3384550"/>
          <p14:tracePt t="131958" x="4140200" y="3397250"/>
          <p14:tracePt t="131974" x="4394200" y="3390900"/>
          <p14:tracePt t="131991" x="4502150" y="3390900"/>
          <p14:tracePt t="132008" x="4686300" y="3378200"/>
          <p14:tracePt t="132024" x="4838700" y="3378200"/>
          <p14:tracePt t="132041" x="4914900" y="3359150"/>
          <p14:tracePt t="132058" x="5080000" y="3352800"/>
          <p14:tracePt t="132074" x="5226050" y="3333750"/>
          <p14:tracePt t="132090" x="5289550" y="3333750"/>
          <p14:tracePt t="132107" x="5384800" y="3314700"/>
          <p14:tracePt t="132124" x="5448300" y="3314700"/>
          <p14:tracePt t="132142" x="5543550" y="3308350"/>
          <p14:tracePt t="132157" x="5594350" y="3308350"/>
          <p14:tracePt t="132174" x="5670550" y="3308350"/>
          <p14:tracePt t="132191" x="5867400" y="3321050"/>
          <p14:tracePt t="132207" x="5918200" y="3327400"/>
          <p14:tracePt t="132224" x="5988050" y="3333750"/>
          <p14:tracePt t="132240" x="6089650" y="3352800"/>
          <p14:tracePt t="132257" x="6210300" y="3359150"/>
          <p14:tracePt t="132273" x="6280150" y="3352800"/>
          <p14:tracePt t="132290" x="6356350" y="3346450"/>
          <p14:tracePt t="132307" x="6432550" y="3346450"/>
          <p14:tracePt t="132324" x="6527800" y="3346450"/>
          <p14:tracePt t="132340" x="6578600" y="3352800"/>
          <p14:tracePt t="132356" x="6711950" y="3390900"/>
          <p14:tracePt t="132373" x="6870700" y="3422650"/>
          <p14:tracePt t="132389" x="6921500" y="3429000"/>
          <p14:tracePt t="132406" x="7029450" y="3448050"/>
          <p14:tracePt t="132423" x="7112000" y="3460750"/>
          <p14:tracePt t="132439" x="7150100" y="3467100"/>
          <p14:tracePt t="132457" x="7194550" y="3473450"/>
          <p14:tracePt t="132473" x="7315200" y="3492500"/>
          <p14:tracePt t="132489" x="7366000" y="3492500"/>
          <p14:tracePt t="132506" x="7486650" y="3498850"/>
          <p14:tracePt t="132523" x="7537450" y="3511550"/>
          <p14:tracePt t="132539" x="7620000" y="3517900"/>
          <p14:tracePt t="132556" x="7689850" y="3524250"/>
          <p14:tracePt t="132572" x="7715250" y="3524250"/>
          <p14:tracePt t="132589" x="7772400" y="3530600"/>
          <p14:tracePt t="132605" x="7835900" y="3549650"/>
          <p14:tracePt t="132622" x="7854950" y="3556000"/>
          <p14:tracePt t="132640" x="7899400" y="3568700"/>
          <p14:tracePt t="132655" x="7937500" y="3575050"/>
          <p14:tracePt t="132672" x="7943850" y="3581400"/>
          <p14:tracePt t="132689" x="7956550" y="3581400"/>
          <p14:tracePt t="134050" x="7899400" y="3568700"/>
          <p14:tracePt t="134057" x="7785100" y="3524250"/>
          <p14:tracePt t="134067" x="7651750" y="3486150"/>
          <p14:tracePt t="134084" x="7518400" y="3435350"/>
          <p14:tracePt t="134100" x="7207250" y="3352800"/>
          <p14:tracePt t="134117" x="6902450" y="3282950"/>
          <p14:tracePt t="134134" x="6635750" y="3194050"/>
          <p14:tracePt t="134150" x="6426200" y="3117850"/>
          <p14:tracePt t="134167" x="6318250" y="3098800"/>
          <p14:tracePt t="134183" x="6127750" y="3048000"/>
          <p14:tracePt t="134200" x="5969000" y="3016250"/>
          <p14:tracePt t="134217" x="5867400" y="3016250"/>
          <p14:tracePt t="134233" x="5822950" y="3003550"/>
          <p14:tracePt t="134250" x="5753100" y="2978150"/>
          <p14:tracePt t="134267" x="5689600" y="2971800"/>
          <p14:tracePt t="134283" x="5670550" y="2971800"/>
          <p14:tracePt t="134300" x="5645150" y="2971800"/>
          <p14:tracePt t="134317" x="5562600" y="2952750"/>
          <p14:tracePt t="134333" x="5543550" y="2952750"/>
          <p14:tracePt t="134350" x="5518150" y="2952750"/>
          <p14:tracePt t="134367" x="5467350" y="2952750"/>
          <p14:tracePt t="134383" x="5422900" y="2965450"/>
          <p14:tracePt t="134401" x="5384800" y="2978150"/>
          <p14:tracePt t="134416" x="5359400" y="2984500"/>
          <p14:tracePt t="134433" x="5308600" y="3003550"/>
          <p14:tracePt t="134449" x="5283200" y="3016250"/>
          <p14:tracePt t="134466" x="5207000" y="3054350"/>
          <p14:tracePt t="134483" x="5080000" y="3130550"/>
          <p14:tracePt t="134500" x="4927600" y="3232150"/>
          <p14:tracePt t="134516" x="4845050" y="3295650"/>
          <p14:tracePt t="134532" x="4775200" y="3346450"/>
          <p14:tracePt t="134549" x="4635500" y="3454400"/>
          <p14:tracePt t="134565" x="4508500" y="3524250"/>
          <p14:tracePt t="134583" x="4432300" y="3568700"/>
          <p14:tracePt t="134599" x="4400550" y="3575050"/>
          <p14:tracePt t="134615" x="4394200" y="3581400"/>
          <p14:tracePt t="134632" x="4387850" y="3581400"/>
          <p14:tracePt t="134660" x="4387850" y="3594100"/>
          <p14:tracePt t="134668" x="4394200" y="3594100"/>
          <p14:tracePt t="134684" x="4406900" y="3594100"/>
          <p14:tracePt t="134699" x="4419600" y="3594100"/>
          <p14:tracePt t="134715" x="4457700" y="3594100"/>
          <p14:tracePt t="134731" x="4489450" y="3581400"/>
          <p14:tracePt t="134748" x="4559300" y="3568700"/>
          <p14:tracePt t="134765" x="4622800" y="3556000"/>
          <p14:tracePt t="134781" x="4806950" y="3530600"/>
          <p14:tracePt t="134798" x="4908550" y="3505200"/>
          <p14:tracePt t="134815" x="5111750" y="3479800"/>
          <p14:tracePt t="134831" x="5295900" y="3435350"/>
          <p14:tracePt t="134848" x="5384800" y="3429000"/>
          <p14:tracePt t="134864" x="5530850" y="3397250"/>
          <p14:tracePt t="134881" x="5657850" y="3378200"/>
          <p14:tracePt t="134899" x="5734050" y="3371850"/>
          <p14:tracePt t="134915" x="5753100" y="3365500"/>
          <p14:tracePt t="134931" x="5765800" y="3359150"/>
          <p14:tracePt t="134950" x="5765800" y="3352800"/>
          <p14:tracePt t="134964" x="5759450" y="3352800"/>
          <p14:tracePt t="134981" x="5740400" y="3346450"/>
          <p14:tracePt t="134998" x="5740400" y="33401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General study advice: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77928" y="894245"/>
            <a:ext cx="8866072" cy="588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83105" indent="-483105">
              <a:spcBef>
                <a:spcPts val="564"/>
              </a:spcBef>
              <a:buClrTx/>
              <a:buFont typeface="+mj-lt"/>
              <a:buAutoNum type="arabicPeriod"/>
            </a:pPr>
            <a:r>
              <a:rPr lang="en-US" altLang="en-US" sz="2630" kern="0" dirty="0">
                <a:solidFill>
                  <a:srgbClr val="000000"/>
                </a:solidFill>
              </a:rPr>
              <a:t>Review the midterm and see the correct answers.</a:t>
            </a:r>
          </a:p>
          <a:p>
            <a:pPr marL="483105" indent="-483105">
              <a:spcBef>
                <a:spcPts val="564"/>
              </a:spcBef>
              <a:buClrTx/>
              <a:buFont typeface="+mj-lt"/>
              <a:buAutoNum type="arabicPeriod"/>
            </a:pPr>
            <a:r>
              <a:rPr lang="en-US" altLang="en-US" sz="2630" kern="0" dirty="0">
                <a:solidFill>
                  <a:srgbClr val="000000"/>
                </a:solidFill>
              </a:rPr>
              <a:t> Go back through all of the lecture slides (and remember that they are animated and are therefore meant to be played, not just printed out).</a:t>
            </a:r>
          </a:p>
          <a:p>
            <a:pPr marL="483105" indent="-483105">
              <a:spcBef>
                <a:spcPts val="1565"/>
              </a:spcBef>
              <a:buClrTx/>
              <a:buFont typeface="+mj-lt"/>
              <a:buAutoNum type="arabicPeriod"/>
            </a:pPr>
            <a:r>
              <a:rPr lang="en-US" altLang="en-US" sz="2630" kern="0" dirty="0">
                <a:solidFill>
                  <a:srgbClr val="000000"/>
                </a:solidFill>
              </a:rPr>
              <a:t>Practice all of the example Python code in the slides.</a:t>
            </a:r>
          </a:p>
          <a:p>
            <a:pPr marL="751498" lvl="1" indent="-375749">
              <a:spcBef>
                <a:spcPts val="0"/>
              </a:spcBef>
            </a:pPr>
            <a:r>
              <a:rPr lang="en-US" altLang="en-US" sz="2630" kern="0" dirty="0">
                <a:solidFill>
                  <a:srgbClr val="000000"/>
                </a:solidFill>
              </a:rPr>
              <a:t>Even though the output is shown, you learn by typing it out and running it yourself.</a:t>
            </a:r>
          </a:p>
          <a:p>
            <a:pPr lvl="2" indent="-322070">
              <a:spcBef>
                <a:spcPts val="0"/>
              </a:spcBef>
            </a:pPr>
            <a:r>
              <a:rPr lang="en-US" altLang="en-US" sz="2400" kern="0" dirty="0">
                <a:solidFill>
                  <a:srgbClr val="000000"/>
                </a:solidFill>
              </a:rPr>
              <a:t>Make sure you understand why the output is what it is.</a:t>
            </a:r>
          </a:p>
          <a:p>
            <a:pPr marL="751498" lvl="1" indent="-375749">
              <a:spcBef>
                <a:spcPts val="564"/>
              </a:spcBef>
            </a:pPr>
            <a:r>
              <a:rPr lang="en-US" altLang="en-US" sz="2630" kern="0" dirty="0">
                <a:solidFill>
                  <a:srgbClr val="000000"/>
                </a:solidFill>
              </a:rPr>
              <a:t>Don’t bother typing the C-code examples, however. Those were only provided as conceptual help.</a:t>
            </a:r>
          </a:p>
          <a:p>
            <a:pPr marL="1127247" lvl="2" indent="-375749">
              <a:spcBef>
                <a:spcPts val="0"/>
              </a:spcBef>
            </a:pPr>
            <a:r>
              <a:rPr lang="en-US" altLang="en-US" sz="2400" kern="0" dirty="0">
                <a:solidFill>
                  <a:srgbClr val="000000"/>
                </a:solidFill>
              </a:rPr>
              <a:t>There will only be Python code on the exam.</a:t>
            </a:r>
          </a:p>
          <a:p>
            <a:pPr marL="483105" indent="-483105">
              <a:spcBef>
                <a:spcPts val="1565"/>
              </a:spcBef>
              <a:buClrTx/>
              <a:buFont typeface="+mj-lt"/>
              <a:buAutoNum type="arabicPeriod"/>
            </a:pPr>
            <a:r>
              <a:rPr lang="en-US" altLang="en-US" sz="2630" kern="0" dirty="0">
                <a:solidFill>
                  <a:srgbClr val="000000"/>
                </a:solidFill>
              </a:rPr>
              <a:t>Memorize those aspects of the language discussed in the following slides…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9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63"/>
    </mc:Choice>
    <mc:Fallback xmlns="">
      <p:transition spd="slow" advTm="50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9871" x="5734050" y="3327400"/>
          <p14:tracePt t="19877" x="5721350" y="3321050"/>
          <p14:tracePt t="19885" x="5708650" y="3308350"/>
          <p14:tracePt t="19902" x="5683250" y="3282950"/>
          <p14:tracePt t="19919" x="5645150" y="3238500"/>
          <p14:tracePt t="19935" x="5594350" y="3175000"/>
          <p14:tracePt t="19952" x="5549900" y="3130550"/>
          <p14:tracePt t="19969" x="5467350" y="3035300"/>
          <p14:tracePt t="19985" x="5321300" y="2882900"/>
          <p14:tracePt t="20001" x="5187950" y="2743200"/>
          <p14:tracePt t="20018" x="5010150" y="2552700"/>
          <p14:tracePt t="20035" x="4889500" y="2419350"/>
          <p14:tracePt t="20052" x="4737100" y="2286000"/>
          <p14:tracePt t="20068" x="4489450" y="2101850"/>
          <p14:tracePt t="20084" x="4356100" y="1968500"/>
          <p14:tracePt t="20102" x="4171950" y="1803400"/>
          <p14:tracePt t="20117" x="4032250" y="1714500"/>
          <p14:tracePt t="20134" x="3930650" y="1638300"/>
          <p14:tracePt t="20152" x="3797300" y="1581150"/>
          <p14:tracePt t="20167" x="3727450" y="1562100"/>
          <p14:tracePt t="20184" x="3695700" y="1555750"/>
          <p14:tracePt t="20201" x="3632200" y="1549400"/>
          <p14:tracePt t="20217" x="3606800" y="1568450"/>
          <p14:tracePt t="20234" x="3575050" y="1574800"/>
          <p14:tracePt t="20251" x="3543300" y="1600200"/>
          <p14:tracePt t="20267" x="3524250" y="1625600"/>
          <p14:tracePt t="20285" x="3511550" y="1644650"/>
          <p14:tracePt t="20300" x="3505200" y="1657350"/>
          <p14:tracePt t="20317" x="3505200" y="1676400"/>
          <p14:tracePt t="20335" x="3498850" y="1701800"/>
          <p14:tracePt t="20350" x="3479800" y="1727200"/>
          <p14:tracePt t="20367" x="3467100" y="1758950"/>
          <p14:tracePt t="20384" x="3448050" y="1809750"/>
          <p14:tracePt t="20400" x="3429000" y="1841500"/>
          <p14:tracePt t="20417" x="3397250" y="1905000"/>
          <p14:tracePt t="20433" x="3365500" y="1968500"/>
          <p14:tracePt t="20450" x="3352800" y="2000250"/>
          <p14:tracePt t="20467" x="3321050" y="2070100"/>
          <p14:tracePt t="20483" x="3276600" y="2159000"/>
          <p14:tracePt t="20499" x="3251200" y="2203450"/>
          <p14:tracePt t="20517" x="3219450" y="2266950"/>
          <p14:tracePt t="20533" x="3194050" y="2317750"/>
          <p14:tracePt t="20550" x="3187700" y="2343150"/>
          <p14:tracePt t="20566" x="3181350" y="2368550"/>
          <p14:tracePt t="20582" x="3181350" y="2374900"/>
          <p14:tracePt t="20599" x="3181350" y="2381250"/>
          <p14:tracePt t="20616" x="3181350" y="2393950"/>
          <p14:tracePt t="20632" x="3187700" y="2406650"/>
          <p14:tracePt t="20651" x="3213100" y="2419350"/>
          <p14:tracePt t="20666" x="3232150" y="2425700"/>
          <p14:tracePt t="20682" x="3270250" y="2438400"/>
          <p14:tracePt t="20700" x="3479800" y="2470150"/>
          <p14:tracePt t="20716" x="3568700" y="2476500"/>
          <p14:tracePt t="20732" x="3657600" y="2476500"/>
          <p14:tracePt t="20749" x="3854450" y="2463800"/>
          <p14:tracePt t="20766" x="4070350" y="2419350"/>
          <p14:tracePt t="20784" x="4305300" y="2349500"/>
          <p14:tracePt t="20799" x="4419600" y="2324100"/>
          <p14:tracePt t="20815" x="4616450" y="2286000"/>
          <p14:tracePt t="20833" x="4819650" y="2254250"/>
          <p14:tracePt t="20848" x="4921250" y="2241550"/>
          <p14:tracePt t="20865" x="5073650" y="2235200"/>
          <p14:tracePt t="20882" x="5156200" y="2235200"/>
          <p14:tracePt t="20899" x="5175250" y="2241550"/>
          <p14:tracePt t="20915" x="5207000" y="2286000"/>
          <p14:tracePt t="20931" x="5257800" y="2324100"/>
          <p14:tracePt t="26699" x="5257800" y="2374900"/>
          <p14:tracePt t="26705" x="5257800" y="2425700"/>
          <p14:tracePt t="26714" x="5264150" y="2451100"/>
          <p14:tracePt t="26728" x="5264150" y="2571750"/>
          <p14:tracePt t="26745" x="5270500" y="2686050"/>
          <p14:tracePt t="26762" x="5308600" y="2857500"/>
          <p14:tracePt t="26778" x="5334000" y="2971800"/>
          <p14:tracePt t="26795" x="5384800" y="3092450"/>
          <p14:tracePt t="26812" x="5429250" y="3302000"/>
          <p14:tracePt t="26828" x="5467350" y="3390900"/>
          <p14:tracePt t="26845" x="5492750" y="3448050"/>
          <p14:tracePt t="26861" x="5511800" y="3530600"/>
          <p14:tracePt t="26878" x="5524500" y="3581400"/>
          <p14:tracePt t="26895" x="5549900" y="3651250"/>
          <p14:tracePt t="26911" x="5562600" y="3676650"/>
          <p14:tracePt t="26927" x="5562600" y="3702050"/>
          <p14:tracePt t="26945" x="5575300" y="3714750"/>
          <p14:tracePt t="26961" x="5594350" y="3714750"/>
          <p14:tracePt t="26977" x="5607050" y="3721100"/>
          <p14:tracePt t="26994" x="5613400" y="3721100"/>
          <p14:tracePt t="27011" x="5632450" y="3721100"/>
          <p14:tracePt t="27027" x="5645150" y="3721100"/>
          <p14:tracePt t="27044" x="5651500" y="3721100"/>
          <p14:tracePt t="27060" x="5657850" y="3721100"/>
          <p14:tracePt t="27078" x="5683250" y="3727450"/>
          <p14:tracePt t="27094" x="5695950" y="3746500"/>
          <p14:tracePt t="27110" x="5715000" y="3759200"/>
          <p14:tracePt t="38175" x="5727700" y="3790950"/>
          <p14:tracePt t="38182" x="5746750" y="3810000"/>
          <p14:tracePt t="38191" x="5765800" y="3835400"/>
          <p14:tracePt t="38205" x="5791200" y="3879850"/>
          <p14:tracePt t="38222" x="5822950" y="3911600"/>
          <p14:tracePt t="38239" x="5854700" y="3943350"/>
          <p14:tracePt t="38255" x="5873750" y="3962400"/>
          <p14:tracePt t="38272" x="5905500" y="3994150"/>
          <p14:tracePt t="38288" x="5930900" y="4025900"/>
          <p14:tracePt t="38305" x="5962650" y="4051300"/>
          <p14:tracePt t="38322" x="6007100" y="4083050"/>
          <p14:tracePt t="38339" x="6026150" y="4102100"/>
          <p14:tracePt t="38355" x="6032500" y="4114800"/>
          <p14:tracePt t="38372" x="6038850" y="4121150"/>
          <p14:tracePt t="38388" x="6051550" y="4127500"/>
          <p14:tracePt t="38405" x="6057900" y="4127500"/>
          <p14:tracePt t="38422" x="6057900" y="4133850"/>
          <p14:tracePt t="38438" x="6064250" y="4146550"/>
          <p14:tracePt t="38455" x="6070600" y="4152900"/>
          <p14:tracePt t="38471" x="6070600" y="4159250"/>
          <p14:tracePt t="38487" x="6070600" y="4165600"/>
          <p14:tracePt t="38505" x="6076950" y="4171950"/>
          <p14:tracePt t="38521" x="6076950" y="4178300"/>
          <p14:tracePt t="38538" x="6083300" y="4178300"/>
          <p14:tracePt t="38554" x="6089650" y="4203700"/>
          <p14:tracePt t="38571" x="6102350" y="4222750"/>
          <p14:tracePt t="38587" x="6108700" y="4235450"/>
          <p14:tracePt t="38604" x="6121400" y="4267200"/>
          <p14:tracePt t="38621" x="6134100" y="4292600"/>
          <p14:tracePt t="38637" x="6140450" y="4311650"/>
          <p14:tracePt t="38654" x="6140450" y="4318000"/>
          <p14:tracePt t="38670" x="6140450" y="4324350"/>
          <p14:tracePt t="38687" x="6159500" y="4337050"/>
          <p14:tracePt t="38703" x="6159500" y="4343400"/>
          <p14:tracePt t="39528" x="6153150" y="4356100"/>
          <p14:tracePt t="39535" x="6146800" y="4362450"/>
          <p14:tracePt t="39541" x="6140450" y="4368800"/>
          <p14:tracePt t="39550" x="6134100" y="4381500"/>
          <p14:tracePt t="39567" x="6108700" y="4400550"/>
          <p14:tracePt t="39584" x="6089650" y="4432300"/>
          <p14:tracePt t="39600" x="6057900" y="4470400"/>
          <p14:tracePt t="39617" x="6026150" y="4521200"/>
          <p14:tracePt t="39634" x="5969000" y="4597400"/>
          <p14:tracePt t="39650" x="5905500" y="4679950"/>
          <p14:tracePt t="39668" x="5810250" y="4781550"/>
          <p14:tracePt t="39683" x="5740400" y="4851400"/>
          <p14:tracePt t="39700" x="5676900" y="4908550"/>
          <p14:tracePt t="39717" x="5594350" y="4991100"/>
          <p14:tracePt t="39733" x="5543550" y="5035550"/>
          <p14:tracePt t="39750" x="5505450" y="5086350"/>
          <p14:tracePt t="39767" x="5461000" y="5162550"/>
          <p14:tracePt t="39783" x="5448300" y="5200650"/>
          <p14:tracePt t="39800" x="5441950" y="5219700"/>
          <p14:tracePt t="39816" x="5441950" y="5257800"/>
          <p14:tracePt t="39833" x="5441950" y="5289550"/>
          <p14:tracePt t="39851" x="5454650" y="5334000"/>
          <p14:tracePt t="39866" x="5473700" y="5372100"/>
          <p14:tracePt t="39883" x="5511800" y="5473700"/>
          <p14:tracePt t="39900" x="5613400" y="5575300"/>
          <p14:tracePt t="41557" x="5613400" y="5562600"/>
          <p14:tracePt t="41565" x="5613400" y="5556250"/>
          <p14:tracePt t="41576" x="5613400" y="5543550"/>
          <p14:tracePt t="41594" x="5613400" y="5480050"/>
          <p14:tracePt t="41610" x="5613400" y="5429250"/>
          <p14:tracePt t="41628" x="5619750" y="5327650"/>
          <p14:tracePt t="41643" x="5638800" y="5245100"/>
          <p14:tracePt t="41661" x="5651500" y="5175250"/>
          <p14:tracePt t="41677" x="5670550" y="5041900"/>
          <p14:tracePt t="41693" x="5689600" y="4965700"/>
          <p14:tracePt t="41710" x="5721350" y="4895850"/>
          <p14:tracePt t="41727" x="5746750" y="4819650"/>
          <p14:tracePt t="41743" x="5772150" y="4781550"/>
          <p14:tracePt t="41761" x="5803900" y="4743450"/>
          <p14:tracePt t="41777" x="5816600" y="4737100"/>
          <p14:tracePt t="41793" x="5829300" y="4730750"/>
          <p14:tracePt t="41810" x="5848350" y="4730750"/>
          <p14:tracePt t="41826" x="5861050" y="4730750"/>
          <p14:tracePt t="41860" x="5867400" y="4737100"/>
          <p14:tracePt t="41876" x="5873750" y="4749800"/>
          <p14:tracePt t="41892" x="5873750" y="4775200"/>
          <p14:tracePt t="41909" x="5861050" y="4806950"/>
          <p14:tracePt t="41926" x="5842000" y="4813300"/>
          <p14:tracePt t="41943" x="5816600" y="4826000"/>
          <p14:tracePt t="41959" x="5765800" y="4845050"/>
          <p14:tracePt t="41975" x="5740400" y="4851400"/>
          <p14:tracePt t="41993" x="5613400" y="4908550"/>
          <p14:tracePt t="42009" x="5391150" y="4984750"/>
          <p14:tracePt t="42025" x="5238750" y="5016500"/>
          <p14:tracePt t="42029" x="5060950" y="5054600"/>
          <p14:tracePt t="42042" x="4883150" y="5092700"/>
          <p14:tracePt t="42059" x="4533900" y="5168900"/>
          <p14:tracePt t="42077" x="4406900" y="5194300"/>
          <p14:tracePt t="42092" x="4197350" y="5232400"/>
          <p14:tracePt t="42108" x="4140200" y="5251450"/>
          <p14:tracePt t="42125" x="4083050" y="5264150"/>
          <p14:tracePt t="42143" x="4076700" y="5264150"/>
          <p14:tracePt t="42177" x="4076700" y="5257800"/>
          <p14:tracePt t="42182" x="4083050" y="5245100"/>
          <p14:tracePt t="43330" x="4083050" y="5251450"/>
          <p14:tracePt t="43345" x="4083050" y="5270500"/>
          <p14:tracePt t="43352" x="4083050" y="5289550"/>
          <p14:tracePt t="43359" x="4083050" y="5308600"/>
          <p14:tracePt t="43374" x="4083050" y="5327650"/>
          <p14:tracePt t="43387" x="4083050" y="5340350"/>
          <p14:tracePt t="43404" x="4095750" y="5384800"/>
          <p14:tracePt t="43421" x="4102100" y="5403850"/>
          <p14:tracePt t="43437" x="4108450" y="5461000"/>
          <p14:tracePt t="43454" x="4127500" y="5524500"/>
          <p14:tracePt t="43471" x="4159250" y="5581650"/>
          <p14:tracePt t="43487" x="4165600" y="5613400"/>
          <p14:tracePt t="43504" x="4197350" y="5657850"/>
          <p14:tracePt t="43521" x="4216400" y="5689600"/>
          <p14:tracePt t="43537" x="4229100" y="5695950"/>
          <p14:tracePt t="43540" x="4235450" y="5702300"/>
          <p14:tracePt t="43570" x="4254500" y="5721350"/>
          <p14:tracePt t="43587" x="4260850" y="5727700"/>
          <p14:tracePt t="43603" x="4267200" y="5734050"/>
          <p14:tracePt t="43620" x="4279900" y="5746750"/>
          <p14:tracePt t="43636" x="4305300" y="5759450"/>
          <p14:tracePt t="43654" x="4343400" y="5778500"/>
          <p14:tracePt t="43669" x="4356100" y="5791200"/>
          <p14:tracePt t="43686" x="4406900" y="5810250"/>
          <p14:tracePt t="43704" x="4445000" y="5835650"/>
          <p14:tracePt t="43719" x="4470400" y="5848350"/>
          <p14:tracePt t="43736" x="4514850" y="5867400"/>
          <p14:tracePt t="43753" x="4565650" y="5905500"/>
          <p14:tracePt t="43769" x="4584700" y="5930900"/>
          <p14:tracePt t="43786" x="4635500" y="5949950"/>
          <p14:tracePt t="43802" x="4686300" y="5981700"/>
          <p14:tracePt t="43819" x="4711700" y="5994400"/>
          <p14:tracePt t="43836" x="4762500" y="6007100"/>
          <p14:tracePt t="43852" x="4800600" y="6013450"/>
          <p14:tracePt t="43869" x="4813300" y="6019800"/>
          <p14:tracePt t="43886" x="4838700" y="6019800"/>
          <p14:tracePt t="43902" x="4845050" y="6019800"/>
          <p14:tracePt t="43919" x="4851400" y="6026150"/>
          <p14:tracePt t="43936" x="4864100" y="6026150"/>
          <p14:tracePt t="43952" x="4864100" y="603250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Numbers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28600" y="846298"/>
            <a:ext cx="8588145" cy="6011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127"/>
              </a:spcBef>
              <a:buClrTx/>
            </a:pPr>
            <a:r>
              <a:rPr lang="en-US" altLang="en-US" sz="2630" kern="0" dirty="0">
                <a:solidFill>
                  <a:srgbClr val="000000"/>
                </a:solidFill>
              </a:rPr>
              <a:t>All of the operators for numbers.</a:t>
            </a:r>
          </a:p>
          <a:p>
            <a:pPr lvl="1">
              <a:spcBef>
                <a:spcPts val="522"/>
              </a:spcBef>
              <a:buFont typeface="Arial" panose="020B0604020202020204" pitchFamily="34" charset="0"/>
              <a:buChar char="•"/>
            </a:pP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+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-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**</a:t>
            </a:r>
          </a:p>
          <a:p>
            <a:pPr lvl="1">
              <a:spcBef>
                <a:spcPts val="522"/>
              </a:spcBef>
              <a:buFont typeface="Arial" panose="020B0604020202020204" pitchFamily="34" charset="0"/>
              <a:buChar char="•"/>
            </a:pP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!=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&gt;=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&lt;=</a:t>
            </a:r>
          </a:p>
          <a:p>
            <a:pPr lvl="1">
              <a:spcBef>
                <a:spcPts val="522"/>
              </a:spcBef>
              <a:buFont typeface="Arial" panose="020B0604020202020204" pitchFamily="34" charset="0"/>
              <a:buChar char="•"/>
            </a:pP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|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^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~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sz="2456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&lt;&lt;</a:t>
            </a:r>
            <a:endParaRPr lang="en-US" altLang="en-US" sz="2630" kern="0" dirty="0">
              <a:solidFill>
                <a:srgbClr val="FF0000"/>
              </a:solidFill>
            </a:endParaRPr>
          </a:p>
          <a:p>
            <a:pPr>
              <a:spcBef>
                <a:spcPts val="2609"/>
              </a:spcBef>
              <a:buClrTx/>
            </a:pPr>
            <a:r>
              <a:rPr lang="en-US" altLang="en-US" sz="2630" kern="0" dirty="0">
                <a:solidFill>
                  <a:srgbClr val="000000"/>
                </a:solidFill>
              </a:rPr>
              <a:t>Converting between number data types</a:t>
            </a:r>
          </a:p>
          <a:p>
            <a:pPr lvl="1">
              <a:spcBef>
                <a:spcPts val="522"/>
              </a:spcBef>
              <a:buFont typeface="Arial" panose="020B0604020202020204" pitchFamily="34" charset="0"/>
              <a:buChar char="•"/>
            </a:pPr>
            <a:r>
              <a:rPr lang="en-US" altLang="en-US" sz="245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 when comparing different number types is legal</a:t>
            </a:r>
          </a:p>
          <a:p>
            <a:pPr lvl="1">
              <a:spcBef>
                <a:spcPts val="522"/>
              </a:spcBef>
              <a:buFont typeface="Arial" panose="020B0604020202020204" pitchFamily="34" charset="0"/>
              <a:buChar char="•"/>
            </a:pPr>
            <a:r>
              <a:rPr lang="en-US" altLang="en-US" sz="245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 how True and False are useable as 1 and 0.</a:t>
            </a:r>
            <a:endParaRPr lang="en-US" altLang="en-US" sz="263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609"/>
              </a:spcBef>
              <a:buClrTx/>
            </a:pPr>
            <a:r>
              <a:rPr lang="en-US" altLang="en-US" sz="2630" kern="0" dirty="0">
                <a:solidFill>
                  <a:srgbClr val="000000"/>
                </a:solidFill>
              </a:rPr>
              <a:t>How to get the imaginary and real parts of complex numbers, using .</a:t>
            </a:r>
            <a:r>
              <a:rPr lang="en-US" altLang="en-US" sz="263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imag</a:t>
            </a:r>
            <a:r>
              <a:rPr lang="en-US" altLang="en-US" sz="2630" kern="0" dirty="0">
                <a:solidFill>
                  <a:srgbClr val="000000"/>
                </a:solidFill>
              </a:rPr>
              <a:t> and </a:t>
            </a:r>
            <a:r>
              <a:rPr lang="en-US" altLang="en-US" sz="263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real</a:t>
            </a:r>
            <a:r>
              <a:rPr lang="en-US" altLang="en-US" sz="2630" kern="0" dirty="0">
                <a:solidFill>
                  <a:srgbClr val="000000"/>
                </a:solidFill>
              </a:rPr>
              <a:t>:</a:t>
            </a:r>
          </a:p>
          <a:p>
            <a:pPr marL="429428" lvl="1" indent="0">
              <a:spcBef>
                <a:spcPts val="522"/>
              </a:spcBef>
              <a:buNone/>
            </a:pPr>
            <a:r>
              <a:rPr lang="en-US" altLang="en-US" sz="2254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	% a=1+2j</a:t>
            </a:r>
          </a:p>
          <a:p>
            <a:pPr marL="429428" lvl="1" indent="0"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	% </a:t>
            </a:r>
            <a:r>
              <a:rPr lang="en-US" altLang="en-US" sz="2254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a.imag</a:t>
            </a:r>
            <a:r>
              <a:rPr lang="en-US" altLang="en-US" sz="2254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    # Note that it wasn’t </a:t>
            </a:r>
            <a:r>
              <a:rPr lang="en-US" altLang="en-US" sz="2254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a.imag</a:t>
            </a:r>
            <a:r>
              <a:rPr lang="en-US" alt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marL="429428" lvl="1" indent="0"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	4.0</a:t>
            </a:r>
          </a:p>
          <a:p>
            <a:pPr marL="429428" lvl="1" indent="0"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	%</a:t>
            </a:r>
          </a:p>
          <a:p>
            <a:pPr>
              <a:spcBef>
                <a:spcPts val="1127"/>
              </a:spcBef>
              <a:buClrTx/>
            </a:pPr>
            <a:endParaRPr lang="en-US" altLang="en-US" sz="2630" kern="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4"/>
    </mc:Choice>
    <mc:Fallback xmlns="">
      <p:transition spd="slow" advTm="5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02" x="4864100" y="6013450"/>
          <p14:tracePt t="1408" x="4864100" y="5962650"/>
          <p14:tracePt t="1415" x="4864100" y="5924550"/>
          <p14:tracePt t="1430" x="4864100" y="5822950"/>
          <p14:tracePt t="1445" x="4851400" y="5715000"/>
          <p14:tracePt t="1462" x="4851400" y="5575300"/>
          <p14:tracePt t="1479" x="4813300" y="5314950"/>
          <p14:tracePt t="1495" x="4775200" y="5137150"/>
          <p14:tracePt t="1512" x="4724400" y="4940300"/>
          <p14:tracePt t="1529" x="4648200" y="4584700"/>
          <p14:tracePt t="1545" x="4597400" y="4381500"/>
          <p14:tracePt t="1563" x="4502150" y="4102100"/>
          <p14:tracePt t="1578" x="4438650" y="3917950"/>
          <p14:tracePt t="1595" x="4381500" y="3759200"/>
          <p14:tracePt t="1612" x="4279900" y="3454400"/>
          <p14:tracePt t="1628" x="4229100" y="3308350"/>
          <p14:tracePt t="1645" x="4178300" y="3219450"/>
          <p14:tracePt t="1662" x="4133850" y="3105150"/>
          <p14:tracePt t="1678" x="4108450" y="3041650"/>
          <p14:tracePt t="1695" x="4095750" y="2990850"/>
          <p14:tracePt t="1711" x="4070350" y="2933700"/>
          <p14:tracePt t="1728" x="4057650" y="2857500"/>
          <p14:tracePt t="1745" x="4051300" y="2819400"/>
          <p14:tracePt t="1762" x="4057650" y="2768600"/>
          <p14:tracePt t="1778" x="4057650" y="2736850"/>
          <p14:tracePt t="1795" x="4064000" y="2711450"/>
          <p14:tracePt t="1811" x="4076700" y="2698750"/>
          <p14:tracePt t="1827" x="4083050" y="2686050"/>
          <p14:tracePt t="1845" x="4121150" y="2717800"/>
          <p14:tracePt t="1861" x="4127500" y="277495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General for Lists, Tuples, Strings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42193" y="798857"/>
            <a:ext cx="8722507" cy="5868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General functions: </a:t>
            </a:r>
            <a:r>
              <a:rPr lang="en-US" altLang="en-US" sz="2783" kern="0" dirty="0" err="1">
                <a:solidFill>
                  <a:srgbClr val="000000"/>
                </a:solidFill>
              </a:rPr>
              <a:t>len</a:t>
            </a:r>
            <a:r>
              <a:rPr lang="en-US" altLang="en-US" sz="2783" kern="0" dirty="0">
                <a:solidFill>
                  <a:srgbClr val="000000"/>
                </a:solidFill>
              </a:rPr>
              <a:t>(), min(), max(), sum ()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General methods: .count(), .index()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Slicing techniques (</a:t>
            </a:r>
            <a:r>
              <a:rPr lang="en-US" altLang="en-US" sz="2783" kern="0" dirty="0" err="1">
                <a:solidFill>
                  <a:srgbClr val="000000"/>
                </a:solidFill>
              </a:rPr>
              <a:t>eg</a:t>
            </a:r>
            <a:r>
              <a:rPr lang="en-US" altLang="en-US" sz="2783" kern="0" dirty="0">
                <a:solidFill>
                  <a:srgbClr val="000000"/>
                </a:solidFill>
              </a:rPr>
              <a:t>.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L[-5:-2]</a:t>
            </a:r>
            <a:r>
              <a:rPr lang="en-US" altLang="en-US" sz="2783" kern="0" dirty="0">
                <a:solidFill>
                  <a:srgbClr val="000000"/>
                </a:solidFill>
              </a:rPr>
              <a:t>, etc.)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Operators: (+, *, in, and not in, is, &amp; is not)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Comparison rules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Type converting into a list/tuple/string from a list, tuple, string, or zip-object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Iterating over a list, tuple, or string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Creating unusual examples, </a:t>
            </a:r>
            <a:br>
              <a:rPr lang="en-US" altLang="en-US" sz="2783" kern="0" dirty="0">
                <a:solidFill>
                  <a:srgbClr val="000000"/>
                </a:solidFill>
              </a:rPr>
            </a:br>
            <a:r>
              <a:rPr lang="en-US" altLang="en-US" sz="2783" kern="0" dirty="0">
                <a:solidFill>
                  <a:srgbClr val="000000"/>
                </a:solidFill>
              </a:rPr>
              <a:t>  </a:t>
            </a:r>
            <a:r>
              <a:rPr lang="en-US" altLang="en-US" sz="2783" kern="0" dirty="0" err="1">
                <a:solidFill>
                  <a:srgbClr val="000000"/>
                </a:solidFill>
              </a:rPr>
              <a:t>eg</a:t>
            </a:r>
            <a:r>
              <a:rPr lang="en-US" altLang="en-US" sz="2783" kern="0" dirty="0">
                <a:solidFill>
                  <a:srgbClr val="000000"/>
                </a:solidFill>
              </a:rPr>
              <a:t>: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X=</a:t>
            </a:r>
            <a:r>
              <a:rPr lang="en-US" altLang="zh-TW" sz="2087" dirty="0">
                <a:latin typeface="Lucida Console" panose="020B0609040504020204" pitchFamily="49" charset="0"/>
              </a:rPr>
              <a:t>[([],[[],[],[[""""""]]]),6,"string"]</a:t>
            </a:r>
          </a:p>
          <a:p>
            <a:pPr marL="795162" lvl="1" indent="-249869">
              <a:spcBef>
                <a:spcPts val="522"/>
              </a:spcBef>
            </a:pPr>
            <a:r>
              <a:rPr lang="en-US" altLang="en-US" sz="2435" kern="0" dirty="0">
                <a:solidFill>
                  <a:srgbClr val="000000"/>
                </a:solidFill>
              </a:rPr>
              <a:t>Indexing and navigating through such unusual examples</a:t>
            </a:r>
          </a:p>
          <a:p>
            <a:pPr>
              <a:spcBef>
                <a:spcPts val="522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Splatting (*)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3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8"/>
    </mc:Choice>
    <mc:Fallback xmlns="">
      <p:transition spd="slow" advTm="68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Lists vs Tuples vs Strings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37498" y="798093"/>
            <a:ext cx="8906502" cy="585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127"/>
              </a:spcBef>
              <a:spcAft>
                <a:spcPts val="522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Specific to Lists, but not tuples or strings:</a:t>
            </a:r>
          </a:p>
          <a:p>
            <a:pPr lvl="1">
              <a:spcBef>
                <a:spcPts val="0"/>
              </a:spcBef>
              <a:spcAft>
                <a:spcPts val="522"/>
              </a:spcAft>
            </a:pPr>
            <a:r>
              <a:rPr lang="en-US" altLang="en-US" kern="0" dirty="0">
                <a:solidFill>
                  <a:srgbClr val="000000"/>
                </a:solidFill>
              </a:rPr>
              <a:t>Deleting elements with the </a:t>
            </a:r>
            <a:r>
              <a:rPr lang="en-US" altLang="en-US" sz="243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del</a:t>
            </a:r>
            <a:r>
              <a:rPr lang="en-US" altLang="en-US" kern="0" dirty="0">
                <a:solidFill>
                  <a:srgbClr val="000000"/>
                </a:solidFill>
              </a:rPr>
              <a:t> keyword</a:t>
            </a:r>
          </a:p>
          <a:p>
            <a:pPr lvl="1">
              <a:spcBef>
                <a:spcPts val="0"/>
              </a:spcBef>
              <a:spcAft>
                <a:spcPts val="783"/>
              </a:spcAft>
            </a:pPr>
            <a:r>
              <a:rPr lang="en-US" altLang="en-US" kern="0" dirty="0">
                <a:solidFill>
                  <a:srgbClr val="000000"/>
                </a:solidFill>
              </a:rPr>
              <a:t>Updating with </a:t>
            </a:r>
            <a:r>
              <a:rPr lang="en-US" altLang="en-US" sz="243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L[x]=</a:t>
            </a:r>
            <a:r>
              <a:rPr lang="en-US" altLang="en-US" sz="2435" kern="0" dirty="0">
                <a:solidFill>
                  <a:srgbClr val="000000"/>
                </a:solidFill>
              </a:rPr>
              <a:t>…</a:t>
            </a:r>
            <a:r>
              <a:rPr lang="en-US" altLang="en-US" sz="2087" kern="0" dirty="0">
                <a:solidFill>
                  <a:srgbClr val="000000"/>
                </a:solidFill>
              </a:rPr>
              <a:t>  </a:t>
            </a:r>
            <a:r>
              <a:rPr lang="en-US" altLang="en-US" kern="0" dirty="0">
                <a:solidFill>
                  <a:srgbClr val="000000"/>
                </a:solidFill>
              </a:rPr>
              <a:t>or</a:t>
            </a:r>
            <a:r>
              <a:rPr lang="en-US" altLang="en-US" sz="2087" kern="0" dirty="0">
                <a:solidFill>
                  <a:srgbClr val="000000"/>
                </a:solidFill>
              </a:rPr>
              <a:t>  </a:t>
            </a:r>
            <a:r>
              <a:rPr lang="en-US" altLang="en-US" sz="243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L[</a:t>
            </a:r>
            <a:r>
              <a:rPr lang="en-US" altLang="en-US" sz="2435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x:y</a:t>
            </a:r>
            <a:r>
              <a:rPr lang="en-US" altLang="en-US" sz="243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]=</a:t>
            </a:r>
            <a:r>
              <a:rPr lang="en-US" altLang="en-US" sz="2435" kern="0" dirty="0">
                <a:solidFill>
                  <a:srgbClr val="000000"/>
                </a:solidFill>
              </a:rPr>
              <a:t>…</a:t>
            </a:r>
            <a:r>
              <a:rPr lang="en-US" altLang="en-US" sz="2087" kern="0" dirty="0">
                <a:solidFill>
                  <a:srgbClr val="000000"/>
                </a:solidFill>
              </a:rPr>
              <a:t>  </a:t>
            </a:r>
          </a:p>
          <a:p>
            <a:pPr lvl="1">
              <a:spcBef>
                <a:spcPts val="0"/>
              </a:spcBef>
            </a:pPr>
            <a:r>
              <a:rPr lang="en-US" altLang="en-US" kern="0" spc="-9" dirty="0">
                <a:solidFill>
                  <a:srgbClr val="000000"/>
                </a:solidFill>
              </a:rPr>
              <a:t>List-only methods:</a:t>
            </a:r>
          </a:p>
          <a:p>
            <a:pPr marL="429428" lvl="1" indent="0">
              <a:spcBef>
                <a:spcPts val="522"/>
              </a:spcBef>
              <a:buNone/>
            </a:pPr>
            <a:r>
              <a:rPr lang="en-US" altLang="en-US" sz="2087" kern="0" dirty="0">
                <a:solidFill>
                  <a:srgbClr val="000000"/>
                </a:solidFill>
              </a:rPr>
              <a:t>	append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clear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copy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index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insert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pop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remove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reverse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</a:t>
            </a:r>
            <a:r>
              <a:rPr lang="en-US" altLang="en-US" sz="2087" kern="0" dirty="0">
                <a:solidFill>
                  <a:srgbClr val="000000"/>
                </a:solidFill>
              </a:rPr>
              <a:t>sort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</a:t>
            </a:r>
            <a:endParaRPr lang="en-US" altLang="en-US" sz="2087" kern="0" dirty="0">
              <a:solidFill>
                <a:srgbClr val="000000"/>
              </a:solidFill>
            </a:endParaRPr>
          </a:p>
          <a:p>
            <a:pPr>
              <a:spcBef>
                <a:spcPts val="2609"/>
              </a:spcBef>
              <a:spcAft>
                <a:spcPts val="600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Specific to Tuples, but not lists or strings:</a:t>
            </a:r>
          </a:p>
          <a:p>
            <a:pPr lvl="1">
              <a:spcBef>
                <a:spcPts val="0"/>
              </a:spcBef>
            </a:pPr>
            <a:r>
              <a:rPr lang="en-US" altLang="en-US" kern="0" dirty="0">
                <a:solidFill>
                  <a:srgbClr val="000000"/>
                </a:solidFill>
              </a:rPr>
              <a:t>Singletons: </a:t>
            </a:r>
          </a:p>
          <a:p>
            <a:pPr marL="397581" lvl="1" indent="0">
              <a:spcBef>
                <a:spcPts val="522"/>
              </a:spcBef>
              <a:buNone/>
            </a:pPr>
            <a:r>
              <a:rPr lang="en-US" altLang="en-US" sz="2087" kern="0" dirty="0">
                <a:solidFill>
                  <a:srgbClr val="000000"/>
                </a:solidFill>
              </a:rPr>
              <a:t>     How to create one, and how it displays when printed.</a:t>
            </a:r>
          </a:p>
          <a:p>
            <a:pPr>
              <a:spcBef>
                <a:spcPts val="2609"/>
              </a:spcBef>
              <a:spcAft>
                <a:spcPts val="783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Specific to Strings, but not lists or tuples:</a:t>
            </a:r>
          </a:p>
          <a:p>
            <a:pPr lvl="1">
              <a:spcBef>
                <a:spcPts val="0"/>
              </a:spcBef>
            </a:pPr>
            <a:r>
              <a:rPr lang="en-US" altLang="en-US" kern="0" dirty="0">
                <a:solidFill>
                  <a:srgbClr val="000000"/>
                </a:solidFill>
              </a:rPr>
              <a:t>String-only methods:</a:t>
            </a:r>
          </a:p>
          <a:p>
            <a:pPr marL="396875" lvl="1" indent="31750">
              <a:spcBef>
                <a:spcPts val="522"/>
              </a:spcBef>
              <a:spcAft>
                <a:spcPts val="783"/>
              </a:spcAft>
              <a:buNone/>
            </a:pPr>
            <a:r>
              <a:rPr lang="en-US" altLang="en-US" sz="2087" kern="0" dirty="0">
                <a:solidFill>
                  <a:srgbClr val="000000"/>
                </a:solidFill>
              </a:rPr>
              <a:t>	find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 </a:t>
            </a:r>
            <a:r>
              <a:rPr lang="en-US" altLang="en-US" sz="2087" kern="0" dirty="0" err="1">
                <a:solidFill>
                  <a:srgbClr val="000000"/>
                </a:solidFill>
              </a:rPr>
              <a:t>isalpha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 </a:t>
            </a:r>
            <a:r>
              <a:rPr lang="en-US" altLang="en-US" sz="2087" kern="0" dirty="0" err="1">
                <a:solidFill>
                  <a:srgbClr val="000000"/>
                </a:solidFill>
              </a:rPr>
              <a:t>isdigit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 </a:t>
            </a:r>
            <a:r>
              <a:rPr lang="en-US" altLang="en-US" sz="2087" kern="0" dirty="0" err="1">
                <a:solidFill>
                  <a:srgbClr val="000000"/>
                </a:solidFill>
              </a:rPr>
              <a:t>islower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(), </a:t>
            </a:r>
            <a:r>
              <a:rPr lang="en-US" altLang="en-US" sz="2087" kern="0" dirty="0" err="1">
                <a:solidFill>
                  <a:srgbClr val="000000"/>
                </a:solidFill>
              </a:rPr>
              <a:t>isupper</a:t>
            </a:r>
            <a:r>
              <a:rPr lang="en-US" altLang="en-US" sz="2087" kern="0" dirty="0">
                <a:solidFill>
                  <a:srgbClr val="000000"/>
                </a:solidFill>
                <a:latin typeface="Arial Narrow" panose="020B0606020202030204" pitchFamily="34" charset="0"/>
              </a:rPr>
              <a:t>()</a:t>
            </a:r>
            <a:endParaRPr lang="en-US" altLang="en-US" sz="2087" kern="0" dirty="0">
              <a:solidFill>
                <a:srgbClr val="00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kern="0" dirty="0">
                <a:solidFill>
                  <a:srgbClr val="000000"/>
                </a:solidFill>
              </a:rPr>
              <a:t>formatted strings</a:t>
            </a:r>
            <a:endParaRPr lang="en-US" altLang="en-US" sz="2800" kern="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2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7"/>
    </mc:Choice>
    <mc:Fallback xmlns="">
      <p:transition spd="slow" advTm="3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Dictionaries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33259" y="798094"/>
            <a:ext cx="8588145" cy="5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1127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Creating and modifying:</a:t>
            </a:r>
          </a:p>
          <a:p>
            <a:pPr lvl="1">
              <a:spcBef>
                <a:spcPts val="0"/>
              </a:spcBef>
            </a:pPr>
            <a:r>
              <a:rPr lang="en-US" altLang="en-US" sz="2435" kern="0" dirty="0">
                <a:solidFill>
                  <a:srgbClr val="000000"/>
                </a:solidFill>
              </a:rPr>
              <a:t>Deleting elements with the </a:t>
            </a:r>
            <a:r>
              <a:rPr lang="en-US" altLang="en-US" sz="243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del</a:t>
            </a:r>
            <a:r>
              <a:rPr lang="en-US" altLang="en-US" sz="2435" kern="0" dirty="0">
                <a:solidFill>
                  <a:srgbClr val="000000"/>
                </a:solidFill>
              </a:rPr>
              <a:t> keyword</a:t>
            </a:r>
          </a:p>
          <a:p>
            <a:pPr lvl="1">
              <a:spcBef>
                <a:spcPts val="0"/>
              </a:spcBef>
            </a:pPr>
            <a:r>
              <a:rPr lang="en-US" altLang="en-US" sz="2435" kern="0" dirty="0">
                <a:solidFill>
                  <a:srgbClr val="000000"/>
                </a:solidFill>
              </a:rPr>
              <a:t>Creating with {…}</a:t>
            </a:r>
          </a:p>
          <a:p>
            <a:pPr lvl="1">
              <a:spcBef>
                <a:spcPts val="0"/>
              </a:spcBef>
            </a:pPr>
            <a:r>
              <a:rPr lang="en-US" altLang="en-US" sz="2435" kern="0" dirty="0">
                <a:solidFill>
                  <a:srgbClr val="000000"/>
                </a:solidFill>
              </a:rPr>
              <a:t>Updating with </a:t>
            </a:r>
            <a:r>
              <a:rPr lang="en-US" altLang="en-US" sz="243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L[x]=</a:t>
            </a:r>
            <a:r>
              <a:rPr lang="en-US" altLang="en-US" sz="2435" kern="0" dirty="0">
                <a:solidFill>
                  <a:srgbClr val="000000"/>
                </a:solidFill>
              </a:rPr>
              <a:t>…</a:t>
            </a:r>
          </a:p>
          <a:p>
            <a:pPr>
              <a:spcBef>
                <a:spcPts val="1127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This built-in function:</a:t>
            </a:r>
          </a:p>
          <a:p>
            <a:pPr lvl="1">
              <a:spcBef>
                <a:spcPts val="0"/>
              </a:spcBef>
            </a:pPr>
            <a:r>
              <a:rPr lang="en-US" altLang="en-US" sz="2435" kern="0" dirty="0" err="1">
                <a:solidFill>
                  <a:srgbClr val="000000"/>
                </a:solidFill>
              </a:rPr>
              <a:t>len</a:t>
            </a:r>
            <a:r>
              <a:rPr lang="en-US" altLang="en-US" sz="2435" kern="0" dirty="0">
                <a:solidFill>
                  <a:srgbClr val="000000"/>
                </a:solidFill>
              </a:rPr>
              <a:t>()</a:t>
            </a:r>
          </a:p>
          <a:p>
            <a:pPr>
              <a:spcBef>
                <a:spcPts val="1127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These methods:</a:t>
            </a:r>
          </a:p>
          <a:p>
            <a:pPr lvl="1">
              <a:spcBef>
                <a:spcPts val="0"/>
              </a:spcBef>
            </a:pPr>
            <a:r>
              <a:rPr lang="en-US" altLang="en-US" sz="2435" kern="0" dirty="0">
                <a:solidFill>
                  <a:srgbClr val="000000"/>
                </a:solidFill>
              </a:rPr>
              <a:t>.copy(), .keys(), .values()</a:t>
            </a:r>
          </a:p>
          <a:p>
            <a:pPr lvl="2">
              <a:spcBef>
                <a:spcPts val="0"/>
              </a:spcBef>
            </a:pPr>
            <a:r>
              <a:rPr lang="en-US" altLang="en-US" sz="2261" kern="0" dirty="0">
                <a:solidFill>
                  <a:srgbClr val="000000"/>
                </a:solidFill>
              </a:rPr>
              <a:t>That the keys() and values() return views</a:t>
            </a:r>
          </a:p>
          <a:p>
            <a:pPr>
              <a:spcBef>
                <a:spcPts val="1127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Rules:</a:t>
            </a:r>
          </a:p>
          <a:p>
            <a:pPr lvl="1">
              <a:spcBef>
                <a:spcPts val="0"/>
              </a:spcBef>
            </a:pPr>
            <a:r>
              <a:rPr lang="en-US" altLang="en-US" sz="2435" kern="0" dirty="0">
                <a:solidFill>
                  <a:srgbClr val="000000"/>
                </a:solidFill>
              </a:rPr>
              <a:t>That keys must be immutable</a:t>
            </a:r>
          </a:p>
          <a:p>
            <a:pPr>
              <a:spcBef>
                <a:spcPts val="1127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Using zip to make a dictionary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4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9"/>
    </mc:Choice>
    <mc:Fallback xmlns="">
      <p:transition spd="slow" advTm="28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Sets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77928" y="770283"/>
            <a:ext cx="8789872" cy="608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A set is an unordered list.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435" kern="0" dirty="0">
                <a:solidFill>
                  <a:srgbClr val="000000"/>
                </a:solidFill>
              </a:rPr>
              <a:t>So you can’t use order-based syntax, like slicing: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en-US" sz="2435" kern="0" dirty="0">
                <a:solidFill>
                  <a:srgbClr val="000000"/>
                </a:solidFill>
              </a:rPr>
              <a:t>So comparisons ignore order of set elements: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087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087" kern="0" spc="-9" dirty="0">
                <a:solidFill>
                  <a:srgbClr val="000000"/>
                </a:solidFill>
                <a:latin typeface="Lucida Console" panose="020B0609040504020204" pitchFamily="49" charset="0"/>
              </a:rPr>
              <a:t>1, 2,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3} == </a:t>
            </a:r>
            <a:r>
              <a:rPr lang="en-US" altLang="en-US" sz="2087" kern="0" spc="-9" dirty="0">
                <a:solidFill>
                  <a:srgbClr val="000000"/>
                </a:solidFill>
                <a:latin typeface="Lucida Console" panose="020B0609040504020204" pitchFamily="49" charset="0"/>
              </a:rPr>
              <a:t>{3, 2,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1}</a:t>
            </a:r>
            <a:r>
              <a:rPr lang="en-US" altLang="en-US" sz="1565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</a:t>
            </a:r>
            <a:r>
              <a:rPr lang="en-US" altLang="en-US" sz="1565" kern="0" dirty="0">
                <a:solidFill>
                  <a:srgbClr val="00000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True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en-US" sz="2435" kern="0" dirty="0">
                <a:solidFill>
                  <a:srgbClr val="000000"/>
                </a:solidFill>
              </a:rPr>
              <a:t>So elements don’t repeat: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435" kern="0" dirty="0">
                <a:solidFill>
                  <a:srgbClr val="000000"/>
                </a:solidFill>
              </a:rPr>
              <a:t>	</a:t>
            </a:r>
            <a:r>
              <a:rPr lang="en-US" altLang="en-US" sz="2087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087" kern="0" spc="-9" dirty="0">
                <a:solidFill>
                  <a:srgbClr val="000000"/>
                </a:solidFill>
                <a:latin typeface="Lucida Console" panose="020B0609040504020204" pitchFamily="49" charset="0"/>
              </a:rPr>
              <a:t>1, 4, 3, 2, 1, 4, 4, 1,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}</a:t>
            </a:r>
            <a:r>
              <a:rPr lang="en-US" altLang="en-US" sz="1565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 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en-US" sz="1565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  <a:sym typeface="Symbol" panose="05050102010706020507" pitchFamily="18" charset="2"/>
              </a:rPr>
              <a:t> 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z="2087" kern="0" spc="-9" dirty="0">
                <a:solidFill>
                  <a:srgbClr val="000000"/>
                </a:solidFill>
                <a:latin typeface="Lucida Console" panose="020B0609040504020204" pitchFamily="49" charset="0"/>
              </a:rPr>
              <a:t>1, 2, 3, </a:t>
            </a:r>
            <a:r>
              <a:rPr lang="en-US" altLang="en-US" sz="2087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4}</a:t>
            </a:r>
          </a:p>
          <a:p>
            <a:pPr>
              <a:spcBef>
                <a:spcPts val="1565"/>
              </a:spcBef>
              <a:spcAft>
                <a:spcPts val="0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Set elements must be </a:t>
            </a:r>
            <a:r>
              <a:rPr lang="en-US" altLang="en-US" sz="2783" kern="0" dirty="0" err="1">
                <a:solidFill>
                  <a:srgbClr val="000000"/>
                </a:solidFill>
              </a:rPr>
              <a:t>hashable</a:t>
            </a:r>
            <a:r>
              <a:rPr lang="en-US" altLang="en-US" sz="2783" kern="0" dirty="0">
                <a:solidFill>
                  <a:srgbClr val="000000"/>
                </a:solidFill>
              </a:rPr>
              <a:t>.</a:t>
            </a:r>
          </a:p>
          <a:p>
            <a:pPr>
              <a:spcBef>
                <a:spcPts val="1565"/>
              </a:spcBef>
              <a:spcAft>
                <a:spcPts val="0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For both sets &amp; </a:t>
            </a:r>
            <a:r>
              <a:rPr lang="en-US" altLang="en-US" sz="2783" kern="0" dirty="0" err="1">
                <a:solidFill>
                  <a:srgbClr val="000000"/>
                </a:solidFill>
              </a:rPr>
              <a:t>frozensets</a:t>
            </a:r>
            <a:r>
              <a:rPr lang="en-US" altLang="en-US" sz="2783" kern="0" dirty="0">
                <a:solidFill>
                  <a:srgbClr val="000000"/>
                </a:solidFill>
              </a:rPr>
              <a:t>, know:</a:t>
            </a:r>
          </a:p>
          <a:p>
            <a:pPr marL="643308" lvl="1" indent="-295425" eaLnBrk="1" fontAlgn="ctr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435" dirty="0"/>
              <a:t>The Built-in function: </a:t>
            </a:r>
            <a:r>
              <a:rPr lang="en-US" altLang="zh-TW" sz="2435" dirty="0" err="1"/>
              <a:t>len</a:t>
            </a:r>
            <a:r>
              <a:rPr lang="en-US" altLang="zh-TW" sz="2435" dirty="0"/>
              <a:t>()</a:t>
            </a:r>
          </a:p>
          <a:p>
            <a:pPr marL="643308" lvl="1" indent="-295425" eaLnBrk="1" fontAlgn="ctr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435" dirty="0"/>
              <a:t>The Method: .copy()</a:t>
            </a:r>
          </a:p>
          <a:p>
            <a:pPr marL="643308" lvl="1" indent="-295425" eaLnBrk="1" fontAlgn="ctr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435" dirty="0"/>
              <a:t>The Operators:  |, &amp;, -, ^, in, not in, ==, !=</a:t>
            </a:r>
          </a:p>
          <a:p>
            <a:pPr marL="643308" lvl="1" indent="-295425" eaLnBrk="1" fontAlgn="ctr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435" dirty="0"/>
              <a:t>The Operators using a partial order: &lt;=, &lt;, &gt;=, &gt;</a:t>
            </a:r>
            <a:endParaRPr lang="en-US" altLang="zh-TW" sz="2435" b="1" dirty="0">
              <a:solidFill>
                <a:srgbClr val="000000"/>
              </a:solidFill>
            </a:endParaRPr>
          </a:p>
          <a:p>
            <a:pPr>
              <a:spcBef>
                <a:spcPts val="1565"/>
              </a:spcBef>
              <a:spcAft>
                <a:spcPts val="0"/>
              </a:spcAft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For just sets, know:</a:t>
            </a:r>
          </a:p>
          <a:p>
            <a:pPr marL="643308" lvl="1" indent="-295425" eaLnBrk="1" fontAlgn="ctr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435" dirty="0"/>
              <a:t>The Methods: .clear(), .pop(), .remove()</a:t>
            </a:r>
          </a:p>
          <a:p>
            <a:pPr marL="643308" lvl="1" indent="-295425" eaLnBrk="1" fontAlgn="ctr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435" dirty="0"/>
              <a:t>Why you must use “set()” instead of “{}”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8"/>
    </mc:Choice>
    <mc:Fallback xmlns="">
      <p:transition spd="slow" advTm="24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Bytes and </a:t>
            </a:r>
            <a:r>
              <a:rPr lang="en-US" altLang="zh-TW" kern="0" dirty="0" err="1"/>
              <a:t>Bytearray</a:t>
            </a:r>
            <a:r>
              <a:rPr lang="en-US" altLang="zh-TW" kern="0" dirty="0"/>
              <a:t> types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7927" y="720896"/>
            <a:ext cx="8866073" cy="5928658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131" dirty="0">
                <a:solidFill>
                  <a:srgbClr val="FF0000"/>
                </a:solidFill>
              </a:rPr>
              <a:t>How to create them: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r>
              <a:rPr lang="en-US" altLang="zh-TW" sz="2087" dirty="0">
                <a:latin typeface="Lucida Console" panose="020B0609040504020204" pitchFamily="49" charset="0"/>
              </a:rPr>
              <a:t> bytes(</a:t>
            </a: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'ABC♞DEF'</a:t>
            </a:r>
            <a:r>
              <a:rPr lang="en-US" altLang="zh-TW" sz="2087" dirty="0">
                <a:latin typeface="Lucida Console" panose="020B0609040504020204" pitchFamily="49" charset="0"/>
              </a:rPr>
              <a:t>,'utf8') </a:t>
            </a:r>
            <a:r>
              <a:rPr lang="en-US" altLang="zh-TW" sz="2087" dirty="0">
                <a:solidFill>
                  <a:srgbClr val="FFC9C9"/>
                </a:solidFill>
                <a:latin typeface="Lucida Console" panose="020B0609040504020204" pitchFamily="49" charset="0"/>
              </a:rPr>
              <a:t>#And why not ‘</a:t>
            </a:r>
            <a:r>
              <a:rPr lang="en-US" altLang="zh-TW" sz="2087" dirty="0" err="1">
                <a:solidFill>
                  <a:srgbClr val="FFC9C9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087" dirty="0">
                <a:solidFill>
                  <a:srgbClr val="FFC9C9"/>
                </a:solidFill>
                <a:latin typeface="Lucida Console" panose="020B0609040504020204" pitchFamily="49" charset="0"/>
              </a:rPr>
              <a:t>’?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\xe2\x99\x9eDEF'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dirty="0">
                <a:latin typeface="Lucida Console" panose="020B0609040504020204" pitchFamily="49" charset="0"/>
              </a:rPr>
              <a:t>  </a:t>
            </a: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latin typeface="Lucida Console" panose="020B0609040504020204" pitchFamily="49" charset="0"/>
              </a:rPr>
              <a:t> </a:t>
            </a:r>
            <a:r>
              <a:rPr lang="en-US" altLang="zh-TW" sz="2087" dirty="0" err="1">
                <a:latin typeface="Lucida Console" panose="020B0609040504020204" pitchFamily="49" charset="0"/>
              </a:rPr>
              <a:t>bytes.fromhex</a:t>
            </a:r>
            <a:r>
              <a:rPr lang="en-US" altLang="zh-TW" sz="2087" dirty="0">
                <a:latin typeface="Lucida Console" panose="020B0609040504020204" pitchFamily="49" charset="0"/>
              </a:rPr>
              <a:t>(</a:t>
            </a:r>
            <a:r>
              <a:rPr lang="en-US" altLang="zh-TW" sz="2087" b="1" dirty="0">
                <a:solidFill>
                  <a:srgbClr val="00B0F0"/>
                </a:solidFill>
                <a:latin typeface="Lucida Console" panose="020B0609040504020204" pitchFamily="49" charset="0"/>
              </a:rPr>
              <a:t>'e2999d'</a:t>
            </a:r>
            <a:r>
              <a:rPr lang="en-US" altLang="zh-TW" sz="2087" dirty="0">
                <a:latin typeface="Lucida Console" panose="020B0609040504020204" pitchFamily="49" charset="0"/>
              </a:rPr>
              <a:t>); </a:t>
            </a:r>
            <a:r>
              <a:rPr lang="en-US" altLang="zh-TW" sz="2087" b="1" dirty="0">
                <a:solidFill>
                  <a:srgbClr val="00B050"/>
                </a:solidFill>
                <a:latin typeface="Lucida Console" panose="020B0609040504020204" pitchFamily="49" charset="0"/>
              </a:rPr>
              <a:t>b'\xe2\x99\x9c'</a:t>
            </a:r>
            <a:endParaRPr lang="en-US" altLang="zh-TW" sz="2087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rgbClr val="00B0F0"/>
                </a:solidFill>
                <a:latin typeface="Lucida Console" panose="020B0609040504020204" pitchFamily="49" charset="0"/>
              </a:rPr>
              <a:t>  b'\xe2\x99\x9d'</a:t>
            </a:r>
            <a:endParaRPr lang="en-US" altLang="zh-TW" sz="2087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b'\xe2\x99\x9c'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dirty="0">
                <a:latin typeface="Lucida Console" panose="020B0609040504020204" pitchFamily="49" charset="0"/>
              </a:rPr>
              <a:t>  </a:t>
            </a: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latin typeface="Lucida Console" panose="020B0609040504020204" pitchFamily="49" charset="0"/>
              </a:rPr>
              <a:t> </a:t>
            </a:r>
            <a:r>
              <a:rPr lang="en-US" altLang="zh-TW" sz="2087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087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087" b="1" dirty="0">
                <a:solidFill>
                  <a:srgbClr val="7030A0"/>
                </a:solidFill>
                <a:latin typeface="Lucida Console" panose="020B0609040504020204" pitchFamily="49" charset="0"/>
              </a:rPr>
              <a:t>')</a:t>
            </a:r>
            <a:r>
              <a:rPr lang="en-US" altLang="zh-TW" sz="2087" dirty="0">
                <a:latin typeface="Lucida Console" panose="020B0609040504020204" pitchFamily="49" charset="0"/>
              </a:rPr>
              <a:t> </a:t>
            </a:r>
            <a:r>
              <a:rPr lang="en-US" altLang="zh-TW" sz="2087" dirty="0">
                <a:solidFill>
                  <a:srgbClr val="FFC9C9"/>
                </a:solidFill>
                <a:latin typeface="Lucida Console" panose="020B0609040504020204" pitchFamily="49" charset="0"/>
              </a:rPr>
              <a:t>#For midterm, only from bytes</a:t>
            </a:r>
            <a:endParaRPr lang="en-US" altLang="zh-TW" sz="2087" b="1" dirty="0">
              <a:solidFill>
                <a:srgbClr val="FFC9C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087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087" b="1" dirty="0">
                <a:solidFill>
                  <a:srgbClr val="7030A0"/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1391" dirty="0">
              <a:solidFill>
                <a:srgbClr val="FF0000"/>
              </a:solidFill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131" dirty="0">
                <a:solidFill>
                  <a:srgbClr val="FF0000"/>
                </a:solidFill>
              </a:rPr>
              <a:t>How to convert them: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83" dirty="0">
                <a:solidFill>
                  <a:schemeClr val="tx1"/>
                </a:solidFill>
              </a:rPr>
              <a:t>To a string:</a:t>
            </a:r>
            <a:br>
              <a:rPr lang="en-US" altLang="zh-TW" sz="2783" dirty="0">
                <a:solidFill>
                  <a:schemeClr val="tx1"/>
                </a:solidFill>
              </a:rPr>
            </a:b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 err="1">
                <a:solidFill>
                  <a:srgbClr val="CC66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bytes.fromhex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('e2999e')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FFC9C9"/>
                </a:solidFill>
                <a:latin typeface="Lucida Console" panose="020B0609040504020204" pitchFamily="49" charset="0"/>
              </a:rPr>
              <a:t>#The “wrong” way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"b'\\xe2\\x99\\x9e'"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bytes.fromhex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('e2999e')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.decode()</a:t>
            </a: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FFC9C9"/>
                </a:solidFill>
                <a:latin typeface="Lucida Console" panose="020B0609040504020204" pitchFamily="49" charset="0"/>
              </a:rPr>
              <a:t>#The right way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783" dirty="0">
                <a:solidFill>
                  <a:schemeClr val="tx1"/>
                </a:solidFill>
              </a:rPr>
              <a:t>To a list, tuple, or set:</a:t>
            </a:r>
            <a:br>
              <a:rPr lang="en-US" altLang="zh-TW" sz="2783" dirty="0">
                <a:solidFill>
                  <a:schemeClr val="tx1"/>
                </a:solidFill>
              </a:rPr>
            </a:b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[65, 66, 67]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1391" dirty="0">
              <a:solidFill>
                <a:srgbClr val="FF0000"/>
              </a:solidFill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131" spc="-87" dirty="0">
                <a:solidFill>
                  <a:srgbClr val="FF0000"/>
                </a:solidFill>
              </a:rPr>
              <a:t>How to</a:t>
            </a:r>
            <a:r>
              <a:rPr lang="en-US" altLang="zh-TW" sz="2783" spc="-35" dirty="0">
                <a:solidFill>
                  <a:srgbClr val="FF0000"/>
                </a:solidFill>
              </a:rPr>
              <a:t> </a:t>
            </a:r>
            <a:r>
              <a:rPr lang="en-US" altLang="zh-TW" sz="3131" spc="-35" dirty="0">
                <a:solidFill>
                  <a:srgbClr val="FF0000"/>
                </a:solidFill>
              </a:rPr>
              <a:t>a</a:t>
            </a:r>
            <a:r>
              <a:rPr lang="en-US" altLang="zh-TW" sz="3131" dirty="0">
                <a:solidFill>
                  <a:srgbClr val="FF0000"/>
                </a:solidFill>
              </a:rPr>
              <a:t>cc</a:t>
            </a:r>
            <a:r>
              <a:rPr lang="en-US" altLang="zh-TW" sz="3131" spc="-26" dirty="0">
                <a:solidFill>
                  <a:srgbClr val="FF0000"/>
                </a:solidFill>
              </a:rPr>
              <a:t>es</a:t>
            </a:r>
            <a:r>
              <a:rPr lang="en-US" altLang="zh-TW" sz="3131" dirty="0">
                <a:solidFill>
                  <a:srgbClr val="FF0000"/>
                </a:solidFill>
              </a:rPr>
              <a:t>s</a:t>
            </a:r>
            <a:r>
              <a:rPr lang="en-US" altLang="zh-TW" sz="2783" spc="-35" dirty="0">
                <a:solidFill>
                  <a:srgbClr val="FF0000"/>
                </a:solidFill>
              </a:rPr>
              <a:t> </a:t>
            </a:r>
            <a:r>
              <a:rPr lang="en-US" altLang="zh-TW" sz="3131" spc="-35" dirty="0">
                <a:solidFill>
                  <a:srgbClr val="FF0000"/>
                </a:solidFill>
              </a:rPr>
              <a:t>ind</a:t>
            </a:r>
            <a:r>
              <a:rPr lang="en-US" altLang="zh-TW" sz="3131" dirty="0">
                <a:solidFill>
                  <a:srgbClr val="FF0000"/>
                </a:solidFill>
              </a:rPr>
              <a:t>iv</a:t>
            </a:r>
            <a:r>
              <a:rPr lang="en-US" altLang="zh-TW" sz="3131" spc="-35" dirty="0">
                <a:solidFill>
                  <a:srgbClr val="FF0000"/>
                </a:solidFill>
              </a:rPr>
              <a:t>idua</a:t>
            </a:r>
            <a:r>
              <a:rPr lang="en-US" altLang="zh-TW" sz="3131" dirty="0">
                <a:solidFill>
                  <a:srgbClr val="FF0000"/>
                </a:solidFill>
              </a:rPr>
              <a:t>l</a:t>
            </a:r>
            <a:r>
              <a:rPr lang="en-US" altLang="zh-TW" sz="2783" dirty="0">
                <a:solidFill>
                  <a:srgbClr val="FF0000"/>
                </a:solidFill>
              </a:rPr>
              <a:t> </a:t>
            </a:r>
            <a:r>
              <a:rPr lang="en-US" altLang="zh-TW" sz="3131" spc="-35" dirty="0">
                <a:solidFill>
                  <a:srgbClr val="FF0000"/>
                </a:solidFill>
              </a:rPr>
              <a:t>eleme</a:t>
            </a:r>
            <a:r>
              <a:rPr lang="en-US" altLang="zh-TW" sz="3131" dirty="0">
                <a:solidFill>
                  <a:srgbClr val="FF0000"/>
                </a:solidFill>
              </a:rPr>
              <a:t>nts: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dirty="0">
                <a:latin typeface="Lucida Console" panose="020B0609040504020204" pitchFamily="49" charset="0"/>
              </a:rPr>
              <a:t>  </a:t>
            </a: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B=bytes(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b'ABCDEF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'); </a:t>
            </a:r>
            <a:r>
              <a:rPr lang="en-US" altLang="zh-TW" sz="2087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B[2]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sz="2087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087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(B)[3]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087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67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087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68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0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8"/>
    </mc:Choice>
    <mc:Fallback xmlns="">
      <p:transition spd="slow" advTm="34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357297" y="774823"/>
            <a:ext cx="4508777" cy="5653862"/>
          </a:xfrm>
        </p:spPr>
        <p:txBody>
          <a:bodyPr>
            <a:noAutofit/>
          </a:bodyPr>
          <a:lstStyle/>
          <a:p>
            <a:pPr marL="0" indent="0">
              <a:spcBef>
                <a:spcPts val="282"/>
              </a:spcBef>
              <a:buNone/>
            </a:pPr>
            <a:r>
              <a:rPr lang="en-US" sz="2783" dirty="0">
                <a:solidFill>
                  <a:schemeClr val="accent2"/>
                </a:solidFill>
              </a:rPr>
              <a:t>Singleton objects: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35" dirty="0">
                <a:latin typeface="Lucida Console" panose="020B0609040504020204" pitchFamily="49" charset="0"/>
              </a:rPr>
              <a:t> 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L=</a:t>
            </a:r>
            <a:r>
              <a:rPr lang="en-US" sz="2435" b="1" dirty="0">
                <a:latin typeface="Lucida Console" panose="020B0609040504020204" pitchFamily="49" charset="0"/>
              </a:rPr>
              <a:t>[1]</a:t>
            </a:r>
            <a:br>
              <a:rPr lang="en-US" sz="2435" dirty="0">
                <a:latin typeface="Lucida Console" panose="020B0609040504020204" pitchFamily="49" charset="0"/>
              </a:rPr>
            </a:b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35" dirty="0">
                <a:latin typeface="Lucida Console" panose="020B0609040504020204" pitchFamily="49" charset="0"/>
              </a:rPr>
              <a:t> 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T=</a:t>
            </a:r>
            <a:r>
              <a:rPr lang="en-US" sz="2435" b="1" dirty="0">
                <a:latin typeface="Lucida Console" panose="020B0609040504020204" pitchFamily="49" charset="0"/>
              </a:rPr>
              <a:t>(1</a:t>
            </a:r>
            <a:r>
              <a:rPr lang="en-US" sz="2435" b="1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 sz="2435" b="1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35" dirty="0">
                <a:latin typeface="Lucida Console" panose="020B0609040504020204" pitchFamily="49" charset="0"/>
              </a:rPr>
              <a:t> </a:t>
            </a:r>
            <a:r>
              <a:rPr lang="en-US" altLang="zh-TW" sz="243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435" b="1" dirty="0">
                <a:latin typeface="Lucida Console" panose="020B0609040504020204" pitchFamily="49" charset="0"/>
              </a:rPr>
              <a:t>"1"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35" dirty="0">
                <a:latin typeface="Lucida Console" panose="020B0609040504020204" pitchFamily="49" charset="0"/>
              </a:rPr>
              <a:t> 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D=</a:t>
            </a:r>
            <a:r>
              <a:rPr lang="en-US" sz="2435" b="1" dirty="0">
                <a:latin typeface="Lucida Console" panose="020B0609040504020204" pitchFamily="49" charset="0"/>
              </a:rPr>
              <a:t>{1:1}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35" dirty="0">
                <a:latin typeface="Lucida Console" panose="020B0609040504020204" pitchFamily="49" charset="0"/>
              </a:rPr>
              <a:t> 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S=</a:t>
            </a:r>
            <a:r>
              <a:rPr lang="en-US" sz="2435" b="1" dirty="0">
                <a:latin typeface="Lucida Console" panose="020B0609040504020204" pitchFamily="49" charset="0"/>
              </a:rPr>
              <a:t>{1}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F=</a:t>
            </a:r>
            <a:r>
              <a:rPr lang="en-US" altLang="zh-TW" sz="2435" b="1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435" b="1" dirty="0">
                <a:latin typeface="Lucida Console" panose="020B0609040504020204" pitchFamily="49" charset="0"/>
              </a:rPr>
              <a:t>([1]) </a:t>
            </a:r>
            <a:r>
              <a:rPr lang="en-US" altLang="zh-TW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dirty="0">
                <a:solidFill>
                  <a:schemeClr val="tx1"/>
                </a:solidFill>
                <a:latin typeface="Lucida Console" panose="020B0609040504020204" pitchFamily="49" charset="0"/>
              </a:rPr>
              <a:t>B=</a:t>
            </a:r>
            <a:r>
              <a:rPr lang="en-US" altLang="zh-TW" sz="2435" b="1" dirty="0">
                <a:latin typeface="Lucida Console" panose="020B0609040504020204" pitchFamily="49" charset="0"/>
              </a:rPr>
              <a:t>b'1'</a:t>
            </a:r>
            <a:r>
              <a:rPr lang="en-US" altLang="zh-TW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dirty="0">
                <a:solidFill>
                  <a:schemeClr val="tx1"/>
                </a:solidFill>
                <a:latin typeface="Lucida Console" panose="020B0609040504020204" pitchFamily="49" charset="0"/>
              </a:rPr>
              <a:t>BA=</a:t>
            </a:r>
            <a:r>
              <a:rPr lang="en-US" altLang="zh-TW" sz="2435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435" b="1" dirty="0">
                <a:latin typeface="Lucida Console" panose="020B0609040504020204" pitchFamily="49" charset="0"/>
              </a:rPr>
              <a:t>(B)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35" dirty="0">
                <a:latin typeface="Lucida Console" panose="020B0609040504020204" pitchFamily="49" charset="0"/>
              </a:rPr>
              <a:t> 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43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L,T,Str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sz="243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D,S,B,BA,sep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=",")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b="1" dirty="0">
                <a:latin typeface="Lucida Console" panose="020B0609040504020204" pitchFamily="49" charset="0"/>
              </a:rPr>
              <a:t>[1]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35" b="1" dirty="0">
                <a:latin typeface="Lucida Console" panose="020B0609040504020204" pitchFamily="49" charset="0"/>
              </a:rPr>
              <a:t>(1,)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35" b="1" dirty="0">
                <a:latin typeface="Lucida Console" panose="020B0609040504020204" pitchFamily="49" charset="0"/>
              </a:rPr>
              <a:t>1</a:t>
            </a:r>
            <a:r>
              <a:rPr lang="en-US" altLang="zh-TW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35" b="1" dirty="0">
                <a:latin typeface="Lucida Console" panose="020B0609040504020204" pitchFamily="49" charset="0"/>
              </a:rPr>
              <a:t>{1: 1}</a:t>
            </a:r>
            <a:r>
              <a:rPr lang="en-US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435" b="1" dirty="0">
                <a:latin typeface="Lucida Console" panose="020B0609040504020204" pitchFamily="49" charset="0"/>
              </a:rPr>
              <a:t>{1}</a:t>
            </a:r>
            <a:r>
              <a:rPr lang="en-US" altLang="zh-TW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35" b="1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435" b="1" dirty="0">
                <a:latin typeface="Lucida Console" panose="020B0609040504020204" pitchFamily="49" charset="0"/>
              </a:rPr>
              <a:t>([1])</a:t>
            </a:r>
            <a:r>
              <a:rPr lang="en-US" altLang="zh-TW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35" b="1" dirty="0">
                <a:latin typeface="Lucida Console" panose="020B0609040504020204" pitchFamily="49" charset="0"/>
              </a:rPr>
              <a:t>b'1'</a:t>
            </a:r>
            <a:r>
              <a:rPr lang="en-US" altLang="zh-TW" sz="2435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35" b="1" dirty="0">
                <a:latin typeface="Lucida Console" panose="020B0609040504020204" pitchFamily="49" charset="0"/>
              </a:rPr>
              <a:t> </a:t>
            </a:r>
            <a:r>
              <a:rPr lang="en-US" altLang="zh-TW" sz="2435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435" b="1" dirty="0">
                <a:latin typeface="Lucida Console" panose="020B0609040504020204" pitchFamily="49" charset="0"/>
              </a:rPr>
              <a:t>(b'1')</a:t>
            </a:r>
            <a:endParaRPr lang="en-US" sz="2435" b="1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282"/>
              </a:spcBef>
              <a:buNone/>
            </a:pPr>
            <a:r>
              <a:rPr lang="en-US" sz="243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sz="2435" dirty="0">
              <a:latin typeface="Lucida Console" panose="020B06090405040202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77928" y="774823"/>
            <a:ext cx="4079369" cy="565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282"/>
              </a:spcBef>
              <a:buNone/>
            </a:pPr>
            <a:r>
              <a:rPr lang="en-US" sz="2783" kern="0" dirty="0">
                <a:solidFill>
                  <a:srgbClr val="ED7D31"/>
                </a:solidFill>
              </a:rPr>
              <a:t>Empty objects: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L=</a:t>
            </a:r>
            <a:r>
              <a:rPr lang="en-US" sz="2435" b="1" kern="0" dirty="0">
                <a:latin typeface="Lucida Console" panose="020B0609040504020204" pitchFamily="49" charset="0"/>
              </a:rPr>
              <a:t>[]</a:t>
            </a:r>
            <a:br>
              <a:rPr lang="en-US" sz="2435" kern="0" dirty="0">
                <a:latin typeface="Lucida Console" panose="020B0609040504020204" pitchFamily="49" charset="0"/>
              </a:rPr>
            </a:b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T=</a:t>
            </a:r>
            <a:r>
              <a:rPr lang="en-US" sz="2435" b="1" kern="0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435" b="1" kern="0" dirty="0">
                <a:latin typeface="Lucida Console" panose="020B0609040504020204" pitchFamily="49" charset="0"/>
              </a:rPr>
              <a:t>""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D=</a:t>
            </a:r>
            <a:r>
              <a:rPr lang="en-US" sz="2435" b="1" kern="0" dirty="0">
                <a:latin typeface="Lucida Console" panose="020B0609040504020204" pitchFamily="49" charset="0"/>
              </a:rPr>
              <a:t>{}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S=</a:t>
            </a:r>
            <a:r>
              <a:rPr lang="en-US" sz="2435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set()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F=</a:t>
            </a:r>
            <a:r>
              <a:rPr lang="en-US" altLang="zh-TW" sz="2435" b="1" kern="0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435" b="1" kern="0" dirty="0">
                <a:latin typeface="Lucida Console" panose="020B0609040504020204" pitchFamily="49" charset="0"/>
              </a:rPr>
              <a:t>()</a:t>
            </a:r>
            <a:endParaRPr lang="en-US" sz="2435" b="1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dirty="0">
                <a:solidFill>
                  <a:srgbClr val="000000"/>
                </a:solidFill>
                <a:latin typeface="Lucida Console" panose="020B0609040504020204" pitchFamily="49" charset="0"/>
              </a:rPr>
              <a:t>B=</a:t>
            </a:r>
            <a:r>
              <a:rPr lang="en-US" altLang="zh-TW" sz="2435" b="1" dirty="0">
                <a:latin typeface="Lucida Console" panose="020B0609040504020204" pitchFamily="49" charset="0"/>
              </a:rPr>
              <a:t>b''</a:t>
            </a:r>
            <a:endParaRPr lang="en-US" altLang="zh-TW" sz="2435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282"/>
              </a:spcBef>
              <a:buNone/>
            </a:pPr>
            <a:r>
              <a:rPr lang="en-US" altLang="zh-TW" sz="2435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35" dirty="0">
                <a:solidFill>
                  <a:srgbClr val="000000"/>
                </a:solidFill>
                <a:latin typeface="Lucida Console" panose="020B0609040504020204" pitchFamily="49" charset="0"/>
              </a:rPr>
              <a:t>BA=</a:t>
            </a:r>
            <a:r>
              <a:rPr lang="en-US" altLang="zh-TW" sz="2435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435" b="1" dirty="0">
                <a:latin typeface="Lucida Console" panose="020B0609040504020204" pitchFamily="49" charset="0"/>
              </a:rPr>
              <a:t>(B)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print(</a:t>
            </a:r>
            <a:r>
              <a:rPr lang="en-US" sz="2435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L,T,Str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</a:t>
            </a: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  </a:t>
            </a:r>
            <a:r>
              <a:rPr lang="en-US" sz="2435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D,S,F,sep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=",")</a:t>
            </a:r>
          </a:p>
          <a:p>
            <a:pPr marL="0" indent="0">
              <a:spcBef>
                <a:spcPts val="282"/>
              </a:spcBef>
              <a:buNone/>
            </a:pPr>
            <a:r>
              <a:rPr lang="en-US" sz="2435" b="1" kern="0" dirty="0">
                <a:latin typeface="Lucida Console" panose="020B0609040504020204" pitchFamily="49" charset="0"/>
              </a:rPr>
              <a:t>[]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</a:t>
            </a:r>
            <a:r>
              <a:rPr lang="en-US" sz="2435" b="1" kern="0" dirty="0">
                <a:latin typeface="Lucida Console" panose="020B0609040504020204" pitchFamily="49" charset="0"/>
              </a:rPr>
              <a:t>()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,,</a:t>
            </a:r>
            <a:r>
              <a:rPr lang="en-US" sz="2435" b="1" kern="0" dirty="0">
                <a:latin typeface="Lucida Console" panose="020B0609040504020204" pitchFamily="49" charset="0"/>
              </a:rPr>
              <a:t>{}</a:t>
            </a:r>
            <a:r>
              <a:rPr lang="en-US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</a:t>
            </a:r>
            <a:r>
              <a:rPr lang="en-US" sz="2435" b="1" kern="0" dirty="0">
                <a:latin typeface="Lucida Console" panose="020B0609040504020204" pitchFamily="49" charset="0"/>
              </a:rPr>
              <a:t>set()</a:t>
            </a:r>
            <a:r>
              <a:rPr lang="en-US" altLang="zh-TW" sz="243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35" b="1" kern="0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435" b="1" kern="0" dirty="0">
                <a:latin typeface="Lucida Console" panose="020B0609040504020204" pitchFamily="49" charset="0"/>
              </a:rPr>
              <a:t>(</a:t>
            </a:r>
            <a:r>
              <a:rPr lang="en-US" altLang="zh-TW" sz="2435" b="1" dirty="0">
                <a:latin typeface="Lucida Console" panose="020B0609040504020204" pitchFamily="49" charset="0"/>
              </a:rPr>
              <a:t>)</a:t>
            </a:r>
            <a:r>
              <a:rPr lang="en-US" altLang="zh-TW" sz="2435" dirty="0">
                <a:solidFill>
                  <a:srgbClr val="000000">
                    <a:lumMod val="65000"/>
                    <a:lumOff val="3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35" b="1" dirty="0">
                <a:latin typeface="Lucida Console" panose="020B0609040504020204" pitchFamily="49" charset="0"/>
              </a:rPr>
              <a:t>b''</a:t>
            </a:r>
            <a:r>
              <a:rPr lang="en-US" altLang="zh-TW" sz="2435" dirty="0">
                <a:solidFill>
                  <a:srgbClr val="000000">
                    <a:lumMod val="65000"/>
                    <a:lumOff val="3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35" b="1" dirty="0">
                <a:latin typeface="Lucida Console" panose="020B0609040504020204" pitchFamily="49" charset="0"/>
              </a:rPr>
              <a:t> </a:t>
            </a:r>
            <a:r>
              <a:rPr lang="en-US" altLang="zh-TW" sz="2435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435" b="1" dirty="0">
                <a:latin typeface="Lucida Console" panose="020B0609040504020204" pitchFamily="49" charset="0"/>
              </a:rPr>
              <a:t>(b''</a:t>
            </a:r>
            <a:r>
              <a:rPr lang="en-US" altLang="zh-TW" sz="2435" b="1" kern="0" dirty="0">
                <a:latin typeface="Lucida Console" panose="020B0609040504020204" pitchFamily="49" charset="0"/>
              </a:rPr>
              <a:t>)</a:t>
            </a:r>
            <a:endParaRPr lang="en-US" sz="2435" b="1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282"/>
              </a:spcBef>
              <a:buNone/>
            </a:pPr>
            <a:r>
              <a:rPr lang="en-US" sz="2435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5" name="Group 4"/>
          <p:cNvGrpSpPr/>
          <p:nvPr/>
        </p:nvGrpSpPr>
        <p:grpSpPr>
          <a:xfrm rot="189999">
            <a:off x="2353453" y="2054824"/>
            <a:ext cx="3658410" cy="870998"/>
            <a:chOff x="2338279" y="2551770"/>
            <a:chExt cx="3946957" cy="927372"/>
          </a:xfrm>
        </p:grpSpPr>
        <p:sp>
          <p:nvSpPr>
            <p:cNvPr id="7" name="Left-Right Arrow 6"/>
            <p:cNvSpPr/>
            <p:nvPr/>
          </p:nvSpPr>
          <p:spPr bwMode="auto">
            <a:xfrm rot="20431380">
              <a:off x="2338279" y="2852105"/>
              <a:ext cx="3946957" cy="305031"/>
            </a:xfrm>
            <a:prstGeom prst="leftRightArrow">
              <a:avLst/>
            </a:prstGeom>
            <a:solidFill>
              <a:srgbClr val="FFCCCC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882" tIns="42941" rIns="85882" bIns="42941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78">
                <a:latin typeface="Times New Roman" charset="0"/>
                <a:ea typeface="+mn-ea"/>
              </a:endParaRPr>
            </a:p>
          </p:txBody>
        </p:sp>
        <p:sp>
          <p:nvSpPr>
            <p:cNvPr id="8" name="Rounded Rectangle 7"/>
            <p:cNvSpPr/>
            <p:nvPr/>
          </p:nvSpPr>
          <p:spPr bwMode="auto">
            <a:xfrm rot="20460000">
              <a:off x="3283450" y="2672398"/>
              <a:ext cx="1994049" cy="685800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882" tIns="42941" rIns="85882" bIns="42941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TW" sz="2254" dirty="0">
                  <a:solidFill>
                    <a:prstClr val="black"/>
                  </a:solidFill>
                  <a:latin typeface="Times New Roman" charset="0"/>
                  <a:ea typeface="+mn-ea"/>
                </a:rPr>
                <a:t>The two special cases</a:t>
              </a:r>
            </a:p>
            <a:p>
              <a:pPr algn="ctr">
                <a:lnSpc>
                  <a:spcPct val="90000"/>
                </a:lnSpc>
              </a:pPr>
              <a:endParaRPr lang="zh-TW" altLang="en-US" sz="188" dirty="0">
                <a:solidFill>
                  <a:prstClr val="black"/>
                </a:solidFill>
                <a:latin typeface="Times New Roman" charset="0"/>
                <a:ea typeface="+mn-ea"/>
              </a:endParaRPr>
            </a:p>
          </p:txBody>
        </p:sp>
        <p:sp>
          <p:nvSpPr>
            <p:cNvPr id="9" name="Isosceles Triangle 8"/>
            <p:cNvSpPr/>
            <p:nvPr/>
          </p:nvSpPr>
          <p:spPr bwMode="auto">
            <a:xfrm rot="4344255">
              <a:off x="5224079" y="2400661"/>
              <a:ext cx="196304" cy="498522"/>
            </a:xfrm>
            <a:prstGeom prst="triangle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882" tIns="42941" rIns="85882" bIns="42941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78">
                <a:latin typeface="Times New Roman" charset="0"/>
                <a:ea typeface="+mn-ea"/>
              </a:endParaRPr>
            </a:p>
          </p:txBody>
        </p:sp>
        <p:sp>
          <p:nvSpPr>
            <p:cNvPr id="10" name="Isosceles Triangle 9"/>
            <p:cNvSpPr/>
            <p:nvPr/>
          </p:nvSpPr>
          <p:spPr bwMode="auto">
            <a:xfrm rot="15144255">
              <a:off x="3138940" y="3131729"/>
              <a:ext cx="196304" cy="498522"/>
            </a:xfrm>
            <a:prstGeom prst="triangle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882" tIns="42941" rIns="85882" bIns="42941" numCol="1" rtlCol="0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78">
                <a:latin typeface="Times New Roman" charset="0"/>
                <a:ea typeface="+mn-ea"/>
              </a:endParaRPr>
            </a:p>
          </p:txBody>
        </p:sp>
      </p:grpSp>
      <p:sp>
        <p:nvSpPr>
          <p:cNvPr id="11" name="Title 1"/>
          <p:cNvSpPr txBox="1">
            <a:spLocks/>
          </p:cNvSpPr>
          <p:nvPr/>
        </p:nvSpPr>
        <p:spPr bwMode="auto">
          <a:xfrm>
            <a:off x="1" y="65310"/>
            <a:ext cx="9143999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3381" kern="0" dirty="0"/>
              <a:t>Review: The ways of declaring various objects</a:t>
            </a:r>
            <a:endParaRPr lang="en-US" altLang="zh-TW" sz="3381" kern="0" dirty="0">
              <a:latin typeface="Arial Narrow" panose="020B060602020203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180734"/>
      </p:ext>
    </p:extLst>
  </p:cSld>
  <p:clrMapOvr>
    <a:masterClrMapping/>
  </p:clrMapOvr>
  <p:transition spd="med" advTm="28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37458" y="1042603"/>
            <a:ext cx="8490857" cy="586107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131" dirty="0"/>
              <a:t>Python has </a:t>
            </a:r>
            <a:r>
              <a:rPr lang="en-US" altLang="en-US" sz="3131" dirty="0">
                <a:solidFill>
                  <a:srgbClr val="FF0000"/>
                </a:solidFill>
              </a:rPr>
              <a:t>seven/nine</a:t>
            </a:r>
            <a:r>
              <a:rPr lang="en-US" altLang="en-US" sz="3131" dirty="0"/>
              <a:t> standard data types:</a:t>
            </a:r>
          </a:p>
          <a:p>
            <a:pPr marL="562017" indent="-478667">
              <a:buFont typeface="+mj-lt"/>
              <a:buAutoNum type="arabicPeriod"/>
            </a:pPr>
            <a:r>
              <a:rPr lang="en-US" altLang="en-US" sz="2783" dirty="0">
                <a:solidFill>
                  <a:srgbClr val="C00000"/>
                </a:solidFill>
                <a:latin typeface="Elephant" panose="02020904090505020303" pitchFamily="18" charset="0"/>
              </a:rPr>
              <a:t>Number</a:t>
            </a:r>
          </a:p>
          <a:p>
            <a:pPr marL="562017" indent="-478667">
              <a:buFont typeface="+mj-lt"/>
              <a:buAutoNum type="arabicPeriod"/>
            </a:pPr>
            <a:r>
              <a:rPr lang="en-US" altLang="en-US" sz="2783" dirty="0">
                <a:solidFill>
                  <a:srgbClr val="F339D0"/>
                </a:solidFill>
                <a:latin typeface="Elephant" panose="02020904090505020303" pitchFamily="18" charset="0"/>
              </a:rPr>
              <a:t>String</a:t>
            </a:r>
          </a:p>
          <a:p>
            <a:pPr marL="562017" indent="-478667">
              <a:buFont typeface="+mj-lt"/>
              <a:buAutoNum type="arabicPeriod"/>
            </a:pPr>
            <a:r>
              <a:rPr lang="en-US" altLang="en-US" sz="2783" dirty="0">
                <a:solidFill>
                  <a:srgbClr val="FFC000"/>
                </a:solidFill>
                <a:latin typeface="Elephant" panose="02020904090505020303" pitchFamily="18" charset="0"/>
              </a:rPr>
              <a:t>List</a:t>
            </a:r>
          </a:p>
          <a:p>
            <a:pPr marL="562017" indent="-478667">
              <a:buFont typeface="+mj-lt"/>
              <a:buAutoNum type="arabicPeriod"/>
            </a:pPr>
            <a:r>
              <a:rPr lang="en-US" altLang="en-US" sz="2783" dirty="0">
                <a:solidFill>
                  <a:srgbClr val="FFC000"/>
                </a:solidFill>
                <a:latin typeface="Elephant" panose="02020904090505020303" pitchFamily="18" charset="0"/>
              </a:rPr>
              <a:t>Tuple</a:t>
            </a:r>
          </a:p>
          <a:p>
            <a:pPr marL="562017" indent="-478667">
              <a:buFont typeface="+mj-lt"/>
              <a:buAutoNum type="arabicPeriod"/>
            </a:pPr>
            <a:r>
              <a:rPr lang="en-US" altLang="en-US" sz="2783" dirty="0">
                <a:solidFill>
                  <a:srgbClr val="92D050"/>
                </a:solidFill>
                <a:latin typeface="Elephant" panose="02020904090505020303" pitchFamily="18" charset="0"/>
              </a:rPr>
              <a:t>Dictionary</a:t>
            </a:r>
          </a:p>
          <a:p>
            <a:pPr marL="562017" indent="-478667">
              <a:buClr>
                <a:srgbClr val="00B0F0"/>
              </a:buClr>
              <a:buFont typeface="+mj-lt"/>
              <a:buAutoNum type="arabicPeriod"/>
            </a:pPr>
            <a:r>
              <a:rPr lang="en-US" altLang="en-US" sz="2783" dirty="0">
                <a:solidFill>
                  <a:srgbClr val="00B0F0"/>
                </a:solidFill>
                <a:latin typeface="Elephant" panose="02020904090505020303" pitchFamily="18" charset="0"/>
              </a:rPr>
              <a:t>Sets</a:t>
            </a:r>
          </a:p>
          <a:p>
            <a:pPr marL="83350" indent="0">
              <a:buNone/>
            </a:pPr>
            <a:r>
              <a:rPr lang="en-US" altLang="en-US" sz="2783" dirty="0">
                <a:solidFill>
                  <a:srgbClr val="00B0F0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783" dirty="0" err="1">
                <a:solidFill>
                  <a:srgbClr val="00B0F0"/>
                </a:solidFill>
                <a:latin typeface="Elephant" panose="02020904090505020303" pitchFamily="18" charset="0"/>
              </a:rPr>
              <a:t>Frozensets</a:t>
            </a:r>
            <a:endParaRPr lang="en-US" altLang="en-US" sz="2783" dirty="0">
              <a:solidFill>
                <a:srgbClr val="00B0F0"/>
              </a:solidFill>
              <a:latin typeface="Elephant" panose="02020904090505020303" pitchFamily="18" charset="0"/>
            </a:endParaRPr>
          </a:p>
          <a:p>
            <a:pPr marL="83350" indent="0">
              <a:buNone/>
            </a:pPr>
            <a:r>
              <a:rPr lang="en-US" altLang="en-US" sz="2783" dirty="0">
                <a:solidFill>
                  <a:srgbClr val="FF0000"/>
                </a:solidFill>
                <a:latin typeface="Elephant" panose="02020904090505020303" pitchFamily="18" charset="0"/>
              </a:rPr>
              <a:t>7  Bytes</a:t>
            </a:r>
          </a:p>
          <a:p>
            <a:pPr marL="83350" indent="0">
              <a:buNone/>
            </a:pPr>
            <a:r>
              <a:rPr lang="en-US" altLang="en-US" sz="2783" dirty="0">
                <a:solidFill>
                  <a:srgbClr val="FF0000"/>
                </a:solidFill>
                <a:latin typeface="Elephant" panose="02020904090505020303" pitchFamily="18" charset="0"/>
              </a:rPr>
              <a:t>7.5 </a:t>
            </a:r>
            <a:r>
              <a:rPr lang="en-US" altLang="en-US" sz="2783" dirty="0" err="1">
                <a:solidFill>
                  <a:srgbClr val="FF0000"/>
                </a:solidFill>
                <a:latin typeface="Elephant" panose="02020904090505020303" pitchFamily="18" charset="0"/>
              </a:rPr>
              <a:t>Bytearrays</a:t>
            </a:r>
            <a:endParaRPr lang="en-US" altLang="en-US" sz="278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3350" indent="0">
              <a:buNone/>
            </a:pPr>
            <a:r>
              <a:rPr lang="en-US" sz="2783" dirty="0">
                <a:solidFill>
                  <a:schemeClr val="bg1"/>
                </a:solidFill>
              </a:rPr>
              <a:t>will be covered later…</a:t>
            </a:r>
            <a:endParaRPr lang="en-US" altLang="en-US" sz="2783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09420" y="206637"/>
            <a:ext cx="9962844" cy="814201"/>
          </a:xfrm>
          <a:prstGeom prst="rect">
            <a:avLst/>
          </a:prstGeom>
        </p:spPr>
        <p:txBody>
          <a:bodyPr vert="horz" lIns="85882" tIns="42941" rIns="85882" bIns="42941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826" dirty="0">
                <a:solidFill>
                  <a:srgbClr val="0070C0"/>
                </a:solidFill>
              </a:rPr>
              <a:t>Standard Data Types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057533" y="4618582"/>
            <a:ext cx="4792869" cy="1839481"/>
            <a:chOff x="4666163" y="5071656"/>
            <a:chExt cx="5511799" cy="2115403"/>
          </a:xfrm>
        </p:grpSpPr>
        <p:sp>
          <p:nvSpPr>
            <p:cNvPr id="7" name="Rounded Rectangular Callout 6"/>
            <p:cNvSpPr/>
            <p:nvPr/>
          </p:nvSpPr>
          <p:spPr>
            <a:xfrm>
              <a:off x="4666163" y="5071656"/>
              <a:ext cx="5511799" cy="2115403"/>
            </a:xfrm>
            <a:prstGeom prst="wedgeRoundRectCallout">
              <a:avLst>
                <a:gd name="adj1" fmla="val -111167"/>
                <a:gd name="adj2" fmla="val -41058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TW" altLang="en-US" sz="4696" dirty="0">
                <a:solidFill>
                  <a:prstClr val="black"/>
                </a:solidFill>
              </a:endParaRPr>
            </a:p>
          </p:txBody>
        </p:sp>
        <p:sp>
          <p:nvSpPr>
            <p:cNvPr id="8" name="Rounded Rectangular Callout 7"/>
            <p:cNvSpPr/>
            <p:nvPr/>
          </p:nvSpPr>
          <p:spPr>
            <a:xfrm>
              <a:off x="4666163" y="5071656"/>
              <a:ext cx="5511799" cy="2115403"/>
            </a:xfrm>
            <a:prstGeom prst="wedgeRoundRectCallout">
              <a:avLst>
                <a:gd name="adj1" fmla="val -112549"/>
                <a:gd name="adj2" fmla="val 1057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TW" sz="4696" dirty="0">
                  <a:solidFill>
                    <a:prstClr val="black"/>
                  </a:solidFill>
                </a:rPr>
                <a:t>These pairs can</a:t>
              </a:r>
              <a:br>
                <a:rPr lang="en-US" altLang="zh-TW" sz="4696" dirty="0">
                  <a:solidFill>
                    <a:prstClr val="black"/>
                  </a:solidFill>
                </a:rPr>
              </a:br>
              <a:r>
                <a:rPr lang="en-US" altLang="zh-TW" sz="4696" spc="-52" dirty="0">
                  <a:solidFill>
                    <a:prstClr val="black"/>
                  </a:solidFill>
                </a:rPr>
                <a:t>compare, so they’re</a:t>
              </a:r>
              <a:br>
                <a:rPr lang="en-US" altLang="zh-TW" sz="4696" dirty="0">
                  <a:solidFill>
                    <a:prstClr val="black"/>
                  </a:solidFill>
                </a:rPr>
              </a:br>
              <a:r>
                <a:rPr lang="en-US" altLang="zh-TW" sz="4696" dirty="0">
                  <a:solidFill>
                    <a:prstClr val="black"/>
                  </a:solidFill>
                </a:rPr>
                <a:t> only ½ different ... </a:t>
              </a:r>
              <a:endParaRPr lang="zh-TW" altLang="en-US" sz="4696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511128" y="1146700"/>
            <a:ext cx="7641425" cy="4211156"/>
            <a:chOff x="1737796" y="1078992"/>
            <a:chExt cx="8787639" cy="4842829"/>
          </a:xfrm>
        </p:grpSpPr>
        <p:sp>
          <p:nvSpPr>
            <p:cNvPr id="16" name="Isosceles Triangle 15"/>
            <p:cNvSpPr/>
            <p:nvPr/>
          </p:nvSpPr>
          <p:spPr>
            <a:xfrm rot="13732105">
              <a:off x="3099961" y="2968033"/>
              <a:ext cx="818437" cy="3542768"/>
            </a:xfrm>
            <a:prstGeom prst="triangle">
              <a:avLst>
                <a:gd name="adj" fmla="val 3889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TW" altLang="en-US" sz="1565">
                <a:solidFill>
                  <a:prstClr val="white"/>
                </a:solidFill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902161" y="1078992"/>
              <a:ext cx="8623274" cy="4842829"/>
              <a:chOff x="1902161" y="1078992"/>
              <a:chExt cx="8623274" cy="4842829"/>
            </a:xfrm>
          </p:grpSpPr>
          <p:sp>
            <p:nvSpPr>
              <p:cNvPr id="10" name="Isosceles Triangle 9"/>
              <p:cNvSpPr/>
              <p:nvPr/>
            </p:nvSpPr>
            <p:spPr>
              <a:xfrm rot="16501470">
                <a:off x="4044231" y="5230583"/>
                <a:ext cx="545169" cy="837307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F2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TW" altLang="en-US" sz="1565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Rounded Rectangular Callout 16"/>
              <p:cNvSpPr/>
              <p:nvPr/>
            </p:nvSpPr>
            <p:spPr>
              <a:xfrm>
                <a:off x="3782651" y="1078992"/>
                <a:ext cx="6742784" cy="2837475"/>
              </a:xfrm>
              <a:prstGeom prst="wedgeRoundRectCallout">
                <a:avLst>
                  <a:gd name="adj1" fmla="val -76974"/>
                  <a:gd name="adj2" fmla="val 25075"/>
                  <a:gd name="adj3" fmla="val 1666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417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sz="4696" dirty="0">
                    <a:solidFill>
                      <a:prstClr val="black"/>
                    </a:solidFill>
                  </a:rPr>
                  <a:t>Each of these is a mutable/ immutable pair of similar</a:t>
                </a:r>
                <a:br>
                  <a:rPr lang="en-US" altLang="zh-TW" sz="4696" dirty="0">
                    <a:solidFill>
                      <a:prstClr val="black"/>
                    </a:solidFill>
                  </a:rPr>
                </a:br>
                <a:r>
                  <a:rPr lang="en-US" altLang="zh-TW" sz="4696" dirty="0">
                    <a:solidFill>
                      <a:prstClr val="black"/>
                    </a:solidFill>
                  </a:rPr>
                  <a:t> objects. </a:t>
                </a:r>
                <a:endParaRPr lang="zh-TW" altLang="en-US" sz="4696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Isosceles Triangle 17"/>
              <p:cNvSpPr/>
              <p:nvPr/>
            </p:nvSpPr>
            <p:spPr>
              <a:xfrm flipV="1">
                <a:off x="4366860" y="3806158"/>
                <a:ext cx="850367" cy="540444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F2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TW" altLang="en-US" sz="1565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Isosceles Triangle 18"/>
              <p:cNvSpPr/>
              <p:nvPr/>
            </p:nvSpPr>
            <p:spPr>
              <a:xfrm rot="14306110">
                <a:off x="2796330" y="2865395"/>
                <a:ext cx="761344" cy="2549681"/>
              </a:xfrm>
              <a:prstGeom prst="triangle">
                <a:avLst>
                  <a:gd name="adj" fmla="val 5876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417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TW" altLang="en-US" sz="1565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 rot="19852969" flipV="1">
                <a:off x="3737619" y="3039749"/>
                <a:ext cx="617060" cy="1212730"/>
              </a:xfrm>
              <a:prstGeom prst="triangle">
                <a:avLst>
                  <a:gd name="adj" fmla="val 10000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F2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TW" altLang="en-US" sz="1565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Isosceles Triangle 20"/>
              <p:cNvSpPr/>
              <p:nvPr/>
            </p:nvSpPr>
            <p:spPr>
              <a:xfrm rot="18368120" flipH="1" flipV="1">
                <a:off x="3957026" y="3819528"/>
                <a:ext cx="570022" cy="609573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F2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TW" altLang="en-US" sz="1565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8" name="Rounded Rectangular Callout 27"/>
          <p:cNvSpPr/>
          <p:nvPr/>
        </p:nvSpPr>
        <p:spPr>
          <a:xfrm>
            <a:off x="1" y="241573"/>
            <a:ext cx="2965023" cy="2040781"/>
          </a:xfrm>
          <a:prstGeom prst="wedgeRoundRectCallout">
            <a:avLst>
              <a:gd name="adj1" fmla="val -25085"/>
              <a:gd name="adj2" fmla="val 67274"/>
              <a:gd name="adj3" fmla="val 16667"/>
            </a:avLst>
          </a:prstGeom>
          <a:solidFill>
            <a:srgbClr val="FFF2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4696" spc="-52" dirty="0">
                <a:solidFill>
                  <a:prstClr val="black"/>
                </a:solidFill>
              </a:rPr>
              <a:t>Can’t </a:t>
            </a:r>
            <a:br>
              <a:rPr lang="en-US" altLang="zh-TW" sz="4696" spc="-52" dirty="0">
                <a:solidFill>
                  <a:prstClr val="black"/>
                </a:solidFill>
              </a:rPr>
            </a:br>
            <a:r>
              <a:rPr lang="en-US" altLang="zh-TW" sz="4696" spc="-52" dirty="0">
                <a:solidFill>
                  <a:prstClr val="black"/>
                </a:solidFill>
              </a:rPr>
              <a:t> </a:t>
            </a:r>
            <a:r>
              <a:rPr lang="en-US" altLang="zh-TW" sz="4696" spc="-78" dirty="0">
                <a:solidFill>
                  <a:prstClr val="black"/>
                </a:solidFill>
              </a:rPr>
              <a:t>compare, so </a:t>
            </a:r>
          </a:p>
          <a:p>
            <a:pPr algn="ctr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4696" spc="-52" dirty="0">
                <a:solidFill>
                  <a:srgbClr val="FFC000"/>
                </a:solidFill>
              </a:rPr>
              <a:t>numbered </a:t>
            </a:r>
            <a:br>
              <a:rPr lang="en-US" altLang="zh-TW" sz="4696" spc="-52" dirty="0">
                <a:solidFill>
                  <a:srgbClr val="FFC000"/>
                </a:solidFill>
              </a:rPr>
            </a:br>
            <a:r>
              <a:rPr lang="en-US" altLang="zh-TW" sz="4696" spc="-52" dirty="0">
                <a:solidFill>
                  <a:srgbClr val="FFC000"/>
                </a:solidFill>
              </a:rPr>
              <a:t>separately</a:t>
            </a:r>
            <a:r>
              <a:rPr lang="en-US" altLang="zh-TW" sz="4696" spc="-52" dirty="0">
                <a:solidFill>
                  <a:prstClr val="black"/>
                </a:solidFill>
              </a:rPr>
              <a:t>.</a:t>
            </a:r>
            <a:endParaRPr lang="zh-TW" altLang="en-US" sz="4696" dirty="0">
              <a:solidFill>
                <a:prstClr val="black"/>
              </a:solidFill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457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81"/>
    </mc:Choice>
    <mc:Fallback xmlns="">
      <p:transition spd="slow" advTm="98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8" grpId="0" animBg="1"/>
    </p:bldLst>
  </p:timing>
  <p:extLst>
    <p:ext uri="{3A86A75C-4F4B-4683-9AE1-C65F6400EC91}">
      <p14:laserTraceLst xmlns:p14="http://schemas.microsoft.com/office/powerpoint/2010/main">
        <p14:tracePtLst>
          <p14:tracePt t="2579" x="4114800" y="2794000"/>
          <p14:tracePt t="2586" x="4089400" y="2819400"/>
          <p14:tracePt t="2593" x="4064000" y="2851150"/>
          <p14:tracePt t="2601" x="4032250" y="2882900"/>
          <p14:tracePt t="2618" x="3975100" y="2952750"/>
          <p14:tracePt t="2636" x="3867150" y="3054350"/>
          <p14:tracePt t="2650" x="3816350" y="3124200"/>
          <p14:tracePt t="2668" x="3771900" y="3187700"/>
          <p14:tracePt t="2685" x="3702050" y="3308350"/>
          <p14:tracePt t="2701" x="3670300" y="3371850"/>
          <p14:tracePt t="2704" x="3632200" y="3416300"/>
          <p14:tracePt t="2717" x="3606800" y="3448050"/>
          <p14:tracePt t="2734" x="3543300" y="3549650"/>
          <p14:tracePt t="2750" x="3505200" y="3600450"/>
          <p14:tracePt t="2767" x="3460750" y="3663950"/>
          <p14:tracePt t="2784" x="3422650" y="3759200"/>
          <p14:tracePt t="2800" x="3409950" y="3810000"/>
          <p14:tracePt t="2818" x="3403600" y="3905250"/>
          <p14:tracePt t="2833" x="3403600" y="3917950"/>
          <p14:tracePt t="2850" x="3403600" y="3937000"/>
          <p14:tracePt t="2867" x="3409950" y="3949700"/>
          <p14:tracePt t="2883" x="3416300" y="3962400"/>
          <p14:tracePt t="2917" x="3429000" y="3956050"/>
          <p14:tracePt t="2933" x="3435350" y="3949700"/>
          <p14:tracePt t="2951" x="3454400" y="3949700"/>
          <p14:tracePt t="2967" x="3460750" y="3943350"/>
          <p14:tracePt t="2983" x="3467100" y="3937000"/>
          <p14:tracePt t="3000" x="3479800" y="3917950"/>
          <p14:tracePt t="3017" x="3486150" y="3892550"/>
          <p14:tracePt t="3033" x="3486150" y="3860800"/>
          <p14:tracePt t="3050" x="3486150" y="3765550"/>
          <p14:tracePt t="3066" x="3486150" y="3638550"/>
          <p14:tracePt t="3083" x="3486150" y="3473450"/>
          <p14:tracePt t="3099" x="3460750" y="3200400"/>
          <p14:tracePt t="3116" x="3441700" y="2997200"/>
          <p14:tracePt t="3133" x="3403600" y="2717800"/>
          <p14:tracePt t="3149" x="3359150" y="2533650"/>
          <p14:tracePt t="3165" x="3340100" y="2387600"/>
          <p14:tracePt t="3183" x="3314700" y="2203450"/>
          <p14:tracePt t="3199" x="3302000" y="2152650"/>
          <p14:tracePt t="3215" x="3295650" y="2120900"/>
          <p14:tracePt t="3219" x="3295650" y="2114550"/>
          <p14:tracePt t="3233" x="3289300" y="2108200"/>
          <p14:tracePt t="3249" x="3289300" y="2095500"/>
          <p14:tracePt t="3266" x="3289300" y="2089150"/>
          <p14:tracePt t="3331" x="3295650" y="2089150"/>
          <p14:tracePt t="3408" x="3295650" y="2095500"/>
          <p14:tracePt t="3443" x="3302000" y="2101850"/>
          <p14:tracePt t="3499" x="3295650" y="2101850"/>
          <p14:tracePt t="3520" x="3289300" y="2101850"/>
          <p14:tracePt t="3527" x="3282950" y="2101850"/>
          <p14:tracePt t="3549" x="3276600" y="2101850"/>
          <p14:tracePt t="3562" x="3263900" y="2095500"/>
          <p14:tracePt t="3569" x="3251200" y="2082800"/>
          <p14:tracePt t="3581" x="3244850" y="2076450"/>
          <p14:tracePt t="3598" x="3206750" y="2025650"/>
          <p14:tracePt t="3614" x="3175000" y="1987550"/>
          <p14:tracePt t="3631" x="3149600" y="1930400"/>
          <p14:tracePt t="3648" x="3098800" y="1847850"/>
          <p14:tracePt t="3664" x="3067050" y="1778000"/>
          <p14:tracePt t="3682" x="3035300" y="1701800"/>
          <p14:tracePt t="3697" x="3016250" y="1676400"/>
          <p14:tracePt t="3714" x="2997200" y="1612900"/>
          <p14:tracePt t="3732" x="2984500" y="1587500"/>
          <p14:tracePt t="3747" x="2984500" y="1581150"/>
          <p14:tracePt t="3764" x="2984500" y="1568450"/>
          <p14:tracePt t="3780" x="2984500" y="1562100"/>
          <p14:tracePt t="3822" x="2984500" y="1568450"/>
          <p14:tracePt t="3850" x="2990850" y="1574800"/>
          <p14:tracePt t="3865" x="2997200" y="1574800"/>
          <p14:tracePt t="3872" x="3003550" y="1574800"/>
          <p14:tracePt t="3886" x="3009900" y="1581150"/>
          <p14:tracePt t="3896" x="3016250" y="1581150"/>
          <p14:tracePt t="3914" x="3028950" y="1587500"/>
          <p14:tracePt t="3929" x="3041650" y="1587500"/>
          <p14:tracePt t="3947" x="3092450" y="1600200"/>
          <p14:tracePt t="3963" x="3187700" y="1625600"/>
          <p14:tracePt t="3980" x="3244850" y="1644650"/>
          <p14:tracePt t="3996" x="3359150" y="1689100"/>
          <p14:tracePt t="4013" x="3441700" y="1733550"/>
          <p14:tracePt t="4029" x="3492500" y="1771650"/>
          <p14:tracePt t="4046" x="3556000" y="1860550"/>
          <p14:tracePt t="4062" x="3600450" y="2000250"/>
          <p14:tracePt t="4079" x="3619500" y="2076450"/>
          <p14:tracePt t="4097" x="3638550" y="2254250"/>
          <p14:tracePt t="4112" x="3663950" y="2476500"/>
          <p14:tracePt t="4129" x="3670300" y="2590800"/>
          <p14:tracePt t="4146" x="3714750" y="2794000"/>
          <p14:tracePt t="4162" x="3733800" y="2876550"/>
          <p14:tracePt t="4179" x="3816350" y="3035300"/>
          <p14:tracePt t="4196" x="3924300" y="3187700"/>
          <p14:tracePt t="4212" x="3987800" y="3257550"/>
          <p14:tracePt t="4229" x="4127500" y="3390900"/>
          <p14:tracePt t="4245" x="4235450" y="3498850"/>
          <p14:tracePt t="4262" x="4273550" y="3530600"/>
          <p14:tracePt t="4279" x="4324350" y="3556000"/>
          <p14:tracePt t="4295" x="4349750" y="3562350"/>
          <p14:tracePt t="4312" x="4362450" y="3562350"/>
          <p14:tracePt t="4328" x="4387850" y="3556000"/>
          <p14:tracePt t="4345" x="4419600" y="35306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General concepts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77928" y="637852"/>
            <a:ext cx="8588145" cy="6011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spcBef>
                <a:spcPts val="2609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  <a:cs typeface="Times New Roman" panose="02020603050405020304" pitchFamily="18" charset="0"/>
              </a:rPr>
              <a:t>Looping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a range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an object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traversals</a:t>
            </a:r>
          </a:p>
          <a:p>
            <a:pPr>
              <a:lnSpc>
                <a:spcPct val="90000"/>
              </a:lnSpc>
              <a:spcBef>
                <a:spcPts val="1044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Assignment Rules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is a new object is made, and when just a pointer 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assignment</a:t>
            </a:r>
          </a:p>
          <a:p>
            <a:pPr>
              <a:lnSpc>
                <a:spcPct val="90000"/>
              </a:lnSpc>
              <a:spcBef>
                <a:spcPts val="1044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Modules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Importing, importing from, importing as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2783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imported data and functions in the same way you access class attributes and methods</a:t>
            </a:r>
          </a:p>
          <a:p>
            <a:pPr>
              <a:lnSpc>
                <a:spcPct val="90000"/>
              </a:lnSpc>
              <a:spcBef>
                <a:spcPts val="600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Boolean values in math expressions</a:t>
            </a:r>
            <a:endParaRPr lang="en-US" altLang="en-US" sz="2609" kern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Tx/>
            </a:pPr>
            <a:r>
              <a:rPr lang="en-US" altLang="en-US" sz="2783" kern="0" dirty="0" err="1">
                <a:solidFill>
                  <a:srgbClr val="000000"/>
                </a:solidFill>
              </a:rPr>
              <a:t>Nonboolean</a:t>
            </a:r>
            <a:r>
              <a:rPr lang="en-US" altLang="en-US" sz="2783" kern="0" dirty="0">
                <a:solidFill>
                  <a:srgbClr val="000000"/>
                </a:solidFill>
              </a:rPr>
              <a:t> values in logic expressions</a:t>
            </a:r>
            <a:endParaRPr lang="en-US" altLang="en-US" sz="2609" kern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Tx/>
            </a:pPr>
            <a:r>
              <a:rPr lang="en-US" altLang="en-US" sz="2783" kern="0" dirty="0">
                <a:solidFill>
                  <a:srgbClr val="000000"/>
                </a:solidFill>
              </a:rPr>
              <a:t>Comprehensions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811"/>
    </mc:Choice>
    <mc:Fallback xmlns="">
      <p:transition spd="slow" advTm="488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227" x="4419600" y="3562350"/>
          <p14:tracePt t="7234" x="4419600" y="3613150"/>
          <p14:tracePt t="7241" x="4419600" y="3657600"/>
          <p14:tracePt t="7253" x="4425950" y="3721100"/>
          <p14:tracePt t="7270" x="4495800" y="3898900"/>
          <p14:tracePt t="7286" x="4552950" y="4044950"/>
          <p14:tracePt t="7304" x="4711700" y="4349750"/>
          <p14:tracePt t="7319" x="4857750" y="4521200"/>
          <p14:tracePt t="7336" x="4965700" y="4660900"/>
          <p14:tracePt t="7353" x="5067300" y="4813300"/>
          <p14:tracePt t="7369" x="5162550" y="4978400"/>
          <p14:tracePt t="7386" x="5207000" y="5080000"/>
          <p14:tracePt t="7403" x="5257800" y="5232400"/>
          <p14:tracePt t="7419" x="5283200" y="5321300"/>
          <p14:tracePt t="7436" x="5308600" y="5416550"/>
          <p14:tracePt t="7453" x="5308600" y="5499100"/>
          <p14:tracePt t="7469" x="5302250" y="5556250"/>
          <p14:tracePt t="7486" x="5289550" y="5638800"/>
          <p14:tracePt t="7502" x="5270500" y="5727700"/>
          <p14:tracePt t="7519" x="5257800" y="5753100"/>
          <p14:tracePt t="7536" x="5238750" y="5835650"/>
          <p14:tracePt t="7552" x="5200650" y="5937250"/>
          <p14:tracePt t="7569" x="5187950" y="5981700"/>
          <p14:tracePt t="7572" x="5162550" y="6013450"/>
          <p14:tracePt t="7588" x="5137150" y="6045200"/>
          <p14:tracePt t="7602" x="5111750" y="6070600"/>
          <p14:tracePt t="7619" x="5060950" y="6096000"/>
          <p14:tracePt t="7635" x="5003800" y="6115050"/>
          <p14:tracePt t="7652" x="4972050" y="6121400"/>
          <p14:tracePt t="7669" x="4908550" y="6121400"/>
          <p14:tracePt t="7685" x="4826000" y="6134100"/>
          <p14:tracePt t="7702" x="4781550" y="6146800"/>
          <p14:tracePt t="7719" x="4724400" y="6165850"/>
          <p14:tracePt t="7735" x="4648200" y="6197600"/>
          <p14:tracePt t="7751" x="4610100" y="6210300"/>
          <p14:tracePt t="7768" x="4533900" y="6248400"/>
          <p14:tracePt t="7785" x="4445000" y="6273800"/>
          <p14:tracePt t="7802" x="4387850" y="6311900"/>
          <p14:tracePt t="7818" x="4279900" y="6350000"/>
          <p14:tracePt t="7834" x="4197350" y="6375400"/>
          <p14:tracePt t="7852" x="4152900" y="6388100"/>
          <p14:tracePt t="7867" x="4133850" y="6388100"/>
          <p14:tracePt t="7884" x="4121150" y="6388100"/>
          <p14:tracePt t="7901" x="4108450" y="6388100"/>
          <p14:tracePt t="7938" x="4114800" y="6388100"/>
          <p14:tracePt t="7950" x="4127500" y="6388100"/>
          <p14:tracePt t="7967" x="4159250" y="6388100"/>
          <p14:tracePt t="7986" x="4210050" y="6375400"/>
          <p14:tracePt t="8000" x="4267200" y="6369050"/>
          <p14:tracePt t="8017" x="4419600" y="6362700"/>
          <p14:tracePt t="8034" x="4603750" y="6350000"/>
          <p14:tracePt t="8050" x="4692650" y="6350000"/>
          <p14:tracePt t="8067" x="4895850" y="6337300"/>
          <p14:tracePt t="8084" x="5086350" y="6330950"/>
          <p14:tracePt t="8100" x="5175250" y="6330950"/>
          <p14:tracePt t="8117" x="5327650" y="6311900"/>
          <p14:tracePt t="8133" x="5461000" y="6299200"/>
          <p14:tracePt t="8150" x="5511800" y="6292850"/>
          <p14:tracePt t="8167" x="5594350" y="6273800"/>
          <p14:tracePt t="8183" x="5645150" y="6273800"/>
          <p14:tracePt t="8200" x="5657850" y="6273800"/>
          <p14:tracePt t="8266" x="5657850" y="6280150"/>
          <p14:tracePt t="8294" x="5651500" y="6280150"/>
          <p14:tracePt t="8315" x="5645150" y="6280150"/>
          <p14:tracePt t="8343" x="5638800" y="6280150"/>
          <p14:tracePt t="8386" x="5632450" y="6280150"/>
          <p14:tracePt t="8498" x="5626100" y="6280150"/>
          <p14:tracePt t="8596" x="5619750" y="6280150"/>
          <p14:tracePt t="8638" x="5619750" y="6273800"/>
          <p14:tracePt t="8666" x="5619750" y="6267450"/>
          <p14:tracePt t="8673" x="5613400" y="6267450"/>
          <p14:tracePt t="8694" x="5613400" y="6261100"/>
          <p14:tracePt t="8716" x="5613400" y="6254750"/>
          <p14:tracePt t="8737" x="5613400" y="6242050"/>
          <p14:tracePt t="8743" x="5613400" y="6235700"/>
          <p14:tracePt t="8766" x="5607050" y="6229350"/>
          <p14:tracePt t="8786" x="5600700" y="6216650"/>
          <p14:tracePt t="8800" x="5600700" y="6203950"/>
          <p14:tracePt t="8807" x="5594350" y="6178550"/>
          <p14:tracePt t="8814" x="5588000" y="6159500"/>
          <p14:tracePt t="8831" x="5581650" y="6121400"/>
          <p14:tracePt t="8849" x="5556250" y="6038850"/>
          <p14:tracePt t="8864" x="5537200" y="5981700"/>
          <p14:tracePt t="8881" x="5505450" y="5861050"/>
          <p14:tracePt t="8898" x="5492750" y="5765800"/>
          <p14:tracePt t="8914" x="5480050" y="5727700"/>
          <p14:tracePt t="8931" x="5480050" y="5657850"/>
          <p14:tracePt t="8948" x="5480050" y="5607050"/>
          <p14:tracePt t="8964" x="5486400" y="5581650"/>
          <p14:tracePt t="8981" x="5492750" y="5543550"/>
          <p14:tracePt t="8997" x="5505450" y="5518150"/>
          <p14:tracePt t="9014" x="5511800" y="5505450"/>
          <p14:tracePt t="9031" x="5518150" y="5486400"/>
          <p14:tracePt t="9047" x="5524500" y="5486400"/>
          <p14:tracePt t="9151" x="5524500" y="5492750"/>
          <p14:tracePt t="9158" x="5524500" y="5499100"/>
          <p14:tracePt t="9166" x="5518150" y="5505450"/>
          <p14:tracePt t="9185" x="5511800" y="5511800"/>
          <p14:tracePt t="9207" x="5505450" y="5518150"/>
          <p14:tracePt t="9221" x="5492750" y="5518150"/>
          <p14:tracePt t="9230" x="5480050" y="5524500"/>
          <p14:tracePt t="9246" x="5461000" y="5543550"/>
          <p14:tracePt t="9264" x="5372100" y="5594350"/>
          <p14:tracePt t="9280" x="5226050" y="5664200"/>
          <p14:tracePt t="9296" x="5143500" y="5702300"/>
          <p14:tracePt t="9312" x="4965700" y="5797550"/>
          <p14:tracePt t="9329" x="4794250" y="5899150"/>
          <p14:tracePt t="9346" x="4711700" y="5949950"/>
          <p14:tracePt t="9363" x="4559300" y="6038850"/>
          <p14:tracePt t="9379" x="4432300" y="6121400"/>
          <p14:tracePt t="9397" x="4318000" y="6184900"/>
          <p14:tracePt t="9413" x="4273550" y="6210300"/>
          <p14:tracePt t="9429" x="4229100" y="6229350"/>
          <p14:tracePt t="9446" x="4165600" y="6261100"/>
          <p14:tracePt t="9462" x="4152900" y="6273800"/>
          <p14:tracePt t="9479" x="4140200" y="6280150"/>
          <p14:tracePt t="9495" x="4121150" y="6280150"/>
          <p14:tracePt t="9512" x="4114800" y="6280150"/>
          <p14:tracePt t="9529" x="4108450" y="6280150"/>
          <p14:tracePt t="9545" x="4089400" y="6280150"/>
          <p14:tracePt t="9562" x="4070350" y="6286500"/>
          <p14:tracePt t="9580" x="4038600" y="6292850"/>
          <p14:tracePt t="9595" x="4025900" y="6299200"/>
          <p14:tracePt t="9612" x="3981450" y="6318250"/>
          <p14:tracePt t="9629" x="3930650" y="6330950"/>
          <p14:tracePt t="9645" x="3911600" y="6343650"/>
          <p14:tracePt t="9661" x="3867150" y="6375400"/>
          <p14:tracePt t="9679" x="3835400" y="6394450"/>
          <p14:tracePt t="9695" x="3816350" y="6407150"/>
          <p14:tracePt t="9713" x="3784600" y="6426200"/>
          <p14:tracePt t="9727" x="3759200" y="6445250"/>
          <p14:tracePt t="9744" x="3752850" y="6451600"/>
          <p14:tracePt t="9763" x="3740150" y="6464300"/>
          <p14:tracePt t="9778" x="3733800" y="6470650"/>
          <p14:tracePt t="9794" x="3721100" y="6483350"/>
          <p14:tracePt t="9827" x="3714750" y="6483350"/>
          <p14:tracePt t="9844" x="3708400" y="6489700"/>
          <p14:tracePt t="9930" x="3708400" y="6496050"/>
          <p14:tracePt t="10064" x="3714750" y="6502400"/>
          <p14:tracePt t="10078" x="3714750" y="6508750"/>
          <p14:tracePt t="10134" x="3714750" y="6515100"/>
          <p14:tracePt t="10141" x="3714750" y="6521450"/>
          <p14:tracePt t="10218" x="3714750" y="6527800"/>
          <p14:tracePt t="10254" x="3714750" y="6534150"/>
          <p14:tracePt t="10289" x="3721100" y="6540500"/>
          <p14:tracePt t="10310" x="3727450" y="6540500"/>
          <p14:tracePt t="12653" x="3695700" y="6527800"/>
          <p14:tracePt t="12660" x="3613150" y="6477000"/>
          <p14:tracePt t="12674" x="3524250" y="6419850"/>
          <p14:tracePt t="12684" x="3416300" y="6356350"/>
          <p14:tracePt t="12701" x="3295650" y="6305550"/>
          <p14:tracePt t="12717" x="3086100" y="6165850"/>
          <p14:tracePt t="12734" x="2882900" y="6026150"/>
          <p14:tracePt t="12752" x="2667000" y="5911850"/>
          <p14:tracePt t="12768" x="2559050" y="5854700"/>
          <p14:tracePt t="12784" x="2349500" y="5740400"/>
          <p14:tracePt t="12801" x="2152650" y="5676900"/>
          <p14:tracePt t="12817" x="2051050" y="5645150"/>
          <p14:tracePt t="12834" x="1968500" y="5626100"/>
          <p14:tracePt t="12851" x="1784350" y="5600700"/>
          <p14:tracePt t="12867" x="1746250" y="5594350"/>
          <p14:tracePt t="12885" x="1663700" y="5581650"/>
          <p14:tracePt t="12900" x="1644650" y="5581650"/>
          <p14:tracePt t="12917" x="1612900" y="5581650"/>
          <p14:tracePt t="12934" x="1587500" y="5581650"/>
          <p14:tracePt t="12950" x="1574800" y="5581650"/>
          <p14:tracePt t="12967" x="1568450" y="5588000"/>
          <p14:tracePt t="12984" x="1562100" y="5588000"/>
          <p14:tracePt t="13016" x="1562100" y="5594350"/>
          <p14:tracePt t="13033" x="1562100" y="5600700"/>
          <p14:tracePt t="13054" x="1562100" y="5607050"/>
          <p14:tracePt t="13067" x="1562100" y="5613400"/>
          <p14:tracePt t="13083" x="1568450" y="5613400"/>
          <p14:tracePt t="13103" x="1574800" y="5619750"/>
          <p14:tracePt t="13123" x="1574800" y="5626100"/>
          <p14:tracePt t="13151" x="1581150" y="5626100"/>
          <p14:tracePt t="13173" x="1587500" y="5632450"/>
          <p14:tracePt t="13194" x="1593850" y="5638800"/>
          <p14:tracePt t="13201" x="1600200" y="5638800"/>
          <p14:tracePt t="13222" x="1606550" y="5645150"/>
          <p14:tracePt t="13243" x="1612900" y="5645150"/>
          <p14:tracePt t="13271" x="1619250" y="5651500"/>
          <p14:tracePt t="13285" x="1625600" y="5651500"/>
          <p14:tracePt t="13291" x="1631950" y="5651500"/>
          <p14:tracePt t="13313" x="1638300" y="5651500"/>
          <p14:tracePt t="13326" x="1644650" y="5651500"/>
          <p14:tracePt t="13335" x="1657350" y="5651500"/>
          <p14:tracePt t="13349" x="1670050" y="5657850"/>
          <p14:tracePt t="13365" x="1714500" y="5657850"/>
          <p14:tracePt t="13383" x="1797050" y="5670550"/>
          <p14:tracePt t="13399" x="1847850" y="5676900"/>
          <p14:tracePt t="13415" x="1968500" y="5695950"/>
          <p14:tracePt t="13432" x="2082800" y="5715000"/>
          <p14:tracePt t="13448" x="2152650" y="5734050"/>
          <p14:tracePt t="13465" x="2203450" y="5740400"/>
          <p14:tracePt t="13482" x="2343150" y="5778500"/>
          <p14:tracePt t="13498" x="2374900" y="5784850"/>
          <p14:tracePt t="13516" x="2413000" y="5791200"/>
          <p14:tracePt t="13531" x="2476500" y="5803900"/>
          <p14:tracePt t="13548" x="2527300" y="5829300"/>
          <p14:tracePt t="13566" x="2571750" y="5842000"/>
          <p14:tracePt t="13581" x="2597150" y="5842000"/>
          <p14:tracePt t="13598" x="2635250" y="5848350"/>
          <p14:tracePt t="13615" x="2660650" y="5848350"/>
          <p14:tracePt t="13631" x="2673350" y="5848350"/>
          <p14:tracePt t="13634" x="2679700" y="5848350"/>
          <p14:tracePt t="13648" x="2686050" y="5848350"/>
          <p14:tracePt t="13706" x="2686050" y="5842000"/>
          <p14:tracePt t="13804" x="2679700" y="5842000"/>
          <p14:tracePt t="13846" x="2673350" y="5842000"/>
          <p14:tracePt t="13938" x="2673350" y="5835650"/>
          <p14:tracePt t="13966" x="2667000" y="5835650"/>
          <p14:tracePt t="13972" x="2660650" y="5835650"/>
          <p14:tracePt t="13994" x="2654300" y="5835650"/>
          <p14:tracePt t="15811" x="2647950" y="5835650"/>
          <p14:tracePt t="15832" x="2647950" y="5829300"/>
          <p14:tracePt t="15839" x="2641600" y="5829300"/>
          <p14:tracePt t="15854" x="2635250" y="5822950"/>
          <p14:tracePt t="15860" x="2628900" y="5822950"/>
          <p14:tracePt t="15876" x="2622550" y="5822950"/>
          <p14:tracePt t="15889" x="2603500" y="5822950"/>
          <p14:tracePt t="15906" x="2590800" y="5822950"/>
          <p14:tracePt t="15924" x="2527300" y="5803900"/>
          <p14:tracePt t="15939" x="2400300" y="5791200"/>
          <p14:tracePt t="15956" x="2324100" y="5778500"/>
          <p14:tracePt t="15973" x="2127250" y="5765800"/>
          <p14:tracePt t="15989" x="2025650" y="5759450"/>
          <p14:tracePt t="16006" x="1835150" y="5746750"/>
          <p14:tracePt t="16023" x="1682750" y="5753100"/>
          <p14:tracePt t="16039" x="1625600" y="5759450"/>
          <p14:tracePt t="16057" x="1568450" y="5765800"/>
          <p14:tracePt t="16073" x="1549400" y="5772150"/>
          <p14:tracePt t="16089" x="1549400" y="5778500"/>
          <p14:tracePt t="16106" x="1549400" y="5784850"/>
          <p14:tracePt t="16139" x="1549400" y="5778500"/>
          <p14:tracePt t="20996" x="1562100" y="5778500"/>
          <p14:tracePt t="21010" x="1606550" y="5791200"/>
          <p14:tracePt t="21017" x="1657350" y="5816600"/>
          <p14:tracePt t="21026" x="1714500" y="5822950"/>
          <p14:tracePt t="21039" x="1790700" y="5835650"/>
          <p14:tracePt t="21055" x="1879600" y="5842000"/>
          <p14:tracePt t="21073" x="2082800" y="5854700"/>
          <p14:tracePt t="21089" x="2336800" y="5886450"/>
          <p14:tracePt t="21106" x="2482850" y="5911850"/>
          <p14:tracePt t="21122" x="2698750" y="5949950"/>
          <p14:tracePt t="21138" x="2844800" y="5988050"/>
          <p14:tracePt t="21155" x="2889250" y="6000750"/>
          <p14:tracePt t="21172" x="2940050" y="6013450"/>
          <p14:tracePt t="21188" x="2952750" y="6013450"/>
          <p14:tracePt t="21235" x="2946400" y="6007100"/>
          <p14:tracePt t="21249" x="2940050" y="6000750"/>
          <p14:tracePt t="21258" x="2927350" y="6000750"/>
          <p14:tracePt t="21271" x="2921000" y="5994400"/>
          <p14:tracePt t="21292" x="2914650" y="5994400"/>
          <p14:tracePt t="21305" x="2901950" y="5994400"/>
          <p14:tracePt t="21321" x="2895600" y="5994400"/>
          <p14:tracePt t="21341" x="2889250" y="5994400"/>
          <p14:tracePt t="21369" x="2882900" y="5994400"/>
          <p14:tracePt t="21375" x="2882900" y="5988050"/>
          <p14:tracePt t="21396" x="2876550" y="5988050"/>
          <p14:tracePt t="21409" x="2870200" y="5988050"/>
          <p14:tracePt t="21421" x="2863850" y="5988050"/>
          <p14:tracePt t="21438" x="2844800" y="5988050"/>
          <p14:tracePt t="21471" x="2813050" y="5981700"/>
          <p14:tracePt t="21488" x="2755900" y="5981700"/>
          <p14:tracePt t="21504" x="2724150" y="5981700"/>
          <p14:tracePt t="21520" x="2647950" y="5981700"/>
          <p14:tracePt t="21537" x="2565400" y="5969000"/>
          <p14:tracePt t="21554" x="2540000" y="5962650"/>
          <p14:tracePt t="21570" x="2508250" y="5962650"/>
          <p14:tracePt t="21587" x="2438400" y="5956300"/>
          <p14:tracePt t="21604" x="2419350" y="5956300"/>
          <p14:tracePt t="21621" x="2393950" y="5956300"/>
          <p14:tracePt t="21637" x="2387600" y="5956300"/>
          <p14:tracePt t="21653" x="2362200" y="5969000"/>
          <p14:tracePt t="21670" x="2330450" y="5975350"/>
          <p14:tracePt t="21687" x="2317750" y="5975350"/>
          <p14:tracePt t="22198" x="2330450" y="5975350"/>
          <p14:tracePt t="22212" x="2343150" y="5969000"/>
          <p14:tracePt t="22221" x="2362200" y="5962650"/>
          <p14:tracePt t="22235" x="2374900" y="5962650"/>
          <p14:tracePt t="22251" x="2387600" y="5956300"/>
          <p14:tracePt t="22268" x="2413000" y="5949950"/>
          <p14:tracePt t="22284" x="2419350" y="5943600"/>
          <p14:tracePt t="22318" x="2432050" y="5943600"/>
          <p14:tracePt t="22334" x="2438400" y="5937250"/>
          <p14:tracePt t="22338" x="2444750" y="5937250"/>
          <p14:tracePt t="22408" x="2451100" y="5937250"/>
          <p14:tracePt t="22465" x="2457450" y="5937250"/>
          <p14:tracePt t="22521" x="2470150" y="5937250"/>
          <p14:tracePt t="22542" x="2476500" y="5937250"/>
          <p14:tracePt t="22548" x="2482850" y="5937250"/>
          <p14:tracePt t="22570" x="2489200" y="5937250"/>
          <p14:tracePt t="22585" x="2495550" y="5937250"/>
          <p14:tracePt t="22591" x="2501900" y="5937250"/>
          <p14:tracePt t="22619" x="2508250" y="5937250"/>
          <p14:tracePt t="22632" x="2514600" y="5937250"/>
          <p14:tracePt t="22639" x="2520950" y="5937250"/>
          <p14:tracePt t="22654" x="2527300" y="5937250"/>
          <p14:tracePt t="22666" x="2533650" y="5937250"/>
          <p14:tracePt t="22683" x="2540000" y="5937250"/>
          <p14:tracePt t="26045" x="2559050" y="5930900"/>
          <p14:tracePt t="26052" x="2584450" y="5924550"/>
          <p14:tracePt t="26059" x="2609850" y="5911850"/>
          <p14:tracePt t="26074" x="2641600" y="5905500"/>
          <p14:tracePt t="26088" x="2686050" y="5886450"/>
          <p14:tracePt t="26105" x="2755900" y="5873750"/>
          <p14:tracePt t="26122" x="2813050" y="5854700"/>
          <p14:tracePt t="26138" x="2933700" y="5822950"/>
          <p14:tracePt t="26155" x="3073400" y="5803900"/>
          <p14:tracePt t="26172" x="3225800" y="5797550"/>
          <p14:tracePt t="26188" x="3308350" y="5784850"/>
          <p14:tracePt t="26204" x="3422650" y="5778500"/>
          <p14:tracePt t="26221" x="3517900" y="5765800"/>
          <p14:tracePt t="26238" x="3543300" y="5759450"/>
          <p14:tracePt t="26254" x="3575050" y="5753100"/>
          <p14:tracePt t="26271" x="3638550" y="5746750"/>
          <p14:tracePt t="26288" x="3644900" y="5740400"/>
          <p14:tracePt t="26306" x="3657600" y="5734050"/>
          <p14:tracePt t="26321" x="3663950" y="5734050"/>
          <p14:tracePt t="26337" x="3663950" y="5727700"/>
          <p14:tracePt t="26354" x="3670300" y="5721350"/>
          <p14:tracePt t="26382" x="3683000" y="5715000"/>
          <p14:tracePt t="26410" x="3689350" y="5715000"/>
          <p14:tracePt t="26431" x="3695700" y="5708650"/>
          <p14:tracePt t="26473" x="3702050" y="5702300"/>
          <p14:tracePt t="26480" x="3702050" y="5695950"/>
          <p14:tracePt t="26501" x="3702050" y="5689600"/>
          <p14:tracePt t="26529" x="3702050" y="5683250"/>
          <p14:tracePt t="27955" x="3702050" y="5715000"/>
          <p14:tracePt t="27962" x="3733800" y="5759450"/>
          <p14:tracePt t="27976" x="3765550" y="5803900"/>
          <p14:tracePt t="27984" x="3803650" y="5861050"/>
          <p14:tracePt t="27999" x="3841750" y="5892800"/>
          <p14:tracePt t="28015" x="3892550" y="5981700"/>
          <p14:tracePt t="28033" x="3917950" y="6019800"/>
          <p14:tracePt t="28049" x="3943350" y="6076950"/>
          <p14:tracePt t="28065" x="3949700" y="6102350"/>
          <p14:tracePt t="28082" x="3956050" y="6140450"/>
          <p14:tracePt t="28098" x="3949700" y="6165850"/>
          <p14:tracePt t="28114" x="3949700" y="6184900"/>
          <p14:tracePt t="28131" x="3924300" y="6210300"/>
          <p14:tracePt t="28148" x="3886200" y="6223000"/>
          <p14:tracePt t="28164" x="3860800" y="6229350"/>
          <p14:tracePt t="28181" x="3790950" y="6242050"/>
          <p14:tracePt t="28198" x="3708400" y="6254750"/>
          <p14:tracePt t="28215" x="3556000" y="6248400"/>
          <p14:tracePt t="28231" x="3441700" y="6229350"/>
          <p14:tracePt t="28248" x="3194050" y="6203950"/>
          <p14:tracePt t="28265" x="2965450" y="6184900"/>
          <p14:tracePt t="28281" x="2863850" y="6165850"/>
          <p14:tracePt t="28297" x="2698750" y="6134100"/>
          <p14:tracePt t="28314" x="2552700" y="6127750"/>
          <p14:tracePt t="28330" x="2501900" y="6115050"/>
          <p14:tracePt t="28348" x="2432050" y="6102350"/>
          <p14:tracePt t="28364" x="2393950" y="6096000"/>
          <p14:tracePt t="28380" x="2381250" y="6096000"/>
          <p14:tracePt t="28400" x="2381250" y="6102350"/>
          <p14:tracePt t="28425" x="2381250" y="6108700"/>
          <p14:tracePt t="28448" x="2381250" y="6115050"/>
          <p14:tracePt t="28453" x="2387600" y="6115050"/>
          <p14:tracePt t="28474" x="2400300" y="6121400"/>
          <p14:tracePt t="28489" x="2413000" y="6127750"/>
          <p14:tracePt t="28499" x="2425700" y="6127750"/>
          <p14:tracePt t="28513" x="2451100" y="6127750"/>
          <p14:tracePt t="28530" x="2514600" y="6127750"/>
          <p14:tracePt t="28547" x="2667000" y="6115050"/>
          <p14:tracePt t="28563" x="2762250" y="6108700"/>
          <p14:tracePt t="28580" x="3022600" y="6096000"/>
          <p14:tracePt t="28596" x="3302000" y="6083300"/>
          <p14:tracePt t="28613" x="3429000" y="6083300"/>
          <p14:tracePt t="28630" x="3644900" y="6083300"/>
          <p14:tracePt t="28646" x="3784600" y="6076950"/>
          <p14:tracePt t="28663" x="3848100" y="6076950"/>
          <p14:tracePt t="28679" x="3981450" y="6070600"/>
          <p14:tracePt t="28697" x="4019550" y="6070600"/>
          <p14:tracePt t="28715" x="4140200" y="6076950"/>
          <p14:tracePt t="28730" x="4159250" y="6076950"/>
          <p14:tracePt t="28746" x="4178300" y="6083300"/>
          <p14:tracePt t="28764" x="4210050" y="6089650"/>
          <p14:tracePt t="28780" x="4229100" y="6102350"/>
          <p14:tracePt t="28796" x="4235450" y="6108700"/>
          <p14:tracePt t="28813" x="4273550" y="6121400"/>
          <p14:tracePt t="28830" x="4337050" y="6153150"/>
          <p14:tracePt t="28846" x="4387850" y="6165850"/>
          <p14:tracePt t="28862" x="4508500" y="6210300"/>
          <p14:tracePt t="28879" x="4667250" y="6248400"/>
          <p14:tracePt t="28895" x="4737100" y="6280150"/>
          <p14:tracePt t="28912" x="4857750" y="6324600"/>
          <p14:tracePt t="28928" x="4953000" y="6350000"/>
          <p14:tracePt t="28946" x="5003800" y="6362700"/>
          <p14:tracePt t="28961" x="5029200" y="6362700"/>
          <p14:tracePt t="28978" x="5041900" y="6362700"/>
          <p14:tracePt t="28995" x="5073650" y="6356350"/>
          <p14:tracePt t="29011" x="5080000" y="6350000"/>
          <p14:tracePt t="29028" x="5086350" y="6350000"/>
          <p14:tracePt t="29045" x="5092700" y="6343650"/>
          <p14:tracePt t="29079" x="5092700" y="6350000"/>
          <p14:tracePt t="29085" x="5099050" y="6362700"/>
          <p14:tracePt t="29100" x="5105400" y="6375400"/>
          <p14:tracePt t="41999" x="5099050" y="6375400"/>
          <p14:tracePt t="42006" x="5060950" y="6375400"/>
          <p14:tracePt t="42016" x="5022850" y="6375400"/>
          <p14:tracePt t="42034" x="4813300" y="6394450"/>
          <p14:tracePt t="42049" x="4667250" y="6419850"/>
          <p14:tracePt t="42066" x="4527550" y="6451600"/>
          <p14:tracePt t="42083" x="4318000" y="6464300"/>
          <p14:tracePt t="42100" x="4159250" y="6489700"/>
          <p14:tracePt t="42116" x="4032250" y="6489700"/>
          <p14:tracePt t="42133" x="3848100" y="6477000"/>
          <p14:tracePt t="42149" x="3695700" y="6451600"/>
          <p14:tracePt t="42166" x="3556000" y="6451600"/>
          <p14:tracePt t="42182" x="3384550" y="6432550"/>
          <p14:tracePt t="42199" x="3302000" y="6432550"/>
          <p14:tracePt t="42217" x="3232150" y="6464300"/>
          <p14:tracePt t="42232" x="3175000" y="6464300"/>
          <p14:tracePt t="42249" x="3130550" y="6470650"/>
          <p14:tracePt t="42266" x="3079750" y="6470650"/>
          <p14:tracePt t="42282" x="3054350" y="6470650"/>
          <p14:tracePt t="42299" x="3028950" y="6470650"/>
          <p14:tracePt t="42316" x="3003550" y="6457950"/>
          <p14:tracePt t="42348" x="2997200" y="6457950"/>
          <p14:tracePt t="42365" x="2984500" y="6445250"/>
          <p14:tracePt t="42382" x="2978150" y="6445250"/>
          <p14:tracePt t="42415" x="2959100" y="6432550"/>
          <p14:tracePt t="42432" x="2952750" y="6426200"/>
          <p14:tracePt t="42448" x="2952750" y="6419850"/>
          <p14:tracePt t="42497" x="2959100" y="6419850"/>
          <p14:tracePt t="42511" x="2965450" y="6419850"/>
          <p14:tracePt t="42518" x="2971800" y="6419850"/>
          <p14:tracePt t="42534" x="2978150" y="6419850"/>
          <p14:tracePt t="42548" x="2990850" y="6419850"/>
          <p14:tracePt t="42564" x="3003550" y="6419850"/>
          <p14:tracePt t="42581" x="3041650" y="6413500"/>
          <p14:tracePt t="42598" x="3086100" y="6413500"/>
          <p14:tracePt t="42614" x="3130550" y="6413500"/>
          <p14:tracePt t="42631" x="3263900" y="6413500"/>
          <p14:tracePt t="42648" x="3403600" y="6413500"/>
          <p14:tracePt t="42666" x="3695700" y="6432550"/>
          <p14:tracePt t="42681" x="3873500" y="6457950"/>
          <p14:tracePt t="42697" x="4108450" y="6483350"/>
          <p14:tracePt t="42715" x="4438650" y="6540500"/>
          <p14:tracePt t="42731" x="4591050" y="6546850"/>
          <p14:tracePt t="42748" x="4724400" y="6565900"/>
          <p14:tracePt t="42764" x="4921250" y="6584950"/>
          <p14:tracePt t="42780" x="4997450" y="6591300"/>
          <p14:tracePt t="42797" x="5067300" y="6591300"/>
          <p14:tracePt t="42814" x="5130800" y="6584950"/>
          <p14:tracePt t="42830" x="5156200" y="6584950"/>
          <p14:tracePt t="42849" x="5168900" y="6584950"/>
          <p14:tracePt t="42891" x="5168900" y="6578600"/>
          <p14:tracePt t="42961" x="5175250" y="6578600"/>
          <p14:tracePt t="42982" x="5181600" y="6578600"/>
          <p14:tracePt t="43003" x="5187950" y="6578600"/>
          <p14:tracePt t="43010" x="5194300" y="6578600"/>
          <p14:tracePt t="43024" x="5200650" y="6578600"/>
          <p14:tracePt t="43033" x="5207000" y="6578600"/>
          <p14:tracePt t="43052" x="5213350" y="6578600"/>
          <p14:tracePt t="43062" x="5226050" y="6578600"/>
          <p14:tracePt t="43080" x="5238750" y="6578600"/>
          <p14:tracePt t="43096" x="5264150" y="6572250"/>
          <p14:tracePt t="43113" x="5283200" y="6572250"/>
          <p14:tracePt t="43129" x="5346700" y="6559550"/>
          <p14:tracePt t="43146" x="5416550" y="6553200"/>
          <p14:tracePt t="43163" x="5511800" y="6534150"/>
          <p14:tracePt t="43179" x="5657850" y="6508750"/>
          <p14:tracePt t="43195" x="5753100" y="6496050"/>
          <p14:tracePt t="43213" x="5848350" y="6470650"/>
          <p14:tracePt t="43229" x="5981700" y="6457950"/>
          <p14:tracePt t="43245" x="6051550" y="6451600"/>
          <p14:tracePt t="43263" x="6159500" y="6445250"/>
          <p14:tracePt t="43279" x="6203950" y="6438900"/>
          <p14:tracePt t="43295" x="6242050" y="6432550"/>
          <p14:tracePt t="43312" x="6261100" y="6432550"/>
          <p14:tracePt t="43329" x="6273800" y="6432550"/>
          <p14:tracePt t="43345" x="6280150" y="6419850"/>
          <p14:tracePt t="43362" x="6286500" y="6413500"/>
          <p14:tracePt t="43378" x="6292850" y="6407150"/>
          <p14:tracePt t="43395" x="6292850" y="6394450"/>
          <p14:tracePt t="43428" x="6286500" y="6394450"/>
          <p14:tracePt t="43445" x="6280150" y="6394450"/>
          <p14:tracePt t="43461" x="6286500" y="64008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928" y="924125"/>
            <a:ext cx="8659713" cy="5653862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254" dirty="0">
                <a:latin typeface="Lucida Console" panose="020B0609040504020204" pitchFamily="49" charset="0"/>
              </a:rPr>
              <a:t> (x)]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254" dirty="0">
                <a:latin typeface="Lucida Console" panose="020B0609040504020204" pitchFamily="49" charset="0"/>
              </a:rPr>
              <a:t> (2*x+1)]</a:t>
            </a:r>
            <a:endParaRPr lang="en-US" altLang="zh-TW" sz="2254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[2*x+1 for x in range(15) 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254" dirty="0">
                <a:latin typeface="Lucida Console" panose="020B0609040504020204" pitchFamily="49" charset="0"/>
              </a:rPr>
              <a:t> (2*x+1)]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208446"/>
            <a:ext cx="9144000" cy="57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Some list comprehensions that use prime()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4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0"/>
    </mc:Choice>
    <mc:Fallback xmlns="">
      <p:transition spd="slow" advTm="39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928" y="924125"/>
            <a:ext cx="8659713" cy="5653862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list(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254" dirty="0">
                <a:latin typeface="Lucida Console" panose="020B0609040504020204" pitchFamily="49" charset="0"/>
              </a:rPr>
              <a:t>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254" dirty="0">
                <a:latin typeface="Lucida Console" panose="020B0609040504020204" pitchFamily="49" charset="0"/>
              </a:rPr>
              <a:t>, range(15)))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list(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254" dirty="0">
                <a:latin typeface="Lucida Console" panose="020B0609040504020204" pitchFamily="49" charset="0"/>
              </a:rPr>
              <a:t>(lambda x: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254" dirty="0">
                <a:latin typeface="Lucida Console" panose="020B0609040504020204" pitchFamily="49" charset="0"/>
              </a:rPr>
              <a:t>(2*x+1), range(15)))</a:t>
            </a:r>
            <a:endParaRPr lang="en-US" altLang="zh-TW" sz="2254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254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list(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254" dirty="0">
                <a:latin typeface="Lucida Console" panose="020B0609040504020204" pitchFamily="49" charset="0"/>
              </a:rPr>
              <a:t>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254" dirty="0">
                <a:latin typeface="Lucida Console" panose="020B0609040504020204" pitchFamily="49" charset="0"/>
              </a:rPr>
              <a:t>,[2*x+1 for x in range(15)]))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 </a:t>
            </a:r>
          </a:p>
          <a:p>
            <a:pPr marL="0" indent="0">
              <a:buNone/>
            </a:pPr>
            <a:r>
              <a:rPr lang="en-US" altLang="zh-TW" sz="2254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751" dirty="0">
              <a:latin typeface="Arial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208446"/>
            <a:ext cx="8588145" cy="57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Equivalent filters that use prime()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4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28"/>
    </mc:Choice>
    <mc:Fallback xmlns="">
      <p:transition spd="slow" advTm="4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28" y="208445"/>
            <a:ext cx="8588145" cy="644111"/>
          </a:xfrm>
        </p:spPr>
        <p:txBody>
          <a:bodyPr/>
          <a:lstStyle/>
          <a:p>
            <a:r>
              <a:rPr lang="en-US" altLang="zh-TW" sz="3600" dirty="0"/>
              <a:t>List Comprehensions vs. List Generators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51512" y="852365"/>
            <a:ext cx="8301873" cy="6005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513" tIns="39757" rIns="79513" bIns="39757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</a:pPr>
            <a:r>
              <a:rPr lang="en-US" altLang="zh-TW" sz="2630" kern="0" dirty="0">
                <a:solidFill>
                  <a:srgbClr val="000000"/>
                </a:solidFill>
              </a:rPr>
              <a:t>The difference, in terms of how you define them, is </a:t>
            </a:r>
            <a:r>
              <a:rPr lang="en-US" altLang="zh-TW" sz="2630" kern="0" spc="-28" dirty="0">
                <a:solidFill>
                  <a:srgbClr val="000000"/>
                </a:solidFill>
              </a:rPr>
              <a:t>whether you use square brackets [] or parentheses ():</a:t>
            </a:r>
            <a:endParaRPr lang="en-US" altLang="zh-TW" sz="2630" kern="0" dirty="0">
              <a:solidFill>
                <a:srgbClr val="000000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54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54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54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l=[n*2 for n in range(99)] </a:t>
            </a:r>
            <a:r>
              <a:rPr lang="en-US" altLang="zh-TW" sz="2254" kern="0" dirty="0">
                <a:solidFill>
                  <a:srgbClr val="2D2DB9"/>
                </a:solidFill>
              </a:rPr>
              <a:t># List </a:t>
            </a:r>
            <a:r>
              <a:rPr lang="en-US" altLang="zh-TW" sz="2254" kern="0" dirty="0" err="1">
                <a:solidFill>
                  <a:srgbClr val="2D2DB9"/>
                </a:solidFill>
              </a:rPr>
              <a:t>compr</a:t>
            </a:r>
            <a:r>
              <a:rPr lang="en-US" altLang="zh-TW" sz="2254" kern="0" dirty="0">
                <a:solidFill>
                  <a:srgbClr val="2D2DB9"/>
                </a:solidFill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54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54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 &gt;&gt;&gt; </a:t>
            </a:r>
            <a:r>
              <a:rPr lang="en-US" altLang="zh-TW" sz="2254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g=(n*2 for n in range(99)) </a:t>
            </a:r>
            <a:r>
              <a:rPr lang="en-US" altLang="zh-TW" sz="2254" kern="0" dirty="0">
                <a:solidFill>
                  <a:srgbClr val="2D2DB9"/>
                </a:solidFill>
              </a:rPr>
              <a:t># Generator expr.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altLang="zh-TW" sz="2254" kern="0" dirty="0">
                <a:solidFill>
                  <a:srgbClr val="000000"/>
                </a:solidFill>
              </a:rPr>
              <a:t>(The “(…)” symbols are used because they’re available:</a:t>
            </a:r>
            <a:br>
              <a:rPr lang="en-US" altLang="zh-TW" sz="2254" kern="0" dirty="0">
                <a:solidFill>
                  <a:srgbClr val="000000"/>
                </a:solidFill>
              </a:rPr>
            </a:br>
            <a:r>
              <a:rPr lang="en-US" altLang="zh-TW" sz="2254" kern="0" spc="-19" dirty="0">
                <a:solidFill>
                  <a:srgbClr val="000000"/>
                </a:solidFill>
              </a:rPr>
              <a:t>tuple comprehensions don’t exist (tuples are immutabl</a:t>
            </a:r>
            <a:r>
              <a:rPr lang="en-US" altLang="zh-TW" sz="2254" kern="0" spc="-94" dirty="0">
                <a:solidFill>
                  <a:srgbClr val="000000"/>
                </a:solidFill>
              </a:rPr>
              <a:t>e).</a:t>
            </a:r>
            <a:r>
              <a:rPr lang="en-US" altLang="zh-TW" sz="2254" kern="0" dirty="0">
                <a:solidFill>
                  <a:srgbClr val="000000"/>
                </a:solidFill>
              </a:rPr>
              <a:t> Nor are there number comprehensions. So a “(… for …)” is unambiguously not a tuple or numeric expression. </a:t>
            </a:r>
          </a:p>
          <a:p>
            <a:pPr>
              <a:lnSpc>
                <a:spcPct val="82000"/>
              </a:lnSpc>
              <a:spcBef>
                <a:spcPts val="564"/>
              </a:spcBef>
            </a:pPr>
            <a:r>
              <a:rPr lang="en-US" altLang="zh-TW" sz="2630" kern="0" dirty="0">
                <a:solidFill>
                  <a:srgbClr val="FF0000"/>
                </a:solidFill>
              </a:rPr>
              <a:t>They are different types: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zh-TW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print(type(l), type(g))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&lt;class 'list'&gt; &lt;class 'generator'&gt;</a:t>
            </a:r>
          </a:p>
          <a:p>
            <a:pPr>
              <a:lnSpc>
                <a:spcPct val="82000"/>
              </a:lnSpc>
              <a:spcBef>
                <a:spcPts val="564"/>
              </a:spcBef>
            </a:pPr>
            <a:r>
              <a:rPr lang="en-US" altLang="zh-TW" sz="2630" kern="0" dirty="0">
                <a:solidFill>
                  <a:srgbClr val="FF0000"/>
                </a:solidFill>
              </a:rPr>
              <a:t>With different sizes: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</a:t>
            </a:r>
            <a:r>
              <a:rPr lang="en-US" sz="2254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sys.getsizeof</a:t>
            </a:r>
            <a:r>
              <a:rPr 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(l),</a:t>
            </a:r>
            <a:r>
              <a:rPr lang="en-US" sz="2254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sys.getsizeof</a:t>
            </a:r>
            <a:r>
              <a:rPr 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(g))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912 88</a:t>
            </a:r>
            <a:endParaRPr lang="en-US" altLang="zh-TW" sz="2254" kern="0" dirty="0">
              <a:solidFill>
                <a:srgbClr val="FF0000"/>
              </a:solidFill>
            </a:endParaRPr>
          </a:p>
          <a:p>
            <a:pPr>
              <a:lnSpc>
                <a:spcPct val="82000"/>
              </a:lnSpc>
              <a:spcBef>
                <a:spcPts val="564"/>
              </a:spcBef>
            </a:pPr>
            <a:r>
              <a:rPr lang="en-US" altLang="zh-TW" sz="2630" kern="0" dirty="0">
                <a:solidFill>
                  <a:srgbClr val="FF0000"/>
                </a:solidFill>
              </a:rPr>
              <a:t>You cannot access the elements of a generator: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25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print(l[2],g[2])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00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 </a:t>
            </a:r>
            <a:r>
              <a:rPr lang="en-US" sz="200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00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00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   File "&lt;</a:t>
            </a:r>
            <a:r>
              <a:rPr lang="en-US" sz="200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stdin</a:t>
            </a:r>
            <a:r>
              <a:rPr lang="en-US" sz="200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254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 </a:t>
            </a:r>
            <a:r>
              <a:rPr lang="en-US" sz="2254" kern="0" spc="-113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TypeError</a:t>
            </a:r>
            <a:r>
              <a:rPr lang="en-US" sz="2254" kern="0" spc="-113" dirty="0">
                <a:solidFill>
                  <a:srgbClr val="EB99CC"/>
                </a:solidFill>
                <a:latin typeface="Lucida Console" panose="020B0609040504020204" pitchFamily="49" charset="0"/>
              </a:rPr>
              <a:t>:'generator' object is not </a:t>
            </a:r>
            <a:r>
              <a:rPr lang="en-US" sz="2254" kern="0" spc="-113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subscriptable</a:t>
            </a:r>
            <a:endParaRPr lang="en-US" altLang="zh-TW" sz="2630" kern="0" spc="-113" dirty="0">
              <a:solidFill>
                <a:srgbClr val="EB99CC"/>
              </a:solidFill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917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7"/>
    </mc:Choice>
    <mc:Fallback xmlns="">
      <p:transition spd="slow" advTm="60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65310"/>
            <a:ext cx="8588145" cy="7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kern="0" dirty="0"/>
              <a:t>Review: Functions</a:t>
            </a:r>
            <a:endParaRPr lang="en-US" altLang="zh-TW" kern="0" dirty="0">
              <a:latin typeface="Arial Narrow" panose="020B060602020203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8784" y="809091"/>
            <a:ext cx="8945217" cy="68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Dynamic scoping rules</a:t>
            </a:r>
          </a:p>
          <a:p>
            <a:pPr marL="749607" lvl="2" indent="-347883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en-US" sz="2435" kern="0" dirty="0">
                <a:solidFill>
                  <a:srgbClr val="000000"/>
                </a:solidFill>
              </a:rPr>
              <a:t>Including with the “nonlocal” and “global” keywords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When an argument passes by-value vs by-reference.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use keyword arguments.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make keyword-only arguments.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use default parameters.</a:t>
            </a:r>
          </a:p>
          <a:p>
            <a:pPr marL="749607" lvl="2" indent="-347883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en-US" sz="2435" kern="0" dirty="0">
                <a:solidFill>
                  <a:srgbClr val="000000"/>
                </a:solidFill>
              </a:rPr>
              <a:t>How they persist in future calls, if they are mutable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support variable-length argument lists.</a:t>
            </a:r>
          </a:p>
          <a:p>
            <a:pPr marL="749607" lvl="2" indent="-347883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en-US" sz="2435" kern="0" dirty="0">
                <a:solidFill>
                  <a:srgbClr val="000000"/>
                </a:solidFill>
              </a:rPr>
              <a:t>How to use the * and ** to forward two type of variable-length arguments onward to a </a:t>
            </a:r>
            <a:r>
              <a:rPr lang="en-US" altLang="en-US" sz="2435" kern="0" dirty="0" err="1">
                <a:solidFill>
                  <a:srgbClr val="000000"/>
                </a:solidFill>
              </a:rPr>
              <a:t>callee</a:t>
            </a:r>
            <a:r>
              <a:rPr lang="en-US" altLang="en-US" sz="2435" kern="0" dirty="0">
                <a:solidFill>
                  <a:srgbClr val="000000"/>
                </a:solidFill>
              </a:rPr>
              <a:t>.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pass function objects (</a:t>
            </a:r>
            <a:r>
              <a:rPr lang="en-US" altLang="en-US" sz="2783" kern="0" dirty="0" err="1">
                <a:solidFill>
                  <a:srgbClr val="000000"/>
                </a:solidFill>
              </a:rPr>
              <a:t>ie</a:t>
            </a:r>
            <a:r>
              <a:rPr lang="en-US" altLang="en-US" sz="2783" kern="0" dirty="0">
                <a:solidFill>
                  <a:srgbClr val="000000"/>
                </a:solidFill>
              </a:rPr>
              <a:t>, function pointers)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define one function inside another</a:t>
            </a:r>
          </a:p>
          <a:p>
            <a:pPr marL="401723" lvl="1" indent="-347883">
              <a:lnSpc>
                <a:spcPct val="80000"/>
              </a:lnSpc>
              <a:spcBef>
                <a:spcPts val="1044"/>
              </a:spcBef>
              <a:buFont typeface="Wingdings" panose="05000000000000000000" pitchFamily="2" charset="2"/>
              <a:buChar char="§"/>
            </a:pPr>
            <a:r>
              <a:rPr lang="en-US" altLang="en-US" sz="2783" kern="0" dirty="0">
                <a:solidFill>
                  <a:srgbClr val="000000"/>
                </a:solidFill>
              </a:rPr>
              <a:t>How to make and use a function generator</a:t>
            </a:r>
          </a:p>
          <a:p>
            <a:pPr marL="749607" lvl="2" indent="-347883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en-US" sz="2435" kern="0" dirty="0">
                <a:solidFill>
                  <a:srgbClr val="000000"/>
                </a:solidFill>
              </a:rPr>
              <a:t>And the difference to an expression generator</a:t>
            </a:r>
          </a:p>
          <a:p>
            <a:pPr marL="397581" lvl="1" indent="0">
              <a:lnSpc>
                <a:spcPct val="80000"/>
              </a:lnSpc>
              <a:spcBef>
                <a:spcPts val="1044"/>
              </a:spcBef>
              <a:buNone/>
            </a:pPr>
            <a:endParaRPr lang="en-US" altLang="en-US" sz="3131" kern="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9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04"/>
    </mc:Choice>
    <mc:Fallback xmlns="">
      <p:transition spd="slow" advTm="7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072" x="6299200" y="6388100"/>
          <p14:tracePt t="2079" x="6324600" y="6343650"/>
          <p14:tracePt t="2087" x="6343650" y="6280150"/>
          <p14:tracePt t="2104" x="6413500" y="6121400"/>
          <p14:tracePt t="2120" x="6477000" y="5924550"/>
          <p14:tracePt t="2136" x="6578600" y="5632450"/>
          <p14:tracePt t="2153" x="6642100" y="5422900"/>
          <p14:tracePt t="2171" x="6705600" y="5092700"/>
          <p14:tracePt t="2186" x="6724650" y="4883150"/>
          <p14:tracePt t="2203" x="6743700" y="4679950"/>
          <p14:tracePt t="2220" x="6731000" y="4349750"/>
          <p14:tracePt t="2236" x="6731000" y="4146550"/>
          <p14:tracePt t="2253" x="6686550" y="3917950"/>
          <p14:tracePt t="2269" x="6604000" y="3606800"/>
          <p14:tracePt t="2286" x="6534150" y="3397250"/>
          <p14:tracePt t="2304" x="6432550" y="3130550"/>
          <p14:tracePt t="2319" x="6362700" y="2984500"/>
          <p14:tracePt t="2336" x="6292850" y="2857500"/>
          <p14:tracePt t="2353" x="6216650" y="2667000"/>
          <p14:tracePt t="2369" x="6172200" y="2546350"/>
          <p14:tracePt t="2386" x="6140450" y="2489200"/>
          <p14:tracePt t="2403" x="6096000" y="2387600"/>
          <p14:tracePt t="2419" x="6057900" y="2279650"/>
          <p14:tracePt t="2436" x="6026150" y="2216150"/>
          <p14:tracePt t="2452" x="5962650" y="2063750"/>
          <p14:tracePt t="2468" x="5918200" y="1987550"/>
          <p14:tracePt t="2486" x="5848350" y="1854200"/>
          <p14:tracePt t="2502" x="5810250" y="1746250"/>
          <p14:tracePt t="2519" x="5765800" y="1657350"/>
          <p14:tracePt t="2536" x="5721350" y="1562100"/>
          <p14:tracePt t="2552" x="5689600" y="1498600"/>
          <p14:tracePt t="2568" x="5657850" y="1447800"/>
          <p14:tracePt t="2585" x="5632450" y="1390650"/>
          <p14:tracePt t="2602" x="5619750" y="1358900"/>
          <p14:tracePt t="2618" x="5607050" y="1327150"/>
          <p14:tracePt t="2635" x="5581650" y="1289050"/>
          <p14:tracePt t="2651" x="5562600" y="1250950"/>
          <p14:tracePt t="2669" x="5543550" y="1200150"/>
          <p14:tracePt t="2684" x="5530850" y="1162050"/>
          <p14:tracePt t="2701" x="5530850" y="1136650"/>
          <p14:tracePt t="2718" x="5524500" y="1111250"/>
          <p14:tracePt t="2735" x="5524500" y="1092200"/>
          <p14:tracePt t="2751" x="5518150" y="1079500"/>
          <p14:tracePt t="2768" x="5518150" y="1073150"/>
          <p14:tracePt t="2802" x="5524500" y="1079500"/>
          <p14:tracePt t="2810" x="5530850" y="1085850"/>
          <p14:tracePt t="2818" x="5537200" y="1098550"/>
          <p14:tracePt t="2834" x="5537200" y="1117600"/>
          <p14:tracePt t="2852" x="5581650" y="1200150"/>
          <p14:tracePt t="2867" x="5689600" y="1327150"/>
          <p14:tracePt t="2884" x="5810250" y="1466850"/>
          <p14:tracePt t="2901" x="5994400" y="1714500"/>
          <p14:tracePt t="2917" x="6134100" y="1917700"/>
          <p14:tracePt t="2934" x="6229350" y="2082800"/>
          <p14:tracePt t="2950" x="6337300" y="2286000"/>
          <p14:tracePt t="2967" x="6413500" y="2451100"/>
          <p14:tracePt t="2984" x="6496050" y="2635250"/>
          <p14:tracePt t="3000" x="6629400" y="2914650"/>
          <p14:tracePt t="3017" x="6718300" y="3136900"/>
          <p14:tracePt t="3021" x="6756400" y="3232150"/>
          <p14:tracePt t="3034" x="6838950" y="3378200"/>
          <p14:tracePt t="3050" x="6908800" y="3517900"/>
          <p14:tracePt t="3067" x="6978650" y="3663950"/>
          <p14:tracePt t="3084" x="7080250" y="3854450"/>
          <p14:tracePt t="3100" x="7124700" y="3949700"/>
          <p14:tracePt t="3117" x="7194550" y="4064000"/>
          <p14:tracePt t="3133" x="7264400" y="4133850"/>
          <p14:tracePt t="3150" x="7308850" y="4146550"/>
          <p14:tracePt t="3167" x="7353300" y="4178300"/>
          <p14:tracePt t="3183" x="7385050" y="4178300"/>
          <p14:tracePt t="3199" x="7404100" y="4178300"/>
          <p14:tracePt t="3217" x="7416800" y="4165600"/>
          <p14:tracePt t="3233" x="7435850" y="4159250"/>
          <p14:tracePt t="3249" x="7448550" y="4159250"/>
          <p14:tracePt t="3266" x="7493000" y="4165600"/>
          <p14:tracePt t="3282" x="7575550" y="4184650"/>
          <p14:tracePt t="3299" x="7632700" y="4203700"/>
          <p14:tracePt t="3735" x="7689850" y="4254500"/>
          <p14:tracePt t="3742" x="7734300" y="4286250"/>
          <p14:tracePt t="3756" x="7797800" y="4349750"/>
          <p14:tracePt t="3764" x="7867650" y="4419600"/>
          <p14:tracePt t="3780" x="7937500" y="4483100"/>
          <p14:tracePt t="3798" x="8102600" y="4603750"/>
          <p14:tracePt t="3814" x="8255000" y="4705350"/>
          <p14:tracePt t="3831" x="8312150" y="4756150"/>
          <p14:tracePt t="3848" x="8382000" y="4806950"/>
          <p14:tracePt t="3864" x="8394700" y="4826000"/>
          <p14:tracePt t="3880" x="8420100" y="4845050"/>
          <p14:tracePt t="3897" x="8432800" y="4857750"/>
          <p14:tracePt t="3914" x="8439150" y="4857750"/>
          <p14:tracePt t="3931" x="8439150" y="4870450"/>
          <p14:tracePt t="3946" x="8458200" y="4883150"/>
          <p14:tracePt t="3963" x="8496300" y="4908550"/>
          <p14:tracePt t="3981" x="8547100" y="4921250"/>
          <p14:tracePt t="4866" x="8534400" y="4978400"/>
          <p14:tracePt t="4880" x="8515350" y="5041900"/>
          <p14:tracePt t="4886" x="8496300" y="5111750"/>
          <p14:tracePt t="4901" x="8477250" y="5175250"/>
          <p14:tracePt t="4910" x="8458200" y="5232400"/>
          <p14:tracePt t="4928" x="8439150" y="5289550"/>
          <p14:tracePt t="4944" x="8407400" y="5365750"/>
          <p14:tracePt t="4960" x="8375650" y="5422900"/>
          <p14:tracePt t="4977" x="8362950" y="5448300"/>
          <p14:tracePt t="4993" x="8356600" y="5473700"/>
          <p14:tracePt t="5009" x="8350250" y="5486400"/>
          <p14:tracePt t="5028" x="8337550" y="5499100"/>
          <p14:tracePt t="5043" x="8337550" y="5511800"/>
          <p14:tracePt t="5060" x="8331200" y="5524500"/>
          <p14:tracePt t="5077" x="8318500" y="5588000"/>
          <p14:tracePt t="5093" x="8312150" y="5619750"/>
          <p14:tracePt t="5109" x="8293100" y="5702300"/>
          <p14:tracePt t="5126" x="8280400" y="573405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1"/>
          <p:cNvSpPr>
            <a:spLocks noGrp="1" noChangeArrowheads="1"/>
          </p:cNvSpPr>
          <p:nvPr>
            <p:ph type="title"/>
          </p:nvPr>
        </p:nvSpPr>
        <p:spPr>
          <a:xfrm>
            <a:off x="-121478" y="208447"/>
            <a:ext cx="9331738" cy="984058"/>
          </a:xfrm>
        </p:spPr>
        <p:txBody>
          <a:bodyPr/>
          <a:lstStyle/>
          <a:p>
            <a:pPr eaLnBrk="1">
              <a:lnSpc>
                <a:spcPct val="70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826" dirty="0">
                <a:solidFill>
                  <a:srgbClr val="0070C0"/>
                </a:solidFill>
                <a:latin typeface="Elephant" panose="02020904090505020303" pitchFamily="18" charset="0"/>
              </a:rPr>
              <a:t>Review example: How these wrapper functions both behave just like print()</a:t>
            </a:r>
            <a:endParaRPr lang="en-GB" altLang="en-US" sz="3826" b="1" i="1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" y="1147142"/>
            <a:ext cx="9144000" cy="5502412"/>
          </a:xfrm>
        </p:spPr>
        <p:txBody>
          <a:bodyPr>
            <a:noAutofit/>
          </a:bodyPr>
          <a:lstStyle/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>
                <a:solidFill>
                  <a:srgbClr val="00B0F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87" b="1" dirty="0">
                <a:solidFill>
                  <a:srgbClr val="CC6600"/>
                </a:solidFill>
                <a:latin typeface="Lucida Console" panose="020B0609040504020204" pitchFamily="49" charset="0"/>
              </a:rPr>
              <a:t>**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):print(</a:t>
            </a:r>
            <a:r>
              <a:rPr lang="en-US" altLang="zh-TW" sz="2087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87" b="1" dirty="0">
                <a:solidFill>
                  <a:srgbClr val="7030A0"/>
                </a:solidFill>
                <a:latin typeface="Lucida Console" panose="020B0609040504020204" pitchFamily="49" charset="0"/>
              </a:rPr>
              <a:t>**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29427" lvl="1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...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00B050"/>
                </a:solidFill>
                <a:latin typeface="Lucida Console" panose="020B0609040504020204" pitchFamily="49" charset="0"/>
              </a:rPr>
              <a:t>printv3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>
                <a:solidFill>
                  <a:srgbClr val="00B0F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, end="\n",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=", "):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...    for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[:-1]: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...       print(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i,end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="")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...    print(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[-1],end=end)</a:t>
            </a:r>
          </a:p>
          <a:p>
            <a:pPr marL="429427" lvl="1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...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(1,2,3,5,6,sep="+")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1+2+3+5+6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(1,2,3,5,6,sep="+")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1+2+3+5+6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L=['a','b',5]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00B050"/>
                </a:solidFill>
                <a:latin typeface="Lucida Console" panose="020B0609040504020204" pitchFamily="49" charset="0"/>
              </a:rPr>
              <a:t>printv3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L,sep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=":",end=' &lt;\n')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['a', 'b', 5] &lt;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L,sep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="::")</a:t>
            </a:r>
          </a:p>
          <a:p>
            <a:pPr marL="429427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a::b::5</a:t>
            </a:r>
          </a:p>
          <a:p>
            <a:pPr marL="429427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L)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a b 5</a:t>
            </a:r>
          </a:p>
          <a:p>
            <a:pPr marL="429427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("hello")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hello</a:t>
            </a:r>
          </a:p>
          <a:p>
            <a:pPr marL="429427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dirty="0">
                <a:solidFill>
                  <a:srgbClr val="00B050"/>
                </a:solidFill>
                <a:latin typeface="Lucida Console" panose="020B0609040504020204" pitchFamily="49" charset="0"/>
              </a:rPr>
              <a:t>printv3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"hello")</a:t>
            </a:r>
          </a:p>
          <a:p>
            <a:pPr marL="429427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h e l </a:t>
            </a:r>
            <a:r>
              <a:rPr lang="en-US" altLang="zh-TW" sz="2087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087" dirty="0">
                <a:solidFill>
                  <a:schemeClr val="tx1"/>
                </a:solidFill>
                <a:latin typeface="Lucida Console" panose="020B0609040504020204" pitchFamily="49" charset="0"/>
              </a:rPr>
              <a:t> o</a:t>
            </a:r>
          </a:p>
          <a:p>
            <a:pPr marL="429427" lvl="1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zh-TW" sz="2087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7520609" y="2384605"/>
            <a:ext cx="1192696" cy="1192696"/>
          </a:xfrm>
          <a:prstGeom prst="wedgeRoundRectCallout">
            <a:avLst>
              <a:gd name="adj1" fmla="val -32870"/>
              <a:gd name="adj2" fmla="val -134722"/>
              <a:gd name="adj3" fmla="val 16667"/>
            </a:avLst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9513" tIns="39757" rIns="79513" bIns="39757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131" dirty="0">
                <a:latin typeface="Times New Roman" charset="0"/>
                <a:ea typeface="+mn-ea"/>
              </a:rPr>
              <a:t>double</a:t>
            </a:r>
            <a:br>
              <a:rPr lang="en-US" altLang="zh-TW" sz="3131" dirty="0">
                <a:latin typeface="Times New Roman" charset="0"/>
                <a:ea typeface="+mn-ea"/>
              </a:rPr>
            </a:br>
            <a:r>
              <a:rPr lang="en-US" altLang="zh-TW" sz="3131" dirty="0">
                <a:latin typeface="Times New Roman" charset="0"/>
                <a:ea typeface="+mn-ea"/>
              </a:rPr>
              <a:t>splat</a:t>
            </a:r>
            <a:endParaRPr lang="zh-TW" altLang="en-US" sz="3131" dirty="0">
              <a:latin typeface="Times New Roman" charset="0"/>
              <a:ea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565913" y="3786533"/>
            <a:ext cx="1192696" cy="1192696"/>
            <a:chOff x="6400800" y="4114800"/>
            <a:chExt cx="1371600" cy="13716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6400800" y="4114800"/>
              <a:ext cx="1371600" cy="1371600"/>
            </a:xfrm>
            <a:prstGeom prst="wedgeRoundRectCallout">
              <a:avLst>
                <a:gd name="adj1" fmla="val -302315"/>
                <a:gd name="adj2" fmla="val 128241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9513" tIns="39757" rIns="79513" bIns="39757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zh-TW" sz="3131" dirty="0">
                  <a:latin typeface="Times New Roman" charset="0"/>
                  <a:ea typeface="+mn-ea"/>
                </a:rPr>
                <a:t>splats</a:t>
              </a:r>
              <a:endParaRPr lang="zh-TW" altLang="en-US" sz="3131" dirty="0">
                <a:latin typeface="Times New Roman" charset="0"/>
                <a:ea typeface="+mn-ea"/>
              </a:endParaRPr>
            </a:p>
          </p:txBody>
        </p:sp>
        <p:sp>
          <p:nvSpPr>
            <p:cNvPr id="7" name="Rounded Rectangular Callout 6"/>
            <p:cNvSpPr/>
            <p:nvPr/>
          </p:nvSpPr>
          <p:spPr bwMode="auto">
            <a:xfrm>
              <a:off x="6400800" y="4114800"/>
              <a:ext cx="1371600" cy="1371600"/>
            </a:xfrm>
            <a:prstGeom prst="wedgeRoundRectCallout">
              <a:avLst>
                <a:gd name="adj1" fmla="val -327315"/>
                <a:gd name="adj2" fmla="val 56018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9513" tIns="39757" rIns="79513" bIns="39757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zh-TW" sz="3131" dirty="0">
                  <a:latin typeface="Times New Roman" charset="0"/>
                  <a:ea typeface="+mn-ea"/>
                </a:rPr>
                <a:t>splats</a:t>
              </a:r>
              <a:endParaRPr lang="zh-TW" altLang="en-US" sz="3131" dirty="0">
                <a:latin typeface="Times New Roman" charset="0"/>
                <a:ea typeface="+mn-ea"/>
              </a:endParaRPr>
            </a:p>
          </p:txBody>
        </p:sp>
        <p:sp>
          <p:nvSpPr>
            <p:cNvPr id="8" name="Rounded Rectangular Callout 7"/>
            <p:cNvSpPr/>
            <p:nvPr/>
          </p:nvSpPr>
          <p:spPr bwMode="auto">
            <a:xfrm>
              <a:off x="6400800" y="4114800"/>
              <a:ext cx="1371600" cy="1092200"/>
            </a:xfrm>
            <a:prstGeom prst="wedgeRoundRectCallout">
              <a:avLst>
                <a:gd name="adj1" fmla="val -300463"/>
                <a:gd name="adj2" fmla="val 38233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9513" tIns="39757" rIns="79513" bIns="39757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zh-TW" sz="3131" dirty="0">
                  <a:latin typeface="Times New Roman" charset="0"/>
                  <a:ea typeface="+mn-ea"/>
                </a:rPr>
                <a:t>splats</a:t>
              </a:r>
              <a:endParaRPr lang="zh-TW" altLang="en-US" sz="3131" dirty="0">
                <a:latin typeface="Times New Roman" charset="0"/>
                <a:ea typeface="+mn-ea"/>
              </a:endParaRPr>
            </a:p>
          </p:txBody>
        </p:sp>
        <p:sp>
          <p:nvSpPr>
            <p:cNvPr id="9" name="Rounded Rectangular Callout 8"/>
            <p:cNvSpPr/>
            <p:nvPr/>
          </p:nvSpPr>
          <p:spPr bwMode="auto">
            <a:xfrm>
              <a:off x="6400800" y="4114800"/>
              <a:ext cx="1371600" cy="1371600"/>
            </a:xfrm>
            <a:prstGeom prst="wedgeRoundRectCallout">
              <a:avLst>
                <a:gd name="adj1" fmla="val 43981"/>
                <a:gd name="adj2" fmla="val -256943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9513" tIns="39757" rIns="79513" bIns="39757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zh-TW" sz="3131" dirty="0">
                  <a:latin typeface="Times New Roman" charset="0"/>
                  <a:ea typeface="+mn-ea"/>
                </a:rPr>
                <a:t>splats</a:t>
              </a:r>
              <a:endParaRPr lang="zh-TW" altLang="en-US" sz="3131" dirty="0">
                <a:latin typeface="Times New Roman" charset="0"/>
                <a:ea typeface="+mn-ea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0740" y="2528171"/>
            <a:ext cx="1744870" cy="1733232"/>
            <a:chOff x="69851" y="2667683"/>
            <a:chExt cx="2006600" cy="1993217"/>
          </a:xfrm>
        </p:grpSpPr>
        <p:sp>
          <p:nvSpPr>
            <p:cNvPr id="10" name="Rounded Rectangular Callout 9"/>
            <p:cNvSpPr/>
            <p:nvPr/>
          </p:nvSpPr>
          <p:spPr bwMode="auto">
            <a:xfrm>
              <a:off x="69851" y="2667683"/>
              <a:ext cx="2006600" cy="1993217"/>
            </a:xfrm>
            <a:prstGeom prst="wedgeRoundRectCallout">
              <a:avLst>
                <a:gd name="adj1" fmla="val 122193"/>
                <a:gd name="adj2" fmla="val -120067"/>
                <a:gd name="adj3" fmla="val 16667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9513" tIns="39757" rIns="79513" bIns="39757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3131" dirty="0">
                  <a:latin typeface="Times New Roman" charset="0"/>
                  <a:ea typeface="+mn-ea"/>
                </a:rPr>
                <a:t>variable-</a:t>
              </a:r>
              <a:br>
                <a:rPr lang="en-US" altLang="zh-TW" sz="3131" dirty="0">
                  <a:latin typeface="Times New Roman" charset="0"/>
                  <a:ea typeface="+mn-ea"/>
                </a:rPr>
              </a:br>
              <a:r>
                <a:rPr lang="en-US" altLang="zh-TW" sz="3131" dirty="0">
                  <a:latin typeface="Times New Roman" charset="0"/>
                  <a:ea typeface="+mn-ea"/>
                </a:rPr>
                <a:t>length</a:t>
              </a:r>
              <a:br>
                <a:rPr lang="en-US" altLang="zh-TW" sz="3131" dirty="0">
                  <a:latin typeface="Times New Roman" charset="0"/>
                  <a:ea typeface="+mn-ea"/>
                </a:rPr>
              </a:br>
              <a:r>
                <a:rPr lang="en-US" altLang="zh-TW" sz="3131" dirty="0">
                  <a:latin typeface="Times New Roman" charset="0"/>
                  <a:ea typeface="+mn-ea"/>
                </a:rPr>
                <a:t>arguments</a:t>
              </a:r>
              <a:endParaRPr lang="zh-TW" altLang="en-US" sz="3131" dirty="0">
                <a:latin typeface="Times New Roman" charset="0"/>
                <a:ea typeface="+mn-ea"/>
              </a:endParaRPr>
            </a:p>
          </p:txBody>
        </p:sp>
        <p:sp>
          <p:nvSpPr>
            <p:cNvPr id="11" name="Rounded Rectangular Callout 10"/>
            <p:cNvSpPr/>
            <p:nvPr/>
          </p:nvSpPr>
          <p:spPr bwMode="auto">
            <a:xfrm>
              <a:off x="69851" y="2667683"/>
              <a:ext cx="2006600" cy="1993217"/>
            </a:xfrm>
            <a:prstGeom prst="wedgeRoundRectCallout">
              <a:avLst>
                <a:gd name="adj1" fmla="val 121560"/>
                <a:gd name="adj2" fmla="val -97766"/>
                <a:gd name="adj3" fmla="val 16667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9513" tIns="39757" rIns="79513" bIns="39757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3131" dirty="0">
                  <a:latin typeface="Times New Roman" charset="0"/>
                  <a:ea typeface="+mn-ea"/>
                </a:rPr>
                <a:t>variable-</a:t>
              </a:r>
              <a:br>
                <a:rPr lang="en-US" altLang="zh-TW" sz="3131" dirty="0">
                  <a:latin typeface="Times New Roman" charset="0"/>
                  <a:ea typeface="+mn-ea"/>
                </a:rPr>
              </a:br>
              <a:r>
                <a:rPr lang="en-US" altLang="zh-TW" sz="3131" dirty="0">
                  <a:latin typeface="Times New Roman" charset="0"/>
                  <a:ea typeface="+mn-ea"/>
                </a:rPr>
                <a:t>length</a:t>
              </a:r>
              <a:br>
                <a:rPr lang="en-US" altLang="zh-TW" sz="3131" dirty="0">
                  <a:latin typeface="Times New Roman" charset="0"/>
                  <a:ea typeface="+mn-ea"/>
                </a:rPr>
              </a:br>
              <a:r>
                <a:rPr lang="en-US" altLang="zh-TW" sz="3131" dirty="0">
                  <a:latin typeface="Times New Roman" charset="0"/>
                  <a:ea typeface="+mn-ea"/>
                </a:rPr>
                <a:t>arguments</a:t>
              </a:r>
              <a:endParaRPr lang="zh-TW" altLang="en-US" sz="3131" dirty="0">
                <a:latin typeface="Times New Roman" charset="0"/>
                <a:ea typeface="+mn-ea"/>
              </a:endParaRPr>
            </a:p>
          </p:txBody>
        </p:sp>
      </p:grpSp>
      <p:sp>
        <p:nvSpPr>
          <p:cNvPr id="13" name="Rounded Rectangular Callout 12"/>
          <p:cNvSpPr/>
          <p:nvPr/>
        </p:nvSpPr>
        <p:spPr bwMode="auto">
          <a:xfrm>
            <a:off x="3274392" y="2187797"/>
            <a:ext cx="1744870" cy="1733232"/>
          </a:xfrm>
          <a:prstGeom prst="wedgeRoundRectCallout">
            <a:avLst>
              <a:gd name="adj1" fmla="val 2573"/>
              <a:gd name="adj2" fmla="val -101589"/>
              <a:gd name="adj3" fmla="val 16667"/>
            </a:avLst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9513" tIns="39757" rIns="79513" bIns="39757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altLang="zh-TW" sz="3131" dirty="0">
                <a:latin typeface="Times New Roman" charset="0"/>
                <a:ea typeface="+mn-ea"/>
              </a:rPr>
              <a:t>variable-</a:t>
            </a:r>
            <a:br>
              <a:rPr lang="en-US" altLang="zh-TW" sz="3131" dirty="0">
                <a:latin typeface="Times New Roman" charset="0"/>
                <a:ea typeface="+mn-ea"/>
              </a:rPr>
            </a:br>
            <a:r>
              <a:rPr lang="en-US" altLang="zh-TW" sz="3131" dirty="0">
                <a:latin typeface="Times New Roman" charset="0"/>
                <a:ea typeface="+mn-ea"/>
              </a:rPr>
              <a:t>length</a:t>
            </a:r>
            <a:br>
              <a:rPr lang="en-US" altLang="zh-TW" sz="3131" dirty="0">
                <a:latin typeface="Times New Roman" charset="0"/>
                <a:ea typeface="+mn-ea"/>
              </a:rPr>
            </a:br>
            <a:r>
              <a:rPr lang="en-US" altLang="zh-TW" sz="3131" dirty="0">
                <a:latin typeface="Times New Roman" charset="0"/>
                <a:ea typeface="+mn-ea"/>
              </a:rPr>
              <a:t>keyword</a:t>
            </a:r>
            <a:br>
              <a:rPr lang="en-US" altLang="zh-TW" sz="3131" dirty="0">
                <a:latin typeface="Times New Roman" charset="0"/>
                <a:ea typeface="+mn-ea"/>
              </a:rPr>
            </a:br>
            <a:r>
              <a:rPr lang="en-US" altLang="zh-TW" sz="3131" dirty="0">
                <a:latin typeface="Times New Roman" charset="0"/>
                <a:ea typeface="+mn-ea"/>
              </a:rPr>
              <a:t>arguments</a:t>
            </a:r>
            <a:endParaRPr lang="zh-TW" altLang="en-US" sz="3131" dirty="0">
              <a:latin typeface="Times New Roman" charset="0"/>
              <a:ea typeface="+mn-ea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0018572"/>
      </p:ext>
    </p:extLst>
  </p:cSld>
  <p:clrMapOvr>
    <a:masterClrMapping/>
  </p:clrMapOvr>
  <p:transition spd="med" advTm="150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6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903" y="208446"/>
            <a:ext cx="7586195" cy="937119"/>
          </a:xfrm>
        </p:spPr>
        <p:txBody>
          <a:bodyPr/>
          <a:lstStyle/>
          <a:p>
            <a:r>
              <a:rPr lang="en-US" altLang="zh-TW" sz="3600" dirty="0"/>
              <a:t>All of the Python keywords </a:t>
            </a:r>
            <a:br>
              <a:rPr lang="en-US" altLang="zh-TW" sz="3600" dirty="0"/>
            </a:br>
            <a:r>
              <a:rPr lang="en-US" altLang="zh-TW" sz="3600" dirty="0"/>
              <a:t>can be on the final exam</a:t>
            </a:r>
            <a:endParaRPr lang="zh-TW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64" y="1325415"/>
            <a:ext cx="8301873" cy="532413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6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63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6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63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6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6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63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630" dirty="0">
                <a:solidFill>
                  <a:schemeClr val="tx1"/>
                </a:solidFill>
                <a:latin typeface="Lucida Console" panose="020B0609040504020204" pitchFamily="49" charset="0"/>
              </a:rPr>
              <a:t>['False', 'None', 'True', 'and', 'as', 'assert', 'break', 'class', 'continue', '</a:t>
            </a:r>
            <a:r>
              <a:rPr lang="en-US" altLang="zh-TW" sz="26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630" dirty="0">
                <a:solidFill>
                  <a:schemeClr val="tx1"/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6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630" dirty="0">
                <a:solidFill>
                  <a:schemeClr val="tx1"/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buNone/>
            </a:pPr>
            <a:r>
              <a:rPr lang="en-US" altLang="zh-TW" sz="26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630" dirty="0">
              <a:latin typeface="Arial Narrow" panose="020B0606020202030204" pitchFamily="34" charset="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4"/>
    </mc:Choice>
    <mc:Fallback xmlns="">
      <p:transition spd="slow" advTm="4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34400"/>
              </p:ext>
            </p:extLst>
          </p:nvPr>
        </p:nvGraphicFramePr>
        <p:xfrm>
          <a:off x="277929" y="208446"/>
          <a:ext cx="8588145" cy="6538354"/>
        </p:xfrm>
        <a:graphic>
          <a:graphicData uri="http://schemas.openxmlformats.org/drawingml/2006/table">
            <a:tbl>
              <a:tblPr/>
              <a:tblGrid>
                <a:gridCol w="1717629">
                  <a:extLst>
                    <a:ext uri="{9D8B030D-6E8A-4147-A177-3AD203B41FA5}">
                      <a16:colId xmlns:a16="http://schemas.microsoft.com/office/drawing/2014/main" val="2699156964"/>
                    </a:ext>
                  </a:extLst>
                </a:gridCol>
                <a:gridCol w="1717629">
                  <a:extLst>
                    <a:ext uri="{9D8B030D-6E8A-4147-A177-3AD203B41FA5}">
                      <a16:colId xmlns:a16="http://schemas.microsoft.com/office/drawing/2014/main" val="4031618170"/>
                    </a:ext>
                  </a:extLst>
                </a:gridCol>
                <a:gridCol w="1717629">
                  <a:extLst>
                    <a:ext uri="{9D8B030D-6E8A-4147-A177-3AD203B41FA5}">
                      <a16:colId xmlns:a16="http://schemas.microsoft.com/office/drawing/2014/main" val="2301187742"/>
                    </a:ext>
                  </a:extLst>
                </a:gridCol>
                <a:gridCol w="1717629">
                  <a:extLst>
                    <a:ext uri="{9D8B030D-6E8A-4147-A177-3AD203B41FA5}">
                      <a16:colId xmlns:a16="http://schemas.microsoft.com/office/drawing/2014/main" val="3063748283"/>
                    </a:ext>
                  </a:extLst>
                </a:gridCol>
                <a:gridCol w="1717629">
                  <a:extLst>
                    <a:ext uri="{9D8B030D-6E8A-4147-A177-3AD203B41FA5}">
                      <a16:colId xmlns:a16="http://schemas.microsoft.com/office/drawing/2014/main" val="2293103044"/>
                    </a:ext>
                  </a:extLst>
                </a:gridCol>
              </a:tblGrid>
              <a:tr h="528437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3600" u="none" dirty="0">
                          <a:solidFill>
                            <a:srgbClr val="2D2DB9"/>
                          </a:solidFill>
                          <a:effectLst/>
                        </a:rPr>
                        <a:t>These</a:t>
                      </a:r>
                      <a:r>
                        <a:rPr lang="en-US" altLang="zh-TW" sz="3600" u="none" baseline="0" dirty="0">
                          <a:solidFill>
                            <a:srgbClr val="2D2DB9"/>
                          </a:solidFill>
                          <a:effectLst/>
                        </a:rPr>
                        <a:t> built-ins can be on the final exam</a:t>
                      </a:r>
                      <a:r>
                        <a:rPr lang="en-US" altLang="zh-TW" sz="3600" u="none" dirty="0">
                          <a:solidFill>
                            <a:srgbClr val="2D2DB9"/>
                          </a:solidFill>
                          <a:effectLst/>
                        </a:rPr>
                        <a:t>:</a:t>
                      </a:r>
                      <a:endParaRPr lang="en-US" sz="3600" u="none" dirty="0">
                        <a:solidFill>
                          <a:srgbClr val="2D2DB9"/>
                        </a:solidFill>
                        <a:effectLst/>
                      </a:endParaRPr>
                    </a:p>
                  </a:txBody>
                  <a:tcPr marL="0" marR="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792" marR="68792" marT="34396" marB="34396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408680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abs()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dict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help()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min()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setattr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374572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all()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dir</a:t>
                      </a:r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hex()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next()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slice()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19644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any()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divmod</a:t>
                      </a:r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id()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object()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sorted()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622858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ascii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enumerate()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input()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oct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staticmethod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07146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bin()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eval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int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open()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str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83927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bool()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exec()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isinstance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ord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sum()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65699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bytearray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filter()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issubclass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pow()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super()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56525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bytes()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float()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iter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print()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tuple()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08257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callable()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format()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len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property()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type()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21485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chr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frozenset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list()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range()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vars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80871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classmethod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getattr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locals()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repr</a:t>
                      </a:r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zip()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0373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compile()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globals</a:t>
                      </a:r>
                      <a:r>
                        <a:rPr lang="en-US" sz="23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map()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reversed()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3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09716"/>
                  </a:ext>
                </a:extLst>
              </a:tr>
              <a:tr h="416085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complex()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hasattr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max()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round()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300" u="non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964495"/>
                  </a:ext>
                </a:extLst>
              </a:tr>
              <a:tr h="515999"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delattr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hash()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 err="1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memoryview</a:t>
                      </a:r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set()</a:t>
                      </a:r>
                      <a:endParaRPr lang="en-US" sz="23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300" u="non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64610" marR="64610" marT="32305" marB="32305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90946"/>
                  </a:ext>
                </a:extLst>
              </a:tr>
            </a:tbl>
          </a:graphicData>
        </a:graphic>
      </p:graphicFrame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5"/>
    </mc:Choice>
    <mc:Fallback xmlns="">
      <p:transition spd="slow" advTm="192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060" x="8204200" y="5734050"/>
          <p14:tracePt t="4067" x="8121650" y="5708650"/>
          <p14:tracePt t="4076" x="8070850" y="5689600"/>
          <p14:tracePt t="4093" x="7950200" y="5670550"/>
          <p14:tracePt t="4109" x="7759700" y="5613400"/>
          <p14:tracePt t="4127" x="7645400" y="5607050"/>
          <p14:tracePt t="4143" x="7499350" y="5594350"/>
          <p14:tracePt t="4159" x="7308850" y="5594350"/>
          <p14:tracePt t="4176" x="7162800" y="5594350"/>
          <p14:tracePt t="4193" x="6883400" y="5638800"/>
          <p14:tracePt t="4209" x="6711950" y="5676900"/>
          <p14:tracePt t="4226" x="6591300" y="5708650"/>
          <p14:tracePt t="4243" x="6419850" y="5734050"/>
          <p14:tracePt t="4259" x="6337300" y="5753100"/>
          <p14:tracePt t="4275" x="6242050" y="5765800"/>
          <p14:tracePt t="4292" x="6184900" y="5772150"/>
          <p14:tracePt t="4308" x="6165850" y="5772150"/>
          <p14:tracePt t="4325" x="6140450" y="5772150"/>
          <p14:tracePt t="4342" x="6121400" y="5765800"/>
          <p14:tracePt t="4358" x="6102350" y="5753100"/>
          <p14:tracePt t="4376" x="6070600" y="5740400"/>
          <p14:tracePt t="4391" x="6045200" y="5708650"/>
          <p14:tracePt t="4408" x="6013450" y="5676900"/>
          <p14:tracePt t="4425" x="5956300" y="5632450"/>
          <p14:tracePt t="4442" x="5918200" y="5600700"/>
          <p14:tracePt t="4458" x="5867400" y="5549900"/>
          <p14:tracePt t="4475" x="5803900" y="5511800"/>
          <p14:tracePt t="4491" x="5765800" y="5473700"/>
          <p14:tracePt t="4508" x="5727700" y="5441950"/>
          <p14:tracePt t="4524" x="5695950" y="5384800"/>
          <p14:tracePt t="4541" x="5683250" y="5340350"/>
          <p14:tracePt t="4559" x="5670550" y="5276850"/>
          <p14:tracePt t="4575" x="5664200" y="5251450"/>
          <p14:tracePt t="4592" x="5651500" y="5219700"/>
          <p14:tracePt t="4607" x="5651500" y="5207000"/>
          <p14:tracePt t="4624" x="5651500" y="5200650"/>
          <p14:tracePt t="4678" x="5645150" y="5207000"/>
          <p14:tracePt t="4693" x="5645150" y="5213350"/>
          <p14:tracePt t="4698" x="5638800" y="5213350"/>
          <p14:tracePt t="4707" x="5638800" y="5219700"/>
          <p14:tracePt t="4727" x="5626100" y="5226050"/>
          <p14:tracePt t="4748" x="5619750" y="5232400"/>
          <p14:tracePt t="4762" x="5607050" y="5232400"/>
          <p14:tracePt t="4774" x="5600700" y="5232400"/>
          <p14:tracePt t="4790" x="5581650" y="5232400"/>
          <p14:tracePt t="4807" x="5537200" y="5232400"/>
          <p14:tracePt t="4824" x="5467350" y="5232400"/>
          <p14:tracePt t="4840" x="5308600" y="5219700"/>
          <p14:tracePt t="4857" x="5181600" y="5200650"/>
          <p14:tracePt t="4874" x="4921250" y="5207000"/>
          <p14:tracePt t="4890" x="4756150" y="5207000"/>
          <p14:tracePt t="4907" x="4603750" y="5213350"/>
          <p14:tracePt t="4923" x="4387850" y="5226050"/>
          <p14:tracePt t="4940" x="4267200" y="5232400"/>
          <p14:tracePt t="4956" x="4152900" y="5245100"/>
          <p14:tracePt t="4973" x="4000500" y="5270500"/>
          <p14:tracePt t="4989" x="3937000" y="5276850"/>
          <p14:tracePt t="5008" x="3848100" y="5289550"/>
          <p14:tracePt t="5023" x="3790950" y="5289550"/>
          <p14:tracePt t="5039" x="3746500" y="5308600"/>
          <p14:tracePt t="5057" x="3689350" y="5321300"/>
          <p14:tracePt t="5072" x="3632200" y="5334000"/>
          <p14:tracePt t="5089" x="3556000" y="5353050"/>
          <p14:tracePt t="5106" x="3435350" y="5384800"/>
          <p14:tracePt t="5122" x="3365500" y="5403850"/>
          <p14:tracePt t="5139" x="3276600" y="5429250"/>
          <p14:tracePt t="5156" x="3149600" y="5467350"/>
          <p14:tracePt t="5172" x="3067050" y="5486400"/>
          <p14:tracePt t="5188" x="2984500" y="5524500"/>
          <p14:tracePt t="5205" x="2794000" y="5568950"/>
          <p14:tracePt t="5222" x="2711450" y="5594350"/>
          <p14:tracePt t="5226" x="2660650" y="5600700"/>
          <p14:tracePt t="5239" x="2546350" y="5638800"/>
          <p14:tracePt t="5255" x="2463800" y="5664200"/>
          <p14:tracePt t="5272" x="2400300" y="5689600"/>
          <p14:tracePt t="5288" x="2349500" y="5715000"/>
          <p14:tracePt t="5305" x="2311400" y="5727700"/>
          <p14:tracePt t="5322" x="2279650" y="5740400"/>
          <p14:tracePt t="5338" x="2241550" y="5753100"/>
          <p14:tracePt t="5355" x="2241550" y="5759450"/>
          <p14:tracePt t="5372" x="2235200" y="5772150"/>
          <p14:tracePt t="5771" x="2152650" y="5772150"/>
          <p14:tracePt t="5777" x="2076450" y="5759450"/>
          <p14:tracePt t="5786" x="2000250" y="5740400"/>
          <p14:tracePt t="5803" x="1866900" y="5715000"/>
          <p14:tracePt t="5820" x="1676400" y="5664200"/>
          <p14:tracePt t="5837" x="1568450" y="5638800"/>
          <p14:tracePt t="5853" x="1485900" y="5613400"/>
          <p14:tracePt t="5870" x="1371600" y="5588000"/>
          <p14:tracePt t="5886" x="1320800" y="5581650"/>
          <p14:tracePt t="5903" x="1301750" y="5581650"/>
          <p14:tracePt t="5919" x="1276350" y="5575300"/>
          <p14:tracePt t="5956" x="1282700" y="5575300"/>
          <p14:tracePt t="5975" x="1289050" y="5575300"/>
          <p14:tracePt t="5986" x="1289050" y="5581650"/>
          <p14:tracePt t="6002" x="1308100" y="5581650"/>
          <p14:tracePt t="6019" x="1314450" y="5581650"/>
          <p14:tracePt t="6036" x="1327150" y="5588000"/>
          <p14:tracePt t="6053" x="1333500" y="5600700"/>
          <p14:tracePt t="6069" x="1346200" y="5600700"/>
          <p14:tracePt t="6087" x="1384300" y="5600700"/>
          <p14:tracePt t="6102" x="1428750" y="5600700"/>
          <p14:tracePt t="6119" x="1524000" y="5613400"/>
          <p14:tracePt t="6136" x="1739900" y="5613400"/>
          <p14:tracePt t="6152" x="1943100" y="5632450"/>
          <p14:tracePt t="6169" x="2184400" y="5632450"/>
          <p14:tracePt t="6186" x="2565400" y="5645150"/>
          <p14:tracePt t="6202" x="2768600" y="5638800"/>
          <p14:tracePt t="6219" x="2933700" y="5619750"/>
          <p14:tracePt t="6222" x="3003550" y="5600700"/>
          <p14:tracePt t="6235" x="3105150" y="5556250"/>
          <p14:tracePt t="6252" x="3168650" y="5492750"/>
          <p14:tracePt t="6269" x="3194050" y="5403850"/>
          <p14:tracePt t="6285" x="3200400" y="5346700"/>
          <p14:tracePt t="6302" x="3200400" y="5264150"/>
          <p14:tracePt t="6319" x="3162300" y="5124450"/>
          <p14:tracePt t="6335" x="3098800" y="5022850"/>
          <p14:tracePt t="6351" x="3022600" y="4870450"/>
          <p14:tracePt t="6368" x="2876550" y="4635500"/>
          <p14:tracePt t="6385" x="2774950" y="4464050"/>
          <p14:tracePt t="6401" x="2673350" y="4286250"/>
          <p14:tracePt t="6418" x="2489200" y="3994150"/>
          <p14:tracePt t="6435" x="2355850" y="3816350"/>
          <p14:tracePt t="6452" x="2051050" y="3511550"/>
          <p14:tracePt t="6468" x="1905000" y="3333750"/>
          <p14:tracePt t="6484" x="1771650" y="3155950"/>
          <p14:tracePt t="6501" x="1606550" y="2997200"/>
          <p14:tracePt t="6517" x="1524000" y="2940050"/>
          <p14:tracePt t="6535" x="1435100" y="2876550"/>
          <p14:tracePt t="6551" x="1333500" y="2844800"/>
          <p14:tracePt t="6567" x="1282700" y="2844800"/>
          <p14:tracePt t="6585" x="1212850" y="2844800"/>
          <p14:tracePt t="6600" x="1181100" y="2844800"/>
          <p14:tracePt t="6617" x="1162050" y="2844800"/>
          <p14:tracePt t="6635" x="1143000" y="2857500"/>
          <p14:tracePt t="6650" x="1136650" y="2857500"/>
          <p14:tracePt t="6667" x="1130300" y="2863850"/>
          <p14:tracePt t="6684" x="1123950" y="2863850"/>
          <p14:tracePt t="6700" x="1117600" y="2870200"/>
          <p14:tracePt t="6717" x="1104900" y="2895600"/>
          <p14:tracePt t="6733" x="1073150" y="2940050"/>
          <p14:tracePt t="6750" x="1060450" y="2965450"/>
          <p14:tracePt t="6768" x="1047750" y="3009900"/>
          <p14:tracePt t="6783" x="1041400" y="3041650"/>
          <p14:tracePt t="6800" x="1041400" y="3067050"/>
          <p14:tracePt t="6817" x="1035050" y="3098800"/>
          <p14:tracePt t="6833" x="1035050" y="3111500"/>
          <p14:tracePt t="6850" x="1035050" y="3130550"/>
          <p14:tracePt t="6866" x="1035050" y="3143250"/>
          <p14:tracePt t="6883" x="1041400" y="3143250"/>
          <p14:tracePt t="6900" x="1060450" y="3143250"/>
          <p14:tracePt t="6916" x="1066800" y="3117850"/>
          <p14:tracePt t="6933" x="1085850" y="3079750"/>
          <p14:tracePt t="6950" x="1098550" y="2965450"/>
          <p14:tracePt t="6966" x="1104900" y="2876550"/>
          <p14:tracePt t="6983" x="1117600" y="2794000"/>
          <p14:tracePt t="7000" x="1130300" y="2673350"/>
          <p14:tracePt t="7016" x="1130300" y="2603500"/>
          <p14:tracePt t="7034" x="1104900" y="2533650"/>
          <p14:tracePt t="7049" x="1060450" y="2489200"/>
          <p14:tracePt t="7488" x="1060450" y="2463800"/>
          <p14:tracePt t="7495" x="1060450" y="2432050"/>
          <p14:tracePt t="7502" x="1060450" y="2393950"/>
          <p14:tracePt t="7514" x="1060450" y="2343150"/>
          <p14:tracePt t="7531" x="1060450" y="2146300"/>
          <p14:tracePt t="7547" x="1054100" y="2032000"/>
          <p14:tracePt t="7565" x="1054100" y="1841500"/>
          <p14:tracePt t="7581" x="1035050" y="1708150"/>
          <p14:tracePt t="7597" x="1009650" y="1562100"/>
          <p14:tracePt t="7614" x="958850" y="1377950"/>
          <p14:tracePt t="7631" x="927100" y="1270000"/>
          <p14:tracePt t="7647" x="882650" y="1123950"/>
          <p14:tracePt t="7664" x="869950" y="984250"/>
          <p14:tracePt t="7680" x="869950" y="927100"/>
          <p14:tracePt t="7696" x="869950" y="869950"/>
          <p14:tracePt t="7713" x="889000" y="844550"/>
          <p14:tracePt t="7730" x="914400" y="844550"/>
          <p14:tracePt t="7748" x="939800" y="869950"/>
          <p14:tracePt t="7763" x="952500" y="876300"/>
          <p14:tracePt t="7780" x="996950" y="901700"/>
          <p14:tracePt t="7797" x="1155700" y="996950"/>
          <p14:tracePt t="7813" x="1282700" y="1060450"/>
          <p14:tracePt t="7830" x="1498600" y="1162050"/>
          <p14:tracePt t="7847" x="2266950" y="1543050"/>
          <p14:tracePt t="7863" x="2590800" y="1676400"/>
          <p14:tracePt t="7881" x="3244850" y="1892300"/>
          <p14:tracePt t="7896" x="3575050" y="1974850"/>
          <p14:tracePt t="7913" x="4171950" y="2133600"/>
          <p14:tracePt t="7931" x="4629150" y="2178050"/>
          <p14:tracePt t="7946" x="4794250" y="2171700"/>
          <p14:tracePt t="7963" x="5080000" y="2127250"/>
          <p14:tracePt t="7980" x="5302250" y="2032000"/>
          <p14:tracePt t="7996" x="5410200" y="1955800"/>
          <p14:tracePt t="8012" x="5619750" y="1841500"/>
          <p14:tracePt t="8029" x="5822950" y="1727200"/>
          <p14:tracePt t="8046" x="5899150" y="1682750"/>
          <p14:tracePt t="8064" x="6064250" y="1625600"/>
          <p14:tracePt t="8079" x="6216650" y="1593850"/>
          <p14:tracePt t="8096" x="6311900" y="1574800"/>
          <p14:tracePt t="8113" x="6464300" y="1568450"/>
          <p14:tracePt t="8128" x="6591300" y="1555750"/>
          <p14:tracePt t="8145" x="6661150" y="1562100"/>
          <p14:tracePt t="8162" x="6807200" y="1600200"/>
          <p14:tracePt t="8179" x="6883400" y="1619250"/>
          <p14:tracePt t="8195" x="6997700" y="1676400"/>
          <p14:tracePt t="8212" x="7086600" y="1739900"/>
          <p14:tracePt t="8228" x="7112000" y="1771650"/>
          <p14:tracePt t="8246" x="7175500" y="1873250"/>
          <p14:tracePt t="8262" x="7213600" y="1981200"/>
          <p14:tracePt t="8279" x="7232650" y="2051050"/>
          <p14:tracePt t="8295" x="7239000" y="2178050"/>
          <p14:tracePt t="8311" x="7251700" y="2355850"/>
          <p14:tracePt t="8328" x="7251700" y="2419350"/>
          <p14:tracePt t="8345" x="7251700" y="2451100"/>
          <p14:tracePt t="9465" x="7188200" y="2451100"/>
          <p14:tracePt t="9472" x="7099300" y="2451100"/>
          <p14:tracePt t="9486" x="6997700" y="2451100"/>
          <p14:tracePt t="9494" x="6870700" y="2451100"/>
          <p14:tracePt t="9508" x="6756400" y="2463800"/>
          <p14:tracePt t="9524" x="6515100" y="2482850"/>
          <p14:tracePt t="9540" x="6400800" y="2501900"/>
          <p14:tracePt t="9557" x="6191250" y="2533650"/>
          <p14:tracePt t="9574" x="6000750" y="2584450"/>
          <p14:tracePt t="9590" x="5930900" y="2622550"/>
          <p14:tracePt t="9607" x="5816600" y="2692400"/>
          <p14:tracePt t="9623" x="5791200" y="2711450"/>
          <p14:tracePt t="9641" x="5746750" y="2806700"/>
          <p14:tracePt t="9656" x="5727700" y="2851150"/>
          <p14:tracePt t="9673" x="5727700" y="2870200"/>
          <p14:tracePt t="9690" x="5727700" y="2940050"/>
          <p14:tracePt t="9707" x="5734050" y="3003550"/>
          <p14:tracePt t="9723" x="5746750" y="3035300"/>
          <p14:tracePt t="9740" x="5778500" y="3098800"/>
          <p14:tracePt t="9756" x="5803900" y="3149600"/>
          <p14:tracePt t="9773" x="5829300" y="3181350"/>
          <p14:tracePt t="9790" x="5861050" y="3225800"/>
          <p14:tracePt t="9806" x="5880100" y="3270250"/>
          <p14:tracePt t="9824" x="5886450" y="3289300"/>
          <p14:tracePt t="9839" x="5892800" y="3289300"/>
          <p14:tracePt t="9856" x="5899150" y="3295650"/>
          <p14:tracePt t="9873" x="5905500" y="3295650"/>
          <p14:tracePt t="9906" x="5905500" y="3289300"/>
          <p14:tracePt t="9922" x="5911850" y="3257550"/>
          <p14:tracePt t="9939" x="5911850" y="3232150"/>
          <p14:tracePt t="9957" x="5911850" y="3155950"/>
          <p14:tracePt t="9972" x="5911850" y="3092450"/>
          <p14:tracePt t="9989" x="5905500" y="2927350"/>
          <p14:tracePt t="10007" x="5905500" y="2762250"/>
          <p14:tracePt t="10022" x="5905500" y="2686050"/>
          <p14:tracePt t="10039" x="5905500" y="2565400"/>
          <p14:tracePt t="10056" x="5892800" y="2482850"/>
          <p14:tracePt t="10072" x="5886450" y="2444750"/>
          <p14:tracePt t="10089" x="5880100" y="2393950"/>
          <p14:tracePt t="10105" x="5854700" y="2324100"/>
          <p14:tracePt t="10122" x="5835650" y="2279650"/>
          <p14:tracePt t="10139" x="5803900" y="2159000"/>
          <p14:tracePt t="10155" x="5759450" y="2089150"/>
          <p14:tracePt t="10172" x="5670550" y="1943100"/>
          <p14:tracePt t="10189" x="5549900" y="1784350"/>
          <p14:tracePt t="10205" x="5429250" y="1644650"/>
          <p14:tracePt t="10221" x="5365750" y="1593850"/>
          <p14:tracePt t="10238" x="5251450" y="1485900"/>
          <p14:tracePt t="10255" x="5207000" y="1454150"/>
          <p14:tracePt t="10258" x="5162550" y="1422400"/>
          <p14:tracePt t="10271" x="5130800" y="1416050"/>
          <p14:tracePt t="10288" x="5080000" y="1409700"/>
          <p14:tracePt t="10305" x="5060950" y="1409700"/>
          <p14:tracePt t="10322" x="5035550" y="1416050"/>
          <p14:tracePt t="10338" x="4984750" y="1447800"/>
          <p14:tracePt t="10354" x="4946650" y="1454150"/>
          <p14:tracePt t="10371" x="4864100" y="1460500"/>
          <p14:tracePt t="10387" x="4762500" y="1460500"/>
          <p14:tracePt t="10404" x="4705350" y="1460500"/>
          <p14:tracePt t="10421" x="4559300" y="1422400"/>
          <p14:tracePt t="10437" x="4343400" y="1358900"/>
          <p14:tracePt t="10454" x="4222750" y="1327150"/>
          <p14:tracePt t="10471" x="4025900" y="1250950"/>
          <p14:tracePt t="10487" x="3854450" y="1181100"/>
          <p14:tracePt t="10505" x="3727450" y="1104900"/>
          <p14:tracePt t="10520" x="3670300" y="1079500"/>
          <p14:tracePt t="10537" x="3613150" y="1041400"/>
          <p14:tracePt t="10555" x="3517900" y="984250"/>
          <p14:tracePt t="10570" x="3486150" y="977900"/>
          <p14:tracePt t="10587" x="3467100" y="971550"/>
          <p14:tracePt t="10603" x="3409950" y="952500"/>
          <p14:tracePt t="10620" x="3352800" y="946150"/>
          <p14:tracePt t="10637" x="3308350" y="958850"/>
          <p14:tracePt t="10653" x="3225800" y="984250"/>
          <p14:tracePt t="10670" x="3105150" y="1022350"/>
          <p14:tracePt t="10687" x="2952750" y="1079500"/>
          <p14:tracePt t="10703" x="2876550" y="1117600"/>
          <p14:tracePt t="10720" x="2686050" y="1200150"/>
          <p14:tracePt t="10737" x="2476500" y="1289050"/>
          <p14:tracePt t="10753" x="2374900" y="1327150"/>
          <p14:tracePt t="10770" x="2146300" y="1428750"/>
          <p14:tracePt t="10786" x="1968500" y="1504950"/>
          <p14:tracePt t="10803" x="1905000" y="1524000"/>
          <p14:tracePt t="10820" x="1746250" y="1555750"/>
          <p14:tracePt t="10836" x="1619250" y="1574800"/>
          <p14:tracePt t="10853" x="1562100" y="1581150"/>
          <p14:tracePt t="10870" x="1397000" y="1581150"/>
          <p14:tracePt t="10886" x="1250950" y="1562100"/>
          <p14:tracePt t="10902" x="1231900" y="1555750"/>
          <p14:tracePt t="11322" x="1225550" y="1543050"/>
          <p14:tracePt t="11328" x="1212850" y="1536700"/>
          <p14:tracePt t="11343" x="1206500" y="1517650"/>
          <p14:tracePt t="11351" x="1193800" y="1511300"/>
          <p14:tracePt t="11368" x="1187450" y="1492250"/>
          <p14:tracePt t="11385" x="1174750" y="1479550"/>
          <p14:tracePt t="11401" x="1162050" y="1460500"/>
          <p14:tracePt t="11417" x="1155700" y="1454150"/>
          <p14:tracePt t="11434" x="1149350" y="1435100"/>
          <p14:tracePt t="11451" x="1149350" y="1428750"/>
          <p14:tracePt t="11467" x="1149350" y="1422400"/>
          <p14:tracePt t="11500" x="1149350" y="1416050"/>
          <p14:tracePt t="11520" x="1155700" y="1416050"/>
          <p14:tracePt t="11539" x="1155700" y="1422400"/>
          <p14:tracePt t="11554" x="1162050" y="1422400"/>
          <p14:tracePt t="11567" x="1168400" y="1447800"/>
          <p14:tracePt t="11584" x="1174750" y="1460500"/>
          <p14:tracePt t="11600" x="1174750" y="1485900"/>
          <p14:tracePt t="11617" x="1206500" y="1581150"/>
          <p14:tracePt t="11634" x="1270000" y="1739900"/>
          <p14:tracePt t="11650" x="1314450" y="1873250"/>
          <p14:tracePt t="11666" x="1454150" y="2228850"/>
          <p14:tracePt t="11683" x="1638300" y="2730500"/>
          <p14:tracePt t="11701" x="1771650" y="3175000"/>
          <p14:tracePt t="11716" x="1822450" y="3384550"/>
          <p14:tracePt t="11733" x="1892300" y="3689350"/>
          <p14:tracePt t="11751" x="1924050" y="3917950"/>
          <p14:tracePt t="11767" x="1936750" y="4019550"/>
          <p14:tracePt t="11783" x="1968500" y="4197350"/>
          <p14:tracePt t="11799" x="1993900" y="4330700"/>
          <p14:tracePt t="11816" x="2000250" y="4375150"/>
          <p14:tracePt t="11832" x="2012950" y="4400550"/>
          <p14:tracePt t="11850" x="2051050" y="4470400"/>
          <p14:tracePt t="11866" x="2076450" y="4483100"/>
          <p14:tracePt t="11884" x="2146300" y="4527550"/>
          <p14:tracePt t="11899" x="2216150" y="4533900"/>
          <p14:tracePt t="11916" x="2381250" y="4546600"/>
          <p14:tracePt t="11933" x="2546350" y="4533900"/>
          <p14:tracePt t="11949" x="2628900" y="4502150"/>
          <p14:tracePt t="11966" x="2800350" y="4419600"/>
          <p14:tracePt t="11982" x="2959100" y="4260850"/>
          <p14:tracePt t="11999" x="3022600" y="4140200"/>
          <p14:tracePt t="12015" x="3130550" y="3727450"/>
          <p14:tracePt t="12032" x="3136900" y="2819400"/>
          <p14:tracePt t="12048" x="3136900" y="2247900"/>
          <p14:tracePt t="12066" x="3175000" y="1638300"/>
          <p14:tracePt t="12082" x="3244850" y="1409700"/>
          <p14:tracePt t="12098" x="3270250" y="1352550"/>
          <p14:tracePt t="12115" x="3327400" y="1289050"/>
          <p14:tracePt t="12131" x="3397250" y="1282700"/>
          <p14:tracePt t="12148" x="3448050" y="1282700"/>
          <p14:tracePt t="12165" x="3752850" y="1301750"/>
          <p14:tracePt t="12182" x="3943350" y="1314450"/>
          <p14:tracePt t="12199" x="4502150" y="1422400"/>
          <p14:tracePt t="12215" x="5130800" y="1536700"/>
          <p14:tracePt t="12231" x="5511800" y="1625600"/>
          <p14:tracePt t="12248" x="6191250" y="1739900"/>
          <p14:tracePt t="12264" x="6870700" y="1873250"/>
          <p14:tracePt t="12281" x="7150100" y="1936750"/>
          <p14:tracePt t="12298" x="7683500" y="2038350"/>
          <p14:tracePt t="12314" x="8128000" y="2108200"/>
          <p14:tracePt t="12331" x="8312150" y="2165350"/>
          <p14:tracePt t="12348" x="8661400" y="2241550"/>
          <p14:tracePt t="12364" x="8813800" y="2273300"/>
          <p14:tracePt t="12382" x="8928100" y="2305050"/>
          <p14:tracePt t="12398" x="9112250" y="2355850"/>
          <p14:tracePt t="12597" x="9036050" y="3270250"/>
          <p14:tracePt t="12614" x="8826500" y="3543300"/>
          <p14:tracePt t="12629" x="8693150" y="3683000"/>
          <p14:tracePt t="12646" x="8451850" y="3911600"/>
          <p14:tracePt t="12663" x="8191500" y="4114800"/>
          <p14:tracePt t="12680" x="8108950" y="4184650"/>
          <p14:tracePt t="12696" x="7994650" y="4235450"/>
          <p14:tracePt t="14411" x="7893050" y="4191000"/>
          <p14:tracePt t="14417" x="7721600" y="4127500"/>
          <p14:tracePt t="14432" x="7397750" y="3994150"/>
          <p14:tracePt t="14440" x="7029450" y="3835400"/>
          <p14:tracePt t="14457" x="6610350" y="3670300"/>
          <p14:tracePt t="14474" x="5772150" y="3359150"/>
          <p14:tracePt t="14490" x="4940300" y="3105150"/>
          <p14:tracePt t="14507" x="4578350" y="3003550"/>
          <p14:tracePt t="14523" x="3937000" y="2940050"/>
          <p14:tracePt t="14540" x="3340100" y="2844800"/>
          <p14:tracePt t="14558" x="2952750" y="2806700"/>
          <p14:tracePt t="14573" x="2819400" y="2806700"/>
          <p14:tracePt t="14590" x="2736850" y="2787650"/>
          <p14:tracePt t="14607" x="2660650" y="2781300"/>
          <p14:tracePt t="14639" x="2667000" y="2781300"/>
          <p14:tracePt t="14656" x="2717800" y="2781300"/>
          <p14:tracePt t="14673" x="2832100" y="2774950"/>
          <p14:tracePt t="14689" x="2971800" y="2762250"/>
          <p14:tracePt t="14706" x="3562350" y="2762250"/>
          <p14:tracePt t="14722" x="4527550" y="2806700"/>
          <p14:tracePt t="14740" x="5651500" y="2927350"/>
          <p14:tracePt t="14756" x="6203950" y="2978150"/>
          <p14:tracePt t="14772" x="7073900" y="3067050"/>
          <p14:tracePt t="14790" x="7715250" y="3130550"/>
          <p14:tracePt t="14806" x="7905750" y="3143250"/>
          <p14:tracePt t="14822" x="8147050" y="3175000"/>
          <p14:tracePt t="14839" x="8362950" y="3200400"/>
          <p14:tracePt t="14855" x="8458200" y="3206750"/>
          <p14:tracePt t="14872" x="8521700" y="3219450"/>
          <p14:tracePt t="14889" x="8667750" y="3225800"/>
          <p14:tracePt t="14905" x="8693150" y="3225800"/>
          <p14:tracePt t="14923" x="8750300" y="3225800"/>
          <p14:tracePt t="14939" x="8782050" y="3219450"/>
          <p14:tracePt t="14955" x="8858250" y="3219450"/>
          <p14:tracePt t="14972" x="8921750" y="3232150"/>
          <p14:tracePt t="14988" x="9105900" y="3251200"/>
          <p14:tracePt t="15260" x="9124950" y="3270250"/>
          <p14:tracePt t="15274" x="9055100" y="3270250"/>
          <p14:tracePt t="15281" x="8991600" y="3270250"/>
          <p14:tracePt t="15295" x="8940800" y="3263900"/>
          <p14:tracePt t="15304" x="8902700" y="3263900"/>
          <p14:tracePt t="15320" x="8864600" y="3263900"/>
          <p14:tracePt t="15337" x="8820150" y="3263900"/>
          <p14:tracePt t="15354" x="8801100" y="3263900"/>
          <p14:tracePt t="15387" x="8794750" y="3263900"/>
          <p14:tracePt t="15403" x="8794750" y="3270250"/>
          <p14:tracePt t="15436" x="8794750" y="3276600"/>
          <p14:tracePt t="15519" x="8794750" y="3282950"/>
          <p14:tracePt t="15611" x="8794750" y="328930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928" y="924124"/>
            <a:ext cx="8659713" cy="5725430"/>
          </a:xfrm>
        </p:spPr>
        <p:txBody>
          <a:bodyPr/>
          <a:lstStyle/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 </a:t>
            </a:r>
            <a:r>
              <a:rPr lang="en-US" altLang="zh-TW" sz="2254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import </a:t>
            </a:r>
            <a:r>
              <a:rPr lang="en-US" altLang="zh-TW" sz="2254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os</a:t>
            </a:r>
            <a:endParaRPr lang="en-US" altLang="zh-TW" sz="2254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 </a:t>
            </a:r>
            <a:r>
              <a:rPr lang="en-US" altLang="zh-TW" sz="2254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54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os.system</a:t>
            </a:r>
            <a:r>
              <a:rPr lang="en-US" altLang="zh-TW" sz="2254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("cat prime.py")</a:t>
            </a:r>
            <a:endParaRPr lang="en-US" altLang="zh-TW" sz="2254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fro</a:t>
            </a:r>
            <a:r>
              <a:rPr lang="en-US" altLang="zh-TW" sz="2254" dirty="0">
                <a:latin typeface="Lucida Console" panose="020B0609040504020204" pitchFamily="49" charset="0"/>
              </a:rPr>
              <a:t>m math import </a:t>
            </a:r>
            <a:r>
              <a:rPr lang="en-US" altLang="zh-TW" sz="2254" dirty="0" err="1">
                <a:latin typeface="Lucida Console" panose="020B0609040504020204" pitchFamily="49" charset="0"/>
              </a:rPr>
              <a:t>sqrt</a:t>
            </a:r>
            <a:r>
              <a:rPr lang="en-US" altLang="zh-TW" sz="2254" dirty="0">
                <a:latin typeface="Lucida Console" panose="020B0609040504020204" pitchFamily="49" charset="0"/>
              </a:rPr>
              <a:t>, </a:t>
            </a:r>
            <a:r>
              <a:rPr lang="en-US" altLang="zh-TW" sz="2254" dirty="0" err="1">
                <a:latin typeface="Lucida Console" panose="020B0609040504020204" pitchFamily="49" charset="0"/>
              </a:rPr>
              <a:t>gcd</a:t>
            </a:r>
            <a:r>
              <a:rPr lang="en-US" altLang="zh-TW" sz="2254" dirty="0">
                <a:latin typeface="Lucida Console" panose="020B0609040504020204" pitchFamily="49" charset="0"/>
              </a:rPr>
              <a:t>, floor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254" dirty="0">
                <a:solidFill>
                  <a:srgbClr val="CC3399"/>
                </a:solidFill>
                <a:latin typeface="Lucida Console" panose="020B0609040504020204" pitchFamily="49" charset="0"/>
              </a:rPr>
              <a:t> prime</a:t>
            </a:r>
            <a:r>
              <a:rPr lang="en-US" altLang="zh-TW" sz="2254" dirty="0">
                <a:latin typeface="Lucida Console" panose="020B0609040504020204" pitchFamily="49" charset="0"/>
              </a:rPr>
              <a:t>(</a:t>
            </a:r>
            <a:r>
              <a:rPr lang="en-US" altLang="zh-TW" sz="2254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54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latin typeface="Lucida Console" panose="020B0609040504020204" pitchFamily="49" charset="0"/>
              </a:rPr>
              <a:t>   </a:t>
            </a:r>
            <a:r>
              <a:rPr lang="en-US" altLang="zh-TW" sz="2254" dirty="0">
                <a:solidFill>
                  <a:schemeClr val="accent2"/>
                </a:solidFill>
                <a:latin typeface="Lucida Console" panose="020B0609040504020204" pitchFamily="49" charset="0"/>
              </a:rPr>
              <a:t>if a&lt;2</a:t>
            </a:r>
            <a:r>
              <a:rPr lang="en-US" altLang="zh-TW" sz="2254" dirty="0">
                <a:latin typeface="Lucida Console" panose="020B0609040504020204" pitchFamily="49" charset="0"/>
              </a:rPr>
              <a:t>: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return False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latin typeface="Lucida Console" panose="020B0609040504020204" pitchFamily="49" charset="0"/>
              </a:rPr>
              <a:t>   for </a:t>
            </a:r>
            <a:r>
              <a:rPr lang="en-US" altLang="zh-TW" sz="2254" dirty="0" err="1">
                <a:latin typeface="Lucida Console" panose="020B0609040504020204" pitchFamily="49" charset="0"/>
              </a:rPr>
              <a:t>i</a:t>
            </a:r>
            <a:r>
              <a:rPr lang="en-US" altLang="zh-TW" sz="2254" dirty="0">
                <a:latin typeface="Lucida Console" panose="020B0609040504020204" pitchFamily="49" charset="0"/>
              </a:rPr>
              <a:t> in range(2,floor(</a:t>
            </a:r>
            <a:r>
              <a:rPr lang="en-US" altLang="zh-TW" sz="2254" dirty="0" err="1">
                <a:latin typeface="Lucida Console" panose="020B0609040504020204" pitchFamily="49" charset="0"/>
              </a:rPr>
              <a:t>sqrt</a:t>
            </a:r>
            <a:r>
              <a:rPr lang="en-US" altLang="zh-TW" sz="2254" dirty="0">
                <a:latin typeface="Lucida Console" panose="020B0609040504020204" pitchFamily="49" charset="0"/>
              </a:rPr>
              <a:t>(a))+1):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latin typeface="Lucida Console" panose="020B0609040504020204" pitchFamily="49" charset="0"/>
              </a:rPr>
              <a:t>      </a:t>
            </a:r>
            <a:r>
              <a:rPr lang="en-US" altLang="zh-TW" sz="2254" dirty="0">
                <a:solidFill>
                  <a:schemeClr val="accent2"/>
                </a:solidFill>
                <a:latin typeface="Lucida Console" panose="020B0609040504020204" pitchFamily="49" charset="0"/>
              </a:rPr>
              <a:t>if </a:t>
            </a:r>
            <a:r>
              <a:rPr lang="en-US" altLang="zh-TW" sz="2254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gcd</a:t>
            </a:r>
            <a:r>
              <a:rPr lang="en-US" altLang="zh-TW" sz="2254" dirty="0">
                <a:solidFill>
                  <a:schemeClr val="accent2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54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i,a</a:t>
            </a:r>
            <a:r>
              <a:rPr lang="en-US" altLang="zh-TW" sz="2254" dirty="0">
                <a:solidFill>
                  <a:schemeClr val="accent2"/>
                </a:solidFill>
                <a:latin typeface="Lucida Console" panose="020B0609040504020204" pitchFamily="49" charset="0"/>
              </a:rPr>
              <a:t>)&gt;1</a:t>
            </a:r>
            <a:r>
              <a:rPr lang="en-US" altLang="zh-TW" sz="2254" dirty="0">
                <a:latin typeface="Lucida Console" panose="020B0609040504020204" pitchFamily="49" charset="0"/>
              </a:rPr>
              <a:t>: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return 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54" dirty="0">
                <a:latin typeface="Lucida Console" panose="020B0609040504020204" pitchFamily="49" charset="0"/>
              </a:rPr>
              <a:t>   </a:t>
            </a:r>
            <a:r>
              <a:rPr lang="en-US" altLang="zh-TW" sz="2254" dirty="0">
                <a:solidFill>
                  <a:srgbClr val="339933"/>
                </a:solidFill>
                <a:latin typeface="Lucida Console" panose="020B0609040504020204" pitchFamily="49" charset="0"/>
              </a:rPr>
              <a:t>return True</a:t>
            </a:r>
            <a:endParaRPr lang="en-US" altLang="zh-TW" sz="2254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 </a:t>
            </a:r>
            <a:r>
              <a:rPr lang="en-US" altLang="zh-TW" sz="2254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list(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254" dirty="0">
                <a:latin typeface="Lucida Console" panose="020B0609040504020204" pitchFamily="49" charset="0"/>
              </a:rPr>
              <a:t>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254" dirty="0">
                <a:latin typeface="Lucida Console" panose="020B0609040504020204" pitchFamily="49" charset="0"/>
              </a:rPr>
              <a:t>, range(15)))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#all primes &lt; 15</a:t>
            </a:r>
            <a:endParaRPr lang="en-US" altLang="zh-TW" sz="2254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254" dirty="0">
                <a:latin typeface="Arial Narrow" panose="020B0606020202030204" pitchFamily="34" charset="0"/>
              </a:rPr>
              <a:t> </a:t>
            </a:r>
            <a:r>
              <a:rPr lang="en-US" altLang="zh-TW" sz="2254" dirty="0">
                <a:latin typeface="Lucida Console" panose="020B0609040504020204" pitchFamily="49" charset="0"/>
              </a:rPr>
              <a:t>list(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254" dirty="0">
                <a:latin typeface="Lucida Console" panose="020B0609040504020204" pitchFamily="49" charset="0"/>
              </a:rPr>
              <a:t>(lambda x:</a:t>
            </a:r>
            <a:r>
              <a:rPr lang="en-US" altLang="zh-TW" sz="2254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254" dirty="0">
                <a:latin typeface="Lucida Console" panose="020B0609040504020204" pitchFamily="49" charset="0"/>
              </a:rPr>
              <a:t>(2*x+1), range(15)))</a:t>
            </a:r>
            <a:endParaRPr lang="en-US" altLang="zh-TW" sz="2254" dirty="0">
              <a:latin typeface="Arial Narrow" panose="020B060602020203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254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54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77928" y="208446"/>
            <a:ext cx="8588145" cy="57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GB" altLang="en-US" sz="3478" dirty="0">
                <a:solidFill>
                  <a:srgbClr val="3333CC"/>
                </a:solidFill>
                <a:latin typeface="Elephant" panose="02020904090505020303" pitchFamily="18" charset="0"/>
                <a:cs typeface="Times New Roman" panose="02020603050405020304" pitchFamily="18" charset="0"/>
              </a:rPr>
              <a:t>filter</a:t>
            </a:r>
            <a:r>
              <a:rPr lang="en-GB" altLang="en-US" sz="3826" b="1" dirty="0">
                <a:solidFill>
                  <a:srgbClr val="3333CC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()</a:t>
            </a:r>
            <a:endParaRPr lang="en-US" altLang="zh-TW" sz="3478" b="1" kern="0" dirty="0">
              <a:solidFill>
                <a:srgbClr val="3333CC"/>
              </a:solidFill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552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4"/>
    </mc:Choice>
    <mc:Fallback xmlns="">
      <p:transition spd="slow" advTm="46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564199" y="3142729"/>
            <a:ext cx="8445010" cy="364830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en-US" altLang="en-US" sz="2254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 </a:t>
            </a:r>
            <a:r>
              <a:rPr lang="en-US" altLang="en-US" sz="2254" dirty="0">
                <a:solidFill>
                  <a:srgbClr val="3333CC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# Use map() to apply a mapping to a list:</a:t>
            </a:r>
            <a:endParaRPr lang="en-US" altLang="en-US" sz="2254" dirty="0"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  <a:p>
            <a:pPr eaLnBrk="0" hangingPunct="0">
              <a:lnSpc>
                <a:spcPct val="95000"/>
              </a:lnSpc>
            </a:pPr>
            <a:r>
              <a:rPr lang="en-US" altLang="en-US" sz="2254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r>
              <a:rPr lang="en-US" altLang="en-US" sz="225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2254" b="1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map</a:t>
            </a:r>
            <a:r>
              <a:rPr lang="en-US" altLang="en-US" sz="225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b="1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sin</a:t>
            </a:r>
            <a:r>
              <a:rPr lang="en-US" altLang="en-US" sz="225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,[0,</a:t>
            </a:r>
            <a:r>
              <a:rPr lang="en-US" altLang="en-US" sz="2254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radians</a:t>
            </a:r>
            <a:r>
              <a:rPr lang="en-US" altLang="en-US" sz="225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(10), </a:t>
            </a:r>
            <a:r>
              <a:rPr lang="en-US" altLang="en-US" sz="2254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radians</a:t>
            </a:r>
            <a:r>
              <a:rPr lang="en-US" altLang="en-US" sz="225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(20)])</a:t>
            </a:r>
          </a:p>
          <a:p>
            <a:pPr eaLnBrk="0" hangingPunct="0">
              <a:lnSpc>
                <a:spcPct val="95000"/>
              </a:lnSpc>
            </a:pP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[0.0, 0.17364817766693033, 0.3420201433256687] </a:t>
            </a:r>
          </a:p>
          <a:p>
            <a:pPr eaLnBrk="0" hangingPunct="0">
              <a:lnSpc>
                <a:spcPct val="95000"/>
              </a:lnSpc>
            </a:pPr>
            <a:r>
              <a:rPr lang="en-US" altLang="en-US" sz="2254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r>
              <a:rPr lang="en-US" altLang="en-US" sz="225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2254" dirty="0">
                <a:solidFill>
                  <a:srgbClr val="3333CC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#Can you ever have too many maps(), really?</a:t>
            </a:r>
          </a:p>
          <a:p>
            <a:pPr eaLnBrk="0" hangingPunct="0">
              <a:lnSpc>
                <a:spcPct val="95000"/>
              </a:lnSpc>
            </a:pPr>
            <a:r>
              <a:rPr lang="en-US" altLang="en-US" sz="2254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r>
              <a:rPr lang="en-US" altLang="en-US" sz="1503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2254" spc="-10" dirty="0" err="1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dic</a:t>
            </a:r>
            <a:r>
              <a:rPr lang="en-US" altLang="en-US" sz="2254" spc="-47" dirty="0" err="1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en-US" sz="2254" spc="-47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spc="-47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zip</a:t>
            </a:r>
            <a:r>
              <a:rPr lang="en-US" altLang="en-US" sz="2254" spc="-47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range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spc="-188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,9</a:t>
            </a:r>
            <a:r>
              <a:rPr lang="en-US" altLang="en-US" sz="2254" spc="-188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,10</a:t>
            </a:r>
            <a:r>
              <a:rPr lang="en-US" altLang="en-US" sz="2254" spc="-188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map</a:t>
            </a:r>
            <a:r>
              <a:rPr lang="en-US" altLang="en-US" sz="2254" spc="-9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lambda</a:t>
            </a:r>
            <a:r>
              <a:rPr lang="en-US" altLang="en-US" sz="1878" b="1" spc="-188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2254" b="1" spc="-282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en-US" sz="2254" spc="-28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:</a:t>
            </a:r>
            <a:r>
              <a:rPr lang="en-US" altLang="en-US" sz="2254" spc="-188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en-US" sz="2254" spc="-94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/10000</a:t>
            </a:r>
            <a:r>
              <a:rPr lang="en-US" altLang="en-US" sz="2254" spc="-28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en-US" sz="2254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...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map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round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map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lambda x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: 100000*x,(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map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sin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en-US" sz="2254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... </a:t>
            </a:r>
            <a:r>
              <a:rPr lang="en-US" altLang="en-US" sz="2254" b="1" spc="-1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map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254" b="1" spc="-10" dirty="0" err="1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radians</a:t>
            </a:r>
            <a:r>
              <a:rPr lang="en-US" altLang="en-US" sz="2254" spc="-10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en-US" sz="2254" spc="-10" dirty="0" err="1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range</a:t>
            </a:r>
            <a:r>
              <a:rPr lang="en-US" altLang="en-US" sz="2254" spc="-1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(0,91,10)))))))))</a:t>
            </a:r>
          </a:p>
          <a:p>
            <a:pPr eaLnBrk="0" hangingPunct="0">
              <a:lnSpc>
                <a:spcPct val="95000"/>
              </a:lnSpc>
            </a:pPr>
            <a:r>
              <a:rPr lang="en-US" altLang="en-US" sz="2254" spc="-37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{0: 0.0, 10: 0.17365, 20: 0.34202, 30: 0.5, 40: 0.64279, 50: 0.76604, 60: 0.86603, 70: 0.93969, 80: 0.98481, 90: 1.0}</a:t>
            </a:r>
          </a:p>
          <a:p>
            <a:pPr eaLnBrk="0" hangingPunct="0">
              <a:lnSpc>
                <a:spcPct val="75000"/>
              </a:lnSpc>
            </a:pPr>
            <a:r>
              <a:rPr lang="en-US" altLang="en-US" sz="2254" spc="-37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928" y="208446"/>
            <a:ext cx="8588145" cy="715679"/>
          </a:xfrm>
        </p:spPr>
        <p:txBody>
          <a:bodyPr/>
          <a:lstStyle/>
          <a:p>
            <a:r>
              <a:rPr lang="en-US" altLang="en-US" sz="3757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mapping is a concept from math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64200" y="1104476"/>
            <a:ext cx="8149366" cy="2107135"/>
            <a:chOff x="304800" y="2706624"/>
            <a:chExt cx="8676822" cy="2243517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5819322" y="2731769"/>
              <a:ext cx="3162300" cy="221837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85000"/>
                </a:lnSpc>
                <a:spcBef>
                  <a:spcPct val="50000"/>
                </a:spcBef>
              </a:pP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</a:rPr>
                <a:t> 0</a:t>
              </a: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630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630" dirty="0">
                  <a:solidFill>
                    <a:srgbClr val="339933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0.00000</a:t>
              </a:r>
              <a:endParaRPr lang="en-US" altLang="en-US" sz="2630" dirty="0">
                <a:solidFill>
                  <a:srgbClr val="339933"/>
                </a:solidFill>
                <a:latin typeface="Lucida Console" panose="020B0609040504020204" pitchFamily="49" charset="0"/>
                <a:ea typeface="+mn-ea"/>
                <a:cs typeface="Lucida Sans Unicode" panose="020B0602030504020204" pitchFamily="34" charset="0"/>
              </a:endParaRPr>
            </a:p>
            <a:p>
              <a:pPr eaLnBrk="0" hangingPunct="0">
                <a:lnSpc>
                  <a:spcPct val="85000"/>
                </a:lnSpc>
                <a:spcBef>
                  <a:spcPts val="0"/>
                </a:spcBef>
              </a:pP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</a:rPr>
                <a:t>10</a:t>
              </a: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630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630" dirty="0">
                  <a:solidFill>
                    <a:srgbClr val="339933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0.17365</a:t>
              </a:r>
            </a:p>
            <a:p>
              <a:pPr eaLnBrk="0" hangingPunct="0">
                <a:lnSpc>
                  <a:spcPct val="85000"/>
                </a:lnSpc>
                <a:spcBef>
                  <a:spcPts val="0"/>
                </a:spcBef>
              </a:pP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</a:rPr>
                <a:t>20</a:t>
              </a: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630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630" dirty="0">
                  <a:solidFill>
                    <a:srgbClr val="339933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0.34202</a:t>
              </a:r>
            </a:p>
            <a:p>
              <a:pPr eaLnBrk="0" hangingPunct="0">
                <a:lnSpc>
                  <a:spcPct val="85000"/>
                </a:lnSpc>
                <a:spcBef>
                  <a:spcPts val="0"/>
                </a:spcBef>
              </a:pP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</a:rPr>
                <a:t>30</a:t>
              </a: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630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630" dirty="0">
                  <a:solidFill>
                    <a:srgbClr val="339933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0.50000</a:t>
              </a:r>
            </a:p>
            <a:p>
              <a:pPr eaLnBrk="0" hangingPunct="0">
                <a:lnSpc>
                  <a:spcPct val="85000"/>
                </a:lnSpc>
                <a:spcBef>
                  <a:spcPts val="0"/>
                </a:spcBef>
              </a:pP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</a:rPr>
                <a:t>40</a:t>
              </a: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630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630" dirty="0">
                  <a:solidFill>
                    <a:srgbClr val="339933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0.64279</a:t>
              </a:r>
            </a:p>
            <a:p>
              <a:pPr eaLnBrk="0" hangingPunct="0">
                <a:lnSpc>
                  <a:spcPct val="67000"/>
                </a:lnSpc>
                <a:spcBef>
                  <a:spcPts val="0"/>
                </a:spcBef>
              </a:pPr>
              <a:r>
                <a:rPr lang="en-US" altLang="en-US" sz="2630" dirty="0">
                  <a:solidFill>
                    <a:srgbClr val="0070C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</a:rPr>
                <a:t>...</a:t>
              </a:r>
              <a:r>
                <a:rPr lang="en-US" altLang="en-US" sz="1691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2630" dirty="0">
                  <a:solidFill>
                    <a:srgbClr val="000000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  </a:t>
              </a:r>
              <a:r>
                <a:rPr lang="en-US" altLang="en-US" sz="2630" dirty="0">
                  <a:solidFill>
                    <a:srgbClr val="339933"/>
                  </a:solidFill>
                  <a:latin typeface="Lucida Console" panose="020B0609040504020204" pitchFamily="49" charset="0"/>
                  <a:ea typeface="+mn-ea"/>
                  <a:cs typeface="Lucida Sans Unicode" panose="020B0602030504020204" pitchFamily="34" charset="0"/>
                  <a:sym typeface="Symbol" panose="05050102010706020507" pitchFamily="18" charset="2"/>
                </a:rPr>
                <a:t> ...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304800" y="2706624"/>
              <a:ext cx="5638800" cy="5906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3005" dirty="0">
                  <a:solidFill>
                    <a:srgbClr val="000000"/>
                  </a:solidFill>
                  <a:ea typeface="+mn-ea"/>
                </a:rPr>
                <a:t>Think of f(x)=sin(x) as a table: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6478937" y="2784890"/>
            <a:ext cx="388248" cy="497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63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Lucida Sans Unicode" panose="020B0602030504020204" pitchFamily="34" charset="0"/>
                <a:sym typeface="Symbol" panose="05050102010706020507" pitchFamily="18" charset="2"/>
              </a:rPr>
              <a:t>→</a:t>
            </a:r>
            <a:endParaRPr lang="en-US" sz="2630" dirty="0">
              <a:solidFill>
                <a:srgbClr val="000000"/>
              </a:solidFill>
              <a:ea typeface="+mn-ea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9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372"/>
    </mc:Choice>
    <mc:Fallback xmlns="">
      <p:transition spd="slow" advTm="4163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96104" x="8655050" y="3232150"/>
          <p14:tracePt t="396111" x="8413750" y="3143250"/>
          <p14:tracePt t="396118" x="8140700" y="2997200"/>
          <p14:tracePt t="396126" x="7886700" y="2857500"/>
          <p14:tracePt t="396143" x="7448550" y="2667000"/>
          <p14:tracePt t="396160" x="6858000" y="2425700"/>
          <p14:tracePt t="396176" x="6635750" y="2343150"/>
          <p14:tracePt t="396193" x="6419850" y="2266950"/>
          <p14:tracePt t="396210" x="6178550" y="2178050"/>
          <p14:tracePt t="396226" x="6064250" y="2114550"/>
          <p14:tracePt t="396243" x="5937250" y="2063750"/>
          <p14:tracePt t="396246" x="5886450" y="2038350"/>
          <p14:tracePt t="396259" x="5746750" y="1987550"/>
          <p14:tracePt t="396276" x="5600700" y="1930400"/>
          <p14:tracePt t="396293" x="5454650" y="1847850"/>
          <p14:tracePt t="396309" x="5365750" y="1803400"/>
          <p14:tracePt t="396327" x="5283200" y="1758950"/>
          <p14:tracePt t="396342" x="5124450" y="1708150"/>
          <p14:tracePt t="396358" x="5022850" y="1689100"/>
          <p14:tracePt t="396376" x="4940300" y="1670050"/>
          <p14:tracePt t="396392" x="4787900" y="1638300"/>
          <p14:tracePt t="396409" x="4705350" y="1612900"/>
          <p14:tracePt t="396427" x="4597400" y="1593850"/>
          <p14:tracePt t="396441" x="4527550" y="1587500"/>
          <p14:tracePt t="396458" x="4476750" y="1574800"/>
          <p14:tracePt t="396475" x="4413250" y="1568450"/>
          <p14:tracePt t="396491" x="4375150" y="1568450"/>
          <p14:tracePt t="396508" x="4324350" y="1568450"/>
          <p14:tracePt t="396525" x="4279900" y="1581150"/>
          <p14:tracePt t="396541" x="4254500" y="1600200"/>
          <p14:tracePt t="396560" x="4203700" y="1638300"/>
          <p14:tracePt t="396574" x="4159250" y="1676400"/>
          <p14:tracePt t="396591" x="4114800" y="1720850"/>
          <p14:tracePt t="396608" x="4044950" y="1809750"/>
          <p14:tracePt t="396625" x="3987800" y="1866900"/>
          <p14:tracePt t="396641" x="3911600" y="1949450"/>
          <p14:tracePt t="396658" x="3860800" y="2044700"/>
          <p14:tracePt t="416093" x="0" y="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903" y="208445"/>
            <a:ext cx="7586195" cy="644111"/>
          </a:xfrm>
        </p:spPr>
        <p:txBody>
          <a:bodyPr/>
          <a:lstStyle/>
          <a:p>
            <a:r>
              <a:rPr lang="en-US" sz="3760" b="1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32" y="852557"/>
            <a:ext cx="8516577" cy="579699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 container</a:t>
            </a:r>
            <a:r>
              <a:rPr lang="en-US" dirty="0">
                <a:solidFill>
                  <a:srgbClr val="FF0000"/>
                </a:solidFill>
              </a:rPr>
              <a:t>: any object for which the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solidFill>
                  <a:srgbClr val="FF0000"/>
                </a:solidFill>
              </a:rPr>
              <a:t> operator is</a:t>
            </a:r>
            <a:r>
              <a:rPr lang="en-US" sz="2254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define</a:t>
            </a:r>
            <a:r>
              <a:rPr lang="en-US" spc="-188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Its contents all exist somewhere in the computer memory.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AA100"/>
                </a:solidFill>
              </a:rPr>
              <a:t>A comprehension</a:t>
            </a:r>
            <a:r>
              <a:rPr lang="en-US" dirty="0">
                <a:solidFill>
                  <a:srgbClr val="DAA100"/>
                </a:solidFill>
              </a:rPr>
              <a:t>: any container created at the time of its definition by use looping or filtering instructions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6600"/>
                </a:solidFill>
              </a:rPr>
              <a:t>An </a:t>
            </a:r>
            <a:r>
              <a:rPr lang="en-US" b="1" dirty="0" err="1">
                <a:solidFill>
                  <a:srgbClr val="006600"/>
                </a:solidFill>
              </a:rPr>
              <a:t>iterable</a:t>
            </a:r>
            <a:r>
              <a:rPr lang="en-US" dirty="0">
                <a:solidFill>
                  <a:srgbClr val="006600"/>
                </a:solidFill>
              </a:rPr>
              <a:t>: any object that is able to be iterated over. This includes containers for lists, sets, or other data structures.</a:t>
            </a:r>
            <a:br>
              <a:rPr lang="en-US" dirty="0">
                <a:solidFill>
                  <a:srgbClr val="006600"/>
                </a:solidFill>
              </a:rPr>
            </a:br>
            <a:r>
              <a:rPr lang="en-US" dirty="0">
                <a:solidFill>
                  <a:srgbClr val="006600"/>
                </a:solidFill>
              </a:rPr>
              <a:t>But it also includes other objects like files or sockets.</a:t>
            </a:r>
          </a:p>
          <a:p>
            <a:pPr marL="0" indent="0">
              <a:buNone/>
            </a:pPr>
            <a:r>
              <a:rPr lang="en-US" b="1" spc="-37" dirty="0">
                <a:solidFill>
                  <a:srgbClr val="00667A"/>
                </a:solidFill>
              </a:rPr>
              <a:t>An iterator</a:t>
            </a:r>
            <a:r>
              <a:rPr lang="en-US" spc="-37" dirty="0">
                <a:solidFill>
                  <a:srgbClr val="00667A"/>
                </a:solidFill>
              </a:rPr>
              <a:t>: any object on which the </a:t>
            </a:r>
            <a:r>
              <a:rPr lang="en-US" spc="-37" dirty="0">
                <a:solidFill>
                  <a:schemeClr val="tx1"/>
                </a:solidFill>
              </a:rPr>
              <a:t>next()</a:t>
            </a:r>
            <a:r>
              <a:rPr lang="en-US" spc="-37" dirty="0">
                <a:solidFill>
                  <a:srgbClr val="00667A"/>
                </a:solidFill>
              </a:rPr>
              <a:t> function is defined.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A generator function</a:t>
            </a:r>
            <a:r>
              <a:rPr lang="en-US" dirty="0">
                <a:solidFill>
                  <a:schemeClr val="accent2"/>
                </a:solidFill>
              </a:rPr>
              <a:t>: any function using a yield statement.</a:t>
            </a:r>
          </a:p>
          <a:p>
            <a:pPr marL="0" indent="0">
              <a:buNone/>
            </a:pPr>
            <a:r>
              <a:rPr lang="en-US" b="1" spc="-10" dirty="0">
                <a:solidFill>
                  <a:srgbClr val="7030A0"/>
                </a:solidFill>
              </a:rPr>
              <a:t>A generator expression</a:t>
            </a:r>
            <a:r>
              <a:rPr lang="en-US" spc="-10" dirty="0">
                <a:solidFill>
                  <a:srgbClr val="7030A0"/>
                </a:solidFill>
              </a:rPr>
              <a:t>: A lazy counterpart to list (only list) </a:t>
            </a:r>
            <a:r>
              <a:rPr lang="en-US" spc="-19" dirty="0">
                <a:solidFill>
                  <a:srgbClr val="7030A0"/>
                </a:solidFill>
              </a:rPr>
              <a:t>comprehension, defined by replacing the enclosing “[…]” with</a:t>
            </a:r>
            <a:r>
              <a:rPr lang="en-US" spc="-10" dirty="0">
                <a:solidFill>
                  <a:srgbClr val="7030A0"/>
                </a:solidFill>
              </a:rPr>
              <a:t> </a:t>
            </a:r>
            <a:r>
              <a:rPr lang="en-US" spc="-47" dirty="0">
                <a:solidFill>
                  <a:srgbClr val="7030A0"/>
                </a:solidFill>
              </a:rPr>
              <a:t>“</a:t>
            </a:r>
            <a:r>
              <a:rPr lang="en-US" spc="-141" dirty="0">
                <a:solidFill>
                  <a:srgbClr val="7030A0"/>
                </a:solidFill>
              </a:rPr>
              <a:t>(</a:t>
            </a:r>
            <a:r>
              <a:rPr lang="en-US" spc="-47" dirty="0">
                <a:solidFill>
                  <a:srgbClr val="7030A0"/>
                </a:solidFill>
              </a:rPr>
              <a:t>..</a:t>
            </a:r>
            <a:r>
              <a:rPr lang="en-US" spc="-141" dirty="0">
                <a:solidFill>
                  <a:srgbClr val="7030A0"/>
                </a:solidFill>
              </a:rPr>
              <a:t>.</a:t>
            </a:r>
            <a:r>
              <a:rPr lang="en-US" spc="-47" dirty="0">
                <a:solidFill>
                  <a:srgbClr val="7030A0"/>
                </a:solidFill>
              </a:rPr>
              <a:t>)</a:t>
            </a:r>
            <a:r>
              <a:rPr lang="en-US" spc="-141" dirty="0">
                <a:solidFill>
                  <a:srgbClr val="7030A0"/>
                </a:solidFill>
              </a:rPr>
              <a:t>”</a:t>
            </a:r>
            <a:r>
              <a:rPr lang="en-US" spc="-47" dirty="0">
                <a:solidFill>
                  <a:srgbClr val="7030A0"/>
                </a:solidFill>
              </a:rPr>
              <a:t>. </a:t>
            </a:r>
            <a:r>
              <a:rPr lang="en-US" spc="-141" dirty="0">
                <a:solidFill>
                  <a:srgbClr val="7030A0"/>
                </a:solidFill>
              </a:rPr>
              <a:t>V</a:t>
            </a:r>
            <a:r>
              <a:rPr lang="en-US" spc="-47" dirty="0">
                <a:solidFill>
                  <a:srgbClr val="7030A0"/>
                </a:solidFill>
              </a:rPr>
              <a:t>alues generate on-the-fly instead of residing in memor</a:t>
            </a:r>
            <a:r>
              <a:rPr lang="en-US" spc="-329" dirty="0">
                <a:solidFill>
                  <a:srgbClr val="7030A0"/>
                </a:solidFill>
              </a:rPr>
              <a:t>y</a:t>
            </a:r>
            <a:r>
              <a:rPr lang="en-US" spc="-47" dirty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spc="-19" dirty="0"/>
              <a:t>A generator</a:t>
            </a:r>
            <a:r>
              <a:rPr lang="en-US" spc="-19" dirty="0"/>
              <a:t>: any iterator that is a either a generator function</a:t>
            </a:r>
            <a:r>
              <a:rPr lang="en-US" dirty="0"/>
              <a:t> or a generator expression.</a:t>
            </a:r>
          </a:p>
        </p:txBody>
      </p:sp>
    </p:spTree>
    <p:extLst>
      <p:ext uri="{BB962C8B-B14F-4D97-AF65-F5344CB8AC3E}">
        <p14:creationId xmlns:p14="http://schemas.microsoft.com/office/powerpoint/2010/main" val="3107544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335" y="1072993"/>
            <a:ext cx="8445010" cy="5576561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exec(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"a=3;b=2"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a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#Do </a:t>
            </a:r>
            <a:r>
              <a:rPr 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a&amp;b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live on beyond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exec()?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D2DB9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exec(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"print(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a+b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)"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#Can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exec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access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vars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?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eval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a+b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dirty="0"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#Can </a:t>
            </a:r>
            <a:r>
              <a:rPr 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access variables?</a:t>
            </a:r>
            <a:endParaRPr lang="en-US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eval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"a=1"</a:t>
            </a:r>
            <a:r>
              <a:rPr lang="en-US" dirty="0">
                <a:latin typeface="Lucida Console" panose="020B0609040504020204" pitchFamily="49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isn’t same as exec: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"&lt;string&gt;", line 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    a=1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     ^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SyntaxError</a:t>
            </a:r>
            <a:r>
              <a:rPr lang="en-US" dirty="0">
                <a:solidFill>
                  <a:srgbClr val="FFB7B7"/>
                </a:solidFill>
                <a:latin typeface="Lucida Console" panose="020B0609040504020204" pitchFamily="49" charset="0"/>
              </a:rPr>
              <a:t>: invalid syntax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eval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"a==1"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can do a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tes</a:t>
            </a:r>
            <a:r>
              <a:rPr lang="en-US" spc="-94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 sz="1878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thoug</a:t>
            </a:r>
            <a:r>
              <a:rPr lang="en-US" spc="-94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endParaRPr lang="en-US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2D2DB9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277928" y="404220"/>
            <a:ext cx="8588145" cy="668773"/>
          </a:xfrm>
          <a:prstGeom prst="rect">
            <a:avLst/>
          </a:prstGeom>
        </p:spPr>
        <p:txBody>
          <a:bodyPr vert="horz" lIns="74679" tIns="37340" rIns="74679" bIns="3734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65529" algn="l"/>
                <a:tab pos="731057" algn="l"/>
                <a:tab pos="1096586" algn="l"/>
                <a:tab pos="1462114" algn="l"/>
                <a:tab pos="1829043" algn="l"/>
                <a:tab pos="2194572" algn="l"/>
                <a:tab pos="2560100" algn="l"/>
                <a:tab pos="2925629" algn="l"/>
                <a:tab pos="3292557" algn="l"/>
                <a:tab pos="3658086" algn="l"/>
                <a:tab pos="4023615" algn="l"/>
                <a:tab pos="4389143" algn="l"/>
                <a:tab pos="4756071" algn="l"/>
                <a:tab pos="5121601" algn="l"/>
                <a:tab pos="5487128" algn="l"/>
                <a:tab pos="5852658" algn="l"/>
                <a:tab pos="6219587" algn="l"/>
                <a:tab pos="6585115" algn="l"/>
                <a:tab pos="6950643" algn="l"/>
                <a:tab pos="7316172" algn="l"/>
              </a:tabLst>
            </a:pPr>
            <a:r>
              <a:rPr lang="en-GB" altLang="en-US" sz="3478" dirty="0" err="1">
                <a:solidFill>
                  <a:srgbClr val="2D2DB9"/>
                </a:solidFill>
                <a:cs typeface="Arial" panose="020B0604020202020204" pitchFamily="34" charset="0"/>
              </a:rPr>
              <a:t>eval</a:t>
            </a:r>
            <a:r>
              <a:rPr lang="en-GB" altLang="en-US" sz="3478" b="1" dirty="0">
                <a:solidFill>
                  <a:srgbClr val="2D2DB9"/>
                </a:solidFill>
                <a:latin typeface="Agency FB" panose="020B0503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()</a:t>
            </a:r>
            <a:r>
              <a:rPr lang="en-GB" altLang="en-US" sz="3478" dirty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3478" b="1" dirty="0">
                <a:solidFill>
                  <a:srgbClr val="2D2DB9"/>
                </a:solidFill>
                <a:latin typeface="Century Schoolbook" panose="02040604050505020304" pitchFamily="18" charset="0"/>
                <a:cs typeface="Arial" panose="020B0604020202020204" pitchFamily="34" charset="0"/>
              </a:rPr>
              <a:t>&amp;</a:t>
            </a:r>
            <a:r>
              <a:rPr lang="en-GB" altLang="en-US" sz="3478" dirty="0">
                <a:solidFill>
                  <a:srgbClr val="2D2DB9"/>
                </a:solidFill>
                <a:cs typeface="Arial" panose="020B0604020202020204" pitchFamily="34" charset="0"/>
              </a:rPr>
              <a:t> exec</a:t>
            </a:r>
            <a:r>
              <a:rPr lang="en-GB" altLang="en-US" sz="3478" b="1" dirty="0">
                <a:solidFill>
                  <a:srgbClr val="2D2DB9"/>
                </a:solidFill>
                <a:latin typeface="Agency FB" panose="020B0503020202020204" pitchFamily="34" charset="0"/>
                <a:ea typeface="Yu Gothic Medium" panose="020B0500000000000000" pitchFamily="34" charset="-128"/>
                <a:cs typeface="Arial" panose="020B0604020202020204" pitchFamily="34" charset="0"/>
              </a:rPr>
              <a:t>()</a:t>
            </a:r>
            <a:endParaRPr lang="en-GB" altLang="en-US" sz="3478" dirty="0">
              <a:solidFill>
                <a:srgbClr val="2D2DB9"/>
              </a:solidFill>
              <a:latin typeface="Cooper Black" panose="0208090404030B0204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54029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77928" y="208447"/>
            <a:ext cx="8588145" cy="984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757" b="1" kern="0" dirty="0"/>
              <a:t>We can use </a:t>
            </a:r>
            <a:r>
              <a:rPr lang="en-GB" altLang="en-US" sz="3757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3757" b="1" kern="0" dirty="0"/>
              <a:t> to similar effect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72183" y="924124"/>
            <a:ext cx="8373442" cy="5725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b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</a:br>
            <a:b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</a:b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63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63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it starts with the first: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endParaRPr lang="en-GB" altLang="en-US" sz="263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it steps through sequence: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63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63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63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this new one starts fresh: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0</a:t>
            </a:r>
            <a:endParaRPr lang="en-GB" altLang="en-US" sz="263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y sequence unaffected by z: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endParaRPr lang="en-GB" altLang="en-US" sz="2630" b="1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#This is z’s second element: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1</a:t>
            </a:r>
            <a:endParaRPr lang="en-GB" altLang="en-US" sz="263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#But z only has 2 elements (square(2))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en-US" sz="263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63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89464" indent="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63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63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63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89464" indent="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63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630" kern="0" dirty="0">
              <a:solidFill>
                <a:srgbClr val="EB99CC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61088" y="5305322"/>
            <a:ext cx="799693" cy="3142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61088" y="1908182"/>
            <a:ext cx="799693" cy="2325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61088" y="2552294"/>
            <a:ext cx="799693" cy="1983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61088" y="3159062"/>
            <a:ext cx="799693" cy="2325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61088" y="3482676"/>
            <a:ext cx="799693" cy="213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61088" y="4057553"/>
            <a:ext cx="799693" cy="3018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61088" y="4701664"/>
            <a:ext cx="799693" cy="2707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pPr defTabSz="858854"/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325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77928" y="208447"/>
            <a:ext cx="8588145" cy="984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5882" tIns="42941" rIns="85882" bIns="42941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757" b="1" kern="0" dirty="0"/>
              <a:t>We can use </a:t>
            </a:r>
            <a:r>
              <a:rPr lang="en-GB" altLang="en-US" sz="3757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3757" b="1" kern="0" dirty="0"/>
              <a:t> to similar effect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72183" y="924124"/>
            <a:ext cx="8373442" cy="5725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63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def</a:t>
            </a:r>
            <a: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squares(x):</a:t>
            </a:r>
            <a:b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</a:br>
            <a: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...    for </a:t>
            </a:r>
            <a:r>
              <a:rPr lang="en-GB" altLang="en-US" sz="263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in range(x): yield </a:t>
            </a:r>
            <a:r>
              <a:rPr lang="en-GB" altLang="en-US" sz="263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**2</a:t>
            </a:r>
            <a:br>
              <a:rPr lang="en-GB" altLang="en-US" sz="2630" kern="0" dirty="0">
                <a:solidFill>
                  <a:srgbClr val="2D2DB9"/>
                </a:solidFill>
                <a:latin typeface="Lucida Console" panose="020B0609040504020204" pitchFamily="49" charset="0"/>
              </a:rPr>
            </a:b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63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63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it starts with the first: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endParaRPr lang="en-GB" altLang="en-US" sz="263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it steps through sequence: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63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63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63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this new one starts fresh: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0</a:t>
            </a:r>
            <a:endParaRPr lang="en-GB" altLang="en-US" sz="263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#See how y sequence unaffected by z: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endParaRPr lang="en-GB" altLang="en-US" sz="2630" b="1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#This is z’s second element: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1</a:t>
            </a:r>
            <a:endParaRPr lang="en-GB" altLang="en-US" sz="263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GB" altLang="en-US" sz="263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63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63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127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630" kern="0" dirty="0">
                <a:solidFill>
                  <a:srgbClr val="FFFFFF">
                    <a:lumMod val="75000"/>
                  </a:srgbClr>
                </a:solidFill>
              </a:rPr>
              <a:t>#But z only has 2 elements (square(2))</a:t>
            </a:r>
            <a:br>
              <a:rPr lang="en-GB" altLang="en-US" sz="263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en-US" sz="263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63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89464" indent="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63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63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630" kern="0" dirty="0">
                <a:solidFill>
                  <a:srgbClr val="EB99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89464" indent="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630" kern="0" dirty="0" err="1">
                <a:solidFill>
                  <a:srgbClr val="EB99CC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630" kern="0" dirty="0">
              <a:solidFill>
                <a:srgbClr val="EB99CC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61088" y="5305322"/>
            <a:ext cx="799693" cy="3142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61088" y="1908182"/>
            <a:ext cx="799693" cy="2325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61088" y="2552294"/>
            <a:ext cx="799693" cy="1983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61088" y="3159062"/>
            <a:ext cx="799693" cy="2325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61088" y="3482676"/>
            <a:ext cx="799693" cy="213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61088" y="4057553"/>
            <a:ext cx="799693" cy="3018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61088" y="4701664"/>
            <a:ext cx="799693" cy="2707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82" tIns="42941" rIns="85882" bIns="42941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263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+mn-ea"/>
                <a:cs typeface="Times New Roman" panose="02020603050405020304" pitchFamily="18" charset="0"/>
              </a:rPr>
              <a:t>&gt;&gt;&gt;</a:t>
            </a:r>
            <a:endParaRPr lang="zh-TW" altLang="en-US" sz="263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15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35560"/>
            <a:ext cx="9144000" cy="823031"/>
          </a:xfrm>
        </p:spPr>
        <p:txBody>
          <a:bodyPr/>
          <a:lstStyle/>
          <a:p>
            <a:r>
              <a:rPr lang="en-US" sz="3600" b="1" dirty="0"/>
              <a:t>Accessing class and instance attributes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1794" y="1023197"/>
            <a:ext cx="8872206" cy="5349699"/>
          </a:xfrm>
        </p:spPr>
        <p:txBody>
          <a:bodyPr/>
          <a:lstStyle/>
          <a:p>
            <a:r>
              <a:rPr lang="en-US" sz="3200" dirty="0"/>
              <a:t>Inheriting classes</a:t>
            </a:r>
          </a:p>
          <a:p>
            <a:r>
              <a:rPr lang="en-US" sz="3200" dirty="0" err="1"/>
              <a:t>isinstance</a:t>
            </a:r>
            <a:r>
              <a:rPr lang="en-US" sz="3200" dirty="0"/>
              <a:t>() and </a:t>
            </a:r>
            <a:r>
              <a:rPr lang="en-US" sz="3200" dirty="0" err="1"/>
              <a:t>issubclass</a:t>
            </a:r>
            <a:r>
              <a:rPr lang="en-US" sz="3200" dirty="0"/>
              <a:t>()</a:t>
            </a:r>
          </a:p>
          <a:p>
            <a:r>
              <a:rPr lang="en-US" sz="3200" dirty="0"/>
              <a:t>Class attributes and methods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How to access, remove, or add them</a:t>
            </a:r>
          </a:p>
          <a:p>
            <a:pPr lvl="1"/>
            <a:r>
              <a:rPr lang="en-US" sz="2800" dirty="0"/>
              <a:t>The difference: </a:t>
            </a:r>
            <a:r>
              <a:rPr lang="en-US" sz="2800" dirty="0" err="1"/>
              <a:t>classmethod</a:t>
            </a:r>
            <a:r>
              <a:rPr lang="en-US" sz="2800" dirty="0"/>
              <a:t> and </a:t>
            </a:r>
            <a:r>
              <a:rPr lang="en-US" sz="2800" dirty="0" err="1"/>
              <a:t>staticmethod</a:t>
            </a:r>
            <a:endParaRPr lang="en-US" sz="2800" dirty="0"/>
          </a:p>
          <a:p>
            <a:r>
              <a:rPr lang="en-US" sz="3200" dirty="0"/>
              <a:t>Instance (</a:t>
            </a:r>
            <a:r>
              <a:rPr lang="en-US" sz="3200" dirty="0" err="1"/>
              <a:t>ie</a:t>
            </a:r>
            <a:r>
              <a:rPr lang="en-US" sz="3200" dirty="0"/>
              <a:t> object) attributes and methods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How to access, remove, or add them</a:t>
            </a:r>
          </a:p>
          <a:p>
            <a:r>
              <a:rPr lang="en-US" sz="3200" dirty="0"/>
              <a:t>“Private” attributes and methods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How to access them by class name</a:t>
            </a:r>
          </a:p>
          <a:p>
            <a:pPr lvl="1"/>
            <a:r>
              <a:rPr lang="en-US" sz="2800" dirty="0"/>
              <a:t>How to access them by getter and setter methods</a:t>
            </a:r>
          </a:p>
          <a:p>
            <a:pPr lvl="2">
              <a:spcBef>
                <a:spcPts val="0"/>
              </a:spcBef>
            </a:pPr>
            <a:r>
              <a:rPr lang="en-US" sz="2800" dirty="0"/>
              <a:t>But I won't test you on property()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28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76200"/>
            <a:ext cx="89154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4800" b="1" dirty="0">
                <a:solidFill>
                  <a:srgbClr val="3333CC"/>
                </a:solidFill>
                <a:latin typeface="Arial"/>
              </a:rPr>
              <a:t>Clarifying the difference:</a:t>
            </a:r>
          </a:p>
          <a:p>
            <a:pPr marL="396875" indent="-396875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CC"/>
                </a:solidFill>
                <a:latin typeface="Arial"/>
              </a:rPr>
              <a:t>A class </a:t>
            </a:r>
            <a:r>
              <a:rPr lang="en-US" sz="4400" dirty="0">
                <a:solidFill>
                  <a:srgbClr val="000000"/>
                </a:solidFill>
                <a:latin typeface="Arial"/>
              </a:rPr>
              <a:t>is only a concept (except for its attributes).</a:t>
            </a:r>
          </a:p>
          <a:p>
            <a:pPr marL="914400" lvl="1" indent="-4572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4000" spc="-100" dirty="0">
                <a:solidFill>
                  <a:srgbClr val="000000"/>
                </a:solidFill>
                <a:latin typeface="Arial"/>
              </a:rPr>
              <a:t>Similarly, the CSE282 class isn't </a:t>
            </a:r>
            <a:r>
              <a:rPr lang="en-US" sz="4000" dirty="0">
                <a:solidFill>
                  <a:srgbClr val="000000"/>
                </a:solidFill>
                <a:latin typeface="Arial"/>
              </a:rPr>
              <a:t>a thing that you can point a finger at.</a:t>
            </a:r>
          </a:p>
          <a:p>
            <a:pPr marL="396875" indent="-396875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CC"/>
                </a:solidFill>
                <a:latin typeface="Arial"/>
              </a:rPr>
              <a:t>An instance</a:t>
            </a:r>
            <a:r>
              <a:rPr lang="en-US" sz="4400" dirty="0">
                <a:solidFill>
                  <a:srgbClr val="3333CC"/>
                </a:solidFill>
                <a:latin typeface="Arial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Arial"/>
              </a:rPr>
              <a:t>is a real object.</a:t>
            </a:r>
          </a:p>
          <a:p>
            <a:pPr marL="914400" lvl="1" indent="-51752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4000" spc="-100" dirty="0">
                <a:solidFill>
                  <a:srgbClr val="000000"/>
                </a:solidFill>
                <a:latin typeface="Arial"/>
              </a:rPr>
              <a:t>Similarly, students are real objects (you can point your finger at any </a:t>
            </a:r>
            <a:r>
              <a:rPr lang="en-US" sz="4000" dirty="0">
                <a:solidFill>
                  <a:srgbClr val="000000"/>
                </a:solidFill>
                <a:latin typeface="Arial"/>
              </a:rPr>
              <a:t>one specific student.)</a:t>
            </a:r>
          </a:p>
        </p:txBody>
      </p:sp>
    </p:spTree>
    <p:extLst>
      <p:ext uri="{BB962C8B-B14F-4D97-AF65-F5344CB8AC3E}">
        <p14:creationId xmlns:p14="http://schemas.microsoft.com/office/powerpoint/2010/main" val="183952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#Currently, the class is just an empty roo</a:t>
            </a:r>
            <a:r>
              <a:rPr lang="en-US" altLang="en-US" kern="0" spc="-2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with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students. but the </a:t>
            </a:r>
            <a:r>
              <a:rPr lang="en-US" altLang="en-US" kern="0" spc="-150" dirty="0" err="1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is in the 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2400" y="4495800"/>
            <a:ext cx="533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FFFF">
                  <a:lumMod val="9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93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#Currently, the class is just an empty roo</a:t>
            </a:r>
            <a:r>
              <a:rPr lang="en-US" altLang="en-US" kern="0" spc="-2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with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students. but the </a:t>
            </a:r>
            <a:r>
              <a:rPr lang="en-US" altLang="en-US" kern="0" spc="-150" dirty="0" err="1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is in the 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009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students. but the </a:t>
            </a:r>
            <a:r>
              <a:rPr lang="en-US" altLang="en-US" kern="0" spc="-150" dirty="0" err="1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is in the 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15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92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89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945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4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85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</p:txBody>
      </p:sp>
    </p:spTree>
    <p:extLst>
      <p:ext uri="{BB962C8B-B14F-4D97-AF65-F5344CB8AC3E}">
        <p14:creationId xmlns:p14="http://schemas.microsoft.com/office/powerpoint/2010/main" val="211159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75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07241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12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37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1083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9838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3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6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</a:t>
            </a:r>
            <a:r>
              <a:rPr lang="en-US" altLang="en-US" kern="0" spc="-4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eting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en-US" sz="1800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affects</a:t>
            </a:r>
            <a:r>
              <a:rPr lang="en-US" altLang="en-US" sz="1800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2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kern="0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3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3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6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</a:t>
            </a:r>
            <a:r>
              <a:rPr lang="en-US" altLang="en-US" kern="0" spc="-4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eting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en-US" sz="1800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affects</a:t>
            </a:r>
            <a:r>
              <a:rPr lang="en-US" altLang="en-US" sz="1800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2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kern="0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 ca</a:t>
            </a:r>
            <a:r>
              <a:rPr lang="en-US" altLang="en-US" kern="0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t. It was stolen!</a:t>
            </a:r>
          </a:p>
        </p:txBody>
      </p:sp>
    </p:spTree>
    <p:extLst>
      <p:ext uri="{BB962C8B-B14F-4D97-AF65-F5344CB8AC3E}">
        <p14:creationId xmlns:p14="http://schemas.microsoft.com/office/powerpoint/2010/main" val="2553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cs typeface="Times New Roman" pitchFamily="18" charset="0"/>
              </a:rPr>
              <a:t>Objects are Members of a Class</a:t>
            </a:r>
            <a:endParaRPr lang="en-US" altLang="en-US" sz="4400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):print("OK</a:t>
            </a:r>
            <a:r>
              <a:rPr lang="en-US" altLang="en-US" spc="-30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print("I can't. It was stolen!")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3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6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</a:t>
            </a:r>
            <a:r>
              <a:rPr lang="en-US" altLang="en-US" kern="0" spc="-4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eting</a:t>
            </a:r>
            <a:r>
              <a:rPr lang="en-US" altLang="en-US" sz="2000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en-US" sz="1800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affects</a:t>
            </a:r>
            <a:r>
              <a:rPr lang="en-US" altLang="en-US" sz="1800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2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kern="0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 ca</a:t>
            </a:r>
            <a:r>
              <a:rPr lang="en-US" altLang="en-US" kern="0" spc="-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t. It was stolen!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4906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778903" y="0"/>
            <a:ext cx="7586195" cy="71567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Special Methods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8579800" cy="5933875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Lucida Console" panose="020B0609040504020204" pitchFamily="49" charset="0"/>
              </a:rPr>
              <a:t>__</a:t>
            </a:r>
            <a:r>
              <a:rPr lang="en-US" altLang="en-US" sz="28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800" dirty="0">
                <a:latin typeface="Lucida Console" panose="020B0609040504020204" pitchFamily="49" charset="0"/>
              </a:rPr>
              <a:t>__(self)</a:t>
            </a:r>
            <a:r>
              <a:rPr lang="en-US" altLang="en-US" sz="2800" dirty="0"/>
              <a:t> is a </a:t>
            </a:r>
            <a:r>
              <a:rPr lang="en-US" altLang="en-US" sz="2800" b="1" dirty="0">
                <a:solidFill>
                  <a:srgbClr val="006600"/>
                </a:solidFill>
              </a:rPr>
              <a:t>constructor</a:t>
            </a:r>
            <a:r>
              <a:rPr lang="en-US" altLang="en-US" sz="2800" dirty="0"/>
              <a:t>. It is invoked automatically when a new object is created.</a:t>
            </a:r>
          </a:p>
          <a:p>
            <a:pPr eaLnBrk="1" hangingPunct="1"/>
            <a:r>
              <a:rPr lang="en-US" altLang="en-US" sz="2800" dirty="0">
                <a:latin typeface="Lucida Console" panose="020B0609040504020204" pitchFamily="49" charset="0"/>
              </a:rPr>
              <a:t>__</a:t>
            </a:r>
            <a:r>
              <a:rPr lang="en-US" altLang="en-US" sz="2800" dirty="0" err="1">
                <a:latin typeface="Lucida Console" panose="020B0609040504020204" pitchFamily="49" charset="0"/>
              </a:rPr>
              <a:t>str</a:t>
            </a:r>
            <a:r>
              <a:rPr lang="en-US" altLang="en-US" sz="2800" dirty="0">
                <a:latin typeface="Lucida Console" panose="020B0609040504020204" pitchFamily="49" charset="0"/>
              </a:rPr>
              <a:t>__(self)</a:t>
            </a:r>
            <a:r>
              <a:rPr lang="en-US" altLang="en-US" sz="2800" dirty="0"/>
              <a:t> is invoked (if defined) when an object is printed.</a:t>
            </a:r>
          </a:p>
          <a:p>
            <a:pPr eaLnBrk="1" hangingPunct="1"/>
            <a:r>
              <a:rPr lang="en-US" altLang="en-US" sz="2800" dirty="0">
                <a:latin typeface="Lucida Console" panose="020B0609040504020204" pitchFamily="49" charset="0"/>
              </a:rPr>
              <a:t>__</a:t>
            </a:r>
            <a:r>
              <a:rPr lang="en-US" altLang="en-US" sz="2800" dirty="0" err="1">
                <a:latin typeface="Lucida Console" panose="020B0609040504020204" pitchFamily="49" charset="0"/>
              </a:rPr>
              <a:t>gt</a:t>
            </a:r>
            <a:r>
              <a:rPr lang="en-US" altLang="en-US" sz="2800" dirty="0">
                <a:latin typeface="Lucida Console" panose="020B0609040504020204" pitchFamily="49" charset="0"/>
              </a:rPr>
              <a:t>__(</a:t>
            </a:r>
            <a:r>
              <a:rPr lang="en-US" altLang="en-US" sz="2800" dirty="0" err="1">
                <a:latin typeface="Lucida Console" panose="020B0609040504020204" pitchFamily="49" charset="0"/>
              </a:rPr>
              <a:t>self,val</a:t>
            </a:r>
            <a:r>
              <a:rPr lang="en-US" altLang="en-US" sz="2800" dirty="0">
                <a:latin typeface="Lucida Console" panose="020B0609040504020204" pitchFamily="49" charset="0"/>
              </a:rPr>
              <a:t>)</a:t>
            </a:r>
            <a:r>
              <a:rPr lang="en-US" altLang="en-US" sz="2800" dirty="0"/>
              <a:t> is invoked (if defined) when two instances of class are compared with a “&gt;”.</a:t>
            </a:r>
          </a:p>
          <a:p>
            <a:pPr lvl="1" eaLnBrk="1" hangingPunct="1"/>
            <a:r>
              <a:rPr lang="en-US" altLang="en-US" sz="2400" dirty="0"/>
              <a:t>Similarly: __</a:t>
            </a:r>
            <a:r>
              <a:rPr lang="en-US" altLang="en-US" sz="2400" dirty="0" err="1"/>
              <a:t>lt</a:t>
            </a:r>
            <a:r>
              <a:rPr lang="en-US" altLang="en-US" sz="2400" dirty="0"/>
              <a:t>__(</a:t>
            </a:r>
            <a:r>
              <a:rPr lang="en-US" altLang="en-US" sz="2400" dirty="0" err="1"/>
              <a:t>self,val</a:t>
            </a:r>
            <a:r>
              <a:rPr lang="en-US" altLang="en-US" sz="2400" dirty="0"/>
              <a:t>), __</a:t>
            </a:r>
            <a:r>
              <a:rPr lang="en-US" altLang="en-US" sz="2400" dirty="0" err="1"/>
              <a:t>ge</a:t>
            </a:r>
            <a:r>
              <a:rPr lang="en-US" altLang="en-US" sz="2400" dirty="0"/>
              <a:t>__(</a:t>
            </a:r>
            <a:r>
              <a:rPr lang="en-US" altLang="en-US" sz="2400" dirty="0" err="1"/>
              <a:t>self,val</a:t>
            </a:r>
            <a:r>
              <a:rPr lang="en-US" altLang="en-US" sz="2400" dirty="0"/>
              <a:t>), __le(</a:t>
            </a:r>
            <a:r>
              <a:rPr lang="en-US" altLang="en-US" sz="2400" dirty="0" err="1"/>
              <a:t>self,val</a:t>
            </a:r>
            <a:r>
              <a:rPr lang="en-US" altLang="en-US" sz="2400" dirty="0"/>
              <a:t>)__, __</a:t>
            </a:r>
            <a:r>
              <a:rPr lang="en-US" altLang="en-US" sz="2400" dirty="0" err="1"/>
              <a:t>eq</a:t>
            </a:r>
            <a:r>
              <a:rPr lang="en-US" altLang="en-US" sz="2400" dirty="0"/>
              <a:t>(</a:t>
            </a:r>
            <a:r>
              <a:rPr lang="en-US" altLang="en-US" sz="2400" dirty="0" err="1"/>
              <a:t>self,val</a:t>
            </a:r>
            <a:r>
              <a:rPr lang="en-US" altLang="en-US" sz="2400" dirty="0"/>
              <a:t>)__, and __ne(</a:t>
            </a:r>
            <a:r>
              <a:rPr lang="en-US" altLang="en-US" sz="2400" dirty="0" err="1"/>
              <a:t>self,val</a:t>
            </a:r>
            <a:r>
              <a:rPr lang="en-US" altLang="en-US" sz="2400" dirty="0"/>
              <a:t>)__</a:t>
            </a:r>
          </a:p>
          <a:p>
            <a:pPr marL="429428" lvl="1" indent="0" eaLnBrk="1" hangingPunct="1">
              <a:buNone/>
            </a:pPr>
            <a:endParaRPr lang="en-US" altLang="en-US" sz="1000" dirty="0"/>
          </a:p>
          <a:p>
            <a:pPr eaLnBrk="1" hangingPunct="1"/>
            <a:r>
              <a:rPr lang="en-US" altLang="en-US" sz="2800" dirty="0"/>
              <a:t>The __ at the front indicates that these methods are not meant to be explicitly accessed.</a:t>
            </a:r>
          </a:p>
          <a:p>
            <a:pPr lvl="1" eaLnBrk="1" hangingPunct="1"/>
            <a:r>
              <a:rPr lang="en-US" altLang="en-US" sz="2400" dirty="0"/>
              <a:t>The __ at the end indicates that these methods </a:t>
            </a:r>
            <a:r>
              <a:rPr lang="en-US" altLang="en-US" sz="2400" i="1" dirty="0"/>
              <a:t>can</a:t>
            </a:r>
            <a:r>
              <a:rPr lang="en-US" altLang="en-US" sz="2400" dirty="0"/>
              <a:t> be explicitly accessed if you wanted to (which you don’t).</a:t>
            </a:r>
          </a:p>
          <a:p>
            <a:pPr lvl="2" eaLnBrk="1" hangingPunct="1"/>
            <a:r>
              <a:rPr lang="en-US" altLang="en-US" sz="2400" dirty="0"/>
              <a:t>The same is true for methods you define and name.</a:t>
            </a:r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89194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77824"/>
            <a:ext cx="8991600" cy="5980176"/>
          </a:xfrm>
        </p:spPr>
        <p:txBody>
          <a:bodyPr/>
          <a:lstStyle/>
          <a:p>
            <a:pPr marL="233363" indent="-60325" eaLnBrk="1" hangingPunct="1">
              <a:lnSpc>
                <a:spcPct val="80000"/>
              </a:lnSpc>
              <a:spcBef>
                <a:spcPts val="24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, ...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</a:p>
          <a:p>
            <a:pPr marL="284163" indent="-508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/>
              <a:t>  The constructor:              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SomeClass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233363" indent="-60325" eaLnBrk="1" hangingPunct="1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006600"/>
                </a:solidFill>
              </a:rPr>
              <a:t> </a:t>
            </a:r>
          </a:p>
          <a:p>
            <a:pPr marL="284163" indent="-508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you use </a:t>
            </a:r>
            <a:r>
              <a:rPr lang="en-US" altLang="en-US" sz="3200" b="1" dirty="0"/>
              <a:t>print</a:t>
            </a:r>
            <a:r>
              <a:rPr lang="en-US" altLang="en-US" sz="3200" dirty="0"/>
              <a:t>:           </a:t>
            </a: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233363" indent="-60325" eaLnBrk="1" hangingPunct="1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006600"/>
                </a:solidFill>
              </a:rPr>
              <a:t> </a:t>
            </a:r>
          </a:p>
          <a:p>
            <a:pPr marL="284163" indent="-508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you use </a:t>
            </a:r>
            <a:r>
              <a:rPr lang="en-US" altLang="en-US" sz="3200" b="1" dirty="0"/>
              <a:t>for</a:t>
            </a:r>
            <a:r>
              <a:rPr lang="en-US" altLang="en-US" sz="3200" dirty="0"/>
              <a:t>:      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x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36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altLang="en-US" sz="3600" spc="-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altLang="en-US" sz="3600" spc="-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3600" spc="-1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elf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cates </a:t>
            </a:r>
            <a:r>
              <a:rPr lang="en-US" altLang="en-US" sz="3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Python that the </a:t>
            </a:r>
            <a:r>
              <a:rPr lang="en-US" altLang="en-US" sz="3600" spc="-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_next</a:t>
            </a:r>
            <a:r>
              <a:rPr lang="en-US" altLang="en-US" sz="3600" spc="-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en-US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_()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will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how to implement </a:t>
            </a:r>
            <a:r>
              <a:rPr lang="en-US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statements.) </a:t>
            </a:r>
            <a:endParaRPr lang="en-US" altLang="en-US" sz="3200" spc="-3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233363" indent="-60325" eaLnBrk="1" hangingPunct="1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	__next__(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b="1" dirty="0">
              <a:solidFill>
                <a:schemeClr val="accent2"/>
              </a:solidFill>
            </a:endParaRPr>
          </a:p>
          <a:p>
            <a:pPr marL="284163" indent="-508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spc="-30" dirty="0"/>
              <a:t>  Lets you use </a:t>
            </a:r>
            <a:r>
              <a:rPr lang="en-US" altLang="en-US" sz="3200" b="1" spc="-30" dirty="0"/>
              <a:t>next</a:t>
            </a:r>
            <a:r>
              <a:rPr lang="en-US" altLang="en-US" sz="3200" spc="-30" dirty="0"/>
              <a:t>:          </a:t>
            </a:r>
            <a:r>
              <a:rPr lang="en-US" altLang="en-US" sz="3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3200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m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spc="-3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233363" indent="-60325" eaLnBrk="1" hangingPunct="1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__call__(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</a:p>
          <a:p>
            <a:pPr marL="284163" indent="-508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you call the object: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</a:t>
            </a:r>
            <a:r>
              <a:rPr lang="en-US" altLang="en-US" sz="3200" spc="-40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b="1" spc="-4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..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9906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+mn-lt"/>
              </a:rPr>
              <a:t>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2921840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77824"/>
            <a:ext cx="8991600" cy="5980176"/>
          </a:xfrm>
        </p:spPr>
        <p:txBody>
          <a:bodyPr/>
          <a:lstStyle/>
          <a:p>
            <a:pPr marL="233363" indent="-60325" eaLnBrk="1" hangingPunct="1">
              <a:lnSpc>
                <a:spcPct val="94000"/>
              </a:lnSpc>
              <a:spcBef>
                <a:spcPts val="600"/>
              </a:spcBef>
              <a:buNone/>
            </a:pPr>
            <a:r>
              <a:rPr lang="en-US" altLang="en-US" b="1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getitem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you index a value by its key: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</a:t>
            </a:r>
            <a:r>
              <a:rPr lang="en-US" altLang="en-US" sz="3200" spc="-40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b="1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3200" dirty="0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233363" indent="-60325" eaLnBrk="1" hangingPunct="1">
              <a:lnSpc>
                <a:spcPct val="94000"/>
              </a:lnSpc>
              <a:spcBef>
                <a:spcPts val="2400"/>
              </a:spcBef>
              <a:buNone/>
            </a:pP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setitem</a:t>
            </a: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3200" b="1" dirty="0">
                <a:solidFill>
                  <a:srgbClr val="F2A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b="1" dirty="0">
              <a:solidFill>
                <a:srgbClr val="F2A700"/>
              </a:solidFill>
            </a:endParaRP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spc="-30" dirty="0"/>
              <a:t>  Lets you set a value by its key: </a:t>
            </a:r>
            <a:r>
              <a:rPr lang="en-US" altLang="en-US" sz="3200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m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b="1" spc="-100" dirty="0">
                <a:solidFill>
                  <a:srgbClr val="F2A700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3200" spc="-100" dirty="0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b="1" spc="-100" dirty="0">
                <a:solidFill>
                  <a:srgbClr val="F2A700"/>
                </a:solidFill>
                <a:latin typeface="Lucida Console" panose="020B0609040504020204" pitchFamily="49" charset="0"/>
              </a:rPr>
              <a:t>]=</a:t>
            </a:r>
            <a:r>
              <a:rPr lang="en-US" altLang="en-US" sz="320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</a:t>
            </a:r>
            <a:endParaRPr lang="en-US" altLang="en-US" sz="3200" spc="-3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233363" indent="-60325" eaLnBrk="1" hangingPunct="1">
              <a:lnSpc>
                <a:spcPct val="94000"/>
              </a:lnSpc>
              <a:spcBef>
                <a:spcPts val="24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delitem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006600"/>
                </a:solidFill>
              </a:rPr>
              <a:t> </a:t>
            </a: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dirty="0"/>
              <a:t>  Lets you delete an entry: 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del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3200" dirty="0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]</a:t>
            </a:r>
          </a:p>
          <a:p>
            <a:pPr marL="233363" indent="-60325" eaLnBrk="1" hangingPunct="1">
              <a:spcBef>
                <a:spcPts val="2400"/>
              </a:spcBef>
              <a:buNone/>
            </a:pP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__contains__(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b="1" dirty="0">
              <a:solidFill>
                <a:schemeClr val="accent2"/>
              </a:solidFill>
            </a:endParaRPr>
          </a:p>
          <a:p>
            <a:pPr marL="457200" indent="-223838" eaLnBrk="1" hangingPunct="1">
              <a:spcBef>
                <a:spcPts val="0"/>
              </a:spcBef>
              <a:buNone/>
            </a:pPr>
            <a:r>
              <a:rPr lang="en-US" altLang="en-US" sz="3200" dirty="0"/>
              <a:t>  Gives you the in operator: </a:t>
            </a:r>
            <a:r>
              <a:rPr lang="en-US" altLang="en-US" sz="3200" dirty="0">
                <a:solidFill>
                  <a:srgbClr val="FF00FF"/>
                </a:solidFill>
                <a:latin typeface="Lucida Console" panose="020B0609040504020204" pitchFamily="49" charset="0"/>
              </a:rPr>
              <a:t>key</a:t>
            </a:r>
            <a:r>
              <a:rPr lang="en-US" altLang="en-US" sz="2000" dirty="0">
                <a:solidFill>
                  <a:srgbClr val="FF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in</a:t>
            </a:r>
            <a:r>
              <a:rPr lang="en-US" altLang="en-US" sz="2800" dirty="0">
                <a:solidFill>
                  <a:srgbClr val="FFAB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</a:p>
          <a:p>
            <a:pPr marL="284163" indent="-50800" eaLnBrk="1" hangingPunct="1">
              <a:spcBef>
                <a:spcPts val="1200"/>
              </a:spcBef>
              <a:buNone/>
            </a:pP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len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b="1" dirty="0">
              <a:solidFill>
                <a:srgbClr val="7030A0"/>
              </a:solidFill>
            </a:endParaRPr>
          </a:p>
          <a:p>
            <a:pPr marL="457200" indent="-223838" eaLnBrk="1" hangingPunct="1">
              <a:spcBef>
                <a:spcPts val="0"/>
              </a:spcBef>
              <a:buNone/>
            </a:pPr>
            <a:r>
              <a:rPr lang="en-US" altLang="en-US" sz="3200" dirty="0"/>
              <a:t>  Gives you the </a:t>
            </a:r>
            <a:r>
              <a:rPr lang="en-US" altLang="en-US" sz="3200" dirty="0" err="1"/>
              <a:t>len</a:t>
            </a:r>
            <a:r>
              <a:rPr lang="en-US" altLang="en-US" sz="3200" dirty="0"/>
              <a:t> function: </a:t>
            </a:r>
            <a:r>
              <a:rPr lang="en-US" altLang="en-US" sz="32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len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</a:p>
          <a:p>
            <a:pPr marL="284163" indent="-50800" eaLnBrk="1" hangingPunct="1">
              <a:lnSpc>
                <a:spcPct val="94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9906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+mn-lt"/>
              </a:rPr>
              <a:t>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17414056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839200" cy="6019800"/>
          </a:xfrm>
        </p:spPr>
        <p:txBody>
          <a:bodyPr/>
          <a:lstStyle/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/>
              <a:t>gives you the</a:t>
            </a:r>
            <a:r>
              <a:rPr lang="en-US" altLang="en-US" sz="3200" dirty="0">
                <a:solidFill>
                  <a:srgbClr val="FF0000"/>
                </a:solidFill>
              </a:rPr>
              <a:t> == </a:t>
            </a:r>
            <a:r>
              <a:rPr lang="en-US" altLang="en-US" sz="3200" dirty="0"/>
              <a:t>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FF9F00"/>
                </a:solidFill>
                <a:latin typeface="Lucida Console" panose="020B0609040504020204" pitchFamily="49" charset="0"/>
              </a:rPr>
              <a:t>__ne__(</a:t>
            </a:r>
            <a:r>
              <a:rPr lang="en-US" altLang="en-US" sz="3200" dirty="0" err="1">
                <a:solidFill>
                  <a:srgbClr val="FF9F00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FF9F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9F00"/>
                </a:solidFill>
              </a:rPr>
              <a:t>   </a:t>
            </a:r>
            <a:r>
              <a:rPr lang="en-US" altLang="en-US" sz="3200" dirty="0"/>
              <a:t>gives you the  </a:t>
            </a:r>
            <a:r>
              <a:rPr lang="en-US" altLang="en-US" sz="3200" dirty="0">
                <a:solidFill>
                  <a:srgbClr val="F2A700"/>
                </a:solidFill>
              </a:rPr>
              <a:t>!= </a:t>
            </a:r>
            <a:r>
              <a:rPr lang="en-US" altLang="en-US" sz="3200" dirty="0"/>
              <a:t>operator.</a:t>
            </a: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FFD9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FFD900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3200" dirty="0">
                <a:solidFill>
                  <a:srgbClr val="FFD9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FFD900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FFD900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3200" dirty="0">
                <a:solidFill>
                  <a:srgbClr val="FFD900"/>
                </a:solidFill>
              </a:rPr>
              <a:t> </a:t>
            </a:r>
            <a:r>
              <a:rPr lang="en-US" altLang="en-US" sz="3200" dirty="0"/>
              <a:t>gives you the </a:t>
            </a:r>
            <a:r>
              <a:rPr lang="en-US" altLang="en-US" sz="3200" dirty="0">
                <a:solidFill>
                  <a:srgbClr val="FFD900"/>
                </a:solidFill>
              </a:rPr>
              <a:t>&gt;=</a:t>
            </a:r>
            <a:r>
              <a:rPr lang="en-US" altLang="en-US" sz="3200" dirty="0"/>
              <a:t> 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93E401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93E40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3200" dirty="0">
                <a:solidFill>
                  <a:srgbClr val="93E401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93E401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93E40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93E401"/>
                </a:solidFill>
              </a:rPr>
              <a:t>   </a:t>
            </a:r>
            <a:r>
              <a:rPr lang="en-US" altLang="en-US" sz="3200" dirty="0"/>
              <a:t>gives you the  </a:t>
            </a:r>
            <a:r>
              <a:rPr lang="en-US" altLang="en-US" sz="3200" dirty="0">
                <a:solidFill>
                  <a:srgbClr val="96FF01"/>
                </a:solidFill>
              </a:rPr>
              <a:t>&gt; </a:t>
            </a:r>
            <a:r>
              <a:rPr lang="en-US" altLang="en-US" sz="3200" dirty="0"/>
              <a:t> 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00F200"/>
                </a:solidFill>
                <a:latin typeface="Lucida Console" panose="020B0609040504020204" pitchFamily="49" charset="0"/>
              </a:rPr>
              <a:t>__le__(</a:t>
            </a:r>
            <a:r>
              <a:rPr lang="en-US" altLang="en-US" sz="3200" dirty="0" err="1">
                <a:solidFill>
                  <a:srgbClr val="00F200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00F2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00F200"/>
                </a:solidFill>
              </a:rPr>
              <a:t>   </a:t>
            </a:r>
            <a:r>
              <a:rPr lang="en-US" altLang="en-US" sz="3200" dirty="0"/>
              <a:t>gives you the </a:t>
            </a:r>
            <a:r>
              <a:rPr lang="en-US" altLang="en-US" sz="3200" dirty="0">
                <a:solidFill>
                  <a:srgbClr val="00F200"/>
                </a:solidFill>
              </a:rPr>
              <a:t>&lt;=</a:t>
            </a:r>
            <a:r>
              <a:rPr lang="en-US" altLang="en-US" sz="3200" dirty="0"/>
              <a:t> 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00B38C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00B38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3200" dirty="0">
                <a:solidFill>
                  <a:srgbClr val="00B38C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B38C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00B38C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00B38C"/>
                </a:solidFill>
              </a:rPr>
              <a:t>   </a:t>
            </a:r>
            <a:r>
              <a:rPr lang="en-US" altLang="en-US" sz="3200" dirty="0"/>
              <a:t>gives you the  </a:t>
            </a:r>
            <a:r>
              <a:rPr lang="en-US" altLang="en-US" sz="3200" dirty="0">
                <a:solidFill>
                  <a:srgbClr val="00B38C"/>
                </a:solidFill>
              </a:rPr>
              <a:t>&lt;</a:t>
            </a:r>
            <a:r>
              <a:rPr lang="en-US" altLang="en-US" sz="3200" dirty="0"/>
              <a:t>  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348BFE"/>
                </a:solidFill>
                <a:latin typeface="Lucida Console" panose="020B0609040504020204" pitchFamily="49" charset="0"/>
              </a:rPr>
              <a:t>__add__(</a:t>
            </a:r>
            <a:r>
              <a:rPr lang="en-US" altLang="en-US" sz="3200" dirty="0" err="1">
                <a:solidFill>
                  <a:srgbClr val="348BFE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348BFE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348BFE"/>
                </a:solidFill>
              </a:rPr>
              <a:t> </a:t>
            </a:r>
            <a:r>
              <a:rPr lang="en-US" altLang="en-US" sz="3200" dirty="0"/>
              <a:t>gives you the  </a:t>
            </a:r>
            <a:r>
              <a:rPr lang="en-US" altLang="en-US" sz="3200" dirty="0">
                <a:solidFill>
                  <a:srgbClr val="348BFE"/>
                </a:solidFill>
              </a:rPr>
              <a:t>+</a:t>
            </a:r>
            <a:r>
              <a:rPr lang="en-US" altLang="en-US" sz="3200" dirty="0"/>
              <a:t>  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1400FF"/>
                </a:solidFill>
                <a:latin typeface="Lucida Console" panose="020B0609040504020204" pitchFamily="49" charset="0"/>
              </a:rPr>
              <a:t>__sub__(</a:t>
            </a:r>
            <a:r>
              <a:rPr lang="en-US" altLang="en-US" sz="3200" dirty="0" err="1">
                <a:solidFill>
                  <a:srgbClr val="1400FF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14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1400FF"/>
                </a:solidFill>
              </a:rPr>
              <a:t> </a:t>
            </a:r>
            <a:r>
              <a:rPr lang="en-US" altLang="en-US" sz="3200" dirty="0"/>
              <a:t>gives you the </a:t>
            </a:r>
            <a:r>
              <a:rPr lang="en-US" altLang="en-US" sz="1200" dirty="0"/>
              <a:t> 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rgbClr val="1400FF"/>
                </a:solidFill>
              </a:rPr>
              <a:t>-</a:t>
            </a:r>
            <a:r>
              <a:rPr lang="en-US" altLang="en-US" sz="3200" dirty="0"/>
              <a:t>  </a:t>
            </a:r>
            <a:r>
              <a:rPr lang="en-US" altLang="en-US" sz="1600" dirty="0"/>
              <a:t> </a:t>
            </a:r>
            <a:r>
              <a:rPr lang="en-US" altLang="en-US" sz="3200" dirty="0"/>
              <a:t>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5B00FF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rgbClr val="5B00FF"/>
                </a:solidFill>
                <a:latin typeface="Lucida Console" panose="020B0609040504020204" pitchFamily="49" charset="0"/>
              </a:rPr>
              <a:t>mul</a:t>
            </a:r>
            <a:r>
              <a:rPr lang="en-US" altLang="en-US" sz="3200" dirty="0">
                <a:solidFill>
                  <a:srgbClr val="5B00FF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5B00FF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5B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5B00FF"/>
                </a:solidFill>
              </a:rPr>
              <a:t> </a:t>
            </a:r>
            <a:r>
              <a:rPr lang="en-US" altLang="en-US" sz="3200" dirty="0"/>
              <a:t>gives you the  </a:t>
            </a:r>
            <a:r>
              <a:rPr lang="en-US" altLang="en-US" sz="600" dirty="0">
                <a:solidFill>
                  <a:srgbClr val="5B00FF"/>
                </a:solidFill>
              </a:rPr>
              <a:t> </a:t>
            </a:r>
            <a:r>
              <a:rPr lang="en-US" altLang="en-US" sz="3200" dirty="0">
                <a:solidFill>
                  <a:srgbClr val="5B00FF"/>
                </a:solidFill>
              </a:rPr>
              <a:t>*  </a:t>
            </a:r>
            <a:r>
              <a:rPr lang="en-US" altLang="en-US" sz="1100" dirty="0">
                <a:solidFill>
                  <a:srgbClr val="5B00FF"/>
                </a:solidFill>
              </a:rPr>
              <a:t> </a:t>
            </a:r>
            <a:r>
              <a:rPr lang="en-US" altLang="en-US" sz="3200" dirty="0"/>
              <a:t>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9600FF"/>
                </a:solidFill>
                <a:latin typeface="Lucida Console" panose="020B0609040504020204" pitchFamily="49" charset="0"/>
              </a:rPr>
              <a:t>__div__(</a:t>
            </a:r>
            <a:r>
              <a:rPr lang="en-US" altLang="en-US" sz="3200" dirty="0" err="1">
                <a:solidFill>
                  <a:srgbClr val="9600FF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96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9600FF"/>
                </a:solidFill>
              </a:rPr>
              <a:t> </a:t>
            </a:r>
            <a:r>
              <a:rPr lang="en-US" altLang="en-US" sz="3200" dirty="0"/>
              <a:t>gives you the  </a:t>
            </a:r>
            <a:r>
              <a:rPr lang="en-US" altLang="en-US" sz="1200" dirty="0"/>
              <a:t> </a:t>
            </a:r>
            <a:r>
              <a:rPr lang="en-US" altLang="en-US" sz="3200" dirty="0">
                <a:solidFill>
                  <a:srgbClr val="9600FF"/>
                </a:solidFill>
              </a:rPr>
              <a:t>/</a:t>
            </a:r>
            <a:r>
              <a:rPr lang="en-US" altLang="en-US" sz="3200" dirty="0"/>
              <a:t>  </a:t>
            </a:r>
            <a:r>
              <a:rPr lang="en-US" altLang="en-US" sz="1800" dirty="0"/>
              <a:t> </a:t>
            </a:r>
            <a:r>
              <a:rPr lang="en-US" altLang="en-US" sz="3200" dirty="0"/>
              <a:t>operator.</a:t>
            </a:r>
            <a:endParaRPr lang="en-US" altLang="en-US" sz="3200" dirty="0">
              <a:latin typeface="Lucida Console" panose="020B0609040504020204" pitchFamily="49" charset="0"/>
            </a:endParaRPr>
          </a:p>
          <a:p>
            <a:pPr marL="3251200" indent="-3251200" eaLnBrk="1" hangingPunct="1">
              <a:spcBef>
                <a:spcPts val="500"/>
              </a:spcBef>
              <a:buNone/>
            </a:pPr>
            <a:r>
              <a:rPr lang="en-US" altLang="en-US" sz="3200" dirty="0">
                <a:solidFill>
                  <a:srgbClr val="FF00FF"/>
                </a:solidFill>
                <a:latin typeface="Lucida Console" panose="020B0609040504020204" pitchFamily="49" charset="0"/>
              </a:rPr>
              <a:t>__pow__(</a:t>
            </a:r>
            <a:r>
              <a:rPr lang="en-US" altLang="en-US" sz="3200" dirty="0" err="1">
                <a:solidFill>
                  <a:srgbClr val="FF00FF"/>
                </a:solidFill>
                <a:latin typeface="Lucida Console" panose="020B0609040504020204" pitchFamily="49" charset="0"/>
              </a:rPr>
              <a:t>self,v</a:t>
            </a:r>
            <a:r>
              <a:rPr lang="en-US" altLang="en-US" sz="3200" dirty="0">
                <a:solidFill>
                  <a:srgbClr val="FF00FF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00FF"/>
                </a:solidFill>
              </a:rPr>
              <a:t> </a:t>
            </a:r>
            <a:r>
              <a:rPr lang="en-US" altLang="en-US" sz="3200" dirty="0"/>
              <a:t>gives you the </a:t>
            </a:r>
            <a:r>
              <a:rPr lang="en-US" altLang="en-US" sz="1200" dirty="0"/>
              <a:t> </a:t>
            </a:r>
            <a:r>
              <a:rPr lang="en-US" altLang="en-US" sz="3200" dirty="0">
                <a:solidFill>
                  <a:srgbClr val="FF00FF"/>
                </a:solidFill>
              </a:rPr>
              <a:t>**</a:t>
            </a:r>
            <a:r>
              <a:rPr lang="en-US" altLang="en-US" sz="3200" dirty="0"/>
              <a:t> </a:t>
            </a:r>
            <a:r>
              <a:rPr lang="en-US" altLang="en-US" sz="2400" dirty="0"/>
              <a:t> </a:t>
            </a:r>
            <a:r>
              <a:rPr lang="en-US" altLang="en-US" sz="3200" dirty="0"/>
              <a:t>operator.</a:t>
            </a:r>
            <a:endParaRPr lang="en-US" altLang="en-US" sz="3200" dirty="0"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533400" y="0"/>
            <a:ext cx="8077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400" kern="0" dirty="0">
                <a:solidFill>
                  <a:srgbClr val="3333CC"/>
                </a:solidFill>
              </a:rPr>
              <a:t>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20139291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778903" y="0"/>
            <a:ext cx="7586195" cy="71567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Creating Private Attributes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762000"/>
            <a:ext cx="8330501" cy="5510726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Critter():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__(self,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nm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md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ag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254" dirty="0" err="1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self.nm</a:t>
            </a:r>
            <a:r>
              <a:rPr lang="en-US" altLang="en-US" sz="2254" dirty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=nm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315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self.__md</a:t>
            </a:r>
            <a:r>
              <a:rPr lang="en-US" altLang="en-US" sz="2254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254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md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254" dirty="0" err="1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z="2254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__ag__=ag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pet=Critter(</a:t>
            </a:r>
            <a:r>
              <a:rPr lang="en-US" altLang="en-US" sz="2254" dirty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"Spot"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254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"Happy"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254" dirty="0" err="1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.nm</a:t>
            </a:r>
            <a:endParaRPr lang="en-US" altLang="en-US" sz="2254" dirty="0">
              <a:solidFill>
                <a:srgbClr val="FFA3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'Spot'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254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.__md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spc="66" dirty="0">
                <a:solidFill>
                  <a:srgbClr val="FF0000"/>
                </a:solidFill>
                <a:latin typeface="Lucida Sans Unicode" panose="020B0602030504020204" pitchFamily="34" charset="0"/>
                <a:cs typeface="Courier New" panose="02070309020205020404" pitchFamily="49" charset="0"/>
              </a:rPr>
              <a:t>#This is, in an incorrect sense, “private”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spc="94" dirty="0" err="1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254" spc="94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spc="94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254" spc="94" dirty="0" err="1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254" spc="94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spc="94" dirty="0" err="1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AttributeError</a:t>
            </a:r>
            <a:r>
              <a:rPr lang="en-US" altLang="en-US" sz="2254" spc="94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'Critter' object has</a:t>
            </a:r>
            <a:r>
              <a:rPr lang="en-US" altLang="en-US" sz="2254" spc="94" dirty="0">
                <a:solidFill>
                  <a:srgbClr val="FFD6EA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94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 attribute '</a:t>
            </a:r>
            <a:r>
              <a:rPr lang="en-US" altLang="en-US" sz="2254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94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94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md'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pet.</a:t>
            </a:r>
            <a:r>
              <a:rPr lang="en-US" altLang="en-US" sz="2254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__ag</a:t>
            </a: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pet.__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dict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254" spc="94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#Every object has this auto-defined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spc="188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{</a:t>
            </a:r>
            <a:r>
              <a:rPr lang="en-US" altLang="en-US" sz="2254" spc="188" dirty="0">
                <a:solidFill>
                  <a:srgbClr val="FFA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'nm': 'Spot'</a:t>
            </a:r>
            <a:r>
              <a:rPr lang="en-US" altLang="en-US" sz="2254" spc="188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, </a:t>
            </a:r>
            <a:r>
              <a:rPr lang="en-US" altLang="en-US" sz="2254" spc="188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</a:t>
            </a:r>
            <a:r>
              <a:rPr lang="en-US" altLang="en-US" sz="2254" spc="188" dirty="0">
                <a:solidFill>
                  <a:srgbClr val="00B0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188" dirty="0" err="1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Critter</a:t>
            </a:r>
            <a:r>
              <a:rPr lang="en-US" altLang="en-US" sz="2254" spc="188" dirty="0" err="1">
                <a:solidFill>
                  <a:srgbClr val="00B0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altLang="en-US" sz="2254" spc="188" dirty="0" err="1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</a:t>
            </a:r>
            <a:r>
              <a:rPr lang="en-US" altLang="en-US" sz="2254" spc="188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': 'Happy'</a:t>
            </a:r>
            <a:r>
              <a:rPr lang="en-US" altLang="en-US" sz="2254" spc="188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, </a:t>
            </a:r>
            <a:r>
              <a:rPr lang="en-US" altLang="en-US" sz="2254" spc="188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</a:t>
            </a: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188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188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ag</a:t>
            </a:r>
            <a:r>
              <a:rPr lang="en-US" altLang="en-US" sz="2254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188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254" spc="188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': 5</a:t>
            </a:r>
            <a:r>
              <a:rPr lang="en-US" altLang="en-US" sz="2254" spc="188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254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._Critter__md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#What’s this?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'Happy'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#S</a:t>
            </a:r>
            <a:r>
              <a:rPr lang="en-US" altLang="en-US" sz="2254" spc="-94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z="1691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not</a:t>
            </a:r>
            <a:r>
              <a:rPr lang="en-US" altLang="en-US" sz="1878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privat</a:t>
            </a:r>
            <a:r>
              <a:rPr lang="en-US" altLang="en-US" sz="2254" spc="-14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  <a:r>
              <a:rPr lang="en-US" altLang="en-US" sz="2066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Just</a:t>
            </a:r>
            <a:r>
              <a:rPr lang="en-US" altLang="en-US" sz="1878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rename</a:t>
            </a:r>
            <a:r>
              <a:rPr lang="en-US" altLang="en-US" sz="2254" spc="-14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  <a:r>
              <a:rPr lang="en-US" altLang="en-US" sz="2066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More on this</a:t>
            </a:r>
            <a:r>
              <a:rPr lang="en-US" altLang="en-US" sz="1878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next</a:t>
            </a:r>
            <a:r>
              <a:rPr lang="en-US" altLang="en-US" sz="1878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wee</a:t>
            </a:r>
            <a:r>
              <a:rPr lang="en-US" altLang="en-US" sz="2254" spc="-94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n-US" altLang="en-US" sz="2254" spc="-19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1" y="762000"/>
            <a:ext cx="815874" cy="551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82" tIns="42941" rIns="85882" bIns="42941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dirty="0">
              <a:solidFill>
                <a:srgbClr val="3333CC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endParaRPr lang="en-US" altLang="en-US" sz="2254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254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254" kern="0" dirty="0">
              <a:solidFill>
                <a:srgbClr val="FFA3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dirty="0">
              <a:solidFill>
                <a:srgbClr val="FFA3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254" kern="0" spc="66" dirty="0">
              <a:solidFill>
                <a:srgbClr val="FF0000"/>
              </a:solidFill>
              <a:latin typeface="Lucida Sans Unicode" panose="020B060203050402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spc="94" dirty="0">
              <a:solidFill>
                <a:srgbClr val="FFD6D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spc="94" dirty="0">
              <a:solidFill>
                <a:srgbClr val="FFD6D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spc="94" dirty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254" kern="0" dirty="0">
              <a:solidFill>
                <a:srgbClr val="3333CC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dirty="0">
              <a:solidFill>
                <a:srgbClr val="3333CC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254" kern="0" spc="94" dirty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spc="94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254" kern="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54" kern="0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54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17772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3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5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35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35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35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35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35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235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235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778903" y="0"/>
            <a:ext cx="7586195" cy="71567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Accessing Private Attributes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330501" cy="551072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class Critter():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__(self, name, mood):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254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name   # public attribute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254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self.__mood</a:t>
            </a:r>
            <a:r>
              <a:rPr lang="en-US" altLang="en-US" sz="2254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 mood # private attribute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  print ("\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nI'm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altLang="en-US" sz="2254" dirty="0">
                <a:latin typeface="Lucida Console" panose="020B0609040504020204" pitchFamily="49" charset="0"/>
              </a:rPr>
              <a:t> </a:t>
            </a:r>
            <a:r>
              <a:rPr lang="en-US" altLang="en-US" sz="2254" dirty="0">
                <a:solidFill>
                  <a:srgbClr val="7030A0"/>
                </a:solidFill>
                <a:latin typeface="Lucida Console" panose="020B0609040504020204" pitchFamily="49" charset="0"/>
              </a:rPr>
              <a:t>self.name</a:t>
            </a:r>
            <a:r>
              <a:rPr lang="en-US" altLang="en-US" sz="2254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254" dirty="0">
                <a:latin typeface="Lucida Console" panose="020B0609040504020204" pitchFamily="49" charset="0"/>
              </a:rPr>
              <a:t>    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print ("Now I feel",</a:t>
            </a:r>
            <a:r>
              <a:rPr lang="en-US" altLang="en-US" sz="2254" dirty="0"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self.__mood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, "\n")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127" dirty="0"/>
          </a:p>
          <a:p>
            <a:pPr eaLnBrk="1" hangingPunct="1">
              <a:lnSpc>
                <a:spcPct val="80000"/>
              </a:lnSpc>
            </a:pPr>
            <a:r>
              <a:rPr lang="en-US" altLang="en-US" sz="2630" dirty="0">
                <a:solidFill>
                  <a:schemeClr val="accent2"/>
                </a:solidFill>
              </a:rPr>
              <a:t>Private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30" dirty="0">
                <a:solidFill>
                  <a:schemeClr val="tx1"/>
                </a:solidFill>
              </a:rPr>
              <a:t>Accesses from</a:t>
            </a:r>
            <a:r>
              <a:rPr lang="en-US" altLang="en-US" sz="2630" dirty="0"/>
              <a:t> </a:t>
            </a:r>
            <a:r>
              <a:rPr lang="en-US" altLang="en-US" sz="2630" dirty="0">
                <a:solidFill>
                  <a:srgbClr val="FF0000"/>
                </a:solidFill>
              </a:rPr>
              <a:t>inside</a:t>
            </a:r>
            <a:r>
              <a:rPr lang="en-US" altLang="en-US" sz="2630" dirty="0">
                <a:solidFill>
                  <a:schemeClr val="tx1"/>
                </a:solidFill>
              </a:rPr>
              <a:t> the class?</a:t>
            </a:r>
            <a:r>
              <a:rPr lang="en-US" altLang="en-US" sz="2630" dirty="0"/>
              <a:t> </a:t>
            </a:r>
          </a:p>
          <a:p>
            <a:pPr marL="858854" lvl="2" indent="0" eaLnBrk="1" hangingPunct="1">
              <a:lnSpc>
                <a:spcPct val="80000"/>
              </a:lnSpc>
              <a:buNone/>
            </a:pPr>
            <a:r>
              <a:rPr lang="en-US" altLang="en-US" sz="2442" b="1" dirty="0">
                <a:solidFill>
                  <a:srgbClr val="00B0F0"/>
                </a:solidFill>
              </a:rPr>
              <a:t>Yes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30" dirty="0">
                <a:solidFill>
                  <a:schemeClr val="tx1"/>
                </a:solidFill>
              </a:rPr>
              <a:t>Accesses from the</a:t>
            </a:r>
            <a:r>
              <a:rPr lang="en-US" altLang="en-US" sz="2630" dirty="0"/>
              <a:t> </a:t>
            </a:r>
            <a:r>
              <a:rPr lang="en-US" altLang="en-US" sz="2630" dirty="0">
                <a:solidFill>
                  <a:srgbClr val="FF0000"/>
                </a:solidFill>
              </a:rPr>
              <a:t>client</a:t>
            </a:r>
            <a:r>
              <a:rPr lang="en-US" altLang="en-US" sz="2630" dirty="0">
                <a:solidFill>
                  <a:schemeClr val="tx1"/>
                </a:solidFill>
              </a:rPr>
              <a:t>? </a:t>
            </a:r>
          </a:p>
          <a:p>
            <a:pPr marL="858854" lvl="2" indent="0" eaLnBrk="1" hangingPunct="1">
              <a:lnSpc>
                <a:spcPct val="80000"/>
              </a:lnSpc>
              <a:buNone/>
            </a:pPr>
            <a:r>
              <a:rPr lang="en-US" altLang="en-US" sz="2442" b="1" dirty="0">
                <a:solidFill>
                  <a:srgbClr val="00B0F0"/>
                </a:solidFill>
              </a:rPr>
              <a:t>No:</a:t>
            </a:r>
            <a:r>
              <a:rPr lang="en-US" altLang="en-US" sz="2442" dirty="0">
                <a:solidFill>
                  <a:schemeClr val="tx1"/>
                </a:solidFill>
              </a:rPr>
              <a:t> </a:t>
            </a:r>
            <a:r>
              <a:rPr lang="en-US" altLang="en-US" sz="2442" dirty="0">
                <a:solidFill>
                  <a:schemeClr val="tx1"/>
                </a:solidFill>
                <a:latin typeface="Lucida Console" panose="020B0609040504020204" pitchFamily="49" charset="0"/>
              </a:rPr>
              <a:t>crit1.__mood # doesn’t work</a:t>
            </a:r>
            <a:endParaRPr lang="en-US" altLang="ja-JP" sz="2442" dirty="0">
              <a:solidFill>
                <a:schemeClr val="tx1"/>
              </a:solidFill>
            </a:endParaRPr>
          </a:p>
          <a:p>
            <a:pPr marL="858854" lvl="2" indent="0" eaLnBrk="1" hangingPunct="1">
              <a:lnSpc>
                <a:spcPct val="80000"/>
              </a:lnSpc>
              <a:buNone/>
            </a:pPr>
            <a:r>
              <a:rPr lang="en-US" altLang="en-US" sz="2442" b="1" dirty="0">
                <a:solidFill>
                  <a:srgbClr val="00B0F0"/>
                </a:solidFill>
                <a:latin typeface="Lucida Console" panose="020B0609040504020204" pitchFamily="49" charset="0"/>
              </a:rPr>
              <a:t>But Yes:</a:t>
            </a:r>
            <a:r>
              <a:rPr lang="en-US" altLang="en-US" sz="2442" dirty="0">
                <a:latin typeface="Lucida Console" panose="020B0609040504020204" pitchFamily="49" charset="0"/>
              </a:rPr>
              <a:t> </a:t>
            </a:r>
            <a:r>
              <a:rPr lang="en-US" altLang="en-US" sz="2442" dirty="0">
                <a:solidFill>
                  <a:schemeClr val="tx1"/>
                </a:solidFill>
                <a:latin typeface="Lucida Console" panose="020B0609040504020204" pitchFamily="49" charset="0"/>
              </a:rPr>
              <a:t>crit1._Critter__mood # works</a:t>
            </a:r>
            <a:endParaRPr lang="en-US" altLang="en-US" sz="2442" dirty="0">
              <a:solidFill>
                <a:schemeClr val="tx1"/>
              </a:solidFill>
            </a:endParaRPr>
          </a:p>
          <a:p>
            <a:pPr lvl="3" eaLnBrk="1" hangingPunct="1">
              <a:lnSpc>
                <a:spcPct val="80000"/>
              </a:lnSpc>
            </a:pPr>
            <a:r>
              <a:rPr lang="en-US" altLang="en-US" sz="2442" dirty="0">
                <a:solidFill>
                  <a:schemeClr val="accent2"/>
                </a:solidFill>
              </a:rPr>
              <a:t>Privatization can’t protect data from hostile code 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1912552" y="3486211"/>
            <a:ext cx="3148986" cy="107351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39478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77928" y="76200"/>
            <a:ext cx="8731281" cy="6441109"/>
          </a:xfrm>
        </p:spPr>
        <p:txBody>
          <a:bodyPr/>
          <a:lstStyle/>
          <a:p>
            <a:pPr marL="89464" indent="0" algn="ctr" eaLnBrk="1">
              <a:lnSpc>
                <a:spcPct val="83000"/>
              </a:lnSpc>
              <a:spcBef>
                <a:spcPts val="1127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3757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3757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033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3757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3757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en-US" sz="3757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3757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033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3757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381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endParaRPr lang="en-US" altLang="zh-TW" sz="3193" dirty="0"/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193" dirty="0"/>
              <a:t>Static methods know nothing about the class and just deal with the parameters: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endParaRPr lang="en-US" altLang="en-US" sz="1127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class Person: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  age = 20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printHi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(s):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print("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Hi,",s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print('The age is:',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89464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89464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254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254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("Bob")</a:t>
            </a:r>
            <a:r>
              <a:rPr lang="en-US" altLang="en-US" sz="2254" dirty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254" spc="-19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254" spc="-19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Hi, Bob</a:t>
            </a:r>
          </a:p>
          <a:p>
            <a:pPr marL="89464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254" dirty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254" spc="-19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25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spc="-94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254" spc="-94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spc="-94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254" spc="-94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254" spc="-94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spc="-141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254" spc="-141" dirty="0">
                <a:solidFill>
                  <a:srgbClr val="FF9797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1878" spc="-141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254" spc="-141" dirty="0" err="1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254" spc="-141" dirty="0">
                <a:solidFill>
                  <a:srgbClr val="FF0000"/>
                </a:solidFill>
                <a:latin typeface="Lucida Fax" panose="02060602050505020204" pitchFamily="18" charset="0"/>
              </a:rPr>
              <a:t>() missing 1 required positional argument:</a:t>
            </a:r>
            <a:r>
              <a:rPr lang="en-US" altLang="en-US" sz="1878" spc="-141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254" spc="-376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  <a:r>
              <a:rPr lang="en-US" altLang="en-US" sz="2254" spc="-141" dirty="0" err="1">
                <a:solidFill>
                  <a:srgbClr val="FF0000"/>
                </a:solidFill>
                <a:latin typeface="Lucida Fax" panose="02060602050505020204" pitchFamily="18" charset="0"/>
              </a:rPr>
              <a:t>cl</a:t>
            </a:r>
            <a:r>
              <a:rPr lang="en-US" altLang="en-US" sz="2254" spc="-282" dirty="0" err="1">
                <a:solidFill>
                  <a:srgbClr val="FF0000"/>
                </a:solidFill>
                <a:latin typeface="Lucida Fax" panose="02060602050505020204" pitchFamily="18" charset="0"/>
              </a:rPr>
              <a:t>s</a:t>
            </a:r>
            <a:r>
              <a:rPr lang="en-US" altLang="en-US" sz="2254" spc="-141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254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254" dirty="0">
                <a:solidFill>
                  <a:srgbClr val="FF0000"/>
                </a:solidFill>
                <a:latin typeface="Lucida Fax" panose="02060602050505020204" pitchFamily="18" charset="0"/>
              </a:rPr>
              <a:t>#Why doesn’t it crash, this time?</a:t>
            </a:r>
          </a:p>
          <a:p>
            <a:pPr marL="89464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89464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41455" algn="l"/>
                <a:tab pos="439865" algn="l"/>
                <a:tab pos="829033" algn="l"/>
                <a:tab pos="1219693" algn="l"/>
                <a:tab pos="1608862" algn="l"/>
                <a:tab pos="1998030" algn="l"/>
                <a:tab pos="2387199" algn="l"/>
                <a:tab pos="2777859" algn="l"/>
                <a:tab pos="3167027" algn="l"/>
                <a:tab pos="3556196" algn="l"/>
                <a:tab pos="3945364" algn="l"/>
                <a:tab pos="4336024" algn="l"/>
                <a:tab pos="4725192" algn="l"/>
                <a:tab pos="5114361" algn="l"/>
                <a:tab pos="5503530" algn="l"/>
                <a:tab pos="5894190" algn="l"/>
                <a:tab pos="6283357" algn="l"/>
                <a:tab pos="6672526" algn="l"/>
                <a:tab pos="7061695" algn="l"/>
                <a:tab pos="7452354" algn="l"/>
                <a:tab pos="7841523" algn="l"/>
              </a:tabLst>
            </a:pPr>
            <a:r>
              <a:rPr lang="en-US" altLang="en-US" sz="2254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381199525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dirty="0"/>
              <a:t>Derived Classes are New Classes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04800" y="884238"/>
            <a:ext cx="8839200" cy="5973762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Specialization</a:t>
            </a:r>
            <a:r>
              <a:rPr lang="en-US" altLang="en-US" dirty="0"/>
              <a:t> is achieved by adding new attributes and methods to a base class. Think of it as </a:t>
            </a:r>
            <a:r>
              <a:rPr lang="en-US" altLang="en-US" i="1" dirty="0">
                <a:solidFill>
                  <a:srgbClr val="7030A0"/>
                </a:solidFill>
              </a:rPr>
              <a:t>subtyping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, you can take the absolute value of </a:t>
            </a:r>
            <a:r>
              <a:rPr lang="en-US" altLang="en-US" dirty="0">
                <a:solidFill>
                  <a:srgbClr val="FFA300"/>
                </a:solidFill>
              </a:rPr>
              <a:t>any number</a:t>
            </a:r>
            <a:r>
              <a:rPr lang="en-US" altLang="en-US" dirty="0"/>
              <a:t>. </a:t>
            </a:r>
          </a:p>
          <a:p>
            <a:pPr lvl="2"/>
            <a:r>
              <a:rPr lang="en-US" altLang="en-US" dirty="0"/>
              <a:t>But you can only take the factorial of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. </a:t>
            </a:r>
          </a:p>
          <a:p>
            <a:pPr lvl="3"/>
            <a:r>
              <a:rPr lang="en-US" altLang="en-US" dirty="0"/>
              <a:t>So the factorial is a specialized method that applied to just a </a:t>
            </a:r>
            <a:r>
              <a:rPr lang="en-US" altLang="en-US" dirty="0">
                <a:solidFill>
                  <a:srgbClr val="7030A0"/>
                </a:solidFill>
              </a:rPr>
              <a:t>subset</a:t>
            </a:r>
            <a:r>
              <a:rPr lang="en-US" altLang="en-US" dirty="0"/>
              <a:t> of all numbers. </a:t>
            </a:r>
          </a:p>
          <a:p>
            <a:pPr lvl="3"/>
            <a:r>
              <a:rPr lang="en-US" altLang="en-US" dirty="0"/>
              <a:t>And so </a:t>
            </a:r>
            <a:r>
              <a:rPr lang="en-US" altLang="en-US" dirty="0">
                <a:solidFill>
                  <a:srgbClr val="FF0000"/>
                </a:solidFill>
              </a:rPr>
              <a:t>integers</a:t>
            </a:r>
            <a:r>
              <a:rPr lang="en-US" altLang="en-US" dirty="0"/>
              <a:t> are a specialized </a:t>
            </a:r>
            <a:r>
              <a:rPr lang="en-US" altLang="en-US" dirty="0">
                <a:solidFill>
                  <a:srgbClr val="7030A0"/>
                </a:solidFill>
              </a:rPr>
              <a:t>subtype</a:t>
            </a:r>
            <a:r>
              <a:rPr lang="en-US" altLang="en-US" dirty="0"/>
              <a:t> of the more generic </a:t>
            </a:r>
            <a:r>
              <a:rPr lang="en-US" altLang="en-US" dirty="0">
                <a:solidFill>
                  <a:srgbClr val="FFA300"/>
                </a:solidFill>
              </a:rPr>
              <a:t>number type</a:t>
            </a:r>
            <a:r>
              <a:rPr lang="en-US" altLang="en-US" dirty="0"/>
              <a:t>.</a:t>
            </a:r>
          </a:p>
          <a:p>
            <a:pPr lvl="4"/>
            <a:r>
              <a:rPr lang="en-US" altLang="en-US" dirty="0"/>
              <a:t>Although Python does not treat </a:t>
            </a:r>
            <a:r>
              <a:rPr lang="en-US" altLang="en-US" b="1" dirty="0" err="1">
                <a:solidFill>
                  <a:srgbClr val="FF0000"/>
                </a:solidFill>
              </a:rPr>
              <a:t>int</a:t>
            </a:r>
            <a:r>
              <a:rPr lang="en-US" altLang="en-US" dirty="0"/>
              <a:t> as a subclass of </a:t>
            </a:r>
            <a:r>
              <a:rPr lang="en-US" altLang="en-US" b="1" dirty="0">
                <a:solidFill>
                  <a:srgbClr val="FFA300"/>
                </a:solidFill>
              </a:rPr>
              <a:t>float</a:t>
            </a:r>
            <a:r>
              <a:rPr lang="en-US" altLang="en-US" dirty="0"/>
              <a:t>, the popular Numbers.py module has some of this idea. 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/>
              <a:t> </a:t>
            </a:r>
            <a:r>
              <a:rPr lang="en-US" altLang="en-US" dirty="0"/>
              <a:t>removes</a:t>
            </a:r>
            <a:r>
              <a:rPr lang="en-US" altLang="en-US" sz="2000" dirty="0"/>
              <a:t> </a:t>
            </a:r>
            <a:r>
              <a:rPr lang="en-US" altLang="en-US" dirty="0"/>
              <a:t>attributes or methods from a base class. (This is less common, but classes allow it.)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Overriding</a:t>
            </a:r>
            <a:r>
              <a:rPr lang="en-US" altLang="en-US" sz="2400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changes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implementation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from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the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base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class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dirty="0" err="1">
                <a:solidFill>
                  <a:srgbClr val="FF0000"/>
                </a:solidFill>
              </a:rPr>
              <a:t>eg</a:t>
            </a:r>
            <a:r>
              <a:rPr lang="en-US" altLang="en-US" dirty="0">
                <a:solidFill>
                  <a:srgbClr val="FF0000"/>
                </a:solidFill>
              </a:rPr>
              <a:t>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You can also add onto the base method using </a:t>
            </a:r>
            <a:r>
              <a:rPr lang="en-US" altLang="en-US" dirty="0">
                <a:latin typeface="Lucida Console" panose="020B0609040504020204" pitchFamily="49" charset="0"/>
              </a:rPr>
              <a:t>super()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7398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ChangeArrowheads="1"/>
          </p:cNvSpPr>
          <p:nvPr/>
        </p:nvSpPr>
        <p:spPr bwMode="auto">
          <a:xfrm>
            <a:off x="548640" y="1097280"/>
            <a:ext cx="761841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class Animal: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en-US" sz="2800" dirty="0" err="1">
                <a:solidFill>
                  <a:srgbClr val="22222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__(self, name):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self.name = name</a:t>
            </a:r>
          </a:p>
          <a:p>
            <a:pPr eaLnBrk="1" hangingPunct="1">
              <a:buClr>
                <a:srgbClr val="2D2DB9"/>
              </a:buClr>
            </a:pPr>
            <a:endParaRPr lang="en-US" altLang="en-US" sz="2800" dirty="0">
              <a:solidFill>
                <a:srgbClr val="222222"/>
              </a:solidFill>
              <a:latin typeface="Lucida Console" panose="020B0609040504020204" pitchFamily="49" charset="0"/>
            </a:endParaRP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def talk(self):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'Hello!'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 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class Cat(Animal):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def talk(self):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       return 'Meow!'</a:t>
            </a:r>
          </a:p>
          <a:p>
            <a:pPr eaLnBrk="1" hangingPunct="1">
              <a:buClr>
                <a:srgbClr val="2D2DB9"/>
              </a:buClr>
            </a:pPr>
            <a:r>
              <a:rPr lang="en-US" altLang="en-US" sz="2800" dirty="0">
                <a:solidFill>
                  <a:srgbClr val="222222"/>
                </a:solidFill>
                <a:latin typeface="Lucida Console" panose="020B0609040504020204" pitchFamily="49" charset="0"/>
              </a:rPr>
              <a:t> </a:t>
            </a:r>
          </a:p>
        </p:txBody>
      </p:sp>
      <p:sp>
        <p:nvSpPr>
          <p:cNvPr id="25603" name="Title 6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dirty="0"/>
              <a:t>Overriding to Create a New Version</a:t>
            </a:r>
          </a:p>
        </p:txBody>
      </p:sp>
    </p:spTree>
    <p:extLst>
      <p:ext uri="{BB962C8B-B14F-4D97-AF65-F5344CB8AC3E}">
        <p14:creationId xmlns:p14="http://schemas.microsoft.com/office/powerpoint/2010/main" val="4939349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dirty="0"/>
              <a:t>Overriding to Create a New Version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548640" y="1097280"/>
            <a:ext cx="8382000" cy="5532120"/>
          </a:xfrm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class Animal: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def __</a:t>
            </a:r>
            <a:r>
              <a:rPr lang="en-US" altLang="en-US" sz="28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800" dirty="0">
                <a:latin typeface="Lucida Console" panose="020B0609040504020204" pitchFamily="49" charset="0"/>
              </a:rPr>
              <a:t>__(self, name, age):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self.name = name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self.age</a:t>
            </a:r>
            <a:r>
              <a:rPr lang="en-US" altLang="en-US" sz="2800" dirty="0">
                <a:latin typeface="Lucida Console" panose="020B0609040504020204" pitchFamily="49" charset="0"/>
              </a:rPr>
              <a:t> = age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def </a:t>
            </a:r>
            <a:r>
              <a:rPr lang="en-US" altLang="en-US" sz="2800" dirty="0" err="1">
                <a:latin typeface="Lucida Console" panose="020B0609040504020204" pitchFamily="49" charset="0"/>
              </a:rPr>
              <a:t>get_name</a:t>
            </a:r>
            <a:r>
              <a:rPr lang="en-US" altLang="en-US" sz="2800" dirty="0">
                <a:latin typeface="Lucida Console" panose="020B0609040504020204" pitchFamily="49" charset="0"/>
              </a:rPr>
              <a:t>(self):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return self.name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def __</a:t>
            </a:r>
            <a:r>
              <a:rPr lang="en-US" altLang="en-US" sz="2800" dirty="0" err="1">
                <a:latin typeface="Lucida Console" panose="020B0609040504020204" pitchFamily="49" charset="0"/>
              </a:rPr>
              <a:t>gt</a:t>
            </a:r>
            <a:r>
              <a:rPr lang="en-US" altLang="en-US" sz="2800" dirty="0">
                <a:latin typeface="Lucida Console" panose="020B0609040504020204" pitchFamily="49" charset="0"/>
              </a:rPr>
              <a:t>__(self, other):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#override comparison operators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  return </a:t>
            </a:r>
            <a:r>
              <a:rPr lang="en-US" altLang="en-US" sz="2800" dirty="0" err="1">
                <a:latin typeface="Lucida Console" panose="020B0609040504020204" pitchFamily="49" charset="0"/>
              </a:rPr>
              <a:t>self.age</a:t>
            </a:r>
            <a:r>
              <a:rPr lang="en-US" altLang="en-US" sz="2800" dirty="0">
                <a:latin typeface="Lucida Console" panose="020B0609040504020204" pitchFamily="49" charset="0"/>
              </a:rPr>
              <a:t> &gt; </a:t>
            </a:r>
            <a:r>
              <a:rPr lang="en-US" altLang="en-US" sz="2800" dirty="0" err="1">
                <a:latin typeface="Lucida Console" panose="020B0609040504020204" pitchFamily="49" charset="0"/>
              </a:rPr>
              <a:t>other.age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altLang="en-US" sz="28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print(Animal('Boo',4)&gt;Animal('Sam',3))</a:t>
            </a:r>
            <a:endParaRPr lang="en-US" altLang="en-US" sz="3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1108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/>
              <a:t>Overriding to Add More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xfrm>
            <a:off x="547688" y="895350"/>
            <a:ext cx="8401050" cy="603885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You can incorporate the inherited method’</a:t>
            </a:r>
            <a:r>
              <a:rPr lang="en-US" altLang="ja-JP" sz="3200" dirty="0"/>
              <a:t>s functionality into the overridden method:</a:t>
            </a:r>
            <a:endParaRPr lang="en-US" altLang="en-US" sz="1600" dirty="0">
              <a:latin typeface="Courier New" pitchFamily="49" charset="0"/>
            </a:endParaRP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Card: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err="1">
                <a:latin typeface="Lucida Console" panose="020B0609040504020204" pitchFamily="49" charset="0"/>
              </a:rPr>
              <a:t>Positionable_Card</a:t>
            </a:r>
            <a:r>
              <a:rPr lang="en-US" altLang="en-US" sz="2400" dirty="0">
                <a:latin typeface="Lucida Console" panose="020B0609040504020204" pitchFamily="49" charset="0"/>
              </a:rPr>
              <a:t>(Card):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self,rank,suit,face_up</a:t>
            </a:r>
            <a:r>
              <a:rPr lang="en-US" altLang="en-US" sz="2400" dirty="0">
                <a:latin typeface="Lucida Console" panose="020B0609040504020204" pitchFamily="49" charset="0"/>
              </a:rPr>
              <a:t>=True):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super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Positionable_Card,self</a:t>
            </a:r>
            <a:r>
              <a:rPr lang="en-US" altLang="en-US" sz="2400" dirty="0">
                <a:latin typeface="Lucida Console" panose="020B0609040504020204" pitchFamily="49" charset="0"/>
              </a:rPr>
              <a:t>).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rank, suit) #invokes parent</a:t>
            </a:r>
            <a:r>
              <a:rPr lang="ja-JP" altLang="en-US" sz="2400" dirty="0">
                <a:latin typeface="Lucida Console" panose="020B0609040504020204" pitchFamily="49" charset="0"/>
              </a:rPr>
              <a:t>’</a:t>
            </a:r>
            <a:r>
              <a:rPr lang="en-US" altLang="ja-JP" sz="2400" dirty="0">
                <a:latin typeface="Lucida Console" panose="020B0609040504020204" pitchFamily="49" charset="0"/>
              </a:rPr>
              <a:t>s method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600" dirty="0">
                <a:latin typeface="Lucida Console" panose="020B0609040504020204" pitchFamily="49" charset="0"/>
              </a:rPr>
              <a:t>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self.is_face_up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latin typeface="Lucida Console" panose="020B0609040504020204" pitchFamily="49" charset="0"/>
              </a:rPr>
              <a:t>face_up</a:t>
            </a:r>
            <a:r>
              <a:rPr lang="en-US" altLang="en-US" sz="2400" dirty="0">
                <a:latin typeface="Lucida Console" panose="020B0609040504020204" pitchFamily="49" charset="0"/>
              </a:rPr>
              <a:t> # adds to it.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1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dirty="0">
                <a:latin typeface="Lucida Console" panose="020B0609040504020204" pitchFamily="49" charset="0"/>
              </a:rPr>
              <a:t>Card</a:t>
            </a:r>
            <a:r>
              <a:rPr lang="en-US" altLang="en-US" sz="2800" dirty="0"/>
              <a:t> is a base class (</a:t>
            </a:r>
            <a:r>
              <a:rPr lang="en-US" altLang="en-US" sz="2800" dirty="0" err="1"/>
              <a:t>ie</a:t>
            </a:r>
            <a:r>
              <a:rPr lang="en-US" altLang="en-US" sz="2800" dirty="0"/>
              <a:t>, a superclass)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800" dirty="0"/>
              <a:t>The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super()</a:t>
            </a:r>
            <a:r>
              <a:rPr lang="en-US" altLang="en-US" sz="2800" dirty="0"/>
              <a:t> built-in function lets you refer to the original item that you’ve overridden (otherwise, the call to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init</a:t>
            </a:r>
            <a:r>
              <a:rPr lang="en-US" altLang="en-US" sz="2800" dirty="0">
                <a:solidFill>
                  <a:srgbClr val="FF0000"/>
                </a:solidFill>
              </a:rPr>
              <a:t>__()</a:t>
            </a:r>
            <a:r>
              <a:rPr lang="en-US" altLang="en-US" sz="2800" dirty="0"/>
              <a:t> would be recursive).</a:t>
            </a:r>
            <a:endParaRPr lang="en-US" altLang="en-US" dirty="0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1219200" y="3352800"/>
            <a:ext cx="7467600" cy="715962"/>
          </a:xfrm>
          <a:prstGeom prst="rect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3" name="Rectangle 7"/>
          <p:cNvSpPr>
            <a:spLocks noChangeArrowheads="1"/>
          </p:cNvSpPr>
          <p:nvPr/>
        </p:nvSpPr>
        <p:spPr bwMode="auto">
          <a:xfrm>
            <a:off x="1219200" y="4286250"/>
            <a:ext cx="7467600" cy="438150"/>
          </a:xfrm>
          <a:prstGeom prst="rect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4422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then some useful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I'll add slides on this later and upload a new version</a:t>
            </a:r>
          </a:p>
        </p:txBody>
      </p:sp>
    </p:spTree>
    <p:extLst>
      <p:ext uri="{BB962C8B-B14F-4D97-AF65-F5344CB8AC3E}">
        <p14:creationId xmlns:p14="http://schemas.microsoft.com/office/powerpoint/2010/main" val="4205503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0.9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0.4|0.3|1.5|4|0.8|2.6|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0.5|0.8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7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19931</TotalTime>
  <Words>9971</Words>
  <Application>Microsoft Office PowerPoint</Application>
  <PresentationFormat>如螢幕大小 (4:3)</PresentationFormat>
  <Paragraphs>1201</Paragraphs>
  <Slides>64</Slides>
  <Notes>12</Notes>
  <HiddenSlides>0</HiddenSlides>
  <MMClips>27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9</vt:i4>
      </vt:variant>
      <vt:variant>
        <vt:lpstr>投影片標題</vt:lpstr>
      </vt:variant>
      <vt:variant>
        <vt:i4>64</vt:i4>
      </vt:variant>
    </vt:vector>
  </HeadingPairs>
  <TitlesOfParts>
    <vt:vector size="87" baseType="lpstr">
      <vt:lpstr>MS PGothic</vt:lpstr>
      <vt:lpstr>Agency FB</vt:lpstr>
      <vt:lpstr>Arial</vt:lpstr>
      <vt:lpstr>Arial Narrow</vt:lpstr>
      <vt:lpstr>Calibri</vt:lpstr>
      <vt:lpstr>Century Schoolbook</vt:lpstr>
      <vt:lpstr>Cooper Black</vt:lpstr>
      <vt:lpstr>Courier New</vt:lpstr>
      <vt:lpstr>Elephant</vt:lpstr>
      <vt:lpstr>Lucida Console</vt:lpstr>
      <vt:lpstr>Lucida Fax</vt:lpstr>
      <vt:lpstr>Lucida Sans Unicode</vt:lpstr>
      <vt:lpstr>Times New Roman</vt:lpstr>
      <vt:lpstr>Wingdings</vt:lpstr>
      <vt:lpstr>Default Design</vt:lpstr>
      <vt:lpstr>4_Default Design</vt:lpstr>
      <vt:lpstr>2_Default Design</vt:lpstr>
      <vt:lpstr>4_Office Theme</vt:lpstr>
      <vt:lpstr>1_Default Design</vt:lpstr>
      <vt:lpstr>3_Default Design</vt:lpstr>
      <vt:lpstr>5_Default Design</vt:lpstr>
      <vt:lpstr>6_Default Design</vt:lpstr>
      <vt:lpstr>7_Default Design</vt:lpstr>
      <vt:lpstr>A Blackjack Game: the Card Class</vt:lpstr>
      <vt:lpstr>A Blackjack Game: the Deck Class</vt:lpstr>
      <vt:lpstr>A Blackjack Game: the Hand Class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List Comprehensions vs. List Generators</vt:lpstr>
      <vt:lpstr>PowerPoint 簡報</vt:lpstr>
      <vt:lpstr>Review example: How these wrapper functions both behave just like print()</vt:lpstr>
      <vt:lpstr>All of the Python keywords  can be on the final exam</vt:lpstr>
      <vt:lpstr>PowerPoint 簡報</vt:lpstr>
      <vt:lpstr>PowerPoint 簡報</vt:lpstr>
      <vt:lpstr>A mapping is a concept from math</vt:lpstr>
      <vt:lpstr>Definitions</vt:lpstr>
      <vt:lpstr>PowerPoint 簡報</vt:lpstr>
      <vt:lpstr>PowerPoint 簡報</vt:lpstr>
      <vt:lpstr>PowerPoint 簡報</vt:lpstr>
      <vt:lpstr>Accessing class and instance attributes</vt:lpstr>
      <vt:lpstr>PowerPoint 簡報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Special Methods</vt:lpstr>
      <vt:lpstr>Special Methods</vt:lpstr>
      <vt:lpstr>Special Methods</vt:lpstr>
      <vt:lpstr>PowerPoint 簡報</vt:lpstr>
      <vt:lpstr>Creating Private Attributes</vt:lpstr>
      <vt:lpstr>Accessing Private Attributes</vt:lpstr>
      <vt:lpstr>PowerPoint 簡報</vt:lpstr>
      <vt:lpstr>Derived Classes are New Classes</vt:lpstr>
      <vt:lpstr>Overriding to Create a New Version</vt:lpstr>
      <vt:lpstr>Overriding to Create a New Version</vt:lpstr>
      <vt:lpstr>Overriding to Add More</vt:lpstr>
      <vt:lpstr>And then some useful modules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黃啟桓</cp:lastModifiedBy>
  <cp:revision>798</cp:revision>
  <dcterms:created xsi:type="dcterms:W3CDTF">2009-03-01T03:18:16Z</dcterms:created>
  <dcterms:modified xsi:type="dcterms:W3CDTF">2021-06-16T04:09:50Z</dcterms:modified>
</cp:coreProperties>
</file>